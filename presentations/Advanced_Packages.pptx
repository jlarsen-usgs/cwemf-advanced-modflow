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623" r:id="rId3"/>
    <p:sldId id="258" r:id="rId4"/>
    <p:sldId id="260" r:id="rId5"/>
    <p:sldId id="267" r:id="rId6"/>
    <p:sldId id="263" r:id="rId7"/>
    <p:sldId id="268" r:id="rId8"/>
    <p:sldId id="256" r:id="rId9"/>
    <p:sldId id="265" r:id="rId10"/>
    <p:sldId id="264" r:id="rId11"/>
    <p:sldId id="266" r:id="rId12"/>
    <p:sldId id="638" r:id="rId13"/>
    <p:sldId id="636" r:id="rId14"/>
    <p:sldId id="637" r:id="rId15"/>
    <p:sldId id="566" r:id="rId16"/>
    <p:sldId id="628" r:id="rId17"/>
    <p:sldId id="629" r:id="rId18"/>
    <p:sldId id="630" r:id="rId19"/>
    <p:sldId id="562" r:id="rId20"/>
    <p:sldId id="561" r:id="rId21"/>
    <p:sldId id="635" r:id="rId22"/>
    <p:sldId id="617" r:id="rId23"/>
    <p:sldId id="618" r:id="rId24"/>
    <p:sldId id="619" r:id="rId25"/>
    <p:sldId id="620" r:id="rId26"/>
    <p:sldId id="621" r:id="rId27"/>
    <p:sldId id="625" r:id="rId28"/>
    <p:sldId id="626" r:id="rId29"/>
    <p:sldId id="627" r:id="rId30"/>
    <p:sldId id="639" r:id="rId31"/>
    <p:sldId id="632" r:id="rId32"/>
    <p:sldId id="633" r:id="rId33"/>
    <p:sldId id="634" r:id="rId34"/>
    <p:sldId id="262" r:id="rId3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9" autoAdjust="0"/>
    <p:restoredTop sz="94660"/>
  </p:normalViewPr>
  <p:slideViewPr>
    <p:cSldViewPr snapToGrid="0">
      <p:cViewPr>
        <p:scale>
          <a:sx n="84" d="100"/>
          <a:sy n="84" d="100"/>
        </p:scale>
        <p:origin x="168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A0DBEE-5C01-43DF-2A7E-A569C94108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4B4A73A-AABC-4219-5780-279DA75E12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807C6A-8B99-1AE1-6C77-5495B25111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C65B46-6A04-4177-B2EF-56E187807B90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507D7E-4B6E-9A67-27BC-A5D37A197E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2970F8-8558-37D6-320A-EEB088CAFD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40C605-6975-48D5-BCD6-D7ABFBA28A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33221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355EA7-DAA2-AC26-8B62-57C06EB547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7A5CC0-CD8C-418F-8066-5B029A31BA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EBE725-D29A-1B90-07DA-63A7592D67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C65B46-6A04-4177-B2EF-56E187807B90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5D83B4-169F-59A3-FA43-29BD745544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004F30-E915-5B32-E569-D3A9ADD1AA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40C605-6975-48D5-BCD6-D7ABFBA28A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55144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37664F-5565-F9DE-70BB-3C21BCACBC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1B06E0-2162-D732-599F-7B45FE344A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F44335-3FB1-1D56-25FE-5899101CC1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C65B46-6A04-4177-B2EF-56E187807B90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8516AC-D598-7775-62B6-2AAC649524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E71A4E-78E7-F427-5000-C92DDF974D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40C605-6975-48D5-BCD6-D7ABFBA28A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74907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6CCAF0-71D3-58D7-B5AC-54C4272658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4050D3-F687-B113-9CD3-81DB652E0E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5029C47-1446-151F-79E1-21774C67AC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1DEBE2-4670-1509-5E43-8D2F4C78CD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C65B46-6A04-4177-B2EF-56E187807B90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085FE3-33D6-DC9F-D8FB-CA694D6BFC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E79943-206F-7A25-6394-777B0CCE77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40C605-6975-48D5-BCD6-D7ABFBA28A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26838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81E0D8-3D7A-AAA8-B3F9-2CA87AB19F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4ACEB7-38F3-4A68-21D8-28D864C8D8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A6D215F-1BE2-3F95-3B26-DAD6A31979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7690207-34A9-649C-D148-1A9DDF6A9A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7E41D9D-83F4-4456-273E-CACA6AECAC4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3765DBB-1BE1-3FD7-3D68-AF0E0C3510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C65B46-6A04-4177-B2EF-56E187807B90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29B6872-E68A-F16F-4048-BCB1534E7F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874F4A9-31D9-3497-553C-BDB41D9008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40C605-6975-48D5-BCD6-D7ABFBA28A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83847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1D9690-100E-00D4-3076-20D1DAA2A2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A87E5BD-F8A8-D956-058A-0567C0546A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C65B46-6A04-4177-B2EF-56E187807B90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7FCC7A4-ABFD-2A55-57D0-9E2D198696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3A4DA27-0583-8B5A-4013-C313042D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40C605-6975-48D5-BCD6-D7ABFBA28A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70167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B518EBD-920B-9CDA-FED9-341768556B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C65B46-6A04-4177-B2EF-56E187807B90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A1C3ADC-1227-E890-DCD5-2A9C6CE38F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910A09-5710-FFF4-727D-96406CBD3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40C605-6975-48D5-BCD6-D7ABFBA28A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35021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E1788-144C-BA4C-3D1A-12710A36F4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A7E805-898B-49C5-4E93-F46FA1F597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FE9745-CE38-7BFD-0AD7-12A5C55B9D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08DC37-B93A-7805-A4D2-475448A44C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C65B46-6A04-4177-B2EF-56E187807B90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982576-78E5-4D30-D95A-494E66B13F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EC0DDD-36F9-3561-CFE2-4105881F1C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40C605-6975-48D5-BCD6-D7ABFBA28A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52680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082B06-8EDD-EBAD-4AC8-47918377B8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1A02996-0403-BDD8-7C73-527740C1EA1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060C5D8-8843-DE57-D842-E98678ACB2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B7DFB8-5498-5DC6-37C7-219E39C127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C65B46-6A04-4177-B2EF-56E187807B90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C13C89-BE34-1C43-E341-951F4A8587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09FA42-847B-E734-6D4E-B519D16B1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40C605-6975-48D5-BCD6-D7ABFBA28A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6984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809FC6-AC94-D982-D525-E2046ED93B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2E6741-4164-15CF-C638-3BA8BCCD865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CEA15D-F6A0-6B1F-7D92-FBBBC8D0EF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C65B46-6A04-4177-B2EF-56E187807B90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F566DF-2EEF-F6F9-7C50-C56EEB8E19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D5E4DC-A665-937E-6EBA-6D4ED7F932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40C605-6975-48D5-BCD6-D7ABFBA28A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59829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71545CB-FD18-80C8-DBEF-0B9206AD99C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FCFDA65-0A6F-1EFE-821E-547198BB92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005BFA-6F2F-C53E-2900-40438F12CE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C65B46-6A04-4177-B2EF-56E187807B90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6E7D00-570D-8CB8-549C-503686426B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8547CA-359C-55F0-A564-6B289AF910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40C605-6975-48D5-BCD6-D7ABFBA28A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14721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9272B4B-59A0-6438-F7F1-2D8EE03B72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895B5A-1A16-6425-00CB-FDD00EF968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26C169-2DF4-F7E8-A093-9FF8F4A4DA8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4C65B46-6A04-4177-B2EF-56E187807B90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C78BA4-319D-B3F5-0C4F-D3E701AB29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89C1E3-56AE-FB63-712A-1B05C58B34A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A40C605-6975-48D5-BCD6-D7ABFBA28A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8467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emf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emf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34.png"/><Relationship Id="rId7" Type="http://schemas.openxmlformats.org/officeDocument/2006/relationships/image" Target="../media/image38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111/gwat.13117" TargetMode="External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jpeg"/><Relationship Id="rId2" Type="http://schemas.openxmlformats.org/officeDocument/2006/relationships/image" Target="../media/image52.jp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5.png"/><Relationship Id="rId4" Type="http://schemas.openxmlformats.org/officeDocument/2006/relationships/image" Target="../media/image54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700674-1AC3-6AB5-2F6B-ED2AB9B3D1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6592556" cy="1325563"/>
          </a:xfrm>
        </p:spPr>
        <p:txBody>
          <a:bodyPr/>
          <a:lstStyle/>
          <a:p>
            <a:r>
              <a:rPr lang="en-US" dirty="0"/>
              <a:t>Basic Packages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2FE811-6D7F-1BE3-1FDC-0425859127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1419" y="1690688"/>
            <a:ext cx="7145948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Focus is on the following 4 packages:</a:t>
            </a:r>
          </a:p>
          <a:p>
            <a:pPr lvl="1"/>
            <a:r>
              <a:rPr lang="en-US" dirty="0"/>
              <a:t>River (RIV) Package 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→ </a:t>
            </a:r>
          </a:p>
          <a:p>
            <a:pPr marL="457200" lvl="1" indent="0"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         Streamflow Routing (SFR) Package</a:t>
            </a:r>
          </a:p>
          <a:p>
            <a:pPr lvl="1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Recharge (RCH) Package →</a:t>
            </a:r>
          </a:p>
          <a:p>
            <a:pPr marL="457200" lvl="1" indent="0"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         Unsaturated Zone Flow (UZF) Package</a:t>
            </a:r>
          </a:p>
          <a:p>
            <a:pPr lvl="1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Well (WEL) Package →</a:t>
            </a:r>
          </a:p>
          <a:p>
            <a:pPr marL="457200" lvl="1" indent="0"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         Multi-Aquifer Well (MAW) Package</a:t>
            </a:r>
          </a:p>
          <a:p>
            <a:pPr lvl="1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High K Lake Cells →</a:t>
            </a:r>
          </a:p>
          <a:p>
            <a:pPr marL="457200" lvl="1" indent="0"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         Lake (LAK) Package</a:t>
            </a:r>
          </a:p>
          <a:p>
            <a:pPr lvl="1"/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5847D1D-284A-7490-5FA5-9CC6CD878C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9935" y="239723"/>
            <a:ext cx="4606382" cy="627277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D69E3F0-578C-9F07-33EF-2722E3DC2E49}"/>
              </a:ext>
            </a:extLst>
          </p:cNvPr>
          <p:cNvSpPr txBox="1"/>
          <p:nvPr/>
        </p:nvSpPr>
        <p:spPr>
          <a:xfrm>
            <a:off x="7722158" y="6551525"/>
            <a:ext cx="30948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“h”: head in the cell</a:t>
            </a:r>
          </a:p>
        </p:txBody>
      </p:sp>
    </p:spTree>
    <p:extLst>
      <p:ext uri="{BB962C8B-B14F-4D97-AF65-F5344CB8AC3E}">
        <p14:creationId xmlns:p14="http://schemas.microsoft.com/office/powerpoint/2010/main" val="8859725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ED738F-FAA0-4685-54C9-5C0A810060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Advanced Stress Packages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6E1C39-86E2-E0FC-6C97-AB4E3048C1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70025"/>
            <a:ext cx="10515600" cy="4351338"/>
          </a:xfrm>
        </p:spPr>
        <p:txBody>
          <a:bodyPr/>
          <a:lstStyle/>
          <a:p>
            <a:r>
              <a:rPr lang="en-US" dirty="0"/>
              <a:t>Include</a:t>
            </a:r>
          </a:p>
          <a:p>
            <a:pPr lvl="1"/>
            <a:r>
              <a:rPr lang="en-US" dirty="0"/>
              <a:t>Lake (LAK)</a:t>
            </a:r>
          </a:p>
          <a:p>
            <a:pPr lvl="1"/>
            <a:r>
              <a:rPr lang="en-US" dirty="0"/>
              <a:t>Streamflow Routing (SFR)</a:t>
            </a:r>
          </a:p>
          <a:p>
            <a:pPr lvl="1"/>
            <a:r>
              <a:rPr lang="en-US" dirty="0"/>
              <a:t>Multi-Aquifer Well (MAW)</a:t>
            </a:r>
          </a:p>
          <a:p>
            <a:pPr lvl="1"/>
            <a:r>
              <a:rPr lang="en-US" dirty="0"/>
              <a:t>Unsaturated Zone Flow (UZF)</a:t>
            </a:r>
          </a:p>
          <a:p>
            <a:pPr lvl="1"/>
            <a:r>
              <a:rPr lang="en-US" dirty="0"/>
              <a:t>Mover (MVR)</a:t>
            </a:r>
          </a:p>
          <a:p>
            <a:r>
              <a:rPr lang="en-US" dirty="0"/>
              <a:t>Typically involve solving some form of a water budget equation</a:t>
            </a:r>
          </a:p>
          <a:p>
            <a:pPr lvl="1"/>
            <a:r>
              <a:rPr lang="en-US" dirty="0"/>
              <a:t>As part of the formulation step (LAK, SFR, UZF, MVR)</a:t>
            </a:r>
          </a:p>
          <a:p>
            <a:pPr lvl="1"/>
            <a:r>
              <a:rPr lang="en-US" dirty="0"/>
              <a:t>Added as rows in the system of equations solved (MAW)</a:t>
            </a:r>
          </a:p>
        </p:txBody>
      </p:sp>
    </p:spTree>
    <p:extLst>
      <p:ext uri="{BB962C8B-B14F-4D97-AF65-F5344CB8AC3E}">
        <p14:creationId xmlns:p14="http://schemas.microsoft.com/office/powerpoint/2010/main" val="37785828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BC17AB-88B3-9880-AC4B-A16DFEF428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83619"/>
          </a:xfrm>
        </p:spPr>
        <p:txBody>
          <a:bodyPr/>
          <a:lstStyle/>
          <a:p>
            <a:r>
              <a:rPr lang="en-US" dirty="0"/>
              <a:t>River (RIV) Package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0DA901D-AE68-A52D-413C-9FCECF4148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043" y="1540961"/>
            <a:ext cx="6737419" cy="495191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1CEB03B-3754-4770-2BCC-22A541EBB4F0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DE9"/>
              </a:clrFrom>
              <a:clrTo>
                <a:srgbClr val="FFFDE9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740828" y="3126123"/>
            <a:ext cx="5075126" cy="958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1577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D938B9-8383-9F65-2190-523D5106D7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543" y="18256"/>
            <a:ext cx="10515600" cy="1065478"/>
          </a:xfrm>
        </p:spPr>
        <p:txBody>
          <a:bodyPr/>
          <a:lstStyle/>
          <a:p>
            <a:r>
              <a:rPr lang="en-US" dirty="0"/>
              <a:t>RIV Package Notes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B2C9691-7CBC-2702-EC90-F3C4F38BF7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4126" y="1690688"/>
            <a:ext cx="5461252" cy="4808136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CCA799C-2119-B380-A9D7-A690B373C3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4391" y="1007987"/>
            <a:ext cx="5118194" cy="4351338"/>
          </a:xfrm>
        </p:spPr>
        <p:txBody>
          <a:bodyPr/>
          <a:lstStyle/>
          <a:p>
            <a:r>
              <a:rPr lang="en-US" dirty="0"/>
              <a:t>Water is added to or removed from individual cells</a:t>
            </a:r>
          </a:p>
          <a:p>
            <a:r>
              <a:rPr lang="en-US" dirty="0"/>
              <a:t>There is no concept of routing and therefore no dynamic simulation of streamflow</a:t>
            </a:r>
          </a:p>
          <a:p>
            <a:r>
              <a:rPr lang="en-US" dirty="0"/>
              <a:t>May want to ignore short reaches</a:t>
            </a:r>
          </a:p>
          <a:p>
            <a:r>
              <a:rPr lang="en-US" dirty="0"/>
              <a:t>Can use the budget table to assess groundwater/surface-water exchanges</a:t>
            </a:r>
          </a:p>
        </p:txBody>
      </p:sp>
    </p:spTree>
    <p:extLst>
      <p:ext uri="{BB962C8B-B14F-4D97-AF65-F5344CB8AC3E}">
        <p14:creationId xmlns:p14="http://schemas.microsoft.com/office/powerpoint/2010/main" val="2349488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60481AAD-648E-BFBD-0B8A-B8EF80FF24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687" y="2579060"/>
            <a:ext cx="6819001" cy="1904113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D4AE9AA-A3D9-0ADE-AAE3-8CA9FF6DE89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39876" y="1201511"/>
                <a:ext cx="5809343" cy="3801079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  <m:r>
                            <a:rPr lang="en-US" sz="4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en-US" sz="4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𝐿</m:t>
                          </m:r>
                          <m:r>
                            <a:rPr lang="en-US" sz="4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en-US" sz="4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𝑊</m:t>
                          </m:r>
                        </m:num>
                        <m:den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den>
                      </m:f>
                    </m:oMath>
                  </m:oMathPara>
                </a14:m>
                <a:endParaRPr lang="en-US" sz="4000" dirty="0"/>
              </a:p>
              <a:p>
                <a:pPr marL="0" indent="0">
                  <a:buNone/>
                </a:pPr>
                <a:endParaRPr lang="en-US" sz="4000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D4AE9AA-A3D9-0ADE-AAE3-8CA9FF6DE89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39876" y="1201511"/>
                <a:ext cx="5809343" cy="3801079"/>
              </a:xfr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8F6F4A82-4313-23B3-F799-D1A30793455C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r="3848"/>
          <a:stretch>
            <a:fillRect/>
          </a:stretch>
        </p:blipFill>
        <p:spPr>
          <a:xfrm>
            <a:off x="4468496" y="2063932"/>
            <a:ext cx="7622485" cy="4635858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618D7457-0096-C931-00E5-0D397C0F0E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543" y="18256"/>
            <a:ext cx="10515600" cy="1065478"/>
          </a:xfrm>
        </p:spPr>
        <p:txBody>
          <a:bodyPr/>
          <a:lstStyle/>
          <a:p>
            <a:r>
              <a:rPr lang="en-US" dirty="0"/>
              <a:t>RIV Package Conductance:</a:t>
            </a:r>
          </a:p>
        </p:txBody>
      </p:sp>
    </p:spTree>
    <p:extLst>
      <p:ext uri="{BB962C8B-B14F-4D97-AF65-F5344CB8AC3E}">
        <p14:creationId xmlns:p14="http://schemas.microsoft.com/office/powerpoint/2010/main" val="29728924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4BDA34-A7E0-903D-62D2-05F84BBF15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2800334-38D6-D777-9BB9-9E20702AD51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188" b="13625"/>
          <a:stretch>
            <a:fillRect/>
          </a:stretch>
        </p:blipFill>
        <p:spPr>
          <a:xfrm>
            <a:off x="6235608" y="1050053"/>
            <a:ext cx="5891088" cy="4481565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E054DED2-291D-CE5A-B74F-A64FD8314436}"/>
              </a:ext>
            </a:extLst>
          </p:cNvPr>
          <p:cNvSpPr txBox="1">
            <a:spLocks/>
          </p:cNvSpPr>
          <p:nvPr/>
        </p:nvSpPr>
        <p:spPr>
          <a:xfrm>
            <a:off x="-51079" y="93820"/>
            <a:ext cx="10515600" cy="956233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Streamflow Routing (SFR) Package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2CECBA29-2BD4-C666-107C-956C145F9FB6}"/>
              </a:ext>
            </a:extLst>
          </p:cNvPr>
          <p:cNvSpPr txBox="1">
            <a:spLocks/>
          </p:cNvSpPr>
          <p:nvPr/>
        </p:nvSpPr>
        <p:spPr>
          <a:xfrm>
            <a:off x="330757" y="1182479"/>
            <a:ext cx="5513661" cy="34185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Streamflow is routed in one direction only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Groundwater/surface-water exchanges either add to or subtract from streamflow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Carries a much bigger parameterization requirement (see below)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307E5A2-1C1A-B097-3CC4-9CBA94929A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5699" y="5520048"/>
            <a:ext cx="11576332" cy="1249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19240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268D05-9CEA-3E17-DEAE-398F2BF594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92679" y="1001487"/>
            <a:ext cx="3690257" cy="5856513"/>
          </a:xfrm>
        </p:spPr>
        <p:txBody>
          <a:bodyPr>
            <a:normAutofit/>
          </a:bodyPr>
          <a:lstStyle/>
          <a:p>
            <a:pPr marL="0" indent="0">
              <a:lnSpc>
                <a:spcPts val="2000"/>
              </a:lnSpc>
              <a:spcBef>
                <a:spcPts val="0"/>
              </a:spcBef>
              <a:buNone/>
            </a:pPr>
            <a:r>
              <a:rPr lang="en-US" sz="1400" dirty="0">
                <a:latin typeface="Consolas" panose="020B0609020204030204" pitchFamily="49" charset="0"/>
              </a:rPr>
              <a:t>BEGIN OPTIONS</a:t>
            </a:r>
          </a:p>
          <a:p>
            <a:pPr marL="0" indent="0">
              <a:lnSpc>
                <a:spcPts val="2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400" dirty="0">
                <a:latin typeface="Consolas" panose="020B0609020204030204" pitchFamily="49" charset="0"/>
              </a:rPr>
              <a:t>END OPTIONS</a:t>
            </a:r>
          </a:p>
          <a:p>
            <a:pPr marL="0" indent="0">
              <a:lnSpc>
                <a:spcPts val="2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400" dirty="0">
                <a:latin typeface="Consolas" panose="020B0609020204030204" pitchFamily="49" charset="0"/>
              </a:rPr>
              <a:t>BEGIN DIMENSIONS</a:t>
            </a:r>
          </a:p>
          <a:p>
            <a:pPr marL="0" indent="0">
              <a:lnSpc>
                <a:spcPts val="2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1400" dirty="0">
                <a:latin typeface="Consolas" panose="020B0609020204030204" pitchFamily="49" charset="0"/>
              </a:rPr>
              <a:t>END DIMENSIONS</a:t>
            </a:r>
          </a:p>
          <a:p>
            <a:pPr marL="0" indent="0">
              <a:lnSpc>
                <a:spcPts val="2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400" dirty="0">
                <a:latin typeface="Consolas" panose="020B0609020204030204" pitchFamily="49" charset="0"/>
              </a:rPr>
              <a:t>BEGIN PACKAGEDATA</a:t>
            </a:r>
          </a:p>
          <a:p>
            <a:pPr marL="0" indent="0">
              <a:lnSpc>
                <a:spcPts val="2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1400" dirty="0">
                <a:latin typeface="Consolas" panose="020B0609020204030204" pitchFamily="49" charset="0"/>
              </a:rPr>
              <a:t>END PACKAGEDATA</a:t>
            </a:r>
          </a:p>
          <a:p>
            <a:pPr marL="0" indent="0">
              <a:lnSpc>
                <a:spcPts val="2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400" dirty="0">
                <a:latin typeface="Consolas" panose="020B0609020204030204" pitchFamily="49" charset="0"/>
              </a:rPr>
              <a:t>BEGIN CROSSSECTIONS</a:t>
            </a:r>
          </a:p>
          <a:p>
            <a:pPr marL="0" indent="0">
              <a:lnSpc>
                <a:spcPts val="2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1400" dirty="0">
                <a:latin typeface="Consolas" panose="020B0609020204030204" pitchFamily="49" charset="0"/>
              </a:rPr>
              <a:t>END CROSSSECTIONS</a:t>
            </a:r>
          </a:p>
          <a:p>
            <a:pPr marL="0" indent="0">
              <a:lnSpc>
                <a:spcPts val="2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400" dirty="0">
                <a:latin typeface="Consolas" panose="020B0609020204030204" pitchFamily="49" charset="0"/>
              </a:rPr>
              <a:t>BEGIN CONNECTIONDATA</a:t>
            </a:r>
          </a:p>
          <a:p>
            <a:pPr marL="0" indent="0">
              <a:lnSpc>
                <a:spcPts val="2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1400" dirty="0">
                <a:latin typeface="Consolas" panose="020B0609020204030204" pitchFamily="49" charset="0"/>
              </a:rPr>
              <a:t>END CONNECTIONDATA</a:t>
            </a:r>
          </a:p>
          <a:p>
            <a:pPr marL="0" indent="0">
              <a:lnSpc>
                <a:spcPts val="2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400" dirty="0">
                <a:latin typeface="Consolas" panose="020B0609020204030204" pitchFamily="49" charset="0"/>
              </a:rPr>
              <a:t>BEGIN DIVERSIONS</a:t>
            </a:r>
          </a:p>
          <a:p>
            <a:pPr marL="0" indent="0">
              <a:lnSpc>
                <a:spcPts val="2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1400" dirty="0">
                <a:latin typeface="Consolas" panose="020B0609020204030204" pitchFamily="49" charset="0"/>
              </a:rPr>
              <a:t>END DIVERSIONS</a:t>
            </a:r>
          </a:p>
          <a:p>
            <a:pPr marL="0" indent="0">
              <a:lnSpc>
                <a:spcPts val="2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400" dirty="0">
                <a:latin typeface="Consolas" panose="020B0609020204030204" pitchFamily="49" charset="0"/>
              </a:rPr>
              <a:t>BEGIN INITIALSTAGES</a:t>
            </a:r>
          </a:p>
          <a:p>
            <a:pPr marL="0" indent="0">
              <a:lnSpc>
                <a:spcPts val="2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1400" dirty="0">
                <a:latin typeface="Consolas" panose="020B0609020204030204" pitchFamily="49" charset="0"/>
              </a:rPr>
              <a:t>END INITIALSTAGES</a:t>
            </a:r>
          </a:p>
          <a:p>
            <a:pPr marL="0" indent="0">
              <a:lnSpc>
                <a:spcPts val="2000"/>
              </a:lnSpc>
              <a:spcBef>
                <a:spcPts val="0"/>
              </a:spcBef>
              <a:buNone/>
            </a:pPr>
            <a:r>
              <a:rPr lang="en-US" sz="1400" dirty="0">
                <a:latin typeface="Consolas" panose="020B0609020204030204" pitchFamily="49" charset="0"/>
              </a:rPr>
              <a:t>BEGIN PERIOD &lt;</a:t>
            </a:r>
            <a:r>
              <a:rPr lang="en-US" sz="1400" dirty="0" err="1">
                <a:latin typeface="Consolas" panose="020B0609020204030204" pitchFamily="49" charset="0"/>
              </a:rPr>
              <a:t>iper</a:t>
            </a:r>
            <a:r>
              <a:rPr lang="en-US" sz="1400" dirty="0">
                <a:latin typeface="Consolas" panose="020B0609020204030204" pitchFamily="49" charset="0"/>
              </a:rPr>
              <a:t>&gt;</a:t>
            </a:r>
          </a:p>
          <a:p>
            <a:pPr marL="0" indent="0">
              <a:lnSpc>
                <a:spcPts val="2000"/>
              </a:lnSpc>
              <a:spcBef>
                <a:spcPts val="600"/>
              </a:spcBef>
              <a:buNone/>
            </a:pPr>
            <a:r>
              <a:rPr lang="en-US" sz="1400" dirty="0">
                <a:latin typeface="Consolas" panose="020B0609020204030204" pitchFamily="49" charset="0"/>
              </a:rPr>
              <a:t>END PERIOD &lt;</a:t>
            </a:r>
            <a:r>
              <a:rPr lang="en-US" sz="1400" dirty="0" err="1">
                <a:latin typeface="Consolas" panose="020B0609020204030204" pitchFamily="49" charset="0"/>
              </a:rPr>
              <a:t>iper</a:t>
            </a:r>
            <a:r>
              <a:rPr lang="en-US" sz="1400" dirty="0">
                <a:latin typeface="Consolas" panose="020B0609020204030204" pitchFamily="49" charset="0"/>
              </a:rPr>
              <a:t>&gt;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9B6FF352-09C7-DBA5-EB7A-A2E08D7ABC3A}"/>
              </a:ext>
            </a:extLst>
          </p:cNvPr>
          <p:cNvSpPr txBox="1">
            <a:spLocks/>
          </p:cNvSpPr>
          <p:nvPr/>
        </p:nvSpPr>
        <p:spPr>
          <a:xfrm>
            <a:off x="-51079" y="93820"/>
            <a:ext cx="10515600" cy="956233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Streamflow Routing (SFR) Package</a:t>
            </a:r>
          </a:p>
        </p:txBody>
      </p:sp>
      <p:sp>
        <p:nvSpPr>
          <p:cNvPr id="6" name="Left Brace 5">
            <a:extLst>
              <a:ext uri="{FF2B5EF4-FFF2-40B4-BE49-F238E27FC236}">
                <a16:creationId xmlns:a16="http://schemas.microsoft.com/office/drawing/2014/main" id="{0426C084-42D9-EA9A-B51E-877F24945251}"/>
              </a:ext>
            </a:extLst>
          </p:cNvPr>
          <p:cNvSpPr/>
          <p:nvPr/>
        </p:nvSpPr>
        <p:spPr>
          <a:xfrm>
            <a:off x="3043161" y="1050053"/>
            <a:ext cx="304800" cy="5607166"/>
          </a:xfrm>
          <a:prstGeom prst="leftBrace">
            <a:avLst>
              <a:gd name="adj1" fmla="val 238479"/>
              <a:gd name="adj2" fmla="val 25927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A047F71-68B1-32D6-55CC-8E2ECAEEA896}"/>
              </a:ext>
            </a:extLst>
          </p:cNvPr>
          <p:cNvSpPr txBox="1"/>
          <p:nvPr/>
        </p:nvSpPr>
        <p:spPr>
          <a:xfrm>
            <a:off x="638627" y="2249714"/>
            <a:ext cx="25935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SFR input blocks</a:t>
            </a:r>
          </a:p>
        </p:txBody>
      </p:sp>
    </p:spTree>
    <p:extLst>
      <p:ext uri="{BB962C8B-B14F-4D97-AF65-F5344CB8AC3E}">
        <p14:creationId xmlns:p14="http://schemas.microsoft.com/office/powerpoint/2010/main" val="5898013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71760C7-40DA-F770-5B25-1501696134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2434" y="1283382"/>
            <a:ext cx="5891088" cy="5520084"/>
          </a:xfrm>
          <a:prstGeom prst="rect">
            <a:avLst/>
          </a:prstGeom>
        </p:spPr>
      </p:pic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971C3DBC-87BF-5924-0F9B-B1F372E0D12D}"/>
              </a:ext>
            </a:extLst>
          </p:cNvPr>
          <p:cNvSpPr txBox="1">
            <a:spLocks/>
          </p:cNvSpPr>
          <p:nvPr/>
        </p:nvSpPr>
        <p:spPr>
          <a:xfrm>
            <a:off x="300613" y="1144510"/>
            <a:ext cx="5118194" cy="326101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Streamflow is routed in one direction only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Groundwater/surface-water exchanges either add to or subtract from streamflow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A bigger parameterization requirement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Stream networks can be established through connections:</a:t>
            </a:r>
          </a:p>
          <a:p>
            <a:pPr algn="l"/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13519BD-8D36-350D-26E0-193AAD20AAFD}"/>
              </a:ext>
            </a:extLst>
          </p:cNvPr>
          <p:cNvSpPr txBox="1"/>
          <p:nvPr/>
        </p:nvSpPr>
        <p:spPr>
          <a:xfrm>
            <a:off x="3937887" y="4314064"/>
            <a:ext cx="2917697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u="sng" dirty="0"/>
              <a:t>Reach</a:t>
            </a:r>
            <a:r>
              <a:rPr lang="en-US" dirty="0"/>
              <a:t>:   </a:t>
            </a:r>
            <a:r>
              <a:rPr lang="en-US" u="sng" dirty="0"/>
              <a:t>Connections</a:t>
            </a:r>
            <a:r>
              <a:rPr lang="en-US" dirty="0"/>
              <a:t>:</a:t>
            </a:r>
          </a:p>
          <a:p>
            <a:pPr marL="342900" indent="-342900">
              <a:buAutoNum type="arabicPlain"/>
            </a:pPr>
            <a:r>
              <a:rPr lang="en-US" dirty="0"/>
              <a:t>          -2</a:t>
            </a:r>
          </a:p>
          <a:p>
            <a:pPr marL="342900" indent="-342900">
              <a:buAutoNum type="arabicPlain"/>
            </a:pPr>
            <a:r>
              <a:rPr lang="en-US" dirty="0"/>
              <a:t>          1  -3</a:t>
            </a:r>
          </a:p>
          <a:p>
            <a:pPr marL="342900" indent="-342900">
              <a:buAutoNum type="arabicPlain"/>
            </a:pPr>
            <a:r>
              <a:rPr lang="en-US" dirty="0"/>
              <a:t>          2  -4   -16</a:t>
            </a:r>
          </a:p>
          <a:p>
            <a:r>
              <a:rPr lang="en-US" dirty="0">
                <a:solidFill>
                  <a:srgbClr val="FF0000"/>
                </a:solidFill>
              </a:rPr>
              <a:t>3               2  -16 </a:t>
            </a:r>
            <a:r>
              <a:rPr lang="en-US" dirty="0"/>
              <a:t> (alternative)</a:t>
            </a:r>
            <a:endParaRPr lang="en-US" dirty="0">
              <a:solidFill>
                <a:srgbClr val="FF0000"/>
              </a:solidFill>
            </a:endParaRPr>
          </a:p>
          <a:p>
            <a:r>
              <a:rPr lang="en-US" dirty="0"/>
              <a:t>…</a:t>
            </a:r>
          </a:p>
          <a:p>
            <a:r>
              <a:rPr lang="en-US" dirty="0"/>
              <a:t>13             9  12  -14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6BD3FFD-29E6-0667-BBD7-268BD70AF3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110" y="4276980"/>
            <a:ext cx="3240747" cy="1828495"/>
          </a:xfrm>
          <a:prstGeom prst="rect">
            <a:avLst/>
          </a:prstGeom>
        </p:spPr>
      </p:pic>
      <p:sp>
        <p:nvSpPr>
          <p:cNvPr id="14" name="Title 1">
            <a:extLst>
              <a:ext uri="{FF2B5EF4-FFF2-40B4-BE49-F238E27FC236}">
                <a16:creationId xmlns:a16="http://schemas.microsoft.com/office/drawing/2014/main" id="{E50B41D0-2ECE-3C7C-64D3-BB85642341E4}"/>
              </a:ext>
            </a:extLst>
          </p:cNvPr>
          <p:cNvSpPr txBox="1">
            <a:spLocks/>
          </p:cNvSpPr>
          <p:nvPr/>
        </p:nvSpPr>
        <p:spPr>
          <a:xfrm>
            <a:off x="-51079" y="93820"/>
            <a:ext cx="10515600" cy="956233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Streamflow Routing (SFR) Package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A572037-9E3E-3774-DADC-CC924A700D04}"/>
              </a:ext>
            </a:extLst>
          </p:cNvPr>
          <p:cNvSpPr/>
          <p:nvPr/>
        </p:nvSpPr>
        <p:spPr>
          <a:xfrm>
            <a:off x="3954064" y="5440450"/>
            <a:ext cx="1442822" cy="33543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98272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4FD78A-5282-1AD1-C15E-5E8A481FE4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0382F6C-02BF-E59E-8EBF-DA2EB91A3BA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332"/>
          <a:stretch>
            <a:fillRect/>
          </a:stretch>
        </p:blipFill>
        <p:spPr>
          <a:xfrm>
            <a:off x="6227555" y="1060105"/>
            <a:ext cx="5891088" cy="5280951"/>
          </a:xfrm>
          <a:prstGeom prst="rect">
            <a:avLst/>
          </a:prstGeom>
        </p:spPr>
      </p:pic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28517EF7-FBCE-54EA-DCEF-5BF4192C2548}"/>
              </a:ext>
            </a:extLst>
          </p:cNvPr>
          <p:cNvSpPr txBox="1">
            <a:spLocks/>
          </p:cNvSpPr>
          <p:nvPr/>
        </p:nvSpPr>
        <p:spPr>
          <a:xfrm>
            <a:off x="227069" y="1016910"/>
            <a:ext cx="5118194" cy="326101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Streamflow is routed in one direction only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Groundwater/surface-water exchanges either add to or subtract from streamflow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A bigger parameterization requirement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Stream networks can be established through connections</a:t>
            </a:r>
          </a:p>
          <a:p>
            <a:pPr algn="l"/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BFD4655-2678-04D2-C5B2-328D65D63D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408" y="4072452"/>
            <a:ext cx="3522513" cy="1376982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66A877D8-342D-C048-9121-D4D6560050BE}"/>
              </a:ext>
            </a:extLst>
          </p:cNvPr>
          <p:cNvSpPr txBox="1">
            <a:spLocks/>
          </p:cNvSpPr>
          <p:nvPr/>
        </p:nvSpPr>
        <p:spPr>
          <a:xfrm>
            <a:off x="-51079" y="93820"/>
            <a:ext cx="10515600" cy="956233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Streamflow Routing (SFR) Package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BE6FDF3-15B7-E2DE-077E-CFE601AD84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5668" y="5514719"/>
            <a:ext cx="11576332" cy="124946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6DD5CD3-4DEC-EE11-6BD2-AA2E065D6AB9}"/>
              </a:ext>
            </a:extLst>
          </p:cNvPr>
          <p:cNvSpPr txBox="1"/>
          <p:nvPr/>
        </p:nvSpPr>
        <p:spPr>
          <a:xfrm>
            <a:off x="4283435" y="4391611"/>
            <a:ext cx="21432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“3  1  4 FRACTION”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1D50CF1-DBAC-C16F-550D-E1ADDCAAA0EF}"/>
              </a:ext>
            </a:extLst>
          </p:cNvPr>
          <p:cNvSpPr/>
          <p:nvPr/>
        </p:nvSpPr>
        <p:spPr>
          <a:xfrm>
            <a:off x="8713410" y="5807571"/>
            <a:ext cx="570895" cy="26423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7BBF493A-B5FA-49EE-FBE7-90CE054CA789}"/>
              </a:ext>
            </a:extLst>
          </p:cNvPr>
          <p:cNvCxnSpPr>
            <a:cxnSpLocks/>
            <a:endCxn id="3" idx="3"/>
          </p:cNvCxnSpPr>
          <p:nvPr/>
        </p:nvCxnSpPr>
        <p:spPr>
          <a:xfrm flipH="1" flipV="1">
            <a:off x="4139921" y="4760943"/>
            <a:ext cx="4573489" cy="1046628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230262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8B8B5A-F19F-7895-CA74-672A7C2B15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16CCA7FE-9287-1DF2-91BC-C193260BB64F}"/>
              </a:ext>
            </a:extLst>
          </p:cNvPr>
          <p:cNvSpPr txBox="1">
            <a:spLocks/>
          </p:cNvSpPr>
          <p:nvPr/>
        </p:nvSpPr>
        <p:spPr>
          <a:xfrm>
            <a:off x="339877" y="1118096"/>
            <a:ext cx="5118194" cy="22492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Stress Period Data: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DB929F7-B8CF-0528-F47D-8143D389E9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678" y="1468203"/>
            <a:ext cx="2669693" cy="1417536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F321BF16-0B34-CADF-01B9-954CEB23D9B4}"/>
              </a:ext>
            </a:extLst>
          </p:cNvPr>
          <p:cNvSpPr txBox="1">
            <a:spLocks/>
          </p:cNvSpPr>
          <p:nvPr/>
        </p:nvSpPr>
        <p:spPr>
          <a:xfrm>
            <a:off x="-51079" y="93820"/>
            <a:ext cx="10515600" cy="956233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Streamflow Routing (SFR) Package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595D545-67EF-068E-DBC4-4B1828C184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7682" y="3073875"/>
            <a:ext cx="5601194" cy="3640449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59328128-6DE1-0081-F367-668070F36E21}"/>
              </a:ext>
            </a:extLst>
          </p:cNvPr>
          <p:cNvSpPr/>
          <p:nvPr/>
        </p:nvSpPr>
        <p:spPr>
          <a:xfrm>
            <a:off x="1769195" y="2066641"/>
            <a:ext cx="1666821" cy="33441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A356E96C-78D0-D7E1-F1BC-182FE46F2197}"/>
              </a:ext>
            </a:extLst>
          </p:cNvPr>
          <p:cNvCxnSpPr>
            <a:cxnSpLocks/>
            <a:stCxn id="12" idx="2"/>
          </p:cNvCxnSpPr>
          <p:nvPr/>
        </p:nvCxnSpPr>
        <p:spPr>
          <a:xfrm flipH="1">
            <a:off x="1882019" y="2401051"/>
            <a:ext cx="720587" cy="598438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66" name="Group 65">
            <a:extLst>
              <a:ext uri="{FF2B5EF4-FFF2-40B4-BE49-F238E27FC236}">
                <a16:creationId xmlns:a16="http://schemas.microsoft.com/office/drawing/2014/main" id="{3920127C-0635-5F14-64AF-8821AB622B29}"/>
              </a:ext>
            </a:extLst>
          </p:cNvPr>
          <p:cNvGrpSpPr/>
          <p:nvPr/>
        </p:nvGrpSpPr>
        <p:grpSpPr>
          <a:xfrm>
            <a:off x="6724677" y="1775918"/>
            <a:ext cx="4870707" cy="2729684"/>
            <a:chOff x="224861" y="439487"/>
            <a:chExt cx="4870707" cy="2729684"/>
          </a:xfrm>
        </p:grpSpPr>
        <p:grpSp>
          <p:nvGrpSpPr>
            <p:cNvPr id="67" name="Group 66">
              <a:extLst>
                <a:ext uri="{FF2B5EF4-FFF2-40B4-BE49-F238E27FC236}">
                  <a16:creationId xmlns:a16="http://schemas.microsoft.com/office/drawing/2014/main" id="{24ADA986-503E-6349-08CF-141139E0AA6B}"/>
                </a:ext>
              </a:extLst>
            </p:cNvPr>
            <p:cNvGrpSpPr/>
            <p:nvPr/>
          </p:nvGrpSpPr>
          <p:grpSpPr>
            <a:xfrm flipH="1">
              <a:off x="513308" y="609338"/>
              <a:ext cx="4582260" cy="2384258"/>
              <a:chOff x="3826130" y="2505592"/>
              <a:chExt cx="4582260" cy="2384258"/>
            </a:xfrm>
          </p:grpSpPr>
          <p:sp>
            <p:nvSpPr>
              <p:cNvPr id="83" name="Freeform: Shape 82">
                <a:extLst>
                  <a:ext uri="{FF2B5EF4-FFF2-40B4-BE49-F238E27FC236}">
                    <a16:creationId xmlns:a16="http://schemas.microsoft.com/office/drawing/2014/main" id="{87EDC74E-3A99-69E8-10BE-AE4853C85A14}"/>
                  </a:ext>
                </a:extLst>
              </p:cNvPr>
              <p:cNvSpPr/>
              <p:nvPr/>
            </p:nvSpPr>
            <p:spPr>
              <a:xfrm>
                <a:off x="3826130" y="2505592"/>
                <a:ext cx="4578889" cy="1957387"/>
              </a:xfrm>
              <a:custGeom>
                <a:avLst/>
                <a:gdLst>
                  <a:gd name="connsiteX0" fmla="*/ 0 w 4164807"/>
                  <a:gd name="connsiteY0" fmla="*/ 1690688 h 1933575"/>
                  <a:gd name="connsiteX1" fmla="*/ 2886075 w 4164807"/>
                  <a:gd name="connsiteY1" fmla="*/ 0 h 1933575"/>
                  <a:gd name="connsiteX2" fmla="*/ 4164807 w 4164807"/>
                  <a:gd name="connsiteY2" fmla="*/ 140494 h 1933575"/>
                  <a:gd name="connsiteX3" fmla="*/ 1633538 w 4164807"/>
                  <a:gd name="connsiteY3" fmla="*/ 1933575 h 1933575"/>
                  <a:gd name="connsiteX4" fmla="*/ 0 w 4164807"/>
                  <a:gd name="connsiteY4" fmla="*/ 1690688 h 1933575"/>
                  <a:gd name="connsiteX0" fmla="*/ 0 w 4162511"/>
                  <a:gd name="connsiteY0" fmla="*/ 1690688 h 1933575"/>
                  <a:gd name="connsiteX1" fmla="*/ 2886075 w 4162511"/>
                  <a:gd name="connsiteY1" fmla="*/ 0 h 1933575"/>
                  <a:gd name="connsiteX2" fmla="*/ 4162511 w 4162511"/>
                  <a:gd name="connsiteY2" fmla="*/ 142876 h 1933575"/>
                  <a:gd name="connsiteX3" fmla="*/ 1633538 w 4162511"/>
                  <a:gd name="connsiteY3" fmla="*/ 1933575 h 1933575"/>
                  <a:gd name="connsiteX4" fmla="*/ 0 w 4162511"/>
                  <a:gd name="connsiteY4" fmla="*/ 1690688 h 1933575"/>
                  <a:gd name="connsiteX0" fmla="*/ 0 w 4162511"/>
                  <a:gd name="connsiteY0" fmla="*/ 1690688 h 1947862"/>
                  <a:gd name="connsiteX1" fmla="*/ 2886075 w 4162511"/>
                  <a:gd name="connsiteY1" fmla="*/ 0 h 1947862"/>
                  <a:gd name="connsiteX2" fmla="*/ 4162511 w 4162511"/>
                  <a:gd name="connsiteY2" fmla="*/ 142876 h 1947862"/>
                  <a:gd name="connsiteX3" fmla="*/ 1775918 w 4162511"/>
                  <a:gd name="connsiteY3" fmla="*/ 1947862 h 1947862"/>
                  <a:gd name="connsiteX4" fmla="*/ 0 w 4162511"/>
                  <a:gd name="connsiteY4" fmla="*/ 1690688 h 1947862"/>
                  <a:gd name="connsiteX0" fmla="*/ 0 w 4162511"/>
                  <a:gd name="connsiteY0" fmla="*/ 1690688 h 1966912"/>
                  <a:gd name="connsiteX1" fmla="*/ 2886075 w 4162511"/>
                  <a:gd name="connsiteY1" fmla="*/ 0 h 1966912"/>
                  <a:gd name="connsiteX2" fmla="*/ 4162511 w 4162511"/>
                  <a:gd name="connsiteY2" fmla="*/ 142876 h 1966912"/>
                  <a:gd name="connsiteX3" fmla="*/ 1803475 w 4162511"/>
                  <a:gd name="connsiteY3" fmla="*/ 1966912 h 1966912"/>
                  <a:gd name="connsiteX4" fmla="*/ 0 w 4162511"/>
                  <a:gd name="connsiteY4" fmla="*/ 1690688 h 1966912"/>
                  <a:gd name="connsiteX0" fmla="*/ 0 w 4162511"/>
                  <a:gd name="connsiteY0" fmla="*/ 1690688 h 1962149"/>
                  <a:gd name="connsiteX1" fmla="*/ 2886075 w 4162511"/>
                  <a:gd name="connsiteY1" fmla="*/ 0 h 1962149"/>
                  <a:gd name="connsiteX2" fmla="*/ 4162511 w 4162511"/>
                  <a:gd name="connsiteY2" fmla="*/ 142876 h 1962149"/>
                  <a:gd name="connsiteX3" fmla="*/ 1794290 w 4162511"/>
                  <a:gd name="connsiteY3" fmla="*/ 1962149 h 1962149"/>
                  <a:gd name="connsiteX4" fmla="*/ 0 w 4162511"/>
                  <a:gd name="connsiteY4" fmla="*/ 1690688 h 1962149"/>
                  <a:gd name="connsiteX0" fmla="*/ 0 w 4162511"/>
                  <a:gd name="connsiteY0" fmla="*/ 1690688 h 1957387"/>
                  <a:gd name="connsiteX1" fmla="*/ 2886075 w 4162511"/>
                  <a:gd name="connsiteY1" fmla="*/ 0 h 1957387"/>
                  <a:gd name="connsiteX2" fmla="*/ 4162511 w 4162511"/>
                  <a:gd name="connsiteY2" fmla="*/ 142876 h 1957387"/>
                  <a:gd name="connsiteX3" fmla="*/ 1922008 w 4162511"/>
                  <a:gd name="connsiteY3" fmla="*/ 1957387 h 1957387"/>
                  <a:gd name="connsiteX4" fmla="*/ 0 w 4162511"/>
                  <a:gd name="connsiteY4" fmla="*/ 1690688 h 19573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162511" h="1957387">
                    <a:moveTo>
                      <a:pt x="0" y="1690688"/>
                    </a:moveTo>
                    <a:lnTo>
                      <a:pt x="2886075" y="0"/>
                    </a:lnTo>
                    <a:lnTo>
                      <a:pt x="4162511" y="142876"/>
                    </a:lnTo>
                    <a:lnTo>
                      <a:pt x="1922008" y="1957387"/>
                    </a:lnTo>
                    <a:lnTo>
                      <a:pt x="0" y="1690688"/>
                    </a:lnTo>
                    <a:close/>
                  </a:path>
                </a:pathLst>
              </a:cu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84" name="Freeform: Shape 83">
                <a:extLst>
                  <a:ext uri="{FF2B5EF4-FFF2-40B4-BE49-F238E27FC236}">
                    <a16:creationId xmlns:a16="http://schemas.microsoft.com/office/drawing/2014/main" id="{28E6F2C0-ADBE-2A97-CD28-6A869AF61569}"/>
                  </a:ext>
                </a:extLst>
              </p:cNvPr>
              <p:cNvSpPr/>
              <p:nvPr/>
            </p:nvSpPr>
            <p:spPr>
              <a:xfrm>
                <a:off x="3830682" y="4196907"/>
                <a:ext cx="2114505" cy="692943"/>
              </a:xfrm>
              <a:custGeom>
                <a:avLst/>
                <a:gdLst>
                  <a:gd name="connsiteX0" fmla="*/ 0 w 1645444"/>
                  <a:gd name="connsiteY0" fmla="*/ 0 h 688181"/>
                  <a:gd name="connsiteX1" fmla="*/ 235744 w 1645444"/>
                  <a:gd name="connsiteY1" fmla="*/ 569118 h 688181"/>
                  <a:gd name="connsiteX2" fmla="*/ 1059656 w 1645444"/>
                  <a:gd name="connsiteY2" fmla="*/ 688181 h 688181"/>
                  <a:gd name="connsiteX3" fmla="*/ 1645444 w 1645444"/>
                  <a:gd name="connsiteY3" fmla="*/ 242887 h 688181"/>
                  <a:gd name="connsiteX4" fmla="*/ 0 w 1645444"/>
                  <a:gd name="connsiteY4" fmla="*/ 0 h 688181"/>
                  <a:gd name="connsiteX0" fmla="*/ 0 w 1645444"/>
                  <a:gd name="connsiteY0" fmla="*/ 0 h 692943"/>
                  <a:gd name="connsiteX1" fmla="*/ 235744 w 1645444"/>
                  <a:gd name="connsiteY1" fmla="*/ 569118 h 692943"/>
                  <a:gd name="connsiteX2" fmla="*/ 1071562 w 1645444"/>
                  <a:gd name="connsiteY2" fmla="*/ 692943 h 692943"/>
                  <a:gd name="connsiteX3" fmla="*/ 1645444 w 1645444"/>
                  <a:gd name="connsiteY3" fmla="*/ 242887 h 692943"/>
                  <a:gd name="connsiteX4" fmla="*/ 0 w 1645444"/>
                  <a:gd name="connsiteY4" fmla="*/ 0 h 692943"/>
                  <a:gd name="connsiteX0" fmla="*/ 0 w 1671055"/>
                  <a:gd name="connsiteY0" fmla="*/ 0 h 692943"/>
                  <a:gd name="connsiteX1" fmla="*/ 235744 w 1671055"/>
                  <a:gd name="connsiteY1" fmla="*/ 569118 h 692943"/>
                  <a:gd name="connsiteX2" fmla="*/ 1071562 w 1671055"/>
                  <a:gd name="connsiteY2" fmla="*/ 692943 h 692943"/>
                  <a:gd name="connsiteX3" fmla="*/ 1671055 w 1671055"/>
                  <a:gd name="connsiteY3" fmla="*/ 266700 h 692943"/>
                  <a:gd name="connsiteX4" fmla="*/ 0 w 1671055"/>
                  <a:gd name="connsiteY4" fmla="*/ 0 h 692943"/>
                  <a:gd name="connsiteX0" fmla="*/ 0 w 1895148"/>
                  <a:gd name="connsiteY0" fmla="*/ 0 h 692943"/>
                  <a:gd name="connsiteX1" fmla="*/ 459837 w 1895148"/>
                  <a:gd name="connsiteY1" fmla="*/ 569118 h 692943"/>
                  <a:gd name="connsiteX2" fmla="*/ 1295655 w 1895148"/>
                  <a:gd name="connsiteY2" fmla="*/ 692943 h 692943"/>
                  <a:gd name="connsiteX3" fmla="*/ 1895148 w 1895148"/>
                  <a:gd name="connsiteY3" fmla="*/ 266700 h 692943"/>
                  <a:gd name="connsiteX4" fmla="*/ 0 w 1895148"/>
                  <a:gd name="connsiteY4" fmla="*/ 0 h 6929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895148" h="692943">
                    <a:moveTo>
                      <a:pt x="0" y="0"/>
                    </a:moveTo>
                    <a:lnTo>
                      <a:pt x="459837" y="569118"/>
                    </a:lnTo>
                    <a:lnTo>
                      <a:pt x="1295655" y="692943"/>
                    </a:lnTo>
                    <a:lnTo>
                      <a:pt x="1895148" y="26670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5" name="Freeform: Shape 84">
                <a:extLst>
                  <a:ext uri="{FF2B5EF4-FFF2-40B4-BE49-F238E27FC236}">
                    <a16:creationId xmlns:a16="http://schemas.microsoft.com/office/drawing/2014/main" id="{93075C57-069E-F219-7650-E780B7BC17F9}"/>
                  </a:ext>
                </a:extLst>
              </p:cNvPr>
              <p:cNvSpPr/>
              <p:nvPr/>
            </p:nvSpPr>
            <p:spPr>
              <a:xfrm>
                <a:off x="7005005" y="2507200"/>
                <a:ext cx="1403385" cy="403482"/>
              </a:xfrm>
              <a:custGeom>
                <a:avLst/>
                <a:gdLst>
                  <a:gd name="connsiteX0" fmla="*/ 0 w 1645444"/>
                  <a:gd name="connsiteY0" fmla="*/ 0 h 688181"/>
                  <a:gd name="connsiteX1" fmla="*/ 235744 w 1645444"/>
                  <a:gd name="connsiteY1" fmla="*/ 569118 h 688181"/>
                  <a:gd name="connsiteX2" fmla="*/ 1059656 w 1645444"/>
                  <a:gd name="connsiteY2" fmla="*/ 688181 h 688181"/>
                  <a:gd name="connsiteX3" fmla="*/ 1645444 w 1645444"/>
                  <a:gd name="connsiteY3" fmla="*/ 242887 h 688181"/>
                  <a:gd name="connsiteX4" fmla="*/ 0 w 1645444"/>
                  <a:gd name="connsiteY4" fmla="*/ 0 h 688181"/>
                  <a:gd name="connsiteX0" fmla="*/ 0 w 1645444"/>
                  <a:gd name="connsiteY0" fmla="*/ 0 h 692943"/>
                  <a:gd name="connsiteX1" fmla="*/ 235744 w 1645444"/>
                  <a:gd name="connsiteY1" fmla="*/ 569118 h 692943"/>
                  <a:gd name="connsiteX2" fmla="*/ 1071562 w 1645444"/>
                  <a:gd name="connsiteY2" fmla="*/ 692943 h 692943"/>
                  <a:gd name="connsiteX3" fmla="*/ 1645444 w 1645444"/>
                  <a:gd name="connsiteY3" fmla="*/ 242887 h 692943"/>
                  <a:gd name="connsiteX4" fmla="*/ 0 w 1645444"/>
                  <a:gd name="connsiteY4" fmla="*/ 0 h 692943"/>
                  <a:gd name="connsiteX0" fmla="*/ 0 w 1740726"/>
                  <a:gd name="connsiteY0" fmla="*/ 0 h 692943"/>
                  <a:gd name="connsiteX1" fmla="*/ 235744 w 1740726"/>
                  <a:gd name="connsiteY1" fmla="*/ 569118 h 692943"/>
                  <a:gd name="connsiteX2" fmla="*/ 1071562 w 1740726"/>
                  <a:gd name="connsiteY2" fmla="*/ 692943 h 692943"/>
                  <a:gd name="connsiteX3" fmla="*/ 1740726 w 1740726"/>
                  <a:gd name="connsiteY3" fmla="*/ 250972 h 692943"/>
                  <a:gd name="connsiteX4" fmla="*/ 0 w 1740726"/>
                  <a:gd name="connsiteY4" fmla="*/ 0 h 692943"/>
                  <a:gd name="connsiteX0" fmla="*/ 0 w 1703843"/>
                  <a:gd name="connsiteY0" fmla="*/ 0 h 676776"/>
                  <a:gd name="connsiteX1" fmla="*/ 198861 w 1703843"/>
                  <a:gd name="connsiteY1" fmla="*/ 552951 h 676776"/>
                  <a:gd name="connsiteX2" fmla="*/ 1034679 w 1703843"/>
                  <a:gd name="connsiteY2" fmla="*/ 676776 h 676776"/>
                  <a:gd name="connsiteX3" fmla="*/ 1703843 w 1703843"/>
                  <a:gd name="connsiteY3" fmla="*/ 234805 h 676776"/>
                  <a:gd name="connsiteX4" fmla="*/ 0 w 1703843"/>
                  <a:gd name="connsiteY4" fmla="*/ 0 h 676776"/>
                  <a:gd name="connsiteX0" fmla="*/ 0 w 1694622"/>
                  <a:gd name="connsiteY0" fmla="*/ 0 h 692944"/>
                  <a:gd name="connsiteX1" fmla="*/ 189640 w 1694622"/>
                  <a:gd name="connsiteY1" fmla="*/ 569119 h 692944"/>
                  <a:gd name="connsiteX2" fmla="*/ 1025458 w 1694622"/>
                  <a:gd name="connsiteY2" fmla="*/ 692944 h 692944"/>
                  <a:gd name="connsiteX3" fmla="*/ 1694622 w 1694622"/>
                  <a:gd name="connsiteY3" fmla="*/ 250973 h 692944"/>
                  <a:gd name="connsiteX4" fmla="*/ 0 w 1694622"/>
                  <a:gd name="connsiteY4" fmla="*/ 0 h 692944"/>
                  <a:gd name="connsiteX0" fmla="*/ 0 w 1811418"/>
                  <a:gd name="connsiteY0" fmla="*/ 0 h 684861"/>
                  <a:gd name="connsiteX1" fmla="*/ 306436 w 1811418"/>
                  <a:gd name="connsiteY1" fmla="*/ 561036 h 684861"/>
                  <a:gd name="connsiteX2" fmla="*/ 1142254 w 1811418"/>
                  <a:gd name="connsiteY2" fmla="*/ 684861 h 684861"/>
                  <a:gd name="connsiteX3" fmla="*/ 1811418 w 1811418"/>
                  <a:gd name="connsiteY3" fmla="*/ 242890 h 684861"/>
                  <a:gd name="connsiteX4" fmla="*/ 0 w 1811418"/>
                  <a:gd name="connsiteY4" fmla="*/ 0 h 6848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811418" h="684861">
                    <a:moveTo>
                      <a:pt x="0" y="0"/>
                    </a:moveTo>
                    <a:lnTo>
                      <a:pt x="306436" y="561036"/>
                    </a:lnTo>
                    <a:lnTo>
                      <a:pt x="1142254" y="684861"/>
                    </a:lnTo>
                    <a:lnTo>
                      <a:pt x="1811418" y="24289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86" name="Straight Connector 85">
                <a:extLst>
                  <a:ext uri="{FF2B5EF4-FFF2-40B4-BE49-F238E27FC236}">
                    <a16:creationId xmlns:a16="http://schemas.microsoft.com/office/drawing/2014/main" id="{AC1C676B-5179-48E4-AF02-CA99BBA12E11}"/>
                  </a:ext>
                </a:extLst>
              </p:cNvPr>
              <p:cNvCxnSpPr>
                <a:cxnSpLocks/>
                <a:stCxn id="84" idx="1"/>
                <a:endCxn id="85" idx="1"/>
              </p:cNvCxnSpPr>
              <p:nvPr/>
            </p:nvCxnSpPr>
            <p:spPr>
              <a:xfrm flipV="1">
                <a:off x="4343744" y="2837731"/>
                <a:ext cx="2898670" cy="1928294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7" name="Straight Connector 86">
                <a:extLst>
                  <a:ext uri="{FF2B5EF4-FFF2-40B4-BE49-F238E27FC236}">
                    <a16:creationId xmlns:a16="http://schemas.microsoft.com/office/drawing/2014/main" id="{4E441312-16B9-A2FA-CA9C-3FFD6C5679EC}"/>
                  </a:ext>
                </a:extLst>
              </p:cNvPr>
              <p:cNvCxnSpPr>
                <a:cxnSpLocks/>
                <a:stCxn id="84" idx="2"/>
                <a:endCxn id="85" idx="2"/>
              </p:cNvCxnSpPr>
              <p:nvPr/>
            </p:nvCxnSpPr>
            <p:spPr>
              <a:xfrm flipV="1">
                <a:off x="5276305" y="2910682"/>
                <a:ext cx="2613654" cy="1979168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68" name="Straight Arrow Connector 67">
              <a:extLst>
                <a:ext uri="{FF2B5EF4-FFF2-40B4-BE49-F238E27FC236}">
                  <a16:creationId xmlns:a16="http://schemas.microsoft.com/office/drawing/2014/main" id="{E94D22B8-22C7-BDA8-E112-B50835B92A6C}"/>
                </a:ext>
              </a:extLst>
            </p:cNvPr>
            <p:cNvCxnSpPr/>
            <p:nvPr/>
          </p:nvCxnSpPr>
          <p:spPr>
            <a:xfrm>
              <a:off x="4067543" y="2718321"/>
              <a:ext cx="654050" cy="45085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Arrow Connector 68">
              <a:extLst>
                <a:ext uri="{FF2B5EF4-FFF2-40B4-BE49-F238E27FC236}">
                  <a16:creationId xmlns:a16="http://schemas.microsoft.com/office/drawing/2014/main" id="{A82E47E2-11F4-3433-767B-954E0355C95E}"/>
                </a:ext>
              </a:extLst>
            </p:cNvPr>
            <p:cNvCxnSpPr/>
            <p:nvPr/>
          </p:nvCxnSpPr>
          <p:spPr>
            <a:xfrm>
              <a:off x="619584" y="439487"/>
              <a:ext cx="654050" cy="45085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D8DFA12E-D41A-5E6C-D19B-943BB1FDB80D}"/>
                </a:ext>
              </a:extLst>
            </p:cNvPr>
            <p:cNvSpPr/>
            <p:nvPr/>
          </p:nvSpPr>
          <p:spPr>
            <a:xfrm>
              <a:off x="666247" y="699309"/>
              <a:ext cx="1183967" cy="133350"/>
            </a:xfrm>
            <a:custGeom>
              <a:avLst/>
              <a:gdLst>
                <a:gd name="connsiteX0" fmla="*/ 0 w 1183967"/>
                <a:gd name="connsiteY0" fmla="*/ 128587 h 133350"/>
                <a:gd name="connsiteX1" fmla="*/ 40481 w 1183967"/>
                <a:gd name="connsiteY1" fmla="*/ 133350 h 133350"/>
                <a:gd name="connsiteX2" fmla="*/ 109537 w 1183967"/>
                <a:gd name="connsiteY2" fmla="*/ 128587 h 133350"/>
                <a:gd name="connsiteX3" fmla="*/ 157162 w 1183967"/>
                <a:gd name="connsiteY3" fmla="*/ 121443 h 133350"/>
                <a:gd name="connsiteX4" fmla="*/ 185737 w 1183967"/>
                <a:gd name="connsiteY4" fmla="*/ 116681 h 133350"/>
                <a:gd name="connsiteX5" fmla="*/ 195262 w 1183967"/>
                <a:gd name="connsiteY5" fmla="*/ 111918 h 133350"/>
                <a:gd name="connsiteX6" fmla="*/ 219075 w 1183967"/>
                <a:gd name="connsiteY6" fmla="*/ 104775 h 133350"/>
                <a:gd name="connsiteX7" fmla="*/ 273844 w 1183967"/>
                <a:gd name="connsiteY7" fmla="*/ 107156 h 133350"/>
                <a:gd name="connsiteX8" fmla="*/ 283369 w 1183967"/>
                <a:gd name="connsiteY8" fmla="*/ 109537 h 133350"/>
                <a:gd name="connsiteX9" fmla="*/ 369094 w 1183967"/>
                <a:gd name="connsiteY9" fmla="*/ 107156 h 133350"/>
                <a:gd name="connsiteX10" fmla="*/ 383381 w 1183967"/>
                <a:gd name="connsiteY10" fmla="*/ 104775 h 133350"/>
                <a:gd name="connsiteX11" fmla="*/ 426244 w 1183967"/>
                <a:gd name="connsiteY11" fmla="*/ 100012 h 133350"/>
                <a:gd name="connsiteX12" fmla="*/ 542925 w 1183967"/>
                <a:gd name="connsiteY12" fmla="*/ 92868 h 133350"/>
                <a:gd name="connsiteX13" fmla="*/ 554831 w 1183967"/>
                <a:gd name="connsiteY13" fmla="*/ 90487 h 133350"/>
                <a:gd name="connsiteX14" fmla="*/ 590550 w 1183967"/>
                <a:gd name="connsiteY14" fmla="*/ 85725 h 133350"/>
                <a:gd name="connsiteX15" fmla="*/ 633412 w 1183967"/>
                <a:gd name="connsiteY15" fmla="*/ 78581 h 133350"/>
                <a:gd name="connsiteX16" fmla="*/ 661987 w 1183967"/>
                <a:gd name="connsiteY16" fmla="*/ 71437 h 133350"/>
                <a:gd name="connsiteX17" fmla="*/ 676275 w 1183967"/>
                <a:gd name="connsiteY17" fmla="*/ 69056 h 133350"/>
                <a:gd name="connsiteX18" fmla="*/ 695325 w 1183967"/>
                <a:gd name="connsiteY18" fmla="*/ 64293 h 133350"/>
                <a:gd name="connsiteX19" fmla="*/ 778669 w 1183967"/>
                <a:gd name="connsiteY19" fmla="*/ 61912 h 133350"/>
                <a:gd name="connsiteX20" fmla="*/ 809625 w 1183967"/>
                <a:gd name="connsiteY20" fmla="*/ 54768 h 133350"/>
                <a:gd name="connsiteX21" fmla="*/ 840581 w 1183967"/>
                <a:gd name="connsiteY21" fmla="*/ 50006 h 133350"/>
                <a:gd name="connsiteX22" fmla="*/ 931069 w 1183967"/>
                <a:gd name="connsiteY22" fmla="*/ 47625 h 133350"/>
                <a:gd name="connsiteX23" fmla="*/ 957262 w 1183967"/>
                <a:gd name="connsiteY23" fmla="*/ 45243 h 133350"/>
                <a:gd name="connsiteX24" fmla="*/ 964406 w 1183967"/>
                <a:gd name="connsiteY24" fmla="*/ 42862 h 133350"/>
                <a:gd name="connsiteX25" fmla="*/ 981075 w 1183967"/>
                <a:gd name="connsiteY25" fmla="*/ 40481 h 133350"/>
                <a:gd name="connsiteX26" fmla="*/ 995362 w 1183967"/>
                <a:gd name="connsiteY26" fmla="*/ 38100 h 133350"/>
                <a:gd name="connsiteX27" fmla="*/ 1028700 w 1183967"/>
                <a:gd name="connsiteY27" fmla="*/ 33337 h 133350"/>
                <a:gd name="connsiteX28" fmla="*/ 1062037 w 1183967"/>
                <a:gd name="connsiteY28" fmla="*/ 26193 h 133350"/>
                <a:gd name="connsiteX29" fmla="*/ 1081087 w 1183967"/>
                <a:gd name="connsiteY29" fmla="*/ 21431 h 133350"/>
                <a:gd name="connsiteX30" fmla="*/ 1088231 w 1183967"/>
                <a:gd name="connsiteY30" fmla="*/ 19050 h 133350"/>
                <a:gd name="connsiteX31" fmla="*/ 1126331 w 1183967"/>
                <a:gd name="connsiteY31" fmla="*/ 14287 h 133350"/>
                <a:gd name="connsiteX32" fmla="*/ 1147762 w 1183967"/>
                <a:gd name="connsiteY32" fmla="*/ 9525 h 133350"/>
                <a:gd name="connsiteX33" fmla="*/ 1154906 w 1183967"/>
                <a:gd name="connsiteY33" fmla="*/ 7143 h 133350"/>
                <a:gd name="connsiteX34" fmla="*/ 1183481 w 1183967"/>
                <a:gd name="connsiteY34" fmla="*/ 4762 h 133350"/>
                <a:gd name="connsiteX35" fmla="*/ 1181100 w 1183967"/>
                <a:gd name="connsiteY35" fmla="*/ 0 h 133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1183967" h="133350">
                  <a:moveTo>
                    <a:pt x="0" y="128587"/>
                  </a:moveTo>
                  <a:cubicBezTo>
                    <a:pt x="15523" y="131691"/>
                    <a:pt x="21465" y="133350"/>
                    <a:pt x="40481" y="133350"/>
                  </a:cubicBezTo>
                  <a:cubicBezTo>
                    <a:pt x="55178" y="133350"/>
                    <a:pt x="92470" y="130009"/>
                    <a:pt x="109537" y="128587"/>
                  </a:cubicBezTo>
                  <a:cubicBezTo>
                    <a:pt x="136762" y="121782"/>
                    <a:pt x="95154" y="131777"/>
                    <a:pt x="157162" y="121443"/>
                  </a:cubicBezTo>
                  <a:lnTo>
                    <a:pt x="185737" y="116681"/>
                  </a:lnTo>
                  <a:cubicBezTo>
                    <a:pt x="188912" y="115093"/>
                    <a:pt x="191862" y="112938"/>
                    <a:pt x="195262" y="111918"/>
                  </a:cubicBezTo>
                  <a:cubicBezTo>
                    <a:pt x="224917" y="103021"/>
                    <a:pt x="196508" y="116057"/>
                    <a:pt x="219075" y="104775"/>
                  </a:cubicBezTo>
                  <a:cubicBezTo>
                    <a:pt x="237331" y="105569"/>
                    <a:pt x="255620" y="105806"/>
                    <a:pt x="273844" y="107156"/>
                  </a:cubicBezTo>
                  <a:cubicBezTo>
                    <a:pt x="277108" y="107398"/>
                    <a:pt x="280096" y="109537"/>
                    <a:pt x="283369" y="109537"/>
                  </a:cubicBezTo>
                  <a:cubicBezTo>
                    <a:pt x="311955" y="109537"/>
                    <a:pt x="340519" y="107950"/>
                    <a:pt x="369094" y="107156"/>
                  </a:cubicBezTo>
                  <a:cubicBezTo>
                    <a:pt x="373856" y="106362"/>
                    <a:pt x="378586" y="105339"/>
                    <a:pt x="383381" y="104775"/>
                  </a:cubicBezTo>
                  <a:cubicBezTo>
                    <a:pt x="448897" y="97066"/>
                    <a:pt x="379301" y="106717"/>
                    <a:pt x="426244" y="100012"/>
                  </a:cubicBezTo>
                  <a:cubicBezTo>
                    <a:pt x="464020" y="74828"/>
                    <a:pt x="427396" y="97399"/>
                    <a:pt x="542925" y="92868"/>
                  </a:cubicBezTo>
                  <a:cubicBezTo>
                    <a:pt x="546969" y="92709"/>
                    <a:pt x="550839" y="91152"/>
                    <a:pt x="554831" y="90487"/>
                  </a:cubicBezTo>
                  <a:cubicBezTo>
                    <a:pt x="564689" y="88844"/>
                    <a:pt x="580920" y="86929"/>
                    <a:pt x="590550" y="85725"/>
                  </a:cubicBezTo>
                  <a:cubicBezTo>
                    <a:pt x="647192" y="71563"/>
                    <a:pt x="566706" y="90710"/>
                    <a:pt x="633412" y="78581"/>
                  </a:cubicBezTo>
                  <a:cubicBezTo>
                    <a:pt x="643072" y="76825"/>
                    <a:pt x="652403" y="73567"/>
                    <a:pt x="661987" y="71437"/>
                  </a:cubicBezTo>
                  <a:cubicBezTo>
                    <a:pt x="666700" y="70390"/>
                    <a:pt x="671562" y="70103"/>
                    <a:pt x="676275" y="69056"/>
                  </a:cubicBezTo>
                  <a:cubicBezTo>
                    <a:pt x="686580" y="66766"/>
                    <a:pt x="682052" y="64957"/>
                    <a:pt x="695325" y="64293"/>
                  </a:cubicBezTo>
                  <a:cubicBezTo>
                    <a:pt x="723083" y="62905"/>
                    <a:pt x="750888" y="62706"/>
                    <a:pt x="778669" y="61912"/>
                  </a:cubicBezTo>
                  <a:cubicBezTo>
                    <a:pt x="793232" y="52204"/>
                    <a:pt x="780784" y="58889"/>
                    <a:pt x="809625" y="54768"/>
                  </a:cubicBezTo>
                  <a:cubicBezTo>
                    <a:pt x="836057" y="50992"/>
                    <a:pt x="794081" y="51985"/>
                    <a:pt x="840581" y="50006"/>
                  </a:cubicBezTo>
                  <a:cubicBezTo>
                    <a:pt x="870727" y="48723"/>
                    <a:pt x="900906" y="48419"/>
                    <a:pt x="931069" y="47625"/>
                  </a:cubicBezTo>
                  <a:cubicBezTo>
                    <a:pt x="939800" y="46831"/>
                    <a:pt x="948583" y="46483"/>
                    <a:pt x="957262" y="45243"/>
                  </a:cubicBezTo>
                  <a:cubicBezTo>
                    <a:pt x="959747" y="44888"/>
                    <a:pt x="961945" y="43354"/>
                    <a:pt x="964406" y="42862"/>
                  </a:cubicBezTo>
                  <a:cubicBezTo>
                    <a:pt x="969910" y="41761"/>
                    <a:pt x="975528" y="41334"/>
                    <a:pt x="981075" y="40481"/>
                  </a:cubicBezTo>
                  <a:cubicBezTo>
                    <a:pt x="985847" y="39747"/>
                    <a:pt x="990587" y="38816"/>
                    <a:pt x="995362" y="38100"/>
                  </a:cubicBezTo>
                  <a:lnTo>
                    <a:pt x="1028700" y="33337"/>
                  </a:lnTo>
                  <a:cubicBezTo>
                    <a:pt x="1057134" y="23860"/>
                    <a:pt x="1027710" y="32630"/>
                    <a:pt x="1062037" y="26193"/>
                  </a:cubicBezTo>
                  <a:cubicBezTo>
                    <a:pt x="1068470" y="24987"/>
                    <a:pt x="1074772" y="23153"/>
                    <a:pt x="1081087" y="21431"/>
                  </a:cubicBezTo>
                  <a:cubicBezTo>
                    <a:pt x="1083509" y="20771"/>
                    <a:pt x="1085770" y="19542"/>
                    <a:pt x="1088231" y="19050"/>
                  </a:cubicBezTo>
                  <a:cubicBezTo>
                    <a:pt x="1096737" y="17349"/>
                    <a:pt x="1118887" y="15114"/>
                    <a:pt x="1126331" y="14287"/>
                  </a:cubicBezTo>
                  <a:cubicBezTo>
                    <a:pt x="1142419" y="8925"/>
                    <a:pt x="1122606" y="15116"/>
                    <a:pt x="1147762" y="9525"/>
                  </a:cubicBezTo>
                  <a:cubicBezTo>
                    <a:pt x="1150212" y="8980"/>
                    <a:pt x="1152418" y="7475"/>
                    <a:pt x="1154906" y="7143"/>
                  </a:cubicBezTo>
                  <a:cubicBezTo>
                    <a:pt x="1164380" y="5880"/>
                    <a:pt x="1174260" y="7277"/>
                    <a:pt x="1183481" y="4762"/>
                  </a:cubicBezTo>
                  <a:cubicBezTo>
                    <a:pt x="1185193" y="4295"/>
                    <a:pt x="1181894" y="1587"/>
                    <a:pt x="1181100" y="0"/>
                  </a:cubicBezTo>
                </a:path>
              </a:pathLst>
            </a:custGeom>
            <a:noFill/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931F2B62-B97A-3848-E69A-06AA8E6C5AF4}"/>
                </a:ext>
              </a:extLst>
            </p:cNvPr>
            <p:cNvSpPr/>
            <p:nvPr/>
          </p:nvSpPr>
          <p:spPr>
            <a:xfrm>
              <a:off x="671009" y="825515"/>
              <a:ext cx="2543175" cy="1890712"/>
            </a:xfrm>
            <a:custGeom>
              <a:avLst/>
              <a:gdLst>
                <a:gd name="connsiteX0" fmla="*/ 0 w 2543175"/>
                <a:gd name="connsiteY0" fmla="*/ 0 h 1890712"/>
                <a:gd name="connsiteX1" fmla="*/ 11907 w 2543175"/>
                <a:gd name="connsiteY1" fmla="*/ 11906 h 1890712"/>
                <a:gd name="connsiteX2" fmla="*/ 21432 w 2543175"/>
                <a:gd name="connsiteY2" fmla="*/ 16669 h 1890712"/>
                <a:gd name="connsiteX3" fmla="*/ 23813 w 2543175"/>
                <a:gd name="connsiteY3" fmla="*/ 23812 h 1890712"/>
                <a:gd name="connsiteX4" fmla="*/ 33338 w 2543175"/>
                <a:gd name="connsiteY4" fmla="*/ 33337 h 1890712"/>
                <a:gd name="connsiteX5" fmla="*/ 40482 w 2543175"/>
                <a:gd name="connsiteY5" fmla="*/ 42862 h 1890712"/>
                <a:gd name="connsiteX6" fmla="*/ 47625 w 2543175"/>
                <a:gd name="connsiteY6" fmla="*/ 47625 h 1890712"/>
                <a:gd name="connsiteX7" fmla="*/ 57150 w 2543175"/>
                <a:gd name="connsiteY7" fmla="*/ 54769 h 1890712"/>
                <a:gd name="connsiteX8" fmla="*/ 64294 w 2543175"/>
                <a:gd name="connsiteY8" fmla="*/ 59531 h 1890712"/>
                <a:gd name="connsiteX9" fmla="*/ 83344 w 2543175"/>
                <a:gd name="connsiteY9" fmla="*/ 73819 h 1890712"/>
                <a:gd name="connsiteX10" fmla="*/ 97632 w 2543175"/>
                <a:gd name="connsiteY10" fmla="*/ 80962 h 1890712"/>
                <a:gd name="connsiteX11" fmla="*/ 104775 w 2543175"/>
                <a:gd name="connsiteY11" fmla="*/ 85725 h 1890712"/>
                <a:gd name="connsiteX12" fmla="*/ 114300 w 2543175"/>
                <a:gd name="connsiteY12" fmla="*/ 95250 h 1890712"/>
                <a:gd name="connsiteX13" fmla="*/ 123825 w 2543175"/>
                <a:gd name="connsiteY13" fmla="*/ 97631 h 1890712"/>
                <a:gd name="connsiteX14" fmla="*/ 130969 w 2543175"/>
                <a:gd name="connsiteY14" fmla="*/ 104775 h 1890712"/>
                <a:gd name="connsiteX15" fmla="*/ 140494 w 2543175"/>
                <a:gd name="connsiteY15" fmla="*/ 111919 h 1890712"/>
                <a:gd name="connsiteX16" fmla="*/ 147638 w 2543175"/>
                <a:gd name="connsiteY16" fmla="*/ 116681 h 1890712"/>
                <a:gd name="connsiteX17" fmla="*/ 164307 w 2543175"/>
                <a:gd name="connsiteY17" fmla="*/ 128587 h 1890712"/>
                <a:gd name="connsiteX18" fmla="*/ 180975 w 2543175"/>
                <a:gd name="connsiteY18" fmla="*/ 140494 h 1890712"/>
                <a:gd name="connsiteX19" fmla="*/ 197644 w 2543175"/>
                <a:gd name="connsiteY19" fmla="*/ 152400 h 1890712"/>
                <a:gd name="connsiteX20" fmla="*/ 204788 w 2543175"/>
                <a:gd name="connsiteY20" fmla="*/ 157162 h 1890712"/>
                <a:gd name="connsiteX21" fmla="*/ 214313 w 2543175"/>
                <a:gd name="connsiteY21" fmla="*/ 164306 h 1890712"/>
                <a:gd name="connsiteX22" fmla="*/ 230982 w 2543175"/>
                <a:gd name="connsiteY22" fmla="*/ 180975 h 1890712"/>
                <a:gd name="connsiteX23" fmla="*/ 247650 w 2543175"/>
                <a:gd name="connsiteY23" fmla="*/ 185737 h 1890712"/>
                <a:gd name="connsiteX24" fmla="*/ 259557 w 2543175"/>
                <a:gd name="connsiteY24" fmla="*/ 188119 h 1890712"/>
                <a:gd name="connsiteX25" fmla="*/ 266700 w 2543175"/>
                <a:gd name="connsiteY25" fmla="*/ 190500 h 1890712"/>
                <a:gd name="connsiteX26" fmla="*/ 283369 w 2543175"/>
                <a:gd name="connsiteY26" fmla="*/ 192881 h 1890712"/>
                <a:gd name="connsiteX27" fmla="*/ 302419 w 2543175"/>
                <a:gd name="connsiteY27" fmla="*/ 204787 h 1890712"/>
                <a:gd name="connsiteX28" fmla="*/ 309563 w 2543175"/>
                <a:gd name="connsiteY28" fmla="*/ 209550 h 1890712"/>
                <a:gd name="connsiteX29" fmla="*/ 319088 w 2543175"/>
                <a:gd name="connsiteY29" fmla="*/ 219075 h 1890712"/>
                <a:gd name="connsiteX30" fmla="*/ 333375 w 2543175"/>
                <a:gd name="connsiteY30" fmla="*/ 228600 h 1890712"/>
                <a:gd name="connsiteX31" fmla="*/ 340519 w 2543175"/>
                <a:gd name="connsiteY31" fmla="*/ 233362 h 1890712"/>
                <a:gd name="connsiteX32" fmla="*/ 354807 w 2543175"/>
                <a:gd name="connsiteY32" fmla="*/ 247650 h 1890712"/>
                <a:gd name="connsiteX33" fmla="*/ 366713 w 2543175"/>
                <a:gd name="connsiteY33" fmla="*/ 264319 h 1890712"/>
                <a:gd name="connsiteX34" fmla="*/ 371475 w 2543175"/>
                <a:gd name="connsiteY34" fmla="*/ 271462 h 1890712"/>
                <a:gd name="connsiteX35" fmla="*/ 378619 w 2543175"/>
                <a:gd name="connsiteY35" fmla="*/ 276225 h 1890712"/>
                <a:gd name="connsiteX36" fmla="*/ 385763 w 2543175"/>
                <a:gd name="connsiteY36" fmla="*/ 283369 h 1890712"/>
                <a:gd name="connsiteX37" fmla="*/ 395288 w 2543175"/>
                <a:gd name="connsiteY37" fmla="*/ 288131 h 1890712"/>
                <a:gd name="connsiteX38" fmla="*/ 404813 w 2543175"/>
                <a:gd name="connsiteY38" fmla="*/ 295275 h 1890712"/>
                <a:gd name="connsiteX39" fmla="*/ 411957 w 2543175"/>
                <a:gd name="connsiteY39" fmla="*/ 297656 h 1890712"/>
                <a:gd name="connsiteX40" fmla="*/ 421482 w 2543175"/>
                <a:gd name="connsiteY40" fmla="*/ 302419 h 1890712"/>
                <a:gd name="connsiteX41" fmla="*/ 447675 w 2543175"/>
                <a:gd name="connsiteY41" fmla="*/ 307181 h 1890712"/>
                <a:gd name="connsiteX42" fmla="*/ 461963 w 2543175"/>
                <a:gd name="connsiteY42" fmla="*/ 321469 h 1890712"/>
                <a:gd name="connsiteX43" fmla="*/ 466725 w 2543175"/>
                <a:gd name="connsiteY43" fmla="*/ 328612 h 1890712"/>
                <a:gd name="connsiteX44" fmla="*/ 476250 w 2543175"/>
                <a:gd name="connsiteY44" fmla="*/ 335756 h 1890712"/>
                <a:gd name="connsiteX45" fmla="*/ 481013 w 2543175"/>
                <a:gd name="connsiteY45" fmla="*/ 342900 h 1890712"/>
                <a:gd name="connsiteX46" fmla="*/ 490538 w 2543175"/>
                <a:gd name="connsiteY46" fmla="*/ 352425 h 1890712"/>
                <a:gd name="connsiteX47" fmla="*/ 495300 w 2543175"/>
                <a:gd name="connsiteY47" fmla="*/ 359569 h 1890712"/>
                <a:gd name="connsiteX48" fmla="*/ 509588 w 2543175"/>
                <a:gd name="connsiteY48" fmla="*/ 376237 h 1890712"/>
                <a:gd name="connsiteX49" fmla="*/ 514350 w 2543175"/>
                <a:gd name="connsiteY49" fmla="*/ 383381 h 1890712"/>
                <a:gd name="connsiteX50" fmla="*/ 531019 w 2543175"/>
                <a:gd name="connsiteY50" fmla="*/ 397669 h 1890712"/>
                <a:gd name="connsiteX51" fmla="*/ 538163 w 2543175"/>
                <a:gd name="connsiteY51" fmla="*/ 407194 h 1890712"/>
                <a:gd name="connsiteX52" fmla="*/ 554832 w 2543175"/>
                <a:gd name="connsiteY52" fmla="*/ 421481 h 1890712"/>
                <a:gd name="connsiteX53" fmla="*/ 564357 w 2543175"/>
                <a:gd name="connsiteY53" fmla="*/ 431006 h 1890712"/>
                <a:gd name="connsiteX54" fmla="*/ 573882 w 2543175"/>
                <a:gd name="connsiteY54" fmla="*/ 438150 h 1890712"/>
                <a:gd name="connsiteX55" fmla="*/ 595313 w 2543175"/>
                <a:gd name="connsiteY55" fmla="*/ 454819 h 1890712"/>
                <a:gd name="connsiteX56" fmla="*/ 602457 w 2543175"/>
                <a:gd name="connsiteY56" fmla="*/ 457200 h 1890712"/>
                <a:gd name="connsiteX57" fmla="*/ 628650 w 2543175"/>
                <a:gd name="connsiteY57" fmla="*/ 469106 h 1890712"/>
                <a:gd name="connsiteX58" fmla="*/ 645319 w 2543175"/>
                <a:gd name="connsiteY58" fmla="*/ 483394 h 1890712"/>
                <a:gd name="connsiteX59" fmla="*/ 654844 w 2543175"/>
                <a:gd name="connsiteY59" fmla="*/ 488156 h 1890712"/>
                <a:gd name="connsiteX60" fmla="*/ 661988 w 2543175"/>
                <a:gd name="connsiteY60" fmla="*/ 497681 h 1890712"/>
                <a:gd name="connsiteX61" fmla="*/ 683419 w 2543175"/>
                <a:gd name="connsiteY61" fmla="*/ 514350 h 1890712"/>
                <a:gd name="connsiteX62" fmla="*/ 700088 w 2543175"/>
                <a:gd name="connsiteY62" fmla="*/ 526256 h 1890712"/>
                <a:gd name="connsiteX63" fmla="*/ 709613 w 2543175"/>
                <a:gd name="connsiteY63" fmla="*/ 535781 h 1890712"/>
                <a:gd name="connsiteX64" fmla="*/ 719138 w 2543175"/>
                <a:gd name="connsiteY64" fmla="*/ 542925 h 1890712"/>
                <a:gd name="connsiteX65" fmla="*/ 733425 w 2543175"/>
                <a:gd name="connsiteY65" fmla="*/ 557212 h 1890712"/>
                <a:gd name="connsiteX66" fmla="*/ 750094 w 2543175"/>
                <a:gd name="connsiteY66" fmla="*/ 569119 h 1890712"/>
                <a:gd name="connsiteX67" fmla="*/ 769144 w 2543175"/>
                <a:gd name="connsiteY67" fmla="*/ 581025 h 1890712"/>
                <a:gd name="connsiteX68" fmla="*/ 785813 w 2543175"/>
                <a:gd name="connsiteY68" fmla="*/ 590550 h 1890712"/>
                <a:gd name="connsiteX69" fmla="*/ 792957 w 2543175"/>
                <a:gd name="connsiteY69" fmla="*/ 600075 h 1890712"/>
                <a:gd name="connsiteX70" fmla="*/ 809625 w 2543175"/>
                <a:gd name="connsiteY70" fmla="*/ 611981 h 1890712"/>
                <a:gd name="connsiteX71" fmla="*/ 816769 w 2543175"/>
                <a:gd name="connsiteY71" fmla="*/ 619125 h 1890712"/>
                <a:gd name="connsiteX72" fmla="*/ 826294 w 2543175"/>
                <a:gd name="connsiteY72" fmla="*/ 626269 h 1890712"/>
                <a:gd name="connsiteX73" fmla="*/ 840582 w 2543175"/>
                <a:gd name="connsiteY73" fmla="*/ 638175 h 1890712"/>
                <a:gd name="connsiteX74" fmla="*/ 847725 w 2543175"/>
                <a:gd name="connsiteY74" fmla="*/ 645319 h 1890712"/>
                <a:gd name="connsiteX75" fmla="*/ 857250 w 2543175"/>
                <a:gd name="connsiteY75" fmla="*/ 652462 h 1890712"/>
                <a:gd name="connsiteX76" fmla="*/ 864394 w 2543175"/>
                <a:gd name="connsiteY76" fmla="*/ 657225 h 1890712"/>
                <a:gd name="connsiteX77" fmla="*/ 888207 w 2543175"/>
                <a:gd name="connsiteY77" fmla="*/ 676275 h 1890712"/>
                <a:gd name="connsiteX78" fmla="*/ 895350 w 2543175"/>
                <a:gd name="connsiteY78" fmla="*/ 681037 h 1890712"/>
                <a:gd name="connsiteX79" fmla="*/ 907257 w 2543175"/>
                <a:gd name="connsiteY79" fmla="*/ 683419 h 1890712"/>
                <a:gd name="connsiteX80" fmla="*/ 928688 w 2543175"/>
                <a:gd name="connsiteY80" fmla="*/ 695325 h 1890712"/>
                <a:gd name="connsiteX81" fmla="*/ 942975 w 2543175"/>
                <a:gd name="connsiteY81" fmla="*/ 700087 h 1890712"/>
                <a:gd name="connsiteX82" fmla="*/ 964407 w 2543175"/>
                <a:gd name="connsiteY82" fmla="*/ 716756 h 1890712"/>
                <a:gd name="connsiteX83" fmla="*/ 971550 w 2543175"/>
                <a:gd name="connsiteY83" fmla="*/ 723900 h 1890712"/>
                <a:gd name="connsiteX84" fmla="*/ 983457 w 2543175"/>
                <a:gd name="connsiteY84" fmla="*/ 733425 h 1890712"/>
                <a:gd name="connsiteX85" fmla="*/ 990600 w 2543175"/>
                <a:gd name="connsiteY85" fmla="*/ 738187 h 1890712"/>
                <a:gd name="connsiteX86" fmla="*/ 1007269 w 2543175"/>
                <a:gd name="connsiteY86" fmla="*/ 752475 h 1890712"/>
                <a:gd name="connsiteX87" fmla="*/ 1031082 w 2543175"/>
                <a:gd name="connsiteY87" fmla="*/ 766762 h 1890712"/>
                <a:gd name="connsiteX88" fmla="*/ 1042988 w 2543175"/>
                <a:gd name="connsiteY88" fmla="*/ 773906 h 1890712"/>
                <a:gd name="connsiteX89" fmla="*/ 1071563 w 2543175"/>
                <a:gd name="connsiteY89" fmla="*/ 785812 h 1890712"/>
                <a:gd name="connsiteX90" fmla="*/ 1097757 w 2543175"/>
                <a:gd name="connsiteY90" fmla="*/ 807244 h 1890712"/>
                <a:gd name="connsiteX91" fmla="*/ 1104900 w 2543175"/>
                <a:gd name="connsiteY91" fmla="*/ 814387 h 1890712"/>
                <a:gd name="connsiteX92" fmla="*/ 1121569 w 2543175"/>
                <a:gd name="connsiteY92" fmla="*/ 823912 h 1890712"/>
                <a:gd name="connsiteX93" fmla="*/ 1138238 w 2543175"/>
                <a:gd name="connsiteY93" fmla="*/ 835819 h 1890712"/>
                <a:gd name="connsiteX94" fmla="*/ 1147763 w 2543175"/>
                <a:gd name="connsiteY94" fmla="*/ 842962 h 1890712"/>
                <a:gd name="connsiteX95" fmla="*/ 1157288 w 2543175"/>
                <a:gd name="connsiteY95" fmla="*/ 847725 h 1890712"/>
                <a:gd name="connsiteX96" fmla="*/ 1178719 w 2543175"/>
                <a:gd name="connsiteY96" fmla="*/ 859631 h 1890712"/>
                <a:gd name="connsiteX97" fmla="*/ 1188244 w 2543175"/>
                <a:gd name="connsiteY97" fmla="*/ 866775 h 1890712"/>
                <a:gd name="connsiteX98" fmla="*/ 1195388 w 2543175"/>
                <a:gd name="connsiteY98" fmla="*/ 871537 h 1890712"/>
                <a:gd name="connsiteX99" fmla="*/ 1212057 w 2543175"/>
                <a:gd name="connsiteY99" fmla="*/ 883444 h 1890712"/>
                <a:gd name="connsiteX100" fmla="*/ 1226344 w 2543175"/>
                <a:gd name="connsiteY100" fmla="*/ 895350 h 1890712"/>
                <a:gd name="connsiteX101" fmla="*/ 1245394 w 2543175"/>
                <a:gd name="connsiteY101" fmla="*/ 907256 h 1890712"/>
                <a:gd name="connsiteX102" fmla="*/ 1254919 w 2543175"/>
                <a:gd name="connsiteY102" fmla="*/ 914400 h 1890712"/>
                <a:gd name="connsiteX103" fmla="*/ 1269207 w 2543175"/>
                <a:gd name="connsiteY103" fmla="*/ 921544 h 1890712"/>
                <a:gd name="connsiteX104" fmla="*/ 1290638 w 2543175"/>
                <a:gd name="connsiteY104" fmla="*/ 935831 h 1890712"/>
                <a:gd name="connsiteX105" fmla="*/ 1307307 w 2543175"/>
                <a:gd name="connsiteY105" fmla="*/ 952500 h 1890712"/>
                <a:gd name="connsiteX106" fmla="*/ 1333500 w 2543175"/>
                <a:gd name="connsiteY106" fmla="*/ 971550 h 1890712"/>
                <a:gd name="connsiteX107" fmla="*/ 1359694 w 2543175"/>
                <a:gd name="connsiteY107" fmla="*/ 990600 h 1890712"/>
                <a:gd name="connsiteX108" fmla="*/ 1373982 w 2543175"/>
                <a:gd name="connsiteY108" fmla="*/ 997744 h 1890712"/>
                <a:gd name="connsiteX109" fmla="*/ 1388269 w 2543175"/>
                <a:gd name="connsiteY109" fmla="*/ 1007269 h 1890712"/>
                <a:gd name="connsiteX110" fmla="*/ 1414463 w 2543175"/>
                <a:gd name="connsiteY110" fmla="*/ 1019175 h 1890712"/>
                <a:gd name="connsiteX111" fmla="*/ 1428750 w 2543175"/>
                <a:gd name="connsiteY111" fmla="*/ 1026319 h 1890712"/>
                <a:gd name="connsiteX112" fmla="*/ 1473994 w 2543175"/>
                <a:gd name="connsiteY112" fmla="*/ 1047750 h 1890712"/>
                <a:gd name="connsiteX113" fmla="*/ 1502569 w 2543175"/>
                <a:gd name="connsiteY113" fmla="*/ 1066800 h 1890712"/>
                <a:gd name="connsiteX114" fmla="*/ 1526382 w 2543175"/>
                <a:gd name="connsiteY114" fmla="*/ 1085850 h 1890712"/>
                <a:gd name="connsiteX115" fmla="*/ 1531144 w 2543175"/>
                <a:gd name="connsiteY115" fmla="*/ 1095375 h 1890712"/>
                <a:gd name="connsiteX116" fmla="*/ 1559719 w 2543175"/>
                <a:gd name="connsiteY116" fmla="*/ 1121569 h 1890712"/>
                <a:gd name="connsiteX117" fmla="*/ 1569244 w 2543175"/>
                <a:gd name="connsiteY117" fmla="*/ 1131094 h 1890712"/>
                <a:gd name="connsiteX118" fmla="*/ 1597819 w 2543175"/>
                <a:gd name="connsiteY118" fmla="*/ 1154906 h 1890712"/>
                <a:gd name="connsiteX119" fmla="*/ 1604963 w 2543175"/>
                <a:gd name="connsiteY119" fmla="*/ 1162050 h 1890712"/>
                <a:gd name="connsiteX120" fmla="*/ 1612107 w 2543175"/>
                <a:gd name="connsiteY120" fmla="*/ 1166812 h 1890712"/>
                <a:gd name="connsiteX121" fmla="*/ 1628775 w 2543175"/>
                <a:gd name="connsiteY121" fmla="*/ 1183481 h 1890712"/>
                <a:gd name="connsiteX122" fmla="*/ 1662113 w 2543175"/>
                <a:gd name="connsiteY122" fmla="*/ 1209675 h 1890712"/>
                <a:gd name="connsiteX123" fmla="*/ 1678782 w 2543175"/>
                <a:gd name="connsiteY123" fmla="*/ 1226344 h 1890712"/>
                <a:gd name="connsiteX124" fmla="*/ 1700213 w 2543175"/>
                <a:gd name="connsiteY124" fmla="*/ 1247775 h 1890712"/>
                <a:gd name="connsiteX125" fmla="*/ 1712119 w 2543175"/>
                <a:gd name="connsiteY125" fmla="*/ 1259681 h 1890712"/>
                <a:gd name="connsiteX126" fmla="*/ 1733550 w 2543175"/>
                <a:gd name="connsiteY126" fmla="*/ 1273969 h 1890712"/>
                <a:gd name="connsiteX127" fmla="*/ 1743075 w 2543175"/>
                <a:gd name="connsiteY127" fmla="*/ 1283494 h 1890712"/>
                <a:gd name="connsiteX128" fmla="*/ 1754982 w 2543175"/>
                <a:gd name="connsiteY128" fmla="*/ 1290637 h 1890712"/>
                <a:gd name="connsiteX129" fmla="*/ 1766888 w 2543175"/>
                <a:gd name="connsiteY129" fmla="*/ 1300162 h 1890712"/>
                <a:gd name="connsiteX130" fmla="*/ 1783557 w 2543175"/>
                <a:gd name="connsiteY130" fmla="*/ 1307306 h 1890712"/>
                <a:gd name="connsiteX131" fmla="*/ 1790700 w 2543175"/>
                <a:gd name="connsiteY131" fmla="*/ 1312069 h 1890712"/>
                <a:gd name="connsiteX132" fmla="*/ 1800225 w 2543175"/>
                <a:gd name="connsiteY132" fmla="*/ 1319212 h 1890712"/>
                <a:gd name="connsiteX133" fmla="*/ 1807369 w 2543175"/>
                <a:gd name="connsiteY133" fmla="*/ 1321594 h 1890712"/>
                <a:gd name="connsiteX134" fmla="*/ 1824038 w 2543175"/>
                <a:gd name="connsiteY134" fmla="*/ 1333500 h 1890712"/>
                <a:gd name="connsiteX135" fmla="*/ 1843088 w 2543175"/>
                <a:gd name="connsiteY135" fmla="*/ 1352550 h 1890712"/>
                <a:gd name="connsiteX136" fmla="*/ 1852613 w 2543175"/>
                <a:gd name="connsiteY136" fmla="*/ 1359694 h 1890712"/>
                <a:gd name="connsiteX137" fmla="*/ 1859757 w 2543175"/>
                <a:gd name="connsiteY137" fmla="*/ 1366837 h 1890712"/>
                <a:gd name="connsiteX138" fmla="*/ 1869282 w 2543175"/>
                <a:gd name="connsiteY138" fmla="*/ 1371600 h 1890712"/>
                <a:gd name="connsiteX139" fmla="*/ 1883569 w 2543175"/>
                <a:gd name="connsiteY139" fmla="*/ 1388269 h 1890712"/>
                <a:gd name="connsiteX140" fmla="*/ 1893094 w 2543175"/>
                <a:gd name="connsiteY140" fmla="*/ 1395412 h 1890712"/>
                <a:gd name="connsiteX141" fmla="*/ 1902619 w 2543175"/>
                <a:gd name="connsiteY141" fmla="*/ 1404937 h 1890712"/>
                <a:gd name="connsiteX142" fmla="*/ 1912144 w 2543175"/>
                <a:gd name="connsiteY142" fmla="*/ 1409700 h 1890712"/>
                <a:gd name="connsiteX143" fmla="*/ 1931194 w 2543175"/>
                <a:gd name="connsiteY143" fmla="*/ 1421606 h 1890712"/>
                <a:gd name="connsiteX144" fmla="*/ 1935957 w 2543175"/>
                <a:gd name="connsiteY144" fmla="*/ 1428750 h 1890712"/>
                <a:gd name="connsiteX145" fmla="*/ 1952625 w 2543175"/>
                <a:gd name="connsiteY145" fmla="*/ 1438275 h 1890712"/>
                <a:gd name="connsiteX146" fmla="*/ 1971675 w 2543175"/>
                <a:gd name="connsiteY146" fmla="*/ 1450181 h 1890712"/>
                <a:gd name="connsiteX147" fmla="*/ 1981200 w 2543175"/>
                <a:gd name="connsiteY147" fmla="*/ 1454944 h 1890712"/>
                <a:gd name="connsiteX148" fmla="*/ 1997869 w 2543175"/>
                <a:gd name="connsiteY148" fmla="*/ 1471612 h 1890712"/>
                <a:gd name="connsiteX149" fmla="*/ 2007394 w 2543175"/>
                <a:gd name="connsiteY149" fmla="*/ 1478756 h 1890712"/>
                <a:gd name="connsiteX150" fmla="*/ 2016919 w 2543175"/>
                <a:gd name="connsiteY150" fmla="*/ 1483519 h 1890712"/>
                <a:gd name="connsiteX151" fmla="*/ 2024063 w 2543175"/>
                <a:gd name="connsiteY151" fmla="*/ 1490662 h 1890712"/>
                <a:gd name="connsiteX152" fmla="*/ 2033588 w 2543175"/>
                <a:gd name="connsiteY152" fmla="*/ 1495425 h 1890712"/>
                <a:gd name="connsiteX153" fmla="*/ 2040732 w 2543175"/>
                <a:gd name="connsiteY153" fmla="*/ 1502569 h 1890712"/>
                <a:gd name="connsiteX154" fmla="*/ 2047875 w 2543175"/>
                <a:gd name="connsiteY154" fmla="*/ 1507331 h 1890712"/>
                <a:gd name="connsiteX155" fmla="*/ 2057400 w 2543175"/>
                <a:gd name="connsiteY155" fmla="*/ 1514475 h 1890712"/>
                <a:gd name="connsiteX156" fmla="*/ 2064544 w 2543175"/>
                <a:gd name="connsiteY156" fmla="*/ 1519237 h 1890712"/>
                <a:gd name="connsiteX157" fmla="*/ 2071688 w 2543175"/>
                <a:gd name="connsiteY157" fmla="*/ 1526381 h 1890712"/>
                <a:gd name="connsiteX158" fmla="*/ 2081213 w 2543175"/>
                <a:gd name="connsiteY158" fmla="*/ 1531144 h 1890712"/>
                <a:gd name="connsiteX159" fmla="*/ 2090738 w 2543175"/>
                <a:gd name="connsiteY159" fmla="*/ 1538287 h 1890712"/>
                <a:gd name="connsiteX160" fmla="*/ 2109788 w 2543175"/>
                <a:gd name="connsiteY160" fmla="*/ 1547812 h 1890712"/>
                <a:gd name="connsiteX161" fmla="*/ 2131219 w 2543175"/>
                <a:gd name="connsiteY161" fmla="*/ 1562100 h 1890712"/>
                <a:gd name="connsiteX162" fmla="*/ 2140744 w 2543175"/>
                <a:gd name="connsiteY162" fmla="*/ 1566862 h 1890712"/>
                <a:gd name="connsiteX163" fmla="*/ 2152650 w 2543175"/>
                <a:gd name="connsiteY163" fmla="*/ 1576387 h 1890712"/>
                <a:gd name="connsiteX164" fmla="*/ 2181225 w 2543175"/>
                <a:gd name="connsiteY164" fmla="*/ 1590675 h 1890712"/>
                <a:gd name="connsiteX165" fmla="*/ 2200275 w 2543175"/>
                <a:gd name="connsiteY165" fmla="*/ 1607344 h 1890712"/>
                <a:gd name="connsiteX166" fmla="*/ 2207419 w 2543175"/>
                <a:gd name="connsiteY166" fmla="*/ 1612106 h 1890712"/>
                <a:gd name="connsiteX167" fmla="*/ 2216944 w 2543175"/>
                <a:gd name="connsiteY167" fmla="*/ 1619250 h 1890712"/>
                <a:gd name="connsiteX168" fmla="*/ 2224088 w 2543175"/>
                <a:gd name="connsiteY168" fmla="*/ 1624012 h 1890712"/>
                <a:gd name="connsiteX169" fmla="*/ 2247900 w 2543175"/>
                <a:gd name="connsiteY169" fmla="*/ 1643062 h 1890712"/>
                <a:gd name="connsiteX170" fmla="*/ 2255044 w 2543175"/>
                <a:gd name="connsiteY170" fmla="*/ 1650206 h 1890712"/>
                <a:gd name="connsiteX171" fmla="*/ 2281238 w 2543175"/>
                <a:gd name="connsiteY171" fmla="*/ 1664494 h 1890712"/>
                <a:gd name="connsiteX172" fmla="*/ 2297907 w 2543175"/>
                <a:gd name="connsiteY172" fmla="*/ 1674019 h 1890712"/>
                <a:gd name="connsiteX173" fmla="*/ 2305050 w 2543175"/>
                <a:gd name="connsiteY173" fmla="*/ 1678781 h 1890712"/>
                <a:gd name="connsiteX174" fmla="*/ 2312194 w 2543175"/>
                <a:gd name="connsiteY174" fmla="*/ 1685925 h 1890712"/>
                <a:gd name="connsiteX175" fmla="*/ 2321719 w 2543175"/>
                <a:gd name="connsiteY175" fmla="*/ 1690687 h 1890712"/>
                <a:gd name="connsiteX176" fmla="*/ 2328863 w 2543175"/>
                <a:gd name="connsiteY176" fmla="*/ 1697831 h 1890712"/>
                <a:gd name="connsiteX177" fmla="*/ 2350294 w 2543175"/>
                <a:gd name="connsiteY177" fmla="*/ 1712119 h 1890712"/>
                <a:gd name="connsiteX178" fmla="*/ 2359819 w 2543175"/>
                <a:gd name="connsiteY178" fmla="*/ 1719262 h 1890712"/>
                <a:gd name="connsiteX179" fmla="*/ 2369344 w 2543175"/>
                <a:gd name="connsiteY179" fmla="*/ 1724025 h 1890712"/>
                <a:gd name="connsiteX180" fmla="*/ 2376488 w 2543175"/>
                <a:gd name="connsiteY180" fmla="*/ 1731169 h 1890712"/>
                <a:gd name="connsiteX181" fmla="*/ 2402682 w 2543175"/>
                <a:gd name="connsiteY181" fmla="*/ 1747837 h 1890712"/>
                <a:gd name="connsiteX182" fmla="*/ 2450307 w 2543175"/>
                <a:gd name="connsiteY182" fmla="*/ 1769269 h 1890712"/>
                <a:gd name="connsiteX183" fmla="*/ 2466975 w 2543175"/>
                <a:gd name="connsiteY183" fmla="*/ 1783556 h 1890712"/>
                <a:gd name="connsiteX184" fmla="*/ 2481263 w 2543175"/>
                <a:gd name="connsiteY184" fmla="*/ 1795462 h 1890712"/>
                <a:gd name="connsiteX185" fmla="*/ 2486025 w 2543175"/>
                <a:gd name="connsiteY185" fmla="*/ 1802606 h 1890712"/>
                <a:gd name="connsiteX186" fmla="*/ 2493169 w 2543175"/>
                <a:gd name="connsiteY186" fmla="*/ 1807369 h 1890712"/>
                <a:gd name="connsiteX187" fmla="*/ 2495550 w 2543175"/>
                <a:gd name="connsiteY187" fmla="*/ 1816894 h 1890712"/>
                <a:gd name="connsiteX188" fmla="*/ 2497932 w 2543175"/>
                <a:gd name="connsiteY188" fmla="*/ 1824037 h 1890712"/>
                <a:gd name="connsiteX189" fmla="*/ 2514600 w 2543175"/>
                <a:gd name="connsiteY189" fmla="*/ 1850231 h 1890712"/>
                <a:gd name="connsiteX190" fmla="*/ 2519363 w 2543175"/>
                <a:gd name="connsiteY190" fmla="*/ 1857375 h 1890712"/>
                <a:gd name="connsiteX191" fmla="*/ 2540794 w 2543175"/>
                <a:gd name="connsiteY191" fmla="*/ 1883569 h 1890712"/>
                <a:gd name="connsiteX192" fmla="*/ 2543175 w 2543175"/>
                <a:gd name="connsiteY192" fmla="*/ 1890712 h 1890712"/>
                <a:gd name="connsiteX0" fmla="*/ 0 w 2543175"/>
                <a:gd name="connsiteY0" fmla="*/ 0 h 1890712"/>
                <a:gd name="connsiteX1" fmla="*/ 11907 w 2543175"/>
                <a:gd name="connsiteY1" fmla="*/ 11906 h 1890712"/>
                <a:gd name="connsiteX2" fmla="*/ 21432 w 2543175"/>
                <a:gd name="connsiteY2" fmla="*/ 16669 h 1890712"/>
                <a:gd name="connsiteX3" fmla="*/ 23813 w 2543175"/>
                <a:gd name="connsiteY3" fmla="*/ 23812 h 1890712"/>
                <a:gd name="connsiteX4" fmla="*/ 33338 w 2543175"/>
                <a:gd name="connsiteY4" fmla="*/ 33337 h 1890712"/>
                <a:gd name="connsiteX5" fmla="*/ 40482 w 2543175"/>
                <a:gd name="connsiteY5" fmla="*/ 42862 h 1890712"/>
                <a:gd name="connsiteX6" fmla="*/ 47625 w 2543175"/>
                <a:gd name="connsiteY6" fmla="*/ 47625 h 1890712"/>
                <a:gd name="connsiteX7" fmla="*/ 57150 w 2543175"/>
                <a:gd name="connsiteY7" fmla="*/ 54769 h 1890712"/>
                <a:gd name="connsiteX8" fmla="*/ 64294 w 2543175"/>
                <a:gd name="connsiteY8" fmla="*/ 59531 h 1890712"/>
                <a:gd name="connsiteX9" fmla="*/ 83344 w 2543175"/>
                <a:gd name="connsiteY9" fmla="*/ 73819 h 1890712"/>
                <a:gd name="connsiteX10" fmla="*/ 97632 w 2543175"/>
                <a:gd name="connsiteY10" fmla="*/ 80962 h 1890712"/>
                <a:gd name="connsiteX11" fmla="*/ 104775 w 2543175"/>
                <a:gd name="connsiteY11" fmla="*/ 85725 h 1890712"/>
                <a:gd name="connsiteX12" fmla="*/ 114300 w 2543175"/>
                <a:gd name="connsiteY12" fmla="*/ 95250 h 1890712"/>
                <a:gd name="connsiteX13" fmla="*/ 123825 w 2543175"/>
                <a:gd name="connsiteY13" fmla="*/ 97631 h 1890712"/>
                <a:gd name="connsiteX14" fmla="*/ 130969 w 2543175"/>
                <a:gd name="connsiteY14" fmla="*/ 104775 h 1890712"/>
                <a:gd name="connsiteX15" fmla="*/ 140494 w 2543175"/>
                <a:gd name="connsiteY15" fmla="*/ 111919 h 1890712"/>
                <a:gd name="connsiteX16" fmla="*/ 147638 w 2543175"/>
                <a:gd name="connsiteY16" fmla="*/ 116681 h 1890712"/>
                <a:gd name="connsiteX17" fmla="*/ 164307 w 2543175"/>
                <a:gd name="connsiteY17" fmla="*/ 128587 h 1890712"/>
                <a:gd name="connsiteX18" fmla="*/ 180975 w 2543175"/>
                <a:gd name="connsiteY18" fmla="*/ 140494 h 1890712"/>
                <a:gd name="connsiteX19" fmla="*/ 197644 w 2543175"/>
                <a:gd name="connsiteY19" fmla="*/ 152400 h 1890712"/>
                <a:gd name="connsiteX20" fmla="*/ 204788 w 2543175"/>
                <a:gd name="connsiteY20" fmla="*/ 157162 h 1890712"/>
                <a:gd name="connsiteX21" fmla="*/ 214313 w 2543175"/>
                <a:gd name="connsiteY21" fmla="*/ 164306 h 1890712"/>
                <a:gd name="connsiteX22" fmla="*/ 230982 w 2543175"/>
                <a:gd name="connsiteY22" fmla="*/ 180975 h 1890712"/>
                <a:gd name="connsiteX23" fmla="*/ 247650 w 2543175"/>
                <a:gd name="connsiteY23" fmla="*/ 185737 h 1890712"/>
                <a:gd name="connsiteX24" fmla="*/ 259557 w 2543175"/>
                <a:gd name="connsiteY24" fmla="*/ 188119 h 1890712"/>
                <a:gd name="connsiteX25" fmla="*/ 266700 w 2543175"/>
                <a:gd name="connsiteY25" fmla="*/ 190500 h 1890712"/>
                <a:gd name="connsiteX26" fmla="*/ 283369 w 2543175"/>
                <a:gd name="connsiteY26" fmla="*/ 192881 h 1890712"/>
                <a:gd name="connsiteX27" fmla="*/ 302419 w 2543175"/>
                <a:gd name="connsiteY27" fmla="*/ 204787 h 1890712"/>
                <a:gd name="connsiteX28" fmla="*/ 309563 w 2543175"/>
                <a:gd name="connsiteY28" fmla="*/ 209550 h 1890712"/>
                <a:gd name="connsiteX29" fmla="*/ 319088 w 2543175"/>
                <a:gd name="connsiteY29" fmla="*/ 219075 h 1890712"/>
                <a:gd name="connsiteX30" fmla="*/ 333375 w 2543175"/>
                <a:gd name="connsiteY30" fmla="*/ 228600 h 1890712"/>
                <a:gd name="connsiteX31" fmla="*/ 340519 w 2543175"/>
                <a:gd name="connsiteY31" fmla="*/ 233362 h 1890712"/>
                <a:gd name="connsiteX32" fmla="*/ 354807 w 2543175"/>
                <a:gd name="connsiteY32" fmla="*/ 247650 h 1890712"/>
                <a:gd name="connsiteX33" fmla="*/ 366713 w 2543175"/>
                <a:gd name="connsiteY33" fmla="*/ 264319 h 1890712"/>
                <a:gd name="connsiteX34" fmla="*/ 371475 w 2543175"/>
                <a:gd name="connsiteY34" fmla="*/ 271462 h 1890712"/>
                <a:gd name="connsiteX35" fmla="*/ 378619 w 2543175"/>
                <a:gd name="connsiteY35" fmla="*/ 276225 h 1890712"/>
                <a:gd name="connsiteX36" fmla="*/ 385763 w 2543175"/>
                <a:gd name="connsiteY36" fmla="*/ 283369 h 1890712"/>
                <a:gd name="connsiteX37" fmla="*/ 395288 w 2543175"/>
                <a:gd name="connsiteY37" fmla="*/ 288131 h 1890712"/>
                <a:gd name="connsiteX38" fmla="*/ 404813 w 2543175"/>
                <a:gd name="connsiteY38" fmla="*/ 295275 h 1890712"/>
                <a:gd name="connsiteX39" fmla="*/ 411957 w 2543175"/>
                <a:gd name="connsiteY39" fmla="*/ 297656 h 1890712"/>
                <a:gd name="connsiteX40" fmla="*/ 421482 w 2543175"/>
                <a:gd name="connsiteY40" fmla="*/ 302419 h 1890712"/>
                <a:gd name="connsiteX41" fmla="*/ 447675 w 2543175"/>
                <a:gd name="connsiteY41" fmla="*/ 307181 h 1890712"/>
                <a:gd name="connsiteX42" fmla="*/ 461963 w 2543175"/>
                <a:gd name="connsiteY42" fmla="*/ 321469 h 1890712"/>
                <a:gd name="connsiteX43" fmla="*/ 466725 w 2543175"/>
                <a:gd name="connsiteY43" fmla="*/ 328612 h 1890712"/>
                <a:gd name="connsiteX44" fmla="*/ 476250 w 2543175"/>
                <a:gd name="connsiteY44" fmla="*/ 335756 h 1890712"/>
                <a:gd name="connsiteX45" fmla="*/ 481013 w 2543175"/>
                <a:gd name="connsiteY45" fmla="*/ 342900 h 1890712"/>
                <a:gd name="connsiteX46" fmla="*/ 490538 w 2543175"/>
                <a:gd name="connsiteY46" fmla="*/ 352425 h 1890712"/>
                <a:gd name="connsiteX47" fmla="*/ 495300 w 2543175"/>
                <a:gd name="connsiteY47" fmla="*/ 359569 h 1890712"/>
                <a:gd name="connsiteX48" fmla="*/ 509588 w 2543175"/>
                <a:gd name="connsiteY48" fmla="*/ 376237 h 1890712"/>
                <a:gd name="connsiteX49" fmla="*/ 514350 w 2543175"/>
                <a:gd name="connsiteY49" fmla="*/ 383381 h 1890712"/>
                <a:gd name="connsiteX50" fmla="*/ 531019 w 2543175"/>
                <a:gd name="connsiteY50" fmla="*/ 397669 h 1890712"/>
                <a:gd name="connsiteX51" fmla="*/ 538163 w 2543175"/>
                <a:gd name="connsiteY51" fmla="*/ 407194 h 1890712"/>
                <a:gd name="connsiteX52" fmla="*/ 554832 w 2543175"/>
                <a:gd name="connsiteY52" fmla="*/ 421481 h 1890712"/>
                <a:gd name="connsiteX53" fmla="*/ 564357 w 2543175"/>
                <a:gd name="connsiteY53" fmla="*/ 431006 h 1890712"/>
                <a:gd name="connsiteX54" fmla="*/ 573882 w 2543175"/>
                <a:gd name="connsiteY54" fmla="*/ 438150 h 1890712"/>
                <a:gd name="connsiteX55" fmla="*/ 595313 w 2543175"/>
                <a:gd name="connsiteY55" fmla="*/ 454819 h 1890712"/>
                <a:gd name="connsiteX56" fmla="*/ 602457 w 2543175"/>
                <a:gd name="connsiteY56" fmla="*/ 457200 h 1890712"/>
                <a:gd name="connsiteX57" fmla="*/ 628650 w 2543175"/>
                <a:gd name="connsiteY57" fmla="*/ 469106 h 1890712"/>
                <a:gd name="connsiteX58" fmla="*/ 645319 w 2543175"/>
                <a:gd name="connsiteY58" fmla="*/ 483394 h 1890712"/>
                <a:gd name="connsiteX59" fmla="*/ 654844 w 2543175"/>
                <a:gd name="connsiteY59" fmla="*/ 488156 h 1890712"/>
                <a:gd name="connsiteX60" fmla="*/ 661988 w 2543175"/>
                <a:gd name="connsiteY60" fmla="*/ 497681 h 1890712"/>
                <a:gd name="connsiteX61" fmla="*/ 683419 w 2543175"/>
                <a:gd name="connsiteY61" fmla="*/ 514350 h 1890712"/>
                <a:gd name="connsiteX62" fmla="*/ 700088 w 2543175"/>
                <a:gd name="connsiteY62" fmla="*/ 526256 h 1890712"/>
                <a:gd name="connsiteX63" fmla="*/ 709613 w 2543175"/>
                <a:gd name="connsiteY63" fmla="*/ 535781 h 1890712"/>
                <a:gd name="connsiteX64" fmla="*/ 719138 w 2543175"/>
                <a:gd name="connsiteY64" fmla="*/ 542925 h 1890712"/>
                <a:gd name="connsiteX65" fmla="*/ 733425 w 2543175"/>
                <a:gd name="connsiteY65" fmla="*/ 557212 h 1890712"/>
                <a:gd name="connsiteX66" fmla="*/ 750094 w 2543175"/>
                <a:gd name="connsiteY66" fmla="*/ 569119 h 1890712"/>
                <a:gd name="connsiteX67" fmla="*/ 769144 w 2543175"/>
                <a:gd name="connsiteY67" fmla="*/ 581025 h 1890712"/>
                <a:gd name="connsiteX68" fmla="*/ 785813 w 2543175"/>
                <a:gd name="connsiteY68" fmla="*/ 590550 h 1890712"/>
                <a:gd name="connsiteX69" fmla="*/ 792957 w 2543175"/>
                <a:gd name="connsiteY69" fmla="*/ 600075 h 1890712"/>
                <a:gd name="connsiteX70" fmla="*/ 809625 w 2543175"/>
                <a:gd name="connsiteY70" fmla="*/ 611981 h 1890712"/>
                <a:gd name="connsiteX71" fmla="*/ 816769 w 2543175"/>
                <a:gd name="connsiteY71" fmla="*/ 619125 h 1890712"/>
                <a:gd name="connsiteX72" fmla="*/ 826294 w 2543175"/>
                <a:gd name="connsiteY72" fmla="*/ 626269 h 1890712"/>
                <a:gd name="connsiteX73" fmla="*/ 840582 w 2543175"/>
                <a:gd name="connsiteY73" fmla="*/ 638175 h 1890712"/>
                <a:gd name="connsiteX74" fmla="*/ 847725 w 2543175"/>
                <a:gd name="connsiteY74" fmla="*/ 645319 h 1890712"/>
                <a:gd name="connsiteX75" fmla="*/ 857250 w 2543175"/>
                <a:gd name="connsiteY75" fmla="*/ 652462 h 1890712"/>
                <a:gd name="connsiteX76" fmla="*/ 864394 w 2543175"/>
                <a:gd name="connsiteY76" fmla="*/ 657225 h 1890712"/>
                <a:gd name="connsiteX77" fmla="*/ 888207 w 2543175"/>
                <a:gd name="connsiteY77" fmla="*/ 676275 h 1890712"/>
                <a:gd name="connsiteX78" fmla="*/ 895350 w 2543175"/>
                <a:gd name="connsiteY78" fmla="*/ 681037 h 1890712"/>
                <a:gd name="connsiteX79" fmla="*/ 907257 w 2543175"/>
                <a:gd name="connsiteY79" fmla="*/ 683419 h 1890712"/>
                <a:gd name="connsiteX80" fmla="*/ 928688 w 2543175"/>
                <a:gd name="connsiteY80" fmla="*/ 695325 h 1890712"/>
                <a:gd name="connsiteX81" fmla="*/ 942975 w 2543175"/>
                <a:gd name="connsiteY81" fmla="*/ 700087 h 1890712"/>
                <a:gd name="connsiteX82" fmla="*/ 964407 w 2543175"/>
                <a:gd name="connsiteY82" fmla="*/ 716756 h 1890712"/>
                <a:gd name="connsiteX83" fmla="*/ 971550 w 2543175"/>
                <a:gd name="connsiteY83" fmla="*/ 723900 h 1890712"/>
                <a:gd name="connsiteX84" fmla="*/ 983457 w 2543175"/>
                <a:gd name="connsiteY84" fmla="*/ 733425 h 1890712"/>
                <a:gd name="connsiteX85" fmla="*/ 990600 w 2543175"/>
                <a:gd name="connsiteY85" fmla="*/ 738187 h 1890712"/>
                <a:gd name="connsiteX86" fmla="*/ 1007269 w 2543175"/>
                <a:gd name="connsiteY86" fmla="*/ 752475 h 1890712"/>
                <a:gd name="connsiteX87" fmla="*/ 1031082 w 2543175"/>
                <a:gd name="connsiteY87" fmla="*/ 766762 h 1890712"/>
                <a:gd name="connsiteX88" fmla="*/ 1042988 w 2543175"/>
                <a:gd name="connsiteY88" fmla="*/ 773906 h 1890712"/>
                <a:gd name="connsiteX89" fmla="*/ 1071563 w 2543175"/>
                <a:gd name="connsiteY89" fmla="*/ 785812 h 1890712"/>
                <a:gd name="connsiteX90" fmla="*/ 1097757 w 2543175"/>
                <a:gd name="connsiteY90" fmla="*/ 807244 h 1890712"/>
                <a:gd name="connsiteX91" fmla="*/ 1104900 w 2543175"/>
                <a:gd name="connsiteY91" fmla="*/ 814387 h 1890712"/>
                <a:gd name="connsiteX92" fmla="*/ 1121569 w 2543175"/>
                <a:gd name="connsiteY92" fmla="*/ 823912 h 1890712"/>
                <a:gd name="connsiteX93" fmla="*/ 1138238 w 2543175"/>
                <a:gd name="connsiteY93" fmla="*/ 835819 h 1890712"/>
                <a:gd name="connsiteX94" fmla="*/ 1147763 w 2543175"/>
                <a:gd name="connsiteY94" fmla="*/ 842962 h 1890712"/>
                <a:gd name="connsiteX95" fmla="*/ 1157288 w 2543175"/>
                <a:gd name="connsiteY95" fmla="*/ 847725 h 1890712"/>
                <a:gd name="connsiteX96" fmla="*/ 1178719 w 2543175"/>
                <a:gd name="connsiteY96" fmla="*/ 859631 h 1890712"/>
                <a:gd name="connsiteX97" fmla="*/ 1188244 w 2543175"/>
                <a:gd name="connsiteY97" fmla="*/ 866775 h 1890712"/>
                <a:gd name="connsiteX98" fmla="*/ 1195388 w 2543175"/>
                <a:gd name="connsiteY98" fmla="*/ 871537 h 1890712"/>
                <a:gd name="connsiteX99" fmla="*/ 1212057 w 2543175"/>
                <a:gd name="connsiteY99" fmla="*/ 883444 h 1890712"/>
                <a:gd name="connsiteX100" fmla="*/ 1226344 w 2543175"/>
                <a:gd name="connsiteY100" fmla="*/ 895350 h 1890712"/>
                <a:gd name="connsiteX101" fmla="*/ 1245394 w 2543175"/>
                <a:gd name="connsiteY101" fmla="*/ 907256 h 1890712"/>
                <a:gd name="connsiteX102" fmla="*/ 1254919 w 2543175"/>
                <a:gd name="connsiteY102" fmla="*/ 914400 h 1890712"/>
                <a:gd name="connsiteX103" fmla="*/ 1269207 w 2543175"/>
                <a:gd name="connsiteY103" fmla="*/ 921544 h 1890712"/>
                <a:gd name="connsiteX104" fmla="*/ 1290638 w 2543175"/>
                <a:gd name="connsiteY104" fmla="*/ 935831 h 1890712"/>
                <a:gd name="connsiteX105" fmla="*/ 1307307 w 2543175"/>
                <a:gd name="connsiteY105" fmla="*/ 952500 h 1890712"/>
                <a:gd name="connsiteX106" fmla="*/ 1333500 w 2543175"/>
                <a:gd name="connsiteY106" fmla="*/ 971550 h 1890712"/>
                <a:gd name="connsiteX107" fmla="*/ 1359694 w 2543175"/>
                <a:gd name="connsiteY107" fmla="*/ 990600 h 1890712"/>
                <a:gd name="connsiteX108" fmla="*/ 1373982 w 2543175"/>
                <a:gd name="connsiteY108" fmla="*/ 997744 h 1890712"/>
                <a:gd name="connsiteX109" fmla="*/ 1388269 w 2543175"/>
                <a:gd name="connsiteY109" fmla="*/ 1007269 h 1890712"/>
                <a:gd name="connsiteX110" fmla="*/ 1414463 w 2543175"/>
                <a:gd name="connsiteY110" fmla="*/ 1019175 h 1890712"/>
                <a:gd name="connsiteX111" fmla="*/ 1428750 w 2543175"/>
                <a:gd name="connsiteY111" fmla="*/ 1026319 h 1890712"/>
                <a:gd name="connsiteX112" fmla="*/ 1471613 w 2543175"/>
                <a:gd name="connsiteY112" fmla="*/ 1059656 h 1890712"/>
                <a:gd name="connsiteX113" fmla="*/ 1502569 w 2543175"/>
                <a:gd name="connsiteY113" fmla="*/ 1066800 h 1890712"/>
                <a:gd name="connsiteX114" fmla="*/ 1526382 w 2543175"/>
                <a:gd name="connsiteY114" fmla="*/ 1085850 h 1890712"/>
                <a:gd name="connsiteX115" fmla="*/ 1531144 w 2543175"/>
                <a:gd name="connsiteY115" fmla="*/ 1095375 h 1890712"/>
                <a:gd name="connsiteX116" fmla="*/ 1559719 w 2543175"/>
                <a:gd name="connsiteY116" fmla="*/ 1121569 h 1890712"/>
                <a:gd name="connsiteX117" fmla="*/ 1569244 w 2543175"/>
                <a:gd name="connsiteY117" fmla="*/ 1131094 h 1890712"/>
                <a:gd name="connsiteX118" fmla="*/ 1597819 w 2543175"/>
                <a:gd name="connsiteY118" fmla="*/ 1154906 h 1890712"/>
                <a:gd name="connsiteX119" fmla="*/ 1604963 w 2543175"/>
                <a:gd name="connsiteY119" fmla="*/ 1162050 h 1890712"/>
                <a:gd name="connsiteX120" fmla="*/ 1612107 w 2543175"/>
                <a:gd name="connsiteY120" fmla="*/ 1166812 h 1890712"/>
                <a:gd name="connsiteX121" fmla="*/ 1628775 w 2543175"/>
                <a:gd name="connsiteY121" fmla="*/ 1183481 h 1890712"/>
                <a:gd name="connsiteX122" fmla="*/ 1662113 w 2543175"/>
                <a:gd name="connsiteY122" fmla="*/ 1209675 h 1890712"/>
                <a:gd name="connsiteX123" fmla="*/ 1678782 w 2543175"/>
                <a:gd name="connsiteY123" fmla="*/ 1226344 h 1890712"/>
                <a:gd name="connsiteX124" fmla="*/ 1700213 w 2543175"/>
                <a:gd name="connsiteY124" fmla="*/ 1247775 h 1890712"/>
                <a:gd name="connsiteX125" fmla="*/ 1712119 w 2543175"/>
                <a:gd name="connsiteY125" fmla="*/ 1259681 h 1890712"/>
                <a:gd name="connsiteX126" fmla="*/ 1733550 w 2543175"/>
                <a:gd name="connsiteY126" fmla="*/ 1273969 h 1890712"/>
                <a:gd name="connsiteX127" fmla="*/ 1743075 w 2543175"/>
                <a:gd name="connsiteY127" fmla="*/ 1283494 h 1890712"/>
                <a:gd name="connsiteX128" fmla="*/ 1754982 w 2543175"/>
                <a:gd name="connsiteY128" fmla="*/ 1290637 h 1890712"/>
                <a:gd name="connsiteX129" fmla="*/ 1766888 w 2543175"/>
                <a:gd name="connsiteY129" fmla="*/ 1300162 h 1890712"/>
                <a:gd name="connsiteX130" fmla="*/ 1783557 w 2543175"/>
                <a:gd name="connsiteY130" fmla="*/ 1307306 h 1890712"/>
                <a:gd name="connsiteX131" fmla="*/ 1790700 w 2543175"/>
                <a:gd name="connsiteY131" fmla="*/ 1312069 h 1890712"/>
                <a:gd name="connsiteX132" fmla="*/ 1800225 w 2543175"/>
                <a:gd name="connsiteY132" fmla="*/ 1319212 h 1890712"/>
                <a:gd name="connsiteX133" fmla="*/ 1807369 w 2543175"/>
                <a:gd name="connsiteY133" fmla="*/ 1321594 h 1890712"/>
                <a:gd name="connsiteX134" fmla="*/ 1824038 w 2543175"/>
                <a:gd name="connsiteY134" fmla="*/ 1333500 h 1890712"/>
                <a:gd name="connsiteX135" fmla="*/ 1843088 w 2543175"/>
                <a:gd name="connsiteY135" fmla="*/ 1352550 h 1890712"/>
                <a:gd name="connsiteX136" fmla="*/ 1852613 w 2543175"/>
                <a:gd name="connsiteY136" fmla="*/ 1359694 h 1890712"/>
                <a:gd name="connsiteX137" fmla="*/ 1859757 w 2543175"/>
                <a:gd name="connsiteY137" fmla="*/ 1366837 h 1890712"/>
                <a:gd name="connsiteX138" fmla="*/ 1869282 w 2543175"/>
                <a:gd name="connsiteY138" fmla="*/ 1371600 h 1890712"/>
                <a:gd name="connsiteX139" fmla="*/ 1883569 w 2543175"/>
                <a:gd name="connsiteY139" fmla="*/ 1388269 h 1890712"/>
                <a:gd name="connsiteX140" fmla="*/ 1893094 w 2543175"/>
                <a:gd name="connsiteY140" fmla="*/ 1395412 h 1890712"/>
                <a:gd name="connsiteX141" fmla="*/ 1902619 w 2543175"/>
                <a:gd name="connsiteY141" fmla="*/ 1404937 h 1890712"/>
                <a:gd name="connsiteX142" fmla="*/ 1912144 w 2543175"/>
                <a:gd name="connsiteY142" fmla="*/ 1409700 h 1890712"/>
                <a:gd name="connsiteX143" fmla="*/ 1931194 w 2543175"/>
                <a:gd name="connsiteY143" fmla="*/ 1421606 h 1890712"/>
                <a:gd name="connsiteX144" fmla="*/ 1935957 w 2543175"/>
                <a:gd name="connsiteY144" fmla="*/ 1428750 h 1890712"/>
                <a:gd name="connsiteX145" fmla="*/ 1952625 w 2543175"/>
                <a:gd name="connsiteY145" fmla="*/ 1438275 h 1890712"/>
                <a:gd name="connsiteX146" fmla="*/ 1971675 w 2543175"/>
                <a:gd name="connsiteY146" fmla="*/ 1450181 h 1890712"/>
                <a:gd name="connsiteX147" fmla="*/ 1981200 w 2543175"/>
                <a:gd name="connsiteY147" fmla="*/ 1454944 h 1890712"/>
                <a:gd name="connsiteX148" fmla="*/ 1997869 w 2543175"/>
                <a:gd name="connsiteY148" fmla="*/ 1471612 h 1890712"/>
                <a:gd name="connsiteX149" fmla="*/ 2007394 w 2543175"/>
                <a:gd name="connsiteY149" fmla="*/ 1478756 h 1890712"/>
                <a:gd name="connsiteX150" fmla="*/ 2016919 w 2543175"/>
                <a:gd name="connsiteY150" fmla="*/ 1483519 h 1890712"/>
                <a:gd name="connsiteX151" fmla="*/ 2024063 w 2543175"/>
                <a:gd name="connsiteY151" fmla="*/ 1490662 h 1890712"/>
                <a:gd name="connsiteX152" fmla="*/ 2033588 w 2543175"/>
                <a:gd name="connsiteY152" fmla="*/ 1495425 h 1890712"/>
                <a:gd name="connsiteX153" fmla="*/ 2040732 w 2543175"/>
                <a:gd name="connsiteY153" fmla="*/ 1502569 h 1890712"/>
                <a:gd name="connsiteX154" fmla="*/ 2047875 w 2543175"/>
                <a:gd name="connsiteY154" fmla="*/ 1507331 h 1890712"/>
                <a:gd name="connsiteX155" fmla="*/ 2057400 w 2543175"/>
                <a:gd name="connsiteY155" fmla="*/ 1514475 h 1890712"/>
                <a:gd name="connsiteX156" fmla="*/ 2064544 w 2543175"/>
                <a:gd name="connsiteY156" fmla="*/ 1519237 h 1890712"/>
                <a:gd name="connsiteX157" fmla="*/ 2071688 w 2543175"/>
                <a:gd name="connsiteY157" fmla="*/ 1526381 h 1890712"/>
                <a:gd name="connsiteX158" fmla="*/ 2081213 w 2543175"/>
                <a:gd name="connsiteY158" fmla="*/ 1531144 h 1890712"/>
                <a:gd name="connsiteX159" fmla="*/ 2090738 w 2543175"/>
                <a:gd name="connsiteY159" fmla="*/ 1538287 h 1890712"/>
                <a:gd name="connsiteX160" fmla="*/ 2109788 w 2543175"/>
                <a:gd name="connsiteY160" fmla="*/ 1547812 h 1890712"/>
                <a:gd name="connsiteX161" fmla="*/ 2131219 w 2543175"/>
                <a:gd name="connsiteY161" fmla="*/ 1562100 h 1890712"/>
                <a:gd name="connsiteX162" fmla="*/ 2140744 w 2543175"/>
                <a:gd name="connsiteY162" fmla="*/ 1566862 h 1890712"/>
                <a:gd name="connsiteX163" fmla="*/ 2152650 w 2543175"/>
                <a:gd name="connsiteY163" fmla="*/ 1576387 h 1890712"/>
                <a:gd name="connsiteX164" fmla="*/ 2181225 w 2543175"/>
                <a:gd name="connsiteY164" fmla="*/ 1590675 h 1890712"/>
                <a:gd name="connsiteX165" fmla="*/ 2200275 w 2543175"/>
                <a:gd name="connsiteY165" fmla="*/ 1607344 h 1890712"/>
                <a:gd name="connsiteX166" fmla="*/ 2207419 w 2543175"/>
                <a:gd name="connsiteY166" fmla="*/ 1612106 h 1890712"/>
                <a:gd name="connsiteX167" fmla="*/ 2216944 w 2543175"/>
                <a:gd name="connsiteY167" fmla="*/ 1619250 h 1890712"/>
                <a:gd name="connsiteX168" fmla="*/ 2224088 w 2543175"/>
                <a:gd name="connsiteY168" fmla="*/ 1624012 h 1890712"/>
                <a:gd name="connsiteX169" fmla="*/ 2247900 w 2543175"/>
                <a:gd name="connsiteY169" fmla="*/ 1643062 h 1890712"/>
                <a:gd name="connsiteX170" fmla="*/ 2255044 w 2543175"/>
                <a:gd name="connsiteY170" fmla="*/ 1650206 h 1890712"/>
                <a:gd name="connsiteX171" fmla="*/ 2281238 w 2543175"/>
                <a:gd name="connsiteY171" fmla="*/ 1664494 h 1890712"/>
                <a:gd name="connsiteX172" fmla="*/ 2297907 w 2543175"/>
                <a:gd name="connsiteY172" fmla="*/ 1674019 h 1890712"/>
                <a:gd name="connsiteX173" fmla="*/ 2305050 w 2543175"/>
                <a:gd name="connsiteY173" fmla="*/ 1678781 h 1890712"/>
                <a:gd name="connsiteX174" fmla="*/ 2312194 w 2543175"/>
                <a:gd name="connsiteY174" fmla="*/ 1685925 h 1890712"/>
                <a:gd name="connsiteX175" fmla="*/ 2321719 w 2543175"/>
                <a:gd name="connsiteY175" fmla="*/ 1690687 h 1890712"/>
                <a:gd name="connsiteX176" fmla="*/ 2328863 w 2543175"/>
                <a:gd name="connsiteY176" fmla="*/ 1697831 h 1890712"/>
                <a:gd name="connsiteX177" fmla="*/ 2350294 w 2543175"/>
                <a:gd name="connsiteY177" fmla="*/ 1712119 h 1890712"/>
                <a:gd name="connsiteX178" fmla="*/ 2359819 w 2543175"/>
                <a:gd name="connsiteY178" fmla="*/ 1719262 h 1890712"/>
                <a:gd name="connsiteX179" fmla="*/ 2369344 w 2543175"/>
                <a:gd name="connsiteY179" fmla="*/ 1724025 h 1890712"/>
                <a:gd name="connsiteX180" fmla="*/ 2376488 w 2543175"/>
                <a:gd name="connsiteY180" fmla="*/ 1731169 h 1890712"/>
                <a:gd name="connsiteX181" fmla="*/ 2402682 w 2543175"/>
                <a:gd name="connsiteY181" fmla="*/ 1747837 h 1890712"/>
                <a:gd name="connsiteX182" fmla="*/ 2450307 w 2543175"/>
                <a:gd name="connsiteY182" fmla="*/ 1769269 h 1890712"/>
                <a:gd name="connsiteX183" fmla="*/ 2466975 w 2543175"/>
                <a:gd name="connsiteY183" fmla="*/ 1783556 h 1890712"/>
                <a:gd name="connsiteX184" fmla="*/ 2481263 w 2543175"/>
                <a:gd name="connsiteY184" fmla="*/ 1795462 h 1890712"/>
                <a:gd name="connsiteX185" fmla="*/ 2486025 w 2543175"/>
                <a:gd name="connsiteY185" fmla="*/ 1802606 h 1890712"/>
                <a:gd name="connsiteX186" fmla="*/ 2493169 w 2543175"/>
                <a:gd name="connsiteY186" fmla="*/ 1807369 h 1890712"/>
                <a:gd name="connsiteX187" fmla="*/ 2495550 w 2543175"/>
                <a:gd name="connsiteY187" fmla="*/ 1816894 h 1890712"/>
                <a:gd name="connsiteX188" fmla="*/ 2497932 w 2543175"/>
                <a:gd name="connsiteY188" fmla="*/ 1824037 h 1890712"/>
                <a:gd name="connsiteX189" fmla="*/ 2514600 w 2543175"/>
                <a:gd name="connsiteY189" fmla="*/ 1850231 h 1890712"/>
                <a:gd name="connsiteX190" fmla="*/ 2519363 w 2543175"/>
                <a:gd name="connsiteY190" fmla="*/ 1857375 h 1890712"/>
                <a:gd name="connsiteX191" fmla="*/ 2540794 w 2543175"/>
                <a:gd name="connsiteY191" fmla="*/ 1883569 h 1890712"/>
                <a:gd name="connsiteX192" fmla="*/ 2543175 w 2543175"/>
                <a:gd name="connsiteY192" fmla="*/ 1890712 h 1890712"/>
                <a:gd name="connsiteX0" fmla="*/ 0 w 2543175"/>
                <a:gd name="connsiteY0" fmla="*/ 0 h 1890712"/>
                <a:gd name="connsiteX1" fmla="*/ 11907 w 2543175"/>
                <a:gd name="connsiteY1" fmla="*/ 11906 h 1890712"/>
                <a:gd name="connsiteX2" fmla="*/ 21432 w 2543175"/>
                <a:gd name="connsiteY2" fmla="*/ 16669 h 1890712"/>
                <a:gd name="connsiteX3" fmla="*/ 23813 w 2543175"/>
                <a:gd name="connsiteY3" fmla="*/ 23812 h 1890712"/>
                <a:gd name="connsiteX4" fmla="*/ 33338 w 2543175"/>
                <a:gd name="connsiteY4" fmla="*/ 33337 h 1890712"/>
                <a:gd name="connsiteX5" fmla="*/ 40482 w 2543175"/>
                <a:gd name="connsiteY5" fmla="*/ 42862 h 1890712"/>
                <a:gd name="connsiteX6" fmla="*/ 47625 w 2543175"/>
                <a:gd name="connsiteY6" fmla="*/ 47625 h 1890712"/>
                <a:gd name="connsiteX7" fmla="*/ 57150 w 2543175"/>
                <a:gd name="connsiteY7" fmla="*/ 54769 h 1890712"/>
                <a:gd name="connsiteX8" fmla="*/ 64294 w 2543175"/>
                <a:gd name="connsiteY8" fmla="*/ 59531 h 1890712"/>
                <a:gd name="connsiteX9" fmla="*/ 83344 w 2543175"/>
                <a:gd name="connsiteY9" fmla="*/ 73819 h 1890712"/>
                <a:gd name="connsiteX10" fmla="*/ 97632 w 2543175"/>
                <a:gd name="connsiteY10" fmla="*/ 80962 h 1890712"/>
                <a:gd name="connsiteX11" fmla="*/ 104775 w 2543175"/>
                <a:gd name="connsiteY11" fmla="*/ 85725 h 1890712"/>
                <a:gd name="connsiteX12" fmla="*/ 114300 w 2543175"/>
                <a:gd name="connsiteY12" fmla="*/ 95250 h 1890712"/>
                <a:gd name="connsiteX13" fmla="*/ 123825 w 2543175"/>
                <a:gd name="connsiteY13" fmla="*/ 97631 h 1890712"/>
                <a:gd name="connsiteX14" fmla="*/ 130969 w 2543175"/>
                <a:gd name="connsiteY14" fmla="*/ 104775 h 1890712"/>
                <a:gd name="connsiteX15" fmla="*/ 140494 w 2543175"/>
                <a:gd name="connsiteY15" fmla="*/ 111919 h 1890712"/>
                <a:gd name="connsiteX16" fmla="*/ 147638 w 2543175"/>
                <a:gd name="connsiteY16" fmla="*/ 116681 h 1890712"/>
                <a:gd name="connsiteX17" fmla="*/ 164307 w 2543175"/>
                <a:gd name="connsiteY17" fmla="*/ 128587 h 1890712"/>
                <a:gd name="connsiteX18" fmla="*/ 180975 w 2543175"/>
                <a:gd name="connsiteY18" fmla="*/ 140494 h 1890712"/>
                <a:gd name="connsiteX19" fmla="*/ 197644 w 2543175"/>
                <a:gd name="connsiteY19" fmla="*/ 152400 h 1890712"/>
                <a:gd name="connsiteX20" fmla="*/ 204788 w 2543175"/>
                <a:gd name="connsiteY20" fmla="*/ 157162 h 1890712"/>
                <a:gd name="connsiteX21" fmla="*/ 214313 w 2543175"/>
                <a:gd name="connsiteY21" fmla="*/ 164306 h 1890712"/>
                <a:gd name="connsiteX22" fmla="*/ 230982 w 2543175"/>
                <a:gd name="connsiteY22" fmla="*/ 180975 h 1890712"/>
                <a:gd name="connsiteX23" fmla="*/ 247650 w 2543175"/>
                <a:gd name="connsiteY23" fmla="*/ 185737 h 1890712"/>
                <a:gd name="connsiteX24" fmla="*/ 259557 w 2543175"/>
                <a:gd name="connsiteY24" fmla="*/ 188119 h 1890712"/>
                <a:gd name="connsiteX25" fmla="*/ 266700 w 2543175"/>
                <a:gd name="connsiteY25" fmla="*/ 190500 h 1890712"/>
                <a:gd name="connsiteX26" fmla="*/ 283369 w 2543175"/>
                <a:gd name="connsiteY26" fmla="*/ 192881 h 1890712"/>
                <a:gd name="connsiteX27" fmla="*/ 302419 w 2543175"/>
                <a:gd name="connsiteY27" fmla="*/ 204787 h 1890712"/>
                <a:gd name="connsiteX28" fmla="*/ 309563 w 2543175"/>
                <a:gd name="connsiteY28" fmla="*/ 209550 h 1890712"/>
                <a:gd name="connsiteX29" fmla="*/ 319088 w 2543175"/>
                <a:gd name="connsiteY29" fmla="*/ 219075 h 1890712"/>
                <a:gd name="connsiteX30" fmla="*/ 333375 w 2543175"/>
                <a:gd name="connsiteY30" fmla="*/ 228600 h 1890712"/>
                <a:gd name="connsiteX31" fmla="*/ 340519 w 2543175"/>
                <a:gd name="connsiteY31" fmla="*/ 233362 h 1890712"/>
                <a:gd name="connsiteX32" fmla="*/ 354807 w 2543175"/>
                <a:gd name="connsiteY32" fmla="*/ 247650 h 1890712"/>
                <a:gd name="connsiteX33" fmla="*/ 366713 w 2543175"/>
                <a:gd name="connsiteY33" fmla="*/ 264319 h 1890712"/>
                <a:gd name="connsiteX34" fmla="*/ 371475 w 2543175"/>
                <a:gd name="connsiteY34" fmla="*/ 271462 h 1890712"/>
                <a:gd name="connsiteX35" fmla="*/ 378619 w 2543175"/>
                <a:gd name="connsiteY35" fmla="*/ 276225 h 1890712"/>
                <a:gd name="connsiteX36" fmla="*/ 385763 w 2543175"/>
                <a:gd name="connsiteY36" fmla="*/ 283369 h 1890712"/>
                <a:gd name="connsiteX37" fmla="*/ 395288 w 2543175"/>
                <a:gd name="connsiteY37" fmla="*/ 288131 h 1890712"/>
                <a:gd name="connsiteX38" fmla="*/ 404813 w 2543175"/>
                <a:gd name="connsiteY38" fmla="*/ 295275 h 1890712"/>
                <a:gd name="connsiteX39" fmla="*/ 411957 w 2543175"/>
                <a:gd name="connsiteY39" fmla="*/ 297656 h 1890712"/>
                <a:gd name="connsiteX40" fmla="*/ 421482 w 2543175"/>
                <a:gd name="connsiteY40" fmla="*/ 302419 h 1890712"/>
                <a:gd name="connsiteX41" fmla="*/ 447675 w 2543175"/>
                <a:gd name="connsiteY41" fmla="*/ 307181 h 1890712"/>
                <a:gd name="connsiteX42" fmla="*/ 461963 w 2543175"/>
                <a:gd name="connsiteY42" fmla="*/ 321469 h 1890712"/>
                <a:gd name="connsiteX43" fmla="*/ 466725 w 2543175"/>
                <a:gd name="connsiteY43" fmla="*/ 328612 h 1890712"/>
                <a:gd name="connsiteX44" fmla="*/ 476250 w 2543175"/>
                <a:gd name="connsiteY44" fmla="*/ 335756 h 1890712"/>
                <a:gd name="connsiteX45" fmla="*/ 481013 w 2543175"/>
                <a:gd name="connsiteY45" fmla="*/ 342900 h 1890712"/>
                <a:gd name="connsiteX46" fmla="*/ 490538 w 2543175"/>
                <a:gd name="connsiteY46" fmla="*/ 352425 h 1890712"/>
                <a:gd name="connsiteX47" fmla="*/ 495300 w 2543175"/>
                <a:gd name="connsiteY47" fmla="*/ 359569 h 1890712"/>
                <a:gd name="connsiteX48" fmla="*/ 509588 w 2543175"/>
                <a:gd name="connsiteY48" fmla="*/ 376237 h 1890712"/>
                <a:gd name="connsiteX49" fmla="*/ 514350 w 2543175"/>
                <a:gd name="connsiteY49" fmla="*/ 383381 h 1890712"/>
                <a:gd name="connsiteX50" fmla="*/ 531019 w 2543175"/>
                <a:gd name="connsiteY50" fmla="*/ 397669 h 1890712"/>
                <a:gd name="connsiteX51" fmla="*/ 538163 w 2543175"/>
                <a:gd name="connsiteY51" fmla="*/ 407194 h 1890712"/>
                <a:gd name="connsiteX52" fmla="*/ 554832 w 2543175"/>
                <a:gd name="connsiteY52" fmla="*/ 421481 h 1890712"/>
                <a:gd name="connsiteX53" fmla="*/ 564357 w 2543175"/>
                <a:gd name="connsiteY53" fmla="*/ 431006 h 1890712"/>
                <a:gd name="connsiteX54" fmla="*/ 573882 w 2543175"/>
                <a:gd name="connsiteY54" fmla="*/ 438150 h 1890712"/>
                <a:gd name="connsiteX55" fmla="*/ 595313 w 2543175"/>
                <a:gd name="connsiteY55" fmla="*/ 454819 h 1890712"/>
                <a:gd name="connsiteX56" fmla="*/ 602457 w 2543175"/>
                <a:gd name="connsiteY56" fmla="*/ 457200 h 1890712"/>
                <a:gd name="connsiteX57" fmla="*/ 628650 w 2543175"/>
                <a:gd name="connsiteY57" fmla="*/ 469106 h 1890712"/>
                <a:gd name="connsiteX58" fmla="*/ 645319 w 2543175"/>
                <a:gd name="connsiteY58" fmla="*/ 483394 h 1890712"/>
                <a:gd name="connsiteX59" fmla="*/ 654844 w 2543175"/>
                <a:gd name="connsiteY59" fmla="*/ 488156 h 1890712"/>
                <a:gd name="connsiteX60" fmla="*/ 661988 w 2543175"/>
                <a:gd name="connsiteY60" fmla="*/ 497681 h 1890712"/>
                <a:gd name="connsiteX61" fmla="*/ 683419 w 2543175"/>
                <a:gd name="connsiteY61" fmla="*/ 514350 h 1890712"/>
                <a:gd name="connsiteX62" fmla="*/ 700088 w 2543175"/>
                <a:gd name="connsiteY62" fmla="*/ 526256 h 1890712"/>
                <a:gd name="connsiteX63" fmla="*/ 709613 w 2543175"/>
                <a:gd name="connsiteY63" fmla="*/ 535781 h 1890712"/>
                <a:gd name="connsiteX64" fmla="*/ 719138 w 2543175"/>
                <a:gd name="connsiteY64" fmla="*/ 542925 h 1890712"/>
                <a:gd name="connsiteX65" fmla="*/ 733425 w 2543175"/>
                <a:gd name="connsiteY65" fmla="*/ 557212 h 1890712"/>
                <a:gd name="connsiteX66" fmla="*/ 750094 w 2543175"/>
                <a:gd name="connsiteY66" fmla="*/ 569119 h 1890712"/>
                <a:gd name="connsiteX67" fmla="*/ 769144 w 2543175"/>
                <a:gd name="connsiteY67" fmla="*/ 581025 h 1890712"/>
                <a:gd name="connsiteX68" fmla="*/ 785813 w 2543175"/>
                <a:gd name="connsiteY68" fmla="*/ 590550 h 1890712"/>
                <a:gd name="connsiteX69" fmla="*/ 792957 w 2543175"/>
                <a:gd name="connsiteY69" fmla="*/ 600075 h 1890712"/>
                <a:gd name="connsiteX70" fmla="*/ 809625 w 2543175"/>
                <a:gd name="connsiteY70" fmla="*/ 611981 h 1890712"/>
                <a:gd name="connsiteX71" fmla="*/ 816769 w 2543175"/>
                <a:gd name="connsiteY71" fmla="*/ 619125 h 1890712"/>
                <a:gd name="connsiteX72" fmla="*/ 826294 w 2543175"/>
                <a:gd name="connsiteY72" fmla="*/ 626269 h 1890712"/>
                <a:gd name="connsiteX73" fmla="*/ 840582 w 2543175"/>
                <a:gd name="connsiteY73" fmla="*/ 638175 h 1890712"/>
                <a:gd name="connsiteX74" fmla="*/ 847725 w 2543175"/>
                <a:gd name="connsiteY74" fmla="*/ 645319 h 1890712"/>
                <a:gd name="connsiteX75" fmla="*/ 857250 w 2543175"/>
                <a:gd name="connsiteY75" fmla="*/ 652462 h 1890712"/>
                <a:gd name="connsiteX76" fmla="*/ 864394 w 2543175"/>
                <a:gd name="connsiteY76" fmla="*/ 657225 h 1890712"/>
                <a:gd name="connsiteX77" fmla="*/ 888207 w 2543175"/>
                <a:gd name="connsiteY77" fmla="*/ 676275 h 1890712"/>
                <a:gd name="connsiteX78" fmla="*/ 895350 w 2543175"/>
                <a:gd name="connsiteY78" fmla="*/ 681037 h 1890712"/>
                <a:gd name="connsiteX79" fmla="*/ 907257 w 2543175"/>
                <a:gd name="connsiteY79" fmla="*/ 683419 h 1890712"/>
                <a:gd name="connsiteX80" fmla="*/ 928688 w 2543175"/>
                <a:gd name="connsiteY80" fmla="*/ 695325 h 1890712"/>
                <a:gd name="connsiteX81" fmla="*/ 942975 w 2543175"/>
                <a:gd name="connsiteY81" fmla="*/ 700087 h 1890712"/>
                <a:gd name="connsiteX82" fmla="*/ 964407 w 2543175"/>
                <a:gd name="connsiteY82" fmla="*/ 716756 h 1890712"/>
                <a:gd name="connsiteX83" fmla="*/ 971550 w 2543175"/>
                <a:gd name="connsiteY83" fmla="*/ 723900 h 1890712"/>
                <a:gd name="connsiteX84" fmla="*/ 983457 w 2543175"/>
                <a:gd name="connsiteY84" fmla="*/ 733425 h 1890712"/>
                <a:gd name="connsiteX85" fmla="*/ 990600 w 2543175"/>
                <a:gd name="connsiteY85" fmla="*/ 738187 h 1890712"/>
                <a:gd name="connsiteX86" fmla="*/ 1007269 w 2543175"/>
                <a:gd name="connsiteY86" fmla="*/ 752475 h 1890712"/>
                <a:gd name="connsiteX87" fmla="*/ 1031082 w 2543175"/>
                <a:gd name="connsiteY87" fmla="*/ 766762 h 1890712"/>
                <a:gd name="connsiteX88" fmla="*/ 1042988 w 2543175"/>
                <a:gd name="connsiteY88" fmla="*/ 773906 h 1890712"/>
                <a:gd name="connsiteX89" fmla="*/ 1071563 w 2543175"/>
                <a:gd name="connsiteY89" fmla="*/ 785812 h 1890712"/>
                <a:gd name="connsiteX90" fmla="*/ 1097757 w 2543175"/>
                <a:gd name="connsiteY90" fmla="*/ 807244 h 1890712"/>
                <a:gd name="connsiteX91" fmla="*/ 1104900 w 2543175"/>
                <a:gd name="connsiteY91" fmla="*/ 814387 h 1890712"/>
                <a:gd name="connsiteX92" fmla="*/ 1121569 w 2543175"/>
                <a:gd name="connsiteY92" fmla="*/ 823912 h 1890712"/>
                <a:gd name="connsiteX93" fmla="*/ 1138238 w 2543175"/>
                <a:gd name="connsiteY93" fmla="*/ 835819 h 1890712"/>
                <a:gd name="connsiteX94" fmla="*/ 1147763 w 2543175"/>
                <a:gd name="connsiteY94" fmla="*/ 842962 h 1890712"/>
                <a:gd name="connsiteX95" fmla="*/ 1157288 w 2543175"/>
                <a:gd name="connsiteY95" fmla="*/ 847725 h 1890712"/>
                <a:gd name="connsiteX96" fmla="*/ 1178719 w 2543175"/>
                <a:gd name="connsiteY96" fmla="*/ 859631 h 1890712"/>
                <a:gd name="connsiteX97" fmla="*/ 1188244 w 2543175"/>
                <a:gd name="connsiteY97" fmla="*/ 866775 h 1890712"/>
                <a:gd name="connsiteX98" fmla="*/ 1195388 w 2543175"/>
                <a:gd name="connsiteY98" fmla="*/ 871537 h 1890712"/>
                <a:gd name="connsiteX99" fmla="*/ 1212057 w 2543175"/>
                <a:gd name="connsiteY99" fmla="*/ 883444 h 1890712"/>
                <a:gd name="connsiteX100" fmla="*/ 1226344 w 2543175"/>
                <a:gd name="connsiteY100" fmla="*/ 895350 h 1890712"/>
                <a:gd name="connsiteX101" fmla="*/ 1245394 w 2543175"/>
                <a:gd name="connsiteY101" fmla="*/ 907256 h 1890712"/>
                <a:gd name="connsiteX102" fmla="*/ 1254919 w 2543175"/>
                <a:gd name="connsiteY102" fmla="*/ 914400 h 1890712"/>
                <a:gd name="connsiteX103" fmla="*/ 1269207 w 2543175"/>
                <a:gd name="connsiteY103" fmla="*/ 921544 h 1890712"/>
                <a:gd name="connsiteX104" fmla="*/ 1290638 w 2543175"/>
                <a:gd name="connsiteY104" fmla="*/ 935831 h 1890712"/>
                <a:gd name="connsiteX105" fmla="*/ 1307307 w 2543175"/>
                <a:gd name="connsiteY105" fmla="*/ 952500 h 1890712"/>
                <a:gd name="connsiteX106" fmla="*/ 1333500 w 2543175"/>
                <a:gd name="connsiteY106" fmla="*/ 971550 h 1890712"/>
                <a:gd name="connsiteX107" fmla="*/ 1359694 w 2543175"/>
                <a:gd name="connsiteY107" fmla="*/ 990600 h 1890712"/>
                <a:gd name="connsiteX108" fmla="*/ 1373982 w 2543175"/>
                <a:gd name="connsiteY108" fmla="*/ 997744 h 1890712"/>
                <a:gd name="connsiteX109" fmla="*/ 1388269 w 2543175"/>
                <a:gd name="connsiteY109" fmla="*/ 1007269 h 1890712"/>
                <a:gd name="connsiteX110" fmla="*/ 1414463 w 2543175"/>
                <a:gd name="connsiteY110" fmla="*/ 1019175 h 1890712"/>
                <a:gd name="connsiteX111" fmla="*/ 1428750 w 2543175"/>
                <a:gd name="connsiteY111" fmla="*/ 1026319 h 1890712"/>
                <a:gd name="connsiteX112" fmla="*/ 1471613 w 2543175"/>
                <a:gd name="connsiteY112" fmla="*/ 1059656 h 1890712"/>
                <a:gd name="connsiteX113" fmla="*/ 1495425 w 2543175"/>
                <a:gd name="connsiteY113" fmla="*/ 1088231 h 1890712"/>
                <a:gd name="connsiteX114" fmla="*/ 1526382 w 2543175"/>
                <a:gd name="connsiteY114" fmla="*/ 1085850 h 1890712"/>
                <a:gd name="connsiteX115" fmla="*/ 1531144 w 2543175"/>
                <a:gd name="connsiteY115" fmla="*/ 1095375 h 1890712"/>
                <a:gd name="connsiteX116" fmla="*/ 1559719 w 2543175"/>
                <a:gd name="connsiteY116" fmla="*/ 1121569 h 1890712"/>
                <a:gd name="connsiteX117" fmla="*/ 1569244 w 2543175"/>
                <a:gd name="connsiteY117" fmla="*/ 1131094 h 1890712"/>
                <a:gd name="connsiteX118" fmla="*/ 1597819 w 2543175"/>
                <a:gd name="connsiteY118" fmla="*/ 1154906 h 1890712"/>
                <a:gd name="connsiteX119" fmla="*/ 1604963 w 2543175"/>
                <a:gd name="connsiteY119" fmla="*/ 1162050 h 1890712"/>
                <a:gd name="connsiteX120" fmla="*/ 1612107 w 2543175"/>
                <a:gd name="connsiteY120" fmla="*/ 1166812 h 1890712"/>
                <a:gd name="connsiteX121" fmla="*/ 1628775 w 2543175"/>
                <a:gd name="connsiteY121" fmla="*/ 1183481 h 1890712"/>
                <a:gd name="connsiteX122" fmla="*/ 1662113 w 2543175"/>
                <a:gd name="connsiteY122" fmla="*/ 1209675 h 1890712"/>
                <a:gd name="connsiteX123" fmla="*/ 1678782 w 2543175"/>
                <a:gd name="connsiteY123" fmla="*/ 1226344 h 1890712"/>
                <a:gd name="connsiteX124" fmla="*/ 1700213 w 2543175"/>
                <a:gd name="connsiteY124" fmla="*/ 1247775 h 1890712"/>
                <a:gd name="connsiteX125" fmla="*/ 1712119 w 2543175"/>
                <a:gd name="connsiteY125" fmla="*/ 1259681 h 1890712"/>
                <a:gd name="connsiteX126" fmla="*/ 1733550 w 2543175"/>
                <a:gd name="connsiteY126" fmla="*/ 1273969 h 1890712"/>
                <a:gd name="connsiteX127" fmla="*/ 1743075 w 2543175"/>
                <a:gd name="connsiteY127" fmla="*/ 1283494 h 1890712"/>
                <a:gd name="connsiteX128" fmla="*/ 1754982 w 2543175"/>
                <a:gd name="connsiteY128" fmla="*/ 1290637 h 1890712"/>
                <a:gd name="connsiteX129" fmla="*/ 1766888 w 2543175"/>
                <a:gd name="connsiteY129" fmla="*/ 1300162 h 1890712"/>
                <a:gd name="connsiteX130" fmla="*/ 1783557 w 2543175"/>
                <a:gd name="connsiteY130" fmla="*/ 1307306 h 1890712"/>
                <a:gd name="connsiteX131" fmla="*/ 1790700 w 2543175"/>
                <a:gd name="connsiteY131" fmla="*/ 1312069 h 1890712"/>
                <a:gd name="connsiteX132" fmla="*/ 1800225 w 2543175"/>
                <a:gd name="connsiteY132" fmla="*/ 1319212 h 1890712"/>
                <a:gd name="connsiteX133" fmla="*/ 1807369 w 2543175"/>
                <a:gd name="connsiteY133" fmla="*/ 1321594 h 1890712"/>
                <a:gd name="connsiteX134" fmla="*/ 1824038 w 2543175"/>
                <a:gd name="connsiteY134" fmla="*/ 1333500 h 1890712"/>
                <a:gd name="connsiteX135" fmla="*/ 1843088 w 2543175"/>
                <a:gd name="connsiteY135" fmla="*/ 1352550 h 1890712"/>
                <a:gd name="connsiteX136" fmla="*/ 1852613 w 2543175"/>
                <a:gd name="connsiteY136" fmla="*/ 1359694 h 1890712"/>
                <a:gd name="connsiteX137" fmla="*/ 1859757 w 2543175"/>
                <a:gd name="connsiteY137" fmla="*/ 1366837 h 1890712"/>
                <a:gd name="connsiteX138" fmla="*/ 1869282 w 2543175"/>
                <a:gd name="connsiteY138" fmla="*/ 1371600 h 1890712"/>
                <a:gd name="connsiteX139" fmla="*/ 1883569 w 2543175"/>
                <a:gd name="connsiteY139" fmla="*/ 1388269 h 1890712"/>
                <a:gd name="connsiteX140" fmla="*/ 1893094 w 2543175"/>
                <a:gd name="connsiteY140" fmla="*/ 1395412 h 1890712"/>
                <a:gd name="connsiteX141" fmla="*/ 1902619 w 2543175"/>
                <a:gd name="connsiteY141" fmla="*/ 1404937 h 1890712"/>
                <a:gd name="connsiteX142" fmla="*/ 1912144 w 2543175"/>
                <a:gd name="connsiteY142" fmla="*/ 1409700 h 1890712"/>
                <a:gd name="connsiteX143" fmla="*/ 1931194 w 2543175"/>
                <a:gd name="connsiteY143" fmla="*/ 1421606 h 1890712"/>
                <a:gd name="connsiteX144" fmla="*/ 1935957 w 2543175"/>
                <a:gd name="connsiteY144" fmla="*/ 1428750 h 1890712"/>
                <a:gd name="connsiteX145" fmla="*/ 1952625 w 2543175"/>
                <a:gd name="connsiteY145" fmla="*/ 1438275 h 1890712"/>
                <a:gd name="connsiteX146" fmla="*/ 1971675 w 2543175"/>
                <a:gd name="connsiteY146" fmla="*/ 1450181 h 1890712"/>
                <a:gd name="connsiteX147" fmla="*/ 1981200 w 2543175"/>
                <a:gd name="connsiteY147" fmla="*/ 1454944 h 1890712"/>
                <a:gd name="connsiteX148" fmla="*/ 1997869 w 2543175"/>
                <a:gd name="connsiteY148" fmla="*/ 1471612 h 1890712"/>
                <a:gd name="connsiteX149" fmla="*/ 2007394 w 2543175"/>
                <a:gd name="connsiteY149" fmla="*/ 1478756 h 1890712"/>
                <a:gd name="connsiteX150" fmla="*/ 2016919 w 2543175"/>
                <a:gd name="connsiteY150" fmla="*/ 1483519 h 1890712"/>
                <a:gd name="connsiteX151" fmla="*/ 2024063 w 2543175"/>
                <a:gd name="connsiteY151" fmla="*/ 1490662 h 1890712"/>
                <a:gd name="connsiteX152" fmla="*/ 2033588 w 2543175"/>
                <a:gd name="connsiteY152" fmla="*/ 1495425 h 1890712"/>
                <a:gd name="connsiteX153" fmla="*/ 2040732 w 2543175"/>
                <a:gd name="connsiteY153" fmla="*/ 1502569 h 1890712"/>
                <a:gd name="connsiteX154" fmla="*/ 2047875 w 2543175"/>
                <a:gd name="connsiteY154" fmla="*/ 1507331 h 1890712"/>
                <a:gd name="connsiteX155" fmla="*/ 2057400 w 2543175"/>
                <a:gd name="connsiteY155" fmla="*/ 1514475 h 1890712"/>
                <a:gd name="connsiteX156" fmla="*/ 2064544 w 2543175"/>
                <a:gd name="connsiteY156" fmla="*/ 1519237 h 1890712"/>
                <a:gd name="connsiteX157" fmla="*/ 2071688 w 2543175"/>
                <a:gd name="connsiteY157" fmla="*/ 1526381 h 1890712"/>
                <a:gd name="connsiteX158" fmla="*/ 2081213 w 2543175"/>
                <a:gd name="connsiteY158" fmla="*/ 1531144 h 1890712"/>
                <a:gd name="connsiteX159" fmla="*/ 2090738 w 2543175"/>
                <a:gd name="connsiteY159" fmla="*/ 1538287 h 1890712"/>
                <a:gd name="connsiteX160" fmla="*/ 2109788 w 2543175"/>
                <a:gd name="connsiteY160" fmla="*/ 1547812 h 1890712"/>
                <a:gd name="connsiteX161" fmla="*/ 2131219 w 2543175"/>
                <a:gd name="connsiteY161" fmla="*/ 1562100 h 1890712"/>
                <a:gd name="connsiteX162" fmla="*/ 2140744 w 2543175"/>
                <a:gd name="connsiteY162" fmla="*/ 1566862 h 1890712"/>
                <a:gd name="connsiteX163" fmla="*/ 2152650 w 2543175"/>
                <a:gd name="connsiteY163" fmla="*/ 1576387 h 1890712"/>
                <a:gd name="connsiteX164" fmla="*/ 2181225 w 2543175"/>
                <a:gd name="connsiteY164" fmla="*/ 1590675 h 1890712"/>
                <a:gd name="connsiteX165" fmla="*/ 2200275 w 2543175"/>
                <a:gd name="connsiteY165" fmla="*/ 1607344 h 1890712"/>
                <a:gd name="connsiteX166" fmla="*/ 2207419 w 2543175"/>
                <a:gd name="connsiteY166" fmla="*/ 1612106 h 1890712"/>
                <a:gd name="connsiteX167" fmla="*/ 2216944 w 2543175"/>
                <a:gd name="connsiteY167" fmla="*/ 1619250 h 1890712"/>
                <a:gd name="connsiteX168" fmla="*/ 2224088 w 2543175"/>
                <a:gd name="connsiteY168" fmla="*/ 1624012 h 1890712"/>
                <a:gd name="connsiteX169" fmla="*/ 2247900 w 2543175"/>
                <a:gd name="connsiteY169" fmla="*/ 1643062 h 1890712"/>
                <a:gd name="connsiteX170" fmla="*/ 2255044 w 2543175"/>
                <a:gd name="connsiteY170" fmla="*/ 1650206 h 1890712"/>
                <a:gd name="connsiteX171" fmla="*/ 2281238 w 2543175"/>
                <a:gd name="connsiteY171" fmla="*/ 1664494 h 1890712"/>
                <a:gd name="connsiteX172" fmla="*/ 2297907 w 2543175"/>
                <a:gd name="connsiteY172" fmla="*/ 1674019 h 1890712"/>
                <a:gd name="connsiteX173" fmla="*/ 2305050 w 2543175"/>
                <a:gd name="connsiteY173" fmla="*/ 1678781 h 1890712"/>
                <a:gd name="connsiteX174" fmla="*/ 2312194 w 2543175"/>
                <a:gd name="connsiteY174" fmla="*/ 1685925 h 1890712"/>
                <a:gd name="connsiteX175" fmla="*/ 2321719 w 2543175"/>
                <a:gd name="connsiteY175" fmla="*/ 1690687 h 1890712"/>
                <a:gd name="connsiteX176" fmla="*/ 2328863 w 2543175"/>
                <a:gd name="connsiteY176" fmla="*/ 1697831 h 1890712"/>
                <a:gd name="connsiteX177" fmla="*/ 2350294 w 2543175"/>
                <a:gd name="connsiteY177" fmla="*/ 1712119 h 1890712"/>
                <a:gd name="connsiteX178" fmla="*/ 2359819 w 2543175"/>
                <a:gd name="connsiteY178" fmla="*/ 1719262 h 1890712"/>
                <a:gd name="connsiteX179" fmla="*/ 2369344 w 2543175"/>
                <a:gd name="connsiteY179" fmla="*/ 1724025 h 1890712"/>
                <a:gd name="connsiteX180" fmla="*/ 2376488 w 2543175"/>
                <a:gd name="connsiteY180" fmla="*/ 1731169 h 1890712"/>
                <a:gd name="connsiteX181" fmla="*/ 2402682 w 2543175"/>
                <a:gd name="connsiteY181" fmla="*/ 1747837 h 1890712"/>
                <a:gd name="connsiteX182" fmla="*/ 2450307 w 2543175"/>
                <a:gd name="connsiteY182" fmla="*/ 1769269 h 1890712"/>
                <a:gd name="connsiteX183" fmla="*/ 2466975 w 2543175"/>
                <a:gd name="connsiteY183" fmla="*/ 1783556 h 1890712"/>
                <a:gd name="connsiteX184" fmla="*/ 2481263 w 2543175"/>
                <a:gd name="connsiteY184" fmla="*/ 1795462 h 1890712"/>
                <a:gd name="connsiteX185" fmla="*/ 2486025 w 2543175"/>
                <a:gd name="connsiteY185" fmla="*/ 1802606 h 1890712"/>
                <a:gd name="connsiteX186" fmla="*/ 2493169 w 2543175"/>
                <a:gd name="connsiteY186" fmla="*/ 1807369 h 1890712"/>
                <a:gd name="connsiteX187" fmla="*/ 2495550 w 2543175"/>
                <a:gd name="connsiteY187" fmla="*/ 1816894 h 1890712"/>
                <a:gd name="connsiteX188" fmla="*/ 2497932 w 2543175"/>
                <a:gd name="connsiteY188" fmla="*/ 1824037 h 1890712"/>
                <a:gd name="connsiteX189" fmla="*/ 2514600 w 2543175"/>
                <a:gd name="connsiteY189" fmla="*/ 1850231 h 1890712"/>
                <a:gd name="connsiteX190" fmla="*/ 2519363 w 2543175"/>
                <a:gd name="connsiteY190" fmla="*/ 1857375 h 1890712"/>
                <a:gd name="connsiteX191" fmla="*/ 2540794 w 2543175"/>
                <a:gd name="connsiteY191" fmla="*/ 1883569 h 1890712"/>
                <a:gd name="connsiteX192" fmla="*/ 2543175 w 2543175"/>
                <a:gd name="connsiteY192" fmla="*/ 1890712 h 1890712"/>
                <a:gd name="connsiteX0" fmla="*/ 0 w 2543175"/>
                <a:gd name="connsiteY0" fmla="*/ 0 h 1890712"/>
                <a:gd name="connsiteX1" fmla="*/ 11907 w 2543175"/>
                <a:gd name="connsiteY1" fmla="*/ 11906 h 1890712"/>
                <a:gd name="connsiteX2" fmla="*/ 21432 w 2543175"/>
                <a:gd name="connsiteY2" fmla="*/ 16669 h 1890712"/>
                <a:gd name="connsiteX3" fmla="*/ 23813 w 2543175"/>
                <a:gd name="connsiteY3" fmla="*/ 23812 h 1890712"/>
                <a:gd name="connsiteX4" fmla="*/ 33338 w 2543175"/>
                <a:gd name="connsiteY4" fmla="*/ 33337 h 1890712"/>
                <a:gd name="connsiteX5" fmla="*/ 40482 w 2543175"/>
                <a:gd name="connsiteY5" fmla="*/ 42862 h 1890712"/>
                <a:gd name="connsiteX6" fmla="*/ 47625 w 2543175"/>
                <a:gd name="connsiteY6" fmla="*/ 47625 h 1890712"/>
                <a:gd name="connsiteX7" fmla="*/ 57150 w 2543175"/>
                <a:gd name="connsiteY7" fmla="*/ 54769 h 1890712"/>
                <a:gd name="connsiteX8" fmla="*/ 64294 w 2543175"/>
                <a:gd name="connsiteY8" fmla="*/ 59531 h 1890712"/>
                <a:gd name="connsiteX9" fmla="*/ 83344 w 2543175"/>
                <a:gd name="connsiteY9" fmla="*/ 73819 h 1890712"/>
                <a:gd name="connsiteX10" fmla="*/ 97632 w 2543175"/>
                <a:gd name="connsiteY10" fmla="*/ 80962 h 1890712"/>
                <a:gd name="connsiteX11" fmla="*/ 104775 w 2543175"/>
                <a:gd name="connsiteY11" fmla="*/ 85725 h 1890712"/>
                <a:gd name="connsiteX12" fmla="*/ 114300 w 2543175"/>
                <a:gd name="connsiteY12" fmla="*/ 95250 h 1890712"/>
                <a:gd name="connsiteX13" fmla="*/ 123825 w 2543175"/>
                <a:gd name="connsiteY13" fmla="*/ 97631 h 1890712"/>
                <a:gd name="connsiteX14" fmla="*/ 130969 w 2543175"/>
                <a:gd name="connsiteY14" fmla="*/ 104775 h 1890712"/>
                <a:gd name="connsiteX15" fmla="*/ 140494 w 2543175"/>
                <a:gd name="connsiteY15" fmla="*/ 111919 h 1890712"/>
                <a:gd name="connsiteX16" fmla="*/ 147638 w 2543175"/>
                <a:gd name="connsiteY16" fmla="*/ 116681 h 1890712"/>
                <a:gd name="connsiteX17" fmla="*/ 164307 w 2543175"/>
                <a:gd name="connsiteY17" fmla="*/ 128587 h 1890712"/>
                <a:gd name="connsiteX18" fmla="*/ 180975 w 2543175"/>
                <a:gd name="connsiteY18" fmla="*/ 140494 h 1890712"/>
                <a:gd name="connsiteX19" fmla="*/ 197644 w 2543175"/>
                <a:gd name="connsiteY19" fmla="*/ 152400 h 1890712"/>
                <a:gd name="connsiteX20" fmla="*/ 204788 w 2543175"/>
                <a:gd name="connsiteY20" fmla="*/ 157162 h 1890712"/>
                <a:gd name="connsiteX21" fmla="*/ 214313 w 2543175"/>
                <a:gd name="connsiteY21" fmla="*/ 164306 h 1890712"/>
                <a:gd name="connsiteX22" fmla="*/ 230982 w 2543175"/>
                <a:gd name="connsiteY22" fmla="*/ 180975 h 1890712"/>
                <a:gd name="connsiteX23" fmla="*/ 247650 w 2543175"/>
                <a:gd name="connsiteY23" fmla="*/ 185737 h 1890712"/>
                <a:gd name="connsiteX24" fmla="*/ 259557 w 2543175"/>
                <a:gd name="connsiteY24" fmla="*/ 188119 h 1890712"/>
                <a:gd name="connsiteX25" fmla="*/ 266700 w 2543175"/>
                <a:gd name="connsiteY25" fmla="*/ 190500 h 1890712"/>
                <a:gd name="connsiteX26" fmla="*/ 283369 w 2543175"/>
                <a:gd name="connsiteY26" fmla="*/ 192881 h 1890712"/>
                <a:gd name="connsiteX27" fmla="*/ 302419 w 2543175"/>
                <a:gd name="connsiteY27" fmla="*/ 204787 h 1890712"/>
                <a:gd name="connsiteX28" fmla="*/ 309563 w 2543175"/>
                <a:gd name="connsiteY28" fmla="*/ 209550 h 1890712"/>
                <a:gd name="connsiteX29" fmla="*/ 319088 w 2543175"/>
                <a:gd name="connsiteY29" fmla="*/ 219075 h 1890712"/>
                <a:gd name="connsiteX30" fmla="*/ 333375 w 2543175"/>
                <a:gd name="connsiteY30" fmla="*/ 228600 h 1890712"/>
                <a:gd name="connsiteX31" fmla="*/ 340519 w 2543175"/>
                <a:gd name="connsiteY31" fmla="*/ 233362 h 1890712"/>
                <a:gd name="connsiteX32" fmla="*/ 354807 w 2543175"/>
                <a:gd name="connsiteY32" fmla="*/ 247650 h 1890712"/>
                <a:gd name="connsiteX33" fmla="*/ 366713 w 2543175"/>
                <a:gd name="connsiteY33" fmla="*/ 264319 h 1890712"/>
                <a:gd name="connsiteX34" fmla="*/ 371475 w 2543175"/>
                <a:gd name="connsiteY34" fmla="*/ 271462 h 1890712"/>
                <a:gd name="connsiteX35" fmla="*/ 378619 w 2543175"/>
                <a:gd name="connsiteY35" fmla="*/ 276225 h 1890712"/>
                <a:gd name="connsiteX36" fmla="*/ 385763 w 2543175"/>
                <a:gd name="connsiteY36" fmla="*/ 283369 h 1890712"/>
                <a:gd name="connsiteX37" fmla="*/ 395288 w 2543175"/>
                <a:gd name="connsiteY37" fmla="*/ 288131 h 1890712"/>
                <a:gd name="connsiteX38" fmla="*/ 404813 w 2543175"/>
                <a:gd name="connsiteY38" fmla="*/ 295275 h 1890712"/>
                <a:gd name="connsiteX39" fmla="*/ 411957 w 2543175"/>
                <a:gd name="connsiteY39" fmla="*/ 297656 h 1890712"/>
                <a:gd name="connsiteX40" fmla="*/ 421482 w 2543175"/>
                <a:gd name="connsiteY40" fmla="*/ 302419 h 1890712"/>
                <a:gd name="connsiteX41" fmla="*/ 447675 w 2543175"/>
                <a:gd name="connsiteY41" fmla="*/ 307181 h 1890712"/>
                <a:gd name="connsiteX42" fmla="*/ 461963 w 2543175"/>
                <a:gd name="connsiteY42" fmla="*/ 321469 h 1890712"/>
                <a:gd name="connsiteX43" fmla="*/ 466725 w 2543175"/>
                <a:gd name="connsiteY43" fmla="*/ 328612 h 1890712"/>
                <a:gd name="connsiteX44" fmla="*/ 476250 w 2543175"/>
                <a:gd name="connsiteY44" fmla="*/ 335756 h 1890712"/>
                <a:gd name="connsiteX45" fmla="*/ 481013 w 2543175"/>
                <a:gd name="connsiteY45" fmla="*/ 342900 h 1890712"/>
                <a:gd name="connsiteX46" fmla="*/ 490538 w 2543175"/>
                <a:gd name="connsiteY46" fmla="*/ 352425 h 1890712"/>
                <a:gd name="connsiteX47" fmla="*/ 495300 w 2543175"/>
                <a:gd name="connsiteY47" fmla="*/ 359569 h 1890712"/>
                <a:gd name="connsiteX48" fmla="*/ 509588 w 2543175"/>
                <a:gd name="connsiteY48" fmla="*/ 376237 h 1890712"/>
                <a:gd name="connsiteX49" fmla="*/ 514350 w 2543175"/>
                <a:gd name="connsiteY49" fmla="*/ 383381 h 1890712"/>
                <a:gd name="connsiteX50" fmla="*/ 531019 w 2543175"/>
                <a:gd name="connsiteY50" fmla="*/ 397669 h 1890712"/>
                <a:gd name="connsiteX51" fmla="*/ 538163 w 2543175"/>
                <a:gd name="connsiteY51" fmla="*/ 407194 h 1890712"/>
                <a:gd name="connsiteX52" fmla="*/ 554832 w 2543175"/>
                <a:gd name="connsiteY52" fmla="*/ 421481 h 1890712"/>
                <a:gd name="connsiteX53" fmla="*/ 564357 w 2543175"/>
                <a:gd name="connsiteY53" fmla="*/ 431006 h 1890712"/>
                <a:gd name="connsiteX54" fmla="*/ 573882 w 2543175"/>
                <a:gd name="connsiteY54" fmla="*/ 438150 h 1890712"/>
                <a:gd name="connsiteX55" fmla="*/ 595313 w 2543175"/>
                <a:gd name="connsiteY55" fmla="*/ 454819 h 1890712"/>
                <a:gd name="connsiteX56" fmla="*/ 602457 w 2543175"/>
                <a:gd name="connsiteY56" fmla="*/ 457200 h 1890712"/>
                <a:gd name="connsiteX57" fmla="*/ 628650 w 2543175"/>
                <a:gd name="connsiteY57" fmla="*/ 469106 h 1890712"/>
                <a:gd name="connsiteX58" fmla="*/ 645319 w 2543175"/>
                <a:gd name="connsiteY58" fmla="*/ 483394 h 1890712"/>
                <a:gd name="connsiteX59" fmla="*/ 654844 w 2543175"/>
                <a:gd name="connsiteY59" fmla="*/ 488156 h 1890712"/>
                <a:gd name="connsiteX60" fmla="*/ 661988 w 2543175"/>
                <a:gd name="connsiteY60" fmla="*/ 497681 h 1890712"/>
                <a:gd name="connsiteX61" fmla="*/ 683419 w 2543175"/>
                <a:gd name="connsiteY61" fmla="*/ 514350 h 1890712"/>
                <a:gd name="connsiteX62" fmla="*/ 700088 w 2543175"/>
                <a:gd name="connsiteY62" fmla="*/ 526256 h 1890712"/>
                <a:gd name="connsiteX63" fmla="*/ 709613 w 2543175"/>
                <a:gd name="connsiteY63" fmla="*/ 535781 h 1890712"/>
                <a:gd name="connsiteX64" fmla="*/ 719138 w 2543175"/>
                <a:gd name="connsiteY64" fmla="*/ 542925 h 1890712"/>
                <a:gd name="connsiteX65" fmla="*/ 733425 w 2543175"/>
                <a:gd name="connsiteY65" fmla="*/ 557212 h 1890712"/>
                <a:gd name="connsiteX66" fmla="*/ 750094 w 2543175"/>
                <a:gd name="connsiteY66" fmla="*/ 569119 h 1890712"/>
                <a:gd name="connsiteX67" fmla="*/ 769144 w 2543175"/>
                <a:gd name="connsiteY67" fmla="*/ 581025 h 1890712"/>
                <a:gd name="connsiteX68" fmla="*/ 785813 w 2543175"/>
                <a:gd name="connsiteY68" fmla="*/ 590550 h 1890712"/>
                <a:gd name="connsiteX69" fmla="*/ 792957 w 2543175"/>
                <a:gd name="connsiteY69" fmla="*/ 600075 h 1890712"/>
                <a:gd name="connsiteX70" fmla="*/ 809625 w 2543175"/>
                <a:gd name="connsiteY70" fmla="*/ 611981 h 1890712"/>
                <a:gd name="connsiteX71" fmla="*/ 816769 w 2543175"/>
                <a:gd name="connsiteY71" fmla="*/ 619125 h 1890712"/>
                <a:gd name="connsiteX72" fmla="*/ 826294 w 2543175"/>
                <a:gd name="connsiteY72" fmla="*/ 626269 h 1890712"/>
                <a:gd name="connsiteX73" fmla="*/ 840582 w 2543175"/>
                <a:gd name="connsiteY73" fmla="*/ 638175 h 1890712"/>
                <a:gd name="connsiteX74" fmla="*/ 847725 w 2543175"/>
                <a:gd name="connsiteY74" fmla="*/ 645319 h 1890712"/>
                <a:gd name="connsiteX75" fmla="*/ 857250 w 2543175"/>
                <a:gd name="connsiteY75" fmla="*/ 652462 h 1890712"/>
                <a:gd name="connsiteX76" fmla="*/ 864394 w 2543175"/>
                <a:gd name="connsiteY76" fmla="*/ 657225 h 1890712"/>
                <a:gd name="connsiteX77" fmla="*/ 888207 w 2543175"/>
                <a:gd name="connsiteY77" fmla="*/ 676275 h 1890712"/>
                <a:gd name="connsiteX78" fmla="*/ 895350 w 2543175"/>
                <a:gd name="connsiteY78" fmla="*/ 681037 h 1890712"/>
                <a:gd name="connsiteX79" fmla="*/ 907257 w 2543175"/>
                <a:gd name="connsiteY79" fmla="*/ 683419 h 1890712"/>
                <a:gd name="connsiteX80" fmla="*/ 928688 w 2543175"/>
                <a:gd name="connsiteY80" fmla="*/ 695325 h 1890712"/>
                <a:gd name="connsiteX81" fmla="*/ 942975 w 2543175"/>
                <a:gd name="connsiteY81" fmla="*/ 700087 h 1890712"/>
                <a:gd name="connsiteX82" fmla="*/ 964407 w 2543175"/>
                <a:gd name="connsiteY82" fmla="*/ 716756 h 1890712"/>
                <a:gd name="connsiteX83" fmla="*/ 971550 w 2543175"/>
                <a:gd name="connsiteY83" fmla="*/ 723900 h 1890712"/>
                <a:gd name="connsiteX84" fmla="*/ 983457 w 2543175"/>
                <a:gd name="connsiteY84" fmla="*/ 733425 h 1890712"/>
                <a:gd name="connsiteX85" fmla="*/ 990600 w 2543175"/>
                <a:gd name="connsiteY85" fmla="*/ 738187 h 1890712"/>
                <a:gd name="connsiteX86" fmla="*/ 1007269 w 2543175"/>
                <a:gd name="connsiteY86" fmla="*/ 752475 h 1890712"/>
                <a:gd name="connsiteX87" fmla="*/ 1031082 w 2543175"/>
                <a:gd name="connsiteY87" fmla="*/ 766762 h 1890712"/>
                <a:gd name="connsiteX88" fmla="*/ 1042988 w 2543175"/>
                <a:gd name="connsiteY88" fmla="*/ 773906 h 1890712"/>
                <a:gd name="connsiteX89" fmla="*/ 1071563 w 2543175"/>
                <a:gd name="connsiteY89" fmla="*/ 785812 h 1890712"/>
                <a:gd name="connsiteX90" fmla="*/ 1097757 w 2543175"/>
                <a:gd name="connsiteY90" fmla="*/ 807244 h 1890712"/>
                <a:gd name="connsiteX91" fmla="*/ 1104900 w 2543175"/>
                <a:gd name="connsiteY91" fmla="*/ 814387 h 1890712"/>
                <a:gd name="connsiteX92" fmla="*/ 1121569 w 2543175"/>
                <a:gd name="connsiteY92" fmla="*/ 823912 h 1890712"/>
                <a:gd name="connsiteX93" fmla="*/ 1138238 w 2543175"/>
                <a:gd name="connsiteY93" fmla="*/ 835819 h 1890712"/>
                <a:gd name="connsiteX94" fmla="*/ 1147763 w 2543175"/>
                <a:gd name="connsiteY94" fmla="*/ 842962 h 1890712"/>
                <a:gd name="connsiteX95" fmla="*/ 1157288 w 2543175"/>
                <a:gd name="connsiteY95" fmla="*/ 847725 h 1890712"/>
                <a:gd name="connsiteX96" fmla="*/ 1178719 w 2543175"/>
                <a:gd name="connsiteY96" fmla="*/ 859631 h 1890712"/>
                <a:gd name="connsiteX97" fmla="*/ 1188244 w 2543175"/>
                <a:gd name="connsiteY97" fmla="*/ 866775 h 1890712"/>
                <a:gd name="connsiteX98" fmla="*/ 1195388 w 2543175"/>
                <a:gd name="connsiteY98" fmla="*/ 871537 h 1890712"/>
                <a:gd name="connsiteX99" fmla="*/ 1212057 w 2543175"/>
                <a:gd name="connsiteY99" fmla="*/ 883444 h 1890712"/>
                <a:gd name="connsiteX100" fmla="*/ 1226344 w 2543175"/>
                <a:gd name="connsiteY100" fmla="*/ 895350 h 1890712"/>
                <a:gd name="connsiteX101" fmla="*/ 1245394 w 2543175"/>
                <a:gd name="connsiteY101" fmla="*/ 907256 h 1890712"/>
                <a:gd name="connsiteX102" fmla="*/ 1254919 w 2543175"/>
                <a:gd name="connsiteY102" fmla="*/ 914400 h 1890712"/>
                <a:gd name="connsiteX103" fmla="*/ 1269207 w 2543175"/>
                <a:gd name="connsiteY103" fmla="*/ 921544 h 1890712"/>
                <a:gd name="connsiteX104" fmla="*/ 1290638 w 2543175"/>
                <a:gd name="connsiteY104" fmla="*/ 935831 h 1890712"/>
                <a:gd name="connsiteX105" fmla="*/ 1307307 w 2543175"/>
                <a:gd name="connsiteY105" fmla="*/ 952500 h 1890712"/>
                <a:gd name="connsiteX106" fmla="*/ 1333500 w 2543175"/>
                <a:gd name="connsiteY106" fmla="*/ 971550 h 1890712"/>
                <a:gd name="connsiteX107" fmla="*/ 1359694 w 2543175"/>
                <a:gd name="connsiteY107" fmla="*/ 990600 h 1890712"/>
                <a:gd name="connsiteX108" fmla="*/ 1373982 w 2543175"/>
                <a:gd name="connsiteY108" fmla="*/ 997744 h 1890712"/>
                <a:gd name="connsiteX109" fmla="*/ 1388269 w 2543175"/>
                <a:gd name="connsiteY109" fmla="*/ 1007269 h 1890712"/>
                <a:gd name="connsiteX110" fmla="*/ 1414463 w 2543175"/>
                <a:gd name="connsiteY110" fmla="*/ 1019175 h 1890712"/>
                <a:gd name="connsiteX111" fmla="*/ 1428750 w 2543175"/>
                <a:gd name="connsiteY111" fmla="*/ 1026319 h 1890712"/>
                <a:gd name="connsiteX112" fmla="*/ 1471613 w 2543175"/>
                <a:gd name="connsiteY112" fmla="*/ 1059656 h 1890712"/>
                <a:gd name="connsiteX113" fmla="*/ 1495425 w 2543175"/>
                <a:gd name="connsiteY113" fmla="*/ 1088231 h 1890712"/>
                <a:gd name="connsiteX114" fmla="*/ 1526382 w 2543175"/>
                <a:gd name="connsiteY114" fmla="*/ 1085850 h 1890712"/>
                <a:gd name="connsiteX115" fmla="*/ 1559719 w 2543175"/>
                <a:gd name="connsiteY115" fmla="*/ 1121569 h 1890712"/>
                <a:gd name="connsiteX116" fmla="*/ 1569244 w 2543175"/>
                <a:gd name="connsiteY116" fmla="*/ 1131094 h 1890712"/>
                <a:gd name="connsiteX117" fmla="*/ 1597819 w 2543175"/>
                <a:gd name="connsiteY117" fmla="*/ 1154906 h 1890712"/>
                <a:gd name="connsiteX118" fmla="*/ 1604963 w 2543175"/>
                <a:gd name="connsiteY118" fmla="*/ 1162050 h 1890712"/>
                <a:gd name="connsiteX119" fmla="*/ 1612107 w 2543175"/>
                <a:gd name="connsiteY119" fmla="*/ 1166812 h 1890712"/>
                <a:gd name="connsiteX120" fmla="*/ 1628775 w 2543175"/>
                <a:gd name="connsiteY120" fmla="*/ 1183481 h 1890712"/>
                <a:gd name="connsiteX121" fmla="*/ 1662113 w 2543175"/>
                <a:gd name="connsiteY121" fmla="*/ 1209675 h 1890712"/>
                <a:gd name="connsiteX122" fmla="*/ 1678782 w 2543175"/>
                <a:gd name="connsiteY122" fmla="*/ 1226344 h 1890712"/>
                <a:gd name="connsiteX123" fmla="*/ 1700213 w 2543175"/>
                <a:gd name="connsiteY123" fmla="*/ 1247775 h 1890712"/>
                <a:gd name="connsiteX124" fmla="*/ 1712119 w 2543175"/>
                <a:gd name="connsiteY124" fmla="*/ 1259681 h 1890712"/>
                <a:gd name="connsiteX125" fmla="*/ 1733550 w 2543175"/>
                <a:gd name="connsiteY125" fmla="*/ 1273969 h 1890712"/>
                <a:gd name="connsiteX126" fmla="*/ 1743075 w 2543175"/>
                <a:gd name="connsiteY126" fmla="*/ 1283494 h 1890712"/>
                <a:gd name="connsiteX127" fmla="*/ 1754982 w 2543175"/>
                <a:gd name="connsiteY127" fmla="*/ 1290637 h 1890712"/>
                <a:gd name="connsiteX128" fmla="*/ 1766888 w 2543175"/>
                <a:gd name="connsiteY128" fmla="*/ 1300162 h 1890712"/>
                <a:gd name="connsiteX129" fmla="*/ 1783557 w 2543175"/>
                <a:gd name="connsiteY129" fmla="*/ 1307306 h 1890712"/>
                <a:gd name="connsiteX130" fmla="*/ 1790700 w 2543175"/>
                <a:gd name="connsiteY130" fmla="*/ 1312069 h 1890712"/>
                <a:gd name="connsiteX131" fmla="*/ 1800225 w 2543175"/>
                <a:gd name="connsiteY131" fmla="*/ 1319212 h 1890712"/>
                <a:gd name="connsiteX132" fmla="*/ 1807369 w 2543175"/>
                <a:gd name="connsiteY132" fmla="*/ 1321594 h 1890712"/>
                <a:gd name="connsiteX133" fmla="*/ 1824038 w 2543175"/>
                <a:gd name="connsiteY133" fmla="*/ 1333500 h 1890712"/>
                <a:gd name="connsiteX134" fmla="*/ 1843088 w 2543175"/>
                <a:gd name="connsiteY134" fmla="*/ 1352550 h 1890712"/>
                <a:gd name="connsiteX135" fmla="*/ 1852613 w 2543175"/>
                <a:gd name="connsiteY135" fmla="*/ 1359694 h 1890712"/>
                <a:gd name="connsiteX136" fmla="*/ 1859757 w 2543175"/>
                <a:gd name="connsiteY136" fmla="*/ 1366837 h 1890712"/>
                <a:gd name="connsiteX137" fmla="*/ 1869282 w 2543175"/>
                <a:gd name="connsiteY137" fmla="*/ 1371600 h 1890712"/>
                <a:gd name="connsiteX138" fmla="*/ 1883569 w 2543175"/>
                <a:gd name="connsiteY138" fmla="*/ 1388269 h 1890712"/>
                <a:gd name="connsiteX139" fmla="*/ 1893094 w 2543175"/>
                <a:gd name="connsiteY139" fmla="*/ 1395412 h 1890712"/>
                <a:gd name="connsiteX140" fmla="*/ 1902619 w 2543175"/>
                <a:gd name="connsiteY140" fmla="*/ 1404937 h 1890712"/>
                <a:gd name="connsiteX141" fmla="*/ 1912144 w 2543175"/>
                <a:gd name="connsiteY141" fmla="*/ 1409700 h 1890712"/>
                <a:gd name="connsiteX142" fmla="*/ 1931194 w 2543175"/>
                <a:gd name="connsiteY142" fmla="*/ 1421606 h 1890712"/>
                <a:gd name="connsiteX143" fmla="*/ 1935957 w 2543175"/>
                <a:gd name="connsiteY143" fmla="*/ 1428750 h 1890712"/>
                <a:gd name="connsiteX144" fmla="*/ 1952625 w 2543175"/>
                <a:gd name="connsiteY144" fmla="*/ 1438275 h 1890712"/>
                <a:gd name="connsiteX145" fmla="*/ 1971675 w 2543175"/>
                <a:gd name="connsiteY145" fmla="*/ 1450181 h 1890712"/>
                <a:gd name="connsiteX146" fmla="*/ 1981200 w 2543175"/>
                <a:gd name="connsiteY146" fmla="*/ 1454944 h 1890712"/>
                <a:gd name="connsiteX147" fmla="*/ 1997869 w 2543175"/>
                <a:gd name="connsiteY147" fmla="*/ 1471612 h 1890712"/>
                <a:gd name="connsiteX148" fmla="*/ 2007394 w 2543175"/>
                <a:gd name="connsiteY148" fmla="*/ 1478756 h 1890712"/>
                <a:gd name="connsiteX149" fmla="*/ 2016919 w 2543175"/>
                <a:gd name="connsiteY149" fmla="*/ 1483519 h 1890712"/>
                <a:gd name="connsiteX150" fmla="*/ 2024063 w 2543175"/>
                <a:gd name="connsiteY150" fmla="*/ 1490662 h 1890712"/>
                <a:gd name="connsiteX151" fmla="*/ 2033588 w 2543175"/>
                <a:gd name="connsiteY151" fmla="*/ 1495425 h 1890712"/>
                <a:gd name="connsiteX152" fmla="*/ 2040732 w 2543175"/>
                <a:gd name="connsiteY152" fmla="*/ 1502569 h 1890712"/>
                <a:gd name="connsiteX153" fmla="*/ 2047875 w 2543175"/>
                <a:gd name="connsiteY153" fmla="*/ 1507331 h 1890712"/>
                <a:gd name="connsiteX154" fmla="*/ 2057400 w 2543175"/>
                <a:gd name="connsiteY154" fmla="*/ 1514475 h 1890712"/>
                <a:gd name="connsiteX155" fmla="*/ 2064544 w 2543175"/>
                <a:gd name="connsiteY155" fmla="*/ 1519237 h 1890712"/>
                <a:gd name="connsiteX156" fmla="*/ 2071688 w 2543175"/>
                <a:gd name="connsiteY156" fmla="*/ 1526381 h 1890712"/>
                <a:gd name="connsiteX157" fmla="*/ 2081213 w 2543175"/>
                <a:gd name="connsiteY157" fmla="*/ 1531144 h 1890712"/>
                <a:gd name="connsiteX158" fmla="*/ 2090738 w 2543175"/>
                <a:gd name="connsiteY158" fmla="*/ 1538287 h 1890712"/>
                <a:gd name="connsiteX159" fmla="*/ 2109788 w 2543175"/>
                <a:gd name="connsiteY159" fmla="*/ 1547812 h 1890712"/>
                <a:gd name="connsiteX160" fmla="*/ 2131219 w 2543175"/>
                <a:gd name="connsiteY160" fmla="*/ 1562100 h 1890712"/>
                <a:gd name="connsiteX161" fmla="*/ 2140744 w 2543175"/>
                <a:gd name="connsiteY161" fmla="*/ 1566862 h 1890712"/>
                <a:gd name="connsiteX162" fmla="*/ 2152650 w 2543175"/>
                <a:gd name="connsiteY162" fmla="*/ 1576387 h 1890712"/>
                <a:gd name="connsiteX163" fmla="*/ 2181225 w 2543175"/>
                <a:gd name="connsiteY163" fmla="*/ 1590675 h 1890712"/>
                <a:gd name="connsiteX164" fmla="*/ 2200275 w 2543175"/>
                <a:gd name="connsiteY164" fmla="*/ 1607344 h 1890712"/>
                <a:gd name="connsiteX165" fmla="*/ 2207419 w 2543175"/>
                <a:gd name="connsiteY165" fmla="*/ 1612106 h 1890712"/>
                <a:gd name="connsiteX166" fmla="*/ 2216944 w 2543175"/>
                <a:gd name="connsiteY166" fmla="*/ 1619250 h 1890712"/>
                <a:gd name="connsiteX167" fmla="*/ 2224088 w 2543175"/>
                <a:gd name="connsiteY167" fmla="*/ 1624012 h 1890712"/>
                <a:gd name="connsiteX168" fmla="*/ 2247900 w 2543175"/>
                <a:gd name="connsiteY168" fmla="*/ 1643062 h 1890712"/>
                <a:gd name="connsiteX169" fmla="*/ 2255044 w 2543175"/>
                <a:gd name="connsiteY169" fmla="*/ 1650206 h 1890712"/>
                <a:gd name="connsiteX170" fmla="*/ 2281238 w 2543175"/>
                <a:gd name="connsiteY170" fmla="*/ 1664494 h 1890712"/>
                <a:gd name="connsiteX171" fmla="*/ 2297907 w 2543175"/>
                <a:gd name="connsiteY171" fmla="*/ 1674019 h 1890712"/>
                <a:gd name="connsiteX172" fmla="*/ 2305050 w 2543175"/>
                <a:gd name="connsiteY172" fmla="*/ 1678781 h 1890712"/>
                <a:gd name="connsiteX173" fmla="*/ 2312194 w 2543175"/>
                <a:gd name="connsiteY173" fmla="*/ 1685925 h 1890712"/>
                <a:gd name="connsiteX174" fmla="*/ 2321719 w 2543175"/>
                <a:gd name="connsiteY174" fmla="*/ 1690687 h 1890712"/>
                <a:gd name="connsiteX175" fmla="*/ 2328863 w 2543175"/>
                <a:gd name="connsiteY175" fmla="*/ 1697831 h 1890712"/>
                <a:gd name="connsiteX176" fmla="*/ 2350294 w 2543175"/>
                <a:gd name="connsiteY176" fmla="*/ 1712119 h 1890712"/>
                <a:gd name="connsiteX177" fmla="*/ 2359819 w 2543175"/>
                <a:gd name="connsiteY177" fmla="*/ 1719262 h 1890712"/>
                <a:gd name="connsiteX178" fmla="*/ 2369344 w 2543175"/>
                <a:gd name="connsiteY178" fmla="*/ 1724025 h 1890712"/>
                <a:gd name="connsiteX179" fmla="*/ 2376488 w 2543175"/>
                <a:gd name="connsiteY179" fmla="*/ 1731169 h 1890712"/>
                <a:gd name="connsiteX180" fmla="*/ 2402682 w 2543175"/>
                <a:gd name="connsiteY180" fmla="*/ 1747837 h 1890712"/>
                <a:gd name="connsiteX181" fmla="*/ 2450307 w 2543175"/>
                <a:gd name="connsiteY181" fmla="*/ 1769269 h 1890712"/>
                <a:gd name="connsiteX182" fmla="*/ 2466975 w 2543175"/>
                <a:gd name="connsiteY182" fmla="*/ 1783556 h 1890712"/>
                <a:gd name="connsiteX183" fmla="*/ 2481263 w 2543175"/>
                <a:gd name="connsiteY183" fmla="*/ 1795462 h 1890712"/>
                <a:gd name="connsiteX184" fmla="*/ 2486025 w 2543175"/>
                <a:gd name="connsiteY184" fmla="*/ 1802606 h 1890712"/>
                <a:gd name="connsiteX185" fmla="*/ 2493169 w 2543175"/>
                <a:gd name="connsiteY185" fmla="*/ 1807369 h 1890712"/>
                <a:gd name="connsiteX186" fmla="*/ 2495550 w 2543175"/>
                <a:gd name="connsiteY186" fmla="*/ 1816894 h 1890712"/>
                <a:gd name="connsiteX187" fmla="*/ 2497932 w 2543175"/>
                <a:gd name="connsiteY187" fmla="*/ 1824037 h 1890712"/>
                <a:gd name="connsiteX188" fmla="*/ 2514600 w 2543175"/>
                <a:gd name="connsiteY188" fmla="*/ 1850231 h 1890712"/>
                <a:gd name="connsiteX189" fmla="*/ 2519363 w 2543175"/>
                <a:gd name="connsiteY189" fmla="*/ 1857375 h 1890712"/>
                <a:gd name="connsiteX190" fmla="*/ 2540794 w 2543175"/>
                <a:gd name="connsiteY190" fmla="*/ 1883569 h 1890712"/>
                <a:gd name="connsiteX191" fmla="*/ 2543175 w 2543175"/>
                <a:gd name="connsiteY191" fmla="*/ 1890712 h 1890712"/>
                <a:gd name="connsiteX0" fmla="*/ 0 w 2543175"/>
                <a:gd name="connsiteY0" fmla="*/ 0 h 1890712"/>
                <a:gd name="connsiteX1" fmla="*/ 11907 w 2543175"/>
                <a:gd name="connsiteY1" fmla="*/ 11906 h 1890712"/>
                <a:gd name="connsiteX2" fmla="*/ 21432 w 2543175"/>
                <a:gd name="connsiteY2" fmla="*/ 16669 h 1890712"/>
                <a:gd name="connsiteX3" fmla="*/ 23813 w 2543175"/>
                <a:gd name="connsiteY3" fmla="*/ 23812 h 1890712"/>
                <a:gd name="connsiteX4" fmla="*/ 33338 w 2543175"/>
                <a:gd name="connsiteY4" fmla="*/ 33337 h 1890712"/>
                <a:gd name="connsiteX5" fmla="*/ 40482 w 2543175"/>
                <a:gd name="connsiteY5" fmla="*/ 42862 h 1890712"/>
                <a:gd name="connsiteX6" fmla="*/ 47625 w 2543175"/>
                <a:gd name="connsiteY6" fmla="*/ 47625 h 1890712"/>
                <a:gd name="connsiteX7" fmla="*/ 57150 w 2543175"/>
                <a:gd name="connsiteY7" fmla="*/ 54769 h 1890712"/>
                <a:gd name="connsiteX8" fmla="*/ 64294 w 2543175"/>
                <a:gd name="connsiteY8" fmla="*/ 59531 h 1890712"/>
                <a:gd name="connsiteX9" fmla="*/ 83344 w 2543175"/>
                <a:gd name="connsiteY9" fmla="*/ 73819 h 1890712"/>
                <a:gd name="connsiteX10" fmla="*/ 97632 w 2543175"/>
                <a:gd name="connsiteY10" fmla="*/ 80962 h 1890712"/>
                <a:gd name="connsiteX11" fmla="*/ 104775 w 2543175"/>
                <a:gd name="connsiteY11" fmla="*/ 85725 h 1890712"/>
                <a:gd name="connsiteX12" fmla="*/ 114300 w 2543175"/>
                <a:gd name="connsiteY12" fmla="*/ 95250 h 1890712"/>
                <a:gd name="connsiteX13" fmla="*/ 123825 w 2543175"/>
                <a:gd name="connsiteY13" fmla="*/ 97631 h 1890712"/>
                <a:gd name="connsiteX14" fmla="*/ 130969 w 2543175"/>
                <a:gd name="connsiteY14" fmla="*/ 104775 h 1890712"/>
                <a:gd name="connsiteX15" fmla="*/ 140494 w 2543175"/>
                <a:gd name="connsiteY15" fmla="*/ 111919 h 1890712"/>
                <a:gd name="connsiteX16" fmla="*/ 147638 w 2543175"/>
                <a:gd name="connsiteY16" fmla="*/ 116681 h 1890712"/>
                <a:gd name="connsiteX17" fmla="*/ 164307 w 2543175"/>
                <a:gd name="connsiteY17" fmla="*/ 128587 h 1890712"/>
                <a:gd name="connsiteX18" fmla="*/ 180975 w 2543175"/>
                <a:gd name="connsiteY18" fmla="*/ 140494 h 1890712"/>
                <a:gd name="connsiteX19" fmla="*/ 197644 w 2543175"/>
                <a:gd name="connsiteY19" fmla="*/ 152400 h 1890712"/>
                <a:gd name="connsiteX20" fmla="*/ 204788 w 2543175"/>
                <a:gd name="connsiteY20" fmla="*/ 157162 h 1890712"/>
                <a:gd name="connsiteX21" fmla="*/ 214313 w 2543175"/>
                <a:gd name="connsiteY21" fmla="*/ 164306 h 1890712"/>
                <a:gd name="connsiteX22" fmla="*/ 230982 w 2543175"/>
                <a:gd name="connsiteY22" fmla="*/ 180975 h 1890712"/>
                <a:gd name="connsiteX23" fmla="*/ 247650 w 2543175"/>
                <a:gd name="connsiteY23" fmla="*/ 185737 h 1890712"/>
                <a:gd name="connsiteX24" fmla="*/ 259557 w 2543175"/>
                <a:gd name="connsiteY24" fmla="*/ 188119 h 1890712"/>
                <a:gd name="connsiteX25" fmla="*/ 266700 w 2543175"/>
                <a:gd name="connsiteY25" fmla="*/ 190500 h 1890712"/>
                <a:gd name="connsiteX26" fmla="*/ 283369 w 2543175"/>
                <a:gd name="connsiteY26" fmla="*/ 192881 h 1890712"/>
                <a:gd name="connsiteX27" fmla="*/ 302419 w 2543175"/>
                <a:gd name="connsiteY27" fmla="*/ 204787 h 1890712"/>
                <a:gd name="connsiteX28" fmla="*/ 309563 w 2543175"/>
                <a:gd name="connsiteY28" fmla="*/ 209550 h 1890712"/>
                <a:gd name="connsiteX29" fmla="*/ 319088 w 2543175"/>
                <a:gd name="connsiteY29" fmla="*/ 219075 h 1890712"/>
                <a:gd name="connsiteX30" fmla="*/ 333375 w 2543175"/>
                <a:gd name="connsiteY30" fmla="*/ 228600 h 1890712"/>
                <a:gd name="connsiteX31" fmla="*/ 340519 w 2543175"/>
                <a:gd name="connsiteY31" fmla="*/ 233362 h 1890712"/>
                <a:gd name="connsiteX32" fmla="*/ 354807 w 2543175"/>
                <a:gd name="connsiteY32" fmla="*/ 247650 h 1890712"/>
                <a:gd name="connsiteX33" fmla="*/ 366713 w 2543175"/>
                <a:gd name="connsiteY33" fmla="*/ 264319 h 1890712"/>
                <a:gd name="connsiteX34" fmla="*/ 371475 w 2543175"/>
                <a:gd name="connsiteY34" fmla="*/ 271462 h 1890712"/>
                <a:gd name="connsiteX35" fmla="*/ 378619 w 2543175"/>
                <a:gd name="connsiteY35" fmla="*/ 276225 h 1890712"/>
                <a:gd name="connsiteX36" fmla="*/ 385763 w 2543175"/>
                <a:gd name="connsiteY36" fmla="*/ 283369 h 1890712"/>
                <a:gd name="connsiteX37" fmla="*/ 395288 w 2543175"/>
                <a:gd name="connsiteY37" fmla="*/ 288131 h 1890712"/>
                <a:gd name="connsiteX38" fmla="*/ 404813 w 2543175"/>
                <a:gd name="connsiteY38" fmla="*/ 295275 h 1890712"/>
                <a:gd name="connsiteX39" fmla="*/ 411957 w 2543175"/>
                <a:gd name="connsiteY39" fmla="*/ 297656 h 1890712"/>
                <a:gd name="connsiteX40" fmla="*/ 421482 w 2543175"/>
                <a:gd name="connsiteY40" fmla="*/ 302419 h 1890712"/>
                <a:gd name="connsiteX41" fmla="*/ 447675 w 2543175"/>
                <a:gd name="connsiteY41" fmla="*/ 307181 h 1890712"/>
                <a:gd name="connsiteX42" fmla="*/ 461963 w 2543175"/>
                <a:gd name="connsiteY42" fmla="*/ 321469 h 1890712"/>
                <a:gd name="connsiteX43" fmla="*/ 466725 w 2543175"/>
                <a:gd name="connsiteY43" fmla="*/ 328612 h 1890712"/>
                <a:gd name="connsiteX44" fmla="*/ 476250 w 2543175"/>
                <a:gd name="connsiteY44" fmla="*/ 335756 h 1890712"/>
                <a:gd name="connsiteX45" fmla="*/ 481013 w 2543175"/>
                <a:gd name="connsiteY45" fmla="*/ 342900 h 1890712"/>
                <a:gd name="connsiteX46" fmla="*/ 490538 w 2543175"/>
                <a:gd name="connsiteY46" fmla="*/ 352425 h 1890712"/>
                <a:gd name="connsiteX47" fmla="*/ 495300 w 2543175"/>
                <a:gd name="connsiteY47" fmla="*/ 359569 h 1890712"/>
                <a:gd name="connsiteX48" fmla="*/ 509588 w 2543175"/>
                <a:gd name="connsiteY48" fmla="*/ 376237 h 1890712"/>
                <a:gd name="connsiteX49" fmla="*/ 514350 w 2543175"/>
                <a:gd name="connsiteY49" fmla="*/ 383381 h 1890712"/>
                <a:gd name="connsiteX50" fmla="*/ 531019 w 2543175"/>
                <a:gd name="connsiteY50" fmla="*/ 397669 h 1890712"/>
                <a:gd name="connsiteX51" fmla="*/ 538163 w 2543175"/>
                <a:gd name="connsiteY51" fmla="*/ 407194 h 1890712"/>
                <a:gd name="connsiteX52" fmla="*/ 554832 w 2543175"/>
                <a:gd name="connsiteY52" fmla="*/ 421481 h 1890712"/>
                <a:gd name="connsiteX53" fmla="*/ 564357 w 2543175"/>
                <a:gd name="connsiteY53" fmla="*/ 431006 h 1890712"/>
                <a:gd name="connsiteX54" fmla="*/ 573882 w 2543175"/>
                <a:gd name="connsiteY54" fmla="*/ 438150 h 1890712"/>
                <a:gd name="connsiteX55" fmla="*/ 595313 w 2543175"/>
                <a:gd name="connsiteY55" fmla="*/ 454819 h 1890712"/>
                <a:gd name="connsiteX56" fmla="*/ 602457 w 2543175"/>
                <a:gd name="connsiteY56" fmla="*/ 457200 h 1890712"/>
                <a:gd name="connsiteX57" fmla="*/ 628650 w 2543175"/>
                <a:gd name="connsiteY57" fmla="*/ 469106 h 1890712"/>
                <a:gd name="connsiteX58" fmla="*/ 645319 w 2543175"/>
                <a:gd name="connsiteY58" fmla="*/ 483394 h 1890712"/>
                <a:gd name="connsiteX59" fmla="*/ 654844 w 2543175"/>
                <a:gd name="connsiteY59" fmla="*/ 488156 h 1890712"/>
                <a:gd name="connsiteX60" fmla="*/ 661988 w 2543175"/>
                <a:gd name="connsiteY60" fmla="*/ 497681 h 1890712"/>
                <a:gd name="connsiteX61" fmla="*/ 683419 w 2543175"/>
                <a:gd name="connsiteY61" fmla="*/ 514350 h 1890712"/>
                <a:gd name="connsiteX62" fmla="*/ 700088 w 2543175"/>
                <a:gd name="connsiteY62" fmla="*/ 526256 h 1890712"/>
                <a:gd name="connsiteX63" fmla="*/ 709613 w 2543175"/>
                <a:gd name="connsiteY63" fmla="*/ 535781 h 1890712"/>
                <a:gd name="connsiteX64" fmla="*/ 719138 w 2543175"/>
                <a:gd name="connsiteY64" fmla="*/ 542925 h 1890712"/>
                <a:gd name="connsiteX65" fmla="*/ 733425 w 2543175"/>
                <a:gd name="connsiteY65" fmla="*/ 557212 h 1890712"/>
                <a:gd name="connsiteX66" fmla="*/ 750094 w 2543175"/>
                <a:gd name="connsiteY66" fmla="*/ 569119 h 1890712"/>
                <a:gd name="connsiteX67" fmla="*/ 769144 w 2543175"/>
                <a:gd name="connsiteY67" fmla="*/ 581025 h 1890712"/>
                <a:gd name="connsiteX68" fmla="*/ 785813 w 2543175"/>
                <a:gd name="connsiteY68" fmla="*/ 590550 h 1890712"/>
                <a:gd name="connsiteX69" fmla="*/ 792957 w 2543175"/>
                <a:gd name="connsiteY69" fmla="*/ 600075 h 1890712"/>
                <a:gd name="connsiteX70" fmla="*/ 809625 w 2543175"/>
                <a:gd name="connsiteY70" fmla="*/ 611981 h 1890712"/>
                <a:gd name="connsiteX71" fmla="*/ 816769 w 2543175"/>
                <a:gd name="connsiteY71" fmla="*/ 619125 h 1890712"/>
                <a:gd name="connsiteX72" fmla="*/ 826294 w 2543175"/>
                <a:gd name="connsiteY72" fmla="*/ 626269 h 1890712"/>
                <a:gd name="connsiteX73" fmla="*/ 840582 w 2543175"/>
                <a:gd name="connsiteY73" fmla="*/ 638175 h 1890712"/>
                <a:gd name="connsiteX74" fmla="*/ 847725 w 2543175"/>
                <a:gd name="connsiteY74" fmla="*/ 645319 h 1890712"/>
                <a:gd name="connsiteX75" fmla="*/ 857250 w 2543175"/>
                <a:gd name="connsiteY75" fmla="*/ 652462 h 1890712"/>
                <a:gd name="connsiteX76" fmla="*/ 864394 w 2543175"/>
                <a:gd name="connsiteY76" fmla="*/ 657225 h 1890712"/>
                <a:gd name="connsiteX77" fmla="*/ 888207 w 2543175"/>
                <a:gd name="connsiteY77" fmla="*/ 676275 h 1890712"/>
                <a:gd name="connsiteX78" fmla="*/ 895350 w 2543175"/>
                <a:gd name="connsiteY78" fmla="*/ 681037 h 1890712"/>
                <a:gd name="connsiteX79" fmla="*/ 907257 w 2543175"/>
                <a:gd name="connsiteY79" fmla="*/ 683419 h 1890712"/>
                <a:gd name="connsiteX80" fmla="*/ 928688 w 2543175"/>
                <a:gd name="connsiteY80" fmla="*/ 695325 h 1890712"/>
                <a:gd name="connsiteX81" fmla="*/ 942975 w 2543175"/>
                <a:gd name="connsiteY81" fmla="*/ 700087 h 1890712"/>
                <a:gd name="connsiteX82" fmla="*/ 964407 w 2543175"/>
                <a:gd name="connsiteY82" fmla="*/ 716756 h 1890712"/>
                <a:gd name="connsiteX83" fmla="*/ 971550 w 2543175"/>
                <a:gd name="connsiteY83" fmla="*/ 723900 h 1890712"/>
                <a:gd name="connsiteX84" fmla="*/ 983457 w 2543175"/>
                <a:gd name="connsiteY84" fmla="*/ 733425 h 1890712"/>
                <a:gd name="connsiteX85" fmla="*/ 990600 w 2543175"/>
                <a:gd name="connsiteY85" fmla="*/ 738187 h 1890712"/>
                <a:gd name="connsiteX86" fmla="*/ 1007269 w 2543175"/>
                <a:gd name="connsiteY86" fmla="*/ 752475 h 1890712"/>
                <a:gd name="connsiteX87" fmla="*/ 1031082 w 2543175"/>
                <a:gd name="connsiteY87" fmla="*/ 766762 h 1890712"/>
                <a:gd name="connsiteX88" fmla="*/ 1042988 w 2543175"/>
                <a:gd name="connsiteY88" fmla="*/ 773906 h 1890712"/>
                <a:gd name="connsiteX89" fmla="*/ 1071563 w 2543175"/>
                <a:gd name="connsiteY89" fmla="*/ 785812 h 1890712"/>
                <a:gd name="connsiteX90" fmla="*/ 1097757 w 2543175"/>
                <a:gd name="connsiteY90" fmla="*/ 807244 h 1890712"/>
                <a:gd name="connsiteX91" fmla="*/ 1104900 w 2543175"/>
                <a:gd name="connsiteY91" fmla="*/ 814387 h 1890712"/>
                <a:gd name="connsiteX92" fmla="*/ 1121569 w 2543175"/>
                <a:gd name="connsiteY92" fmla="*/ 823912 h 1890712"/>
                <a:gd name="connsiteX93" fmla="*/ 1138238 w 2543175"/>
                <a:gd name="connsiteY93" fmla="*/ 835819 h 1890712"/>
                <a:gd name="connsiteX94" fmla="*/ 1147763 w 2543175"/>
                <a:gd name="connsiteY94" fmla="*/ 842962 h 1890712"/>
                <a:gd name="connsiteX95" fmla="*/ 1157288 w 2543175"/>
                <a:gd name="connsiteY95" fmla="*/ 847725 h 1890712"/>
                <a:gd name="connsiteX96" fmla="*/ 1178719 w 2543175"/>
                <a:gd name="connsiteY96" fmla="*/ 859631 h 1890712"/>
                <a:gd name="connsiteX97" fmla="*/ 1188244 w 2543175"/>
                <a:gd name="connsiteY97" fmla="*/ 866775 h 1890712"/>
                <a:gd name="connsiteX98" fmla="*/ 1195388 w 2543175"/>
                <a:gd name="connsiteY98" fmla="*/ 871537 h 1890712"/>
                <a:gd name="connsiteX99" fmla="*/ 1212057 w 2543175"/>
                <a:gd name="connsiteY99" fmla="*/ 883444 h 1890712"/>
                <a:gd name="connsiteX100" fmla="*/ 1226344 w 2543175"/>
                <a:gd name="connsiteY100" fmla="*/ 895350 h 1890712"/>
                <a:gd name="connsiteX101" fmla="*/ 1245394 w 2543175"/>
                <a:gd name="connsiteY101" fmla="*/ 907256 h 1890712"/>
                <a:gd name="connsiteX102" fmla="*/ 1254919 w 2543175"/>
                <a:gd name="connsiteY102" fmla="*/ 914400 h 1890712"/>
                <a:gd name="connsiteX103" fmla="*/ 1269207 w 2543175"/>
                <a:gd name="connsiteY103" fmla="*/ 921544 h 1890712"/>
                <a:gd name="connsiteX104" fmla="*/ 1290638 w 2543175"/>
                <a:gd name="connsiteY104" fmla="*/ 935831 h 1890712"/>
                <a:gd name="connsiteX105" fmla="*/ 1307307 w 2543175"/>
                <a:gd name="connsiteY105" fmla="*/ 952500 h 1890712"/>
                <a:gd name="connsiteX106" fmla="*/ 1333500 w 2543175"/>
                <a:gd name="connsiteY106" fmla="*/ 971550 h 1890712"/>
                <a:gd name="connsiteX107" fmla="*/ 1359694 w 2543175"/>
                <a:gd name="connsiteY107" fmla="*/ 990600 h 1890712"/>
                <a:gd name="connsiteX108" fmla="*/ 1373982 w 2543175"/>
                <a:gd name="connsiteY108" fmla="*/ 997744 h 1890712"/>
                <a:gd name="connsiteX109" fmla="*/ 1388269 w 2543175"/>
                <a:gd name="connsiteY109" fmla="*/ 1007269 h 1890712"/>
                <a:gd name="connsiteX110" fmla="*/ 1414463 w 2543175"/>
                <a:gd name="connsiteY110" fmla="*/ 1019175 h 1890712"/>
                <a:gd name="connsiteX111" fmla="*/ 1428750 w 2543175"/>
                <a:gd name="connsiteY111" fmla="*/ 1026319 h 1890712"/>
                <a:gd name="connsiteX112" fmla="*/ 1471613 w 2543175"/>
                <a:gd name="connsiteY112" fmla="*/ 1059656 h 1890712"/>
                <a:gd name="connsiteX113" fmla="*/ 1495425 w 2543175"/>
                <a:gd name="connsiteY113" fmla="*/ 1088231 h 1890712"/>
                <a:gd name="connsiteX114" fmla="*/ 1559719 w 2543175"/>
                <a:gd name="connsiteY114" fmla="*/ 1121569 h 1890712"/>
                <a:gd name="connsiteX115" fmla="*/ 1569244 w 2543175"/>
                <a:gd name="connsiteY115" fmla="*/ 1131094 h 1890712"/>
                <a:gd name="connsiteX116" fmla="*/ 1597819 w 2543175"/>
                <a:gd name="connsiteY116" fmla="*/ 1154906 h 1890712"/>
                <a:gd name="connsiteX117" fmla="*/ 1604963 w 2543175"/>
                <a:gd name="connsiteY117" fmla="*/ 1162050 h 1890712"/>
                <a:gd name="connsiteX118" fmla="*/ 1612107 w 2543175"/>
                <a:gd name="connsiteY118" fmla="*/ 1166812 h 1890712"/>
                <a:gd name="connsiteX119" fmla="*/ 1628775 w 2543175"/>
                <a:gd name="connsiteY119" fmla="*/ 1183481 h 1890712"/>
                <a:gd name="connsiteX120" fmla="*/ 1662113 w 2543175"/>
                <a:gd name="connsiteY120" fmla="*/ 1209675 h 1890712"/>
                <a:gd name="connsiteX121" fmla="*/ 1678782 w 2543175"/>
                <a:gd name="connsiteY121" fmla="*/ 1226344 h 1890712"/>
                <a:gd name="connsiteX122" fmla="*/ 1700213 w 2543175"/>
                <a:gd name="connsiteY122" fmla="*/ 1247775 h 1890712"/>
                <a:gd name="connsiteX123" fmla="*/ 1712119 w 2543175"/>
                <a:gd name="connsiteY123" fmla="*/ 1259681 h 1890712"/>
                <a:gd name="connsiteX124" fmla="*/ 1733550 w 2543175"/>
                <a:gd name="connsiteY124" fmla="*/ 1273969 h 1890712"/>
                <a:gd name="connsiteX125" fmla="*/ 1743075 w 2543175"/>
                <a:gd name="connsiteY125" fmla="*/ 1283494 h 1890712"/>
                <a:gd name="connsiteX126" fmla="*/ 1754982 w 2543175"/>
                <a:gd name="connsiteY126" fmla="*/ 1290637 h 1890712"/>
                <a:gd name="connsiteX127" fmla="*/ 1766888 w 2543175"/>
                <a:gd name="connsiteY127" fmla="*/ 1300162 h 1890712"/>
                <a:gd name="connsiteX128" fmla="*/ 1783557 w 2543175"/>
                <a:gd name="connsiteY128" fmla="*/ 1307306 h 1890712"/>
                <a:gd name="connsiteX129" fmla="*/ 1790700 w 2543175"/>
                <a:gd name="connsiteY129" fmla="*/ 1312069 h 1890712"/>
                <a:gd name="connsiteX130" fmla="*/ 1800225 w 2543175"/>
                <a:gd name="connsiteY130" fmla="*/ 1319212 h 1890712"/>
                <a:gd name="connsiteX131" fmla="*/ 1807369 w 2543175"/>
                <a:gd name="connsiteY131" fmla="*/ 1321594 h 1890712"/>
                <a:gd name="connsiteX132" fmla="*/ 1824038 w 2543175"/>
                <a:gd name="connsiteY132" fmla="*/ 1333500 h 1890712"/>
                <a:gd name="connsiteX133" fmla="*/ 1843088 w 2543175"/>
                <a:gd name="connsiteY133" fmla="*/ 1352550 h 1890712"/>
                <a:gd name="connsiteX134" fmla="*/ 1852613 w 2543175"/>
                <a:gd name="connsiteY134" fmla="*/ 1359694 h 1890712"/>
                <a:gd name="connsiteX135" fmla="*/ 1859757 w 2543175"/>
                <a:gd name="connsiteY135" fmla="*/ 1366837 h 1890712"/>
                <a:gd name="connsiteX136" fmla="*/ 1869282 w 2543175"/>
                <a:gd name="connsiteY136" fmla="*/ 1371600 h 1890712"/>
                <a:gd name="connsiteX137" fmla="*/ 1883569 w 2543175"/>
                <a:gd name="connsiteY137" fmla="*/ 1388269 h 1890712"/>
                <a:gd name="connsiteX138" fmla="*/ 1893094 w 2543175"/>
                <a:gd name="connsiteY138" fmla="*/ 1395412 h 1890712"/>
                <a:gd name="connsiteX139" fmla="*/ 1902619 w 2543175"/>
                <a:gd name="connsiteY139" fmla="*/ 1404937 h 1890712"/>
                <a:gd name="connsiteX140" fmla="*/ 1912144 w 2543175"/>
                <a:gd name="connsiteY140" fmla="*/ 1409700 h 1890712"/>
                <a:gd name="connsiteX141" fmla="*/ 1931194 w 2543175"/>
                <a:gd name="connsiteY141" fmla="*/ 1421606 h 1890712"/>
                <a:gd name="connsiteX142" fmla="*/ 1935957 w 2543175"/>
                <a:gd name="connsiteY142" fmla="*/ 1428750 h 1890712"/>
                <a:gd name="connsiteX143" fmla="*/ 1952625 w 2543175"/>
                <a:gd name="connsiteY143" fmla="*/ 1438275 h 1890712"/>
                <a:gd name="connsiteX144" fmla="*/ 1971675 w 2543175"/>
                <a:gd name="connsiteY144" fmla="*/ 1450181 h 1890712"/>
                <a:gd name="connsiteX145" fmla="*/ 1981200 w 2543175"/>
                <a:gd name="connsiteY145" fmla="*/ 1454944 h 1890712"/>
                <a:gd name="connsiteX146" fmla="*/ 1997869 w 2543175"/>
                <a:gd name="connsiteY146" fmla="*/ 1471612 h 1890712"/>
                <a:gd name="connsiteX147" fmla="*/ 2007394 w 2543175"/>
                <a:gd name="connsiteY147" fmla="*/ 1478756 h 1890712"/>
                <a:gd name="connsiteX148" fmla="*/ 2016919 w 2543175"/>
                <a:gd name="connsiteY148" fmla="*/ 1483519 h 1890712"/>
                <a:gd name="connsiteX149" fmla="*/ 2024063 w 2543175"/>
                <a:gd name="connsiteY149" fmla="*/ 1490662 h 1890712"/>
                <a:gd name="connsiteX150" fmla="*/ 2033588 w 2543175"/>
                <a:gd name="connsiteY150" fmla="*/ 1495425 h 1890712"/>
                <a:gd name="connsiteX151" fmla="*/ 2040732 w 2543175"/>
                <a:gd name="connsiteY151" fmla="*/ 1502569 h 1890712"/>
                <a:gd name="connsiteX152" fmla="*/ 2047875 w 2543175"/>
                <a:gd name="connsiteY152" fmla="*/ 1507331 h 1890712"/>
                <a:gd name="connsiteX153" fmla="*/ 2057400 w 2543175"/>
                <a:gd name="connsiteY153" fmla="*/ 1514475 h 1890712"/>
                <a:gd name="connsiteX154" fmla="*/ 2064544 w 2543175"/>
                <a:gd name="connsiteY154" fmla="*/ 1519237 h 1890712"/>
                <a:gd name="connsiteX155" fmla="*/ 2071688 w 2543175"/>
                <a:gd name="connsiteY155" fmla="*/ 1526381 h 1890712"/>
                <a:gd name="connsiteX156" fmla="*/ 2081213 w 2543175"/>
                <a:gd name="connsiteY156" fmla="*/ 1531144 h 1890712"/>
                <a:gd name="connsiteX157" fmla="*/ 2090738 w 2543175"/>
                <a:gd name="connsiteY157" fmla="*/ 1538287 h 1890712"/>
                <a:gd name="connsiteX158" fmla="*/ 2109788 w 2543175"/>
                <a:gd name="connsiteY158" fmla="*/ 1547812 h 1890712"/>
                <a:gd name="connsiteX159" fmla="*/ 2131219 w 2543175"/>
                <a:gd name="connsiteY159" fmla="*/ 1562100 h 1890712"/>
                <a:gd name="connsiteX160" fmla="*/ 2140744 w 2543175"/>
                <a:gd name="connsiteY160" fmla="*/ 1566862 h 1890712"/>
                <a:gd name="connsiteX161" fmla="*/ 2152650 w 2543175"/>
                <a:gd name="connsiteY161" fmla="*/ 1576387 h 1890712"/>
                <a:gd name="connsiteX162" fmla="*/ 2181225 w 2543175"/>
                <a:gd name="connsiteY162" fmla="*/ 1590675 h 1890712"/>
                <a:gd name="connsiteX163" fmla="*/ 2200275 w 2543175"/>
                <a:gd name="connsiteY163" fmla="*/ 1607344 h 1890712"/>
                <a:gd name="connsiteX164" fmla="*/ 2207419 w 2543175"/>
                <a:gd name="connsiteY164" fmla="*/ 1612106 h 1890712"/>
                <a:gd name="connsiteX165" fmla="*/ 2216944 w 2543175"/>
                <a:gd name="connsiteY165" fmla="*/ 1619250 h 1890712"/>
                <a:gd name="connsiteX166" fmla="*/ 2224088 w 2543175"/>
                <a:gd name="connsiteY166" fmla="*/ 1624012 h 1890712"/>
                <a:gd name="connsiteX167" fmla="*/ 2247900 w 2543175"/>
                <a:gd name="connsiteY167" fmla="*/ 1643062 h 1890712"/>
                <a:gd name="connsiteX168" fmla="*/ 2255044 w 2543175"/>
                <a:gd name="connsiteY168" fmla="*/ 1650206 h 1890712"/>
                <a:gd name="connsiteX169" fmla="*/ 2281238 w 2543175"/>
                <a:gd name="connsiteY169" fmla="*/ 1664494 h 1890712"/>
                <a:gd name="connsiteX170" fmla="*/ 2297907 w 2543175"/>
                <a:gd name="connsiteY170" fmla="*/ 1674019 h 1890712"/>
                <a:gd name="connsiteX171" fmla="*/ 2305050 w 2543175"/>
                <a:gd name="connsiteY171" fmla="*/ 1678781 h 1890712"/>
                <a:gd name="connsiteX172" fmla="*/ 2312194 w 2543175"/>
                <a:gd name="connsiteY172" fmla="*/ 1685925 h 1890712"/>
                <a:gd name="connsiteX173" fmla="*/ 2321719 w 2543175"/>
                <a:gd name="connsiteY173" fmla="*/ 1690687 h 1890712"/>
                <a:gd name="connsiteX174" fmla="*/ 2328863 w 2543175"/>
                <a:gd name="connsiteY174" fmla="*/ 1697831 h 1890712"/>
                <a:gd name="connsiteX175" fmla="*/ 2350294 w 2543175"/>
                <a:gd name="connsiteY175" fmla="*/ 1712119 h 1890712"/>
                <a:gd name="connsiteX176" fmla="*/ 2359819 w 2543175"/>
                <a:gd name="connsiteY176" fmla="*/ 1719262 h 1890712"/>
                <a:gd name="connsiteX177" fmla="*/ 2369344 w 2543175"/>
                <a:gd name="connsiteY177" fmla="*/ 1724025 h 1890712"/>
                <a:gd name="connsiteX178" fmla="*/ 2376488 w 2543175"/>
                <a:gd name="connsiteY178" fmla="*/ 1731169 h 1890712"/>
                <a:gd name="connsiteX179" fmla="*/ 2402682 w 2543175"/>
                <a:gd name="connsiteY179" fmla="*/ 1747837 h 1890712"/>
                <a:gd name="connsiteX180" fmla="*/ 2450307 w 2543175"/>
                <a:gd name="connsiteY180" fmla="*/ 1769269 h 1890712"/>
                <a:gd name="connsiteX181" fmla="*/ 2466975 w 2543175"/>
                <a:gd name="connsiteY181" fmla="*/ 1783556 h 1890712"/>
                <a:gd name="connsiteX182" fmla="*/ 2481263 w 2543175"/>
                <a:gd name="connsiteY182" fmla="*/ 1795462 h 1890712"/>
                <a:gd name="connsiteX183" fmla="*/ 2486025 w 2543175"/>
                <a:gd name="connsiteY183" fmla="*/ 1802606 h 1890712"/>
                <a:gd name="connsiteX184" fmla="*/ 2493169 w 2543175"/>
                <a:gd name="connsiteY184" fmla="*/ 1807369 h 1890712"/>
                <a:gd name="connsiteX185" fmla="*/ 2495550 w 2543175"/>
                <a:gd name="connsiteY185" fmla="*/ 1816894 h 1890712"/>
                <a:gd name="connsiteX186" fmla="*/ 2497932 w 2543175"/>
                <a:gd name="connsiteY186" fmla="*/ 1824037 h 1890712"/>
                <a:gd name="connsiteX187" fmla="*/ 2514600 w 2543175"/>
                <a:gd name="connsiteY187" fmla="*/ 1850231 h 1890712"/>
                <a:gd name="connsiteX188" fmla="*/ 2519363 w 2543175"/>
                <a:gd name="connsiteY188" fmla="*/ 1857375 h 1890712"/>
                <a:gd name="connsiteX189" fmla="*/ 2540794 w 2543175"/>
                <a:gd name="connsiteY189" fmla="*/ 1883569 h 1890712"/>
                <a:gd name="connsiteX190" fmla="*/ 2543175 w 2543175"/>
                <a:gd name="connsiteY190" fmla="*/ 1890712 h 1890712"/>
                <a:gd name="connsiteX0" fmla="*/ 0 w 2543175"/>
                <a:gd name="connsiteY0" fmla="*/ 0 h 1890712"/>
                <a:gd name="connsiteX1" fmla="*/ 11907 w 2543175"/>
                <a:gd name="connsiteY1" fmla="*/ 11906 h 1890712"/>
                <a:gd name="connsiteX2" fmla="*/ 21432 w 2543175"/>
                <a:gd name="connsiteY2" fmla="*/ 16669 h 1890712"/>
                <a:gd name="connsiteX3" fmla="*/ 23813 w 2543175"/>
                <a:gd name="connsiteY3" fmla="*/ 23812 h 1890712"/>
                <a:gd name="connsiteX4" fmla="*/ 33338 w 2543175"/>
                <a:gd name="connsiteY4" fmla="*/ 33337 h 1890712"/>
                <a:gd name="connsiteX5" fmla="*/ 40482 w 2543175"/>
                <a:gd name="connsiteY5" fmla="*/ 42862 h 1890712"/>
                <a:gd name="connsiteX6" fmla="*/ 47625 w 2543175"/>
                <a:gd name="connsiteY6" fmla="*/ 47625 h 1890712"/>
                <a:gd name="connsiteX7" fmla="*/ 57150 w 2543175"/>
                <a:gd name="connsiteY7" fmla="*/ 54769 h 1890712"/>
                <a:gd name="connsiteX8" fmla="*/ 64294 w 2543175"/>
                <a:gd name="connsiteY8" fmla="*/ 59531 h 1890712"/>
                <a:gd name="connsiteX9" fmla="*/ 83344 w 2543175"/>
                <a:gd name="connsiteY9" fmla="*/ 73819 h 1890712"/>
                <a:gd name="connsiteX10" fmla="*/ 97632 w 2543175"/>
                <a:gd name="connsiteY10" fmla="*/ 80962 h 1890712"/>
                <a:gd name="connsiteX11" fmla="*/ 104775 w 2543175"/>
                <a:gd name="connsiteY11" fmla="*/ 85725 h 1890712"/>
                <a:gd name="connsiteX12" fmla="*/ 114300 w 2543175"/>
                <a:gd name="connsiteY12" fmla="*/ 95250 h 1890712"/>
                <a:gd name="connsiteX13" fmla="*/ 123825 w 2543175"/>
                <a:gd name="connsiteY13" fmla="*/ 97631 h 1890712"/>
                <a:gd name="connsiteX14" fmla="*/ 130969 w 2543175"/>
                <a:gd name="connsiteY14" fmla="*/ 104775 h 1890712"/>
                <a:gd name="connsiteX15" fmla="*/ 140494 w 2543175"/>
                <a:gd name="connsiteY15" fmla="*/ 111919 h 1890712"/>
                <a:gd name="connsiteX16" fmla="*/ 147638 w 2543175"/>
                <a:gd name="connsiteY16" fmla="*/ 116681 h 1890712"/>
                <a:gd name="connsiteX17" fmla="*/ 164307 w 2543175"/>
                <a:gd name="connsiteY17" fmla="*/ 128587 h 1890712"/>
                <a:gd name="connsiteX18" fmla="*/ 180975 w 2543175"/>
                <a:gd name="connsiteY18" fmla="*/ 140494 h 1890712"/>
                <a:gd name="connsiteX19" fmla="*/ 197644 w 2543175"/>
                <a:gd name="connsiteY19" fmla="*/ 152400 h 1890712"/>
                <a:gd name="connsiteX20" fmla="*/ 204788 w 2543175"/>
                <a:gd name="connsiteY20" fmla="*/ 157162 h 1890712"/>
                <a:gd name="connsiteX21" fmla="*/ 214313 w 2543175"/>
                <a:gd name="connsiteY21" fmla="*/ 164306 h 1890712"/>
                <a:gd name="connsiteX22" fmla="*/ 230982 w 2543175"/>
                <a:gd name="connsiteY22" fmla="*/ 180975 h 1890712"/>
                <a:gd name="connsiteX23" fmla="*/ 247650 w 2543175"/>
                <a:gd name="connsiteY23" fmla="*/ 185737 h 1890712"/>
                <a:gd name="connsiteX24" fmla="*/ 259557 w 2543175"/>
                <a:gd name="connsiteY24" fmla="*/ 188119 h 1890712"/>
                <a:gd name="connsiteX25" fmla="*/ 266700 w 2543175"/>
                <a:gd name="connsiteY25" fmla="*/ 190500 h 1890712"/>
                <a:gd name="connsiteX26" fmla="*/ 283369 w 2543175"/>
                <a:gd name="connsiteY26" fmla="*/ 192881 h 1890712"/>
                <a:gd name="connsiteX27" fmla="*/ 302419 w 2543175"/>
                <a:gd name="connsiteY27" fmla="*/ 204787 h 1890712"/>
                <a:gd name="connsiteX28" fmla="*/ 309563 w 2543175"/>
                <a:gd name="connsiteY28" fmla="*/ 209550 h 1890712"/>
                <a:gd name="connsiteX29" fmla="*/ 319088 w 2543175"/>
                <a:gd name="connsiteY29" fmla="*/ 219075 h 1890712"/>
                <a:gd name="connsiteX30" fmla="*/ 333375 w 2543175"/>
                <a:gd name="connsiteY30" fmla="*/ 228600 h 1890712"/>
                <a:gd name="connsiteX31" fmla="*/ 340519 w 2543175"/>
                <a:gd name="connsiteY31" fmla="*/ 233362 h 1890712"/>
                <a:gd name="connsiteX32" fmla="*/ 354807 w 2543175"/>
                <a:gd name="connsiteY32" fmla="*/ 247650 h 1890712"/>
                <a:gd name="connsiteX33" fmla="*/ 366713 w 2543175"/>
                <a:gd name="connsiteY33" fmla="*/ 264319 h 1890712"/>
                <a:gd name="connsiteX34" fmla="*/ 371475 w 2543175"/>
                <a:gd name="connsiteY34" fmla="*/ 271462 h 1890712"/>
                <a:gd name="connsiteX35" fmla="*/ 378619 w 2543175"/>
                <a:gd name="connsiteY35" fmla="*/ 276225 h 1890712"/>
                <a:gd name="connsiteX36" fmla="*/ 385763 w 2543175"/>
                <a:gd name="connsiteY36" fmla="*/ 283369 h 1890712"/>
                <a:gd name="connsiteX37" fmla="*/ 395288 w 2543175"/>
                <a:gd name="connsiteY37" fmla="*/ 288131 h 1890712"/>
                <a:gd name="connsiteX38" fmla="*/ 404813 w 2543175"/>
                <a:gd name="connsiteY38" fmla="*/ 295275 h 1890712"/>
                <a:gd name="connsiteX39" fmla="*/ 411957 w 2543175"/>
                <a:gd name="connsiteY39" fmla="*/ 297656 h 1890712"/>
                <a:gd name="connsiteX40" fmla="*/ 421482 w 2543175"/>
                <a:gd name="connsiteY40" fmla="*/ 302419 h 1890712"/>
                <a:gd name="connsiteX41" fmla="*/ 447675 w 2543175"/>
                <a:gd name="connsiteY41" fmla="*/ 307181 h 1890712"/>
                <a:gd name="connsiteX42" fmla="*/ 461963 w 2543175"/>
                <a:gd name="connsiteY42" fmla="*/ 321469 h 1890712"/>
                <a:gd name="connsiteX43" fmla="*/ 466725 w 2543175"/>
                <a:gd name="connsiteY43" fmla="*/ 328612 h 1890712"/>
                <a:gd name="connsiteX44" fmla="*/ 476250 w 2543175"/>
                <a:gd name="connsiteY44" fmla="*/ 335756 h 1890712"/>
                <a:gd name="connsiteX45" fmla="*/ 481013 w 2543175"/>
                <a:gd name="connsiteY45" fmla="*/ 342900 h 1890712"/>
                <a:gd name="connsiteX46" fmla="*/ 490538 w 2543175"/>
                <a:gd name="connsiteY46" fmla="*/ 352425 h 1890712"/>
                <a:gd name="connsiteX47" fmla="*/ 495300 w 2543175"/>
                <a:gd name="connsiteY47" fmla="*/ 359569 h 1890712"/>
                <a:gd name="connsiteX48" fmla="*/ 509588 w 2543175"/>
                <a:gd name="connsiteY48" fmla="*/ 376237 h 1890712"/>
                <a:gd name="connsiteX49" fmla="*/ 514350 w 2543175"/>
                <a:gd name="connsiteY49" fmla="*/ 383381 h 1890712"/>
                <a:gd name="connsiteX50" fmla="*/ 531019 w 2543175"/>
                <a:gd name="connsiteY50" fmla="*/ 397669 h 1890712"/>
                <a:gd name="connsiteX51" fmla="*/ 538163 w 2543175"/>
                <a:gd name="connsiteY51" fmla="*/ 407194 h 1890712"/>
                <a:gd name="connsiteX52" fmla="*/ 554832 w 2543175"/>
                <a:gd name="connsiteY52" fmla="*/ 421481 h 1890712"/>
                <a:gd name="connsiteX53" fmla="*/ 564357 w 2543175"/>
                <a:gd name="connsiteY53" fmla="*/ 431006 h 1890712"/>
                <a:gd name="connsiteX54" fmla="*/ 573882 w 2543175"/>
                <a:gd name="connsiteY54" fmla="*/ 438150 h 1890712"/>
                <a:gd name="connsiteX55" fmla="*/ 595313 w 2543175"/>
                <a:gd name="connsiteY55" fmla="*/ 454819 h 1890712"/>
                <a:gd name="connsiteX56" fmla="*/ 602457 w 2543175"/>
                <a:gd name="connsiteY56" fmla="*/ 457200 h 1890712"/>
                <a:gd name="connsiteX57" fmla="*/ 628650 w 2543175"/>
                <a:gd name="connsiteY57" fmla="*/ 469106 h 1890712"/>
                <a:gd name="connsiteX58" fmla="*/ 645319 w 2543175"/>
                <a:gd name="connsiteY58" fmla="*/ 483394 h 1890712"/>
                <a:gd name="connsiteX59" fmla="*/ 654844 w 2543175"/>
                <a:gd name="connsiteY59" fmla="*/ 488156 h 1890712"/>
                <a:gd name="connsiteX60" fmla="*/ 661988 w 2543175"/>
                <a:gd name="connsiteY60" fmla="*/ 497681 h 1890712"/>
                <a:gd name="connsiteX61" fmla="*/ 683419 w 2543175"/>
                <a:gd name="connsiteY61" fmla="*/ 514350 h 1890712"/>
                <a:gd name="connsiteX62" fmla="*/ 700088 w 2543175"/>
                <a:gd name="connsiteY62" fmla="*/ 526256 h 1890712"/>
                <a:gd name="connsiteX63" fmla="*/ 709613 w 2543175"/>
                <a:gd name="connsiteY63" fmla="*/ 535781 h 1890712"/>
                <a:gd name="connsiteX64" fmla="*/ 719138 w 2543175"/>
                <a:gd name="connsiteY64" fmla="*/ 542925 h 1890712"/>
                <a:gd name="connsiteX65" fmla="*/ 733425 w 2543175"/>
                <a:gd name="connsiteY65" fmla="*/ 557212 h 1890712"/>
                <a:gd name="connsiteX66" fmla="*/ 750094 w 2543175"/>
                <a:gd name="connsiteY66" fmla="*/ 569119 h 1890712"/>
                <a:gd name="connsiteX67" fmla="*/ 769144 w 2543175"/>
                <a:gd name="connsiteY67" fmla="*/ 581025 h 1890712"/>
                <a:gd name="connsiteX68" fmla="*/ 785813 w 2543175"/>
                <a:gd name="connsiteY68" fmla="*/ 590550 h 1890712"/>
                <a:gd name="connsiteX69" fmla="*/ 792957 w 2543175"/>
                <a:gd name="connsiteY69" fmla="*/ 600075 h 1890712"/>
                <a:gd name="connsiteX70" fmla="*/ 809625 w 2543175"/>
                <a:gd name="connsiteY70" fmla="*/ 611981 h 1890712"/>
                <a:gd name="connsiteX71" fmla="*/ 816769 w 2543175"/>
                <a:gd name="connsiteY71" fmla="*/ 619125 h 1890712"/>
                <a:gd name="connsiteX72" fmla="*/ 826294 w 2543175"/>
                <a:gd name="connsiteY72" fmla="*/ 626269 h 1890712"/>
                <a:gd name="connsiteX73" fmla="*/ 840582 w 2543175"/>
                <a:gd name="connsiteY73" fmla="*/ 638175 h 1890712"/>
                <a:gd name="connsiteX74" fmla="*/ 847725 w 2543175"/>
                <a:gd name="connsiteY74" fmla="*/ 645319 h 1890712"/>
                <a:gd name="connsiteX75" fmla="*/ 857250 w 2543175"/>
                <a:gd name="connsiteY75" fmla="*/ 652462 h 1890712"/>
                <a:gd name="connsiteX76" fmla="*/ 864394 w 2543175"/>
                <a:gd name="connsiteY76" fmla="*/ 657225 h 1890712"/>
                <a:gd name="connsiteX77" fmla="*/ 888207 w 2543175"/>
                <a:gd name="connsiteY77" fmla="*/ 676275 h 1890712"/>
                <a:gd name="connsiteX78" fmla="*/ 895350 w 2543175"/>
                <a:gd name="connsiteY78" fmla="*/ 681037 h 1890712"/>
                <a:gd name="connsiteX79" fmla="*/ 907257 w 2543175"/>
                <a:gd name="connsiteY79" fmla="*/ 683419 h 1890712"/>
                <a:gd name="connsiteX80" fmla="*/ 928688 w 2543175"/>
                <a:gd name="connsiteY80" fmla="*/ 695325 h 1890712"/>
                <a:gd name="connsiteX81" fmla="*/ 942975 w 2543175"/>
                <a:gd name="connsiteY81" fmla="*/ 700087 h 1890712"/>
                <a:gd name="connsiteX82" fmla="*/ 964407 w 2543175"/>
                <a:gd name="connsiteY82" fmla="*/ 716756 h 1890712"/>
                <a:gd name="connsiteX83" fmla="*/ 971550 w 2543175"/>
                <a:gd name="connsiteY83" fmla="*/ 723900 h 1890712"/>
                <a:gd name="connsiteX84" fmla="*/ 983457 w 2543175"/>
                <a:gd name="connsiteY84" fmla="*/ 733425 h 1890712"/>
                <a:gd name="connsiteX85" fmla="*/ 990600 w 2543175"/>
                <a:gd name="connsiteY85" fmla="*/ 738187 h 1890712"/>
                <a:gd name="connsiteX86" fmla="*/ 1007269 w 2543175"/>
                <a:gd name="connsiteY86" fmla="*/ 752475 h 1890712"/>
                <a:gd name="connsiteX87" fmla="*/ 1031082 w 2543175"/>
                <a:gd name="connsiteY87" fmla="*/ 766762 h 1890712"/>
                <a:gd name="connsiteX88" fmla="*/ 1042988 w 2543175"/>
                <a:gd name="connsiteY88" fmla="*/ 773906 h 1890712"/>
                <a:gd name="connsiteX89" fmla="*/ 1071563 w 2543175"/>
                <a:gd name="connsiteY89" fmla="*/ 785812 h 1890712"/>
                <a:gd name="connsiteX90" fmla="*/ 1097757 w 2543175"/>
                <a:gd name="connsiteY90" fmla="*/ 807244 h 1890712"/>
                <a:gd name="connsiteX91" fmla="*/ 1104900 w 2543175"/>
                <a:gd name="connsiteY91" fmla="*/ 814387 h 1890712"/>
                <a:gd name="connsiteX92" fmla="*/ 1121569 w 2543175"/>
                <a:gd name="connsiteY92" fmla="*/ 823912 h 1890712"/>
                <a:gd name="connsiteX93" fmla="*/ 1138238 w 2543175"/>
                <a:gd name="connsiteY93" fmla="*/ 835819 h 1890712"/>
                <a:gd name="connsiteX94" fmla="*/ 1147763 w 2543175"/>
                <a:gd name="connsiteY94" fmla="*/ 842962 h 1890712"/>
                <a:gd name="connsiteX95" fmla="*/ 1157288 w 2543175"/>
                <a:gd name="connsiteY95" fmla="*/ 847725 h 1890712"/>
                <a:gd name="connsiteX96" fmla="*/ 1178719 w 2543175"/>
                <a:gd name="connsiteY96" fmla="*/ 859631 h 1890712"/>
                <a:gd name="connsiteX97" fmla="*/ 1188244 w 2543175"/>
                <a:gd name="connsiteY97" fmla="*/ 866775 h 1890712"/>
                <a:gd name="connsiteX98" fmla="*/ 1195388 w 2543175"/>
                <a:gd name="connsiteY98" fmla="*/ 871537 h 1890712"/>
                <a:gd name="connsiteX99" fmla="*/ 1212057 w 2543175"/>
                <a:gd name="connsiteY99" fmla="*/ 883444 h 1890712"/>
                <a:gd name="connsiteX100" fmla="*/ 1226344 w 2543175"/>
                <a:gd name="connsiteY100" fmla="*/ 895350 h 1890712"/>
                <a:gd name="connsiteX101" fmla="*/ 1245394 w 2543175"/>
                <a:gd name="connsiteY101" fmla="*/ 907256 h 1890712"/>
                <a:gd name="connsiteX102" fmla="*/ 1254919 w 2543175"/>
                <a:gd name="connsiteY102" fmla="*/ 914400 h 1890712"/>
                <a:gd name="connsiteX103" fmla="*/ 1269207 w 2543175"/>
                <a:gd name="connsiteY103" fmla="*/ 921544 h 1890712"/>
                <a:gd name="connsiteX104" fmla="*/ 1290638 w 2543175"/>
                <a:gd name="connsiteY104" fmla="*/ 935831 h 1890712"/>
                <a:gd name="connsiteX105" fmla="*/ 1307307 w 2543175"/>
                <a:gd name="connsiteY105" fmla="*/ 952500 h 1890712"/>
                <a:gd name="connsiteX106" fmla="*/ 1333500 w 2543175"/>
                <a:gd name="connsiteY106" fmla="*/ 971550 h 1890712"/>
                <a:gd name="connsiteX107" fmla="*/ 1359694 w 2543175"/>
                <a:gd name="connsiteY107" fmla="*/ 990600 h 1890712"/>
                <a:gd name="connsiteX108" fmla="*/ 1373982 w 2543175"/>
                <a:gd name="connsiteY108" fmla="*/ 997744 h 1890712"/>
                <a:gd name="connsiteX109" fmla="*/ 1388269 w 2543175"/>
                <a:gd name="connsiteY109" fmla="*/ 1007269 h 1890712"/>
                <a:gd name="connsiteX110" fmla="*/ 1414463 w 2543175"/>
                <a:gd name="connsiteY110" fmla="*/ 1019175 h 1890712"/>
                <a:gd name="connsiteX111" fmla="*/ 1428750 w 2543175"/>
                <a:gd name="connsiteY111" fmla="*/ 1026319 h 1890712"/>
                <a:gd name="connsiteX112" fmla="*/ 1471613 w 2543175"/>
                <a:gd name="connsiteY112" fmla="*/ 1059656 h 1890712"/>
                <a:gd name="connsiteX113" fmla="*/ 1495425 w 2543175"/>
                <a:gd name="connsiteY113" fmla="*/ 1088231 h 1890712"/>
                <a:gd name="connsiteX114" fmla="*/ 1559719 w 2543175"/>
                <a:gd name="connsiteY114" fmla="*/ 1121569 h 1890712"/>
                <a:gd name="connsiteX115" fmla="*/ 1550194 w 2543175"/>
                <a:gd name="connsiteY115" fmla="*/ 1135856 h 1890712"/>
                <a:gd name="connsiteX116" fmla="*/ 1597819 w 2543175"/>
                <a:gd name="connsiteY116" fmla="*/ 1154906 h 1890712"/>
                <a:gd name="connsiteX117" fmla="*/ 1604963 w 2543175"/>
                <a:gd name="connsiteY117" fmla="*/ 1162050 h 1890712"/>
                <a:gd name="connsiteX118" fmla="*/ 1612107 w 2543175"/>
                <a:gd name="connsiteY118" fmla="*/ 1166812 h 1890712"/>
                <a:gd name="connsiteX119" fmla="*/ 1628775 w 2543175"/>
                <a:gd name="connsiteY119" fmla="*/ 1183481 h 1890712"/>
                <a:gd name="connsiteX120" fmla="*/ 1662113 w 2543175"/>
                <a:gd name="connsiteY120" fmla="*/ 1209675 h 1890712"/>
                <a:gd name="connsiteX121" fmla="*/ 1678782 w 2543175"/>
                <a:gd name="connsiteY121" fmla="*/ 1226344 h 1890712"/>
                <a:gd name="connsiteX122" fmla="*/ 1700213 w 2543175"/>
                <a:gd name="connsiteY122" fmla="*/ 1247775 h 1890712"/>
                <a:gd name="connsiteX123" fmla="*/ 1712119 w 2543175"/>
                <a:gd name="connsiteY123" fmla="*/ 1259681 h 1890712"/>
                <a:gd name="connsiteX124" fmla="*/ 1733550 w 2543175"/>
                <a:gd name="connsiteY124" fmla="*/ 1273969 h 1890712"/>
                <a:gd name="connsiteX125" fmla="*/ 1743075 w 2543175"/>
                <a:gd name="connsiteY125" fmla="*/ 1283494 h 1890712"/>
                <a:gd name="connsiteX126" fmla="*/ 1754982 w 2543175"/>
                <a:gd name="connsiteY126" fmla="*/ 1290637 h 1890712"/>
                <a:gd name="connsiteX127" fmla="*/ 1766888 w 2543175"/>
                <a:gd name="connsiteY127" fmla="*/ 1300162 h 1890712"/>
                <a:gd name="connsiteX128" fmla="*/ 1783557 w 2543175"/>
                <a:gd name="connsiteY128" fmla="*/ 1307306 h 1890712"/>
                <a:gd name="connsiteX129" fmla="*/ 1790700 w 2543175"/>
                <a:gd name="connsiteY129" fmla="*/ 1312069 h 1890712"/>
                <a:gd name="connsiteX130" fmla="*/ 1800225 w 2543175"/>
                <a:gd name="connsiteY130" fmla="*/ 1319212 h 1890712"/>
                <a:gd name="connsiteX131" fmla="*/ 1807369 w 2543175"/>
                <a:gd name="connsiteY131" fmla="*/ 1321594 h 1890712"/>
                <a:gd name="connsiteX132" fmla="*/ 1824038 w 2543175"/>
                <a:gd name="connsiteY132" fmla="*/ 1333500 h 1890712"/>
                <a:gd name="connsiteX133" fmla="*/ 1843088 w 2543175"/>
                <a:gd name="connsiteY133" fmla="*/ 1352550 h 1890712"/>
                <a:gd name="connsiteX134" fmla="*/ 1852613 w 2543175"/>
                <a:gd name="connsiteY134" fmla="*/ 1359694 h 1890712"/>
                <a:gd name="connsiteX135" fmla="*/ 1859757 w 2543175"/>
                <a:gd name="connsiteY135" fmla="*/ 1366837 h 1890712"/>
                <a:gd name="connsiteX136" fmla="*/ 1869282 w 2543175"/>
                <a:gd name="connsiteY136" fmla="*/ 1371600 h 1890712"/>
                <a:gd name="connsiteX137" fmla="*/ 1883569 w 2543175"/>
                <a:gd name="connsiteY137" fmla="*/ 1388269 h 1890712"/>
                <a:gd name="connsiteX138" fmla="*/ 1893094 w 2543175"/>
                <a:gd name="connsiteY138" fmla="*/ 1395412 h 1890712"/>
                <a:gd name="connsiteX139" fmla="*/ 1902619 w 2543175"/>
                <a:gd name="connsiteY139" fmla="*/ 1404937 h 1890712"/>
                <a:gd name="connsiteX140" fmla="*/ 1912144 w 2543175"/>
                <a:gd name="connsiteY140" fmla="*/ 1409700 h 1890712"/>
                <a:gd name="connsiteX141" fmla="*/ 1931194 w 2543175"/>
                <a:gd name="connsiteY141" fmla="*/ 1421606 h 1890712"/>
                <a:gd name="connsiteX142" fmla="*/ 1935957 w 2543175"/>
                <a:gd name="connsiteY142" fmla="*/ 1428750 h 1890712"/>
                <a:gd name="connsiteX143" fmla="*/ 1952625 w 2543175"/>
                <a:gd name="connsiteY143" fmla="*/ 1438275 h 1890712"/>
                <a:gd name="connsiteX144" fmla="*/ 1971675 w 2543175"/>
                <a:gd name="connsiteY144" fmla="*/ 1450181 h 1890712"/>
                <a:gd name="connsiteX145" fmla="*/ 1981200 w 2543175"/>
                <a:gd name="connsiteY145" fmla="*/ 1454944 h 1890712"/>
                <a:gd name="connsiteX146" fmla="*/ 1997869 w 2543175"/>
                <a:gd name="connsiteY146" fmla="*/ 1471612 h 1890712"/>
                <a:gd name="connsiteX147" fmla="*/ 2007394 w 2543175"/>
                <a:gd name="connsiteY147" fmla="*/ 1478756 h 1890712"/>
                <a:gd name="connsiteX148" fmla="*/ 2016919 w 2543175"/>
                <a:gd name="connsiteY148" fmla="*/ 1483519 h 1890712"/>
                <a:gd name="connsiteX149" fmla="*/ 2024063 w 2543175"/>
                <a:gd name="connsiteY149" fmla="*/ 1490662 h 1890712"/>
                <a:gd name="connsiteX150" fmla="*/ 2033588 w 2543175"/>
                <a:gd name="connsiteY150" fmla="*/ 1495425 h 1890712"/>
                <a:gd name="connsiteX151" fmla="*/ 2040732 w 2543175"/>
                <a:gd name="connsiteY151" fmla="*/ 1502569 h 1890712"/>
                <a:gd name="connsiteX152" fmla="*/ 2047875 w 2543175"/>
                <a:gd name="connsiteY152" fmla="*/ 1507331 h 1890712"/>
                <a:gd name="connsiteX153" fmla="*/ 2057400 w 2543175"/>
                <a:gd name="connsiteY153" fmla="*/ 1514475 h 1890712"/>
                <a:gd name="connsiteX154" fmla="*/ 2064544 w 2543175"/>
                <a:gd name="connsiteY154" fmla="*/ 1519237 h 1890712"/>
                <a:gd name="connsiteX155" fmla="*/ 2071688 w 2543175"/>
                <a:gd name="connsiteY155" fmla="*/ 1526381 h 1890712"/>
                <a:gd name="connsiteX156" fmla="*/ 2081213 w 2543175"/>
                <a:gd name="connsiteY156" fmla="*/ 1531144 h 1890712"/>
                <a:gd name="connsiteX157" fmla="*/ 2090738 w 2543175"/>
                <a:gd name="connsiteY157" fmla="*/ 1538287 h 1890712"/>
                <a:gd name="connsiteX158" fmla="*/ 2109788 w 2543175"/>
                <a:gd name="connsiteY158" fmla="*/ 1547812 h 1890712"/>
                <a:gd name="connsiteX159" fmla="*/ 2131219 w 2543175"/>
                <a:gd name="connsiteY159" fmla="*/ 1562100 h 1890712"/>
                <a:gd name="connsiteX160" fmla="*/ 2140744 w 2543175"/>
                <a:gd name="connsiteY160" fmla="*/ 1566862 h 1890712"/>
                <a:gd name="connsiteX161" fmla="*/ 2152650 w 2543175"/>
                <a:gd name="connsiteY161" fmla="*/ 1576387 h 1890712"/>
                <a:gd name="connsiteX162" fmla="*/ 2181225 w 2543175"/>
                <a:gd name="connsiteY162" fmla="*/ 1590675 h 1890712"/>
                <a:gd name="connsiteX163" fmla="*/ 2200275 w 2543175"/>
                <a:gd name="connsiteY163" fmla="*/ 1607344 h 1890712"/>
                <a:gd name="connsiteX164" fmla="*/ 2207419 w 2543175"/>
                <a:gd name="connsiteY164" fmla="*/ 1612106 h 1890712"/>
                <a:gd name="connsiteX165" fmla="*/ 2216944 w 2543175"/>
                <a:gd name="connsiteY165" fmla="*/ 1619250 h 1890712"/>
                <a:gd name="connsiteX166" fmla="*/ 2224088 w 2543175"/>
                <a:gd name="connsiteY166" fmla="*/ 1624012 h 1890712"/>
                <a:gd name="connsiteX167" fmla="*/ 2247900 w 2543175"/>
                <a:gd name="connsiteY167" fmla="*/ 1643062 h 1890712"/>
                <a:gd name="connsiteX168" fmla="*/ 2255044 w 2543175"/>
                <a:gd name="connsiteY168" fmla="*/ 1650206 h 1890712"/>
                <a:gd name="connsiteX169" fmla="*/ 2281238 w 2543175"/>
                <a:gd name="connsiteY169" fmla="*/ 1664494 h 1890712"/>
                <a:gd name="connsiteX170" fmla="*/ 2297907 w 2543175"/>
                <a:gd name="connsiteY170" fmla="*/ 1674019 h 1890712"/>
                <a:gd name="connsiteX171" fmla="*/ 2305050 w 2543175"/>
                <a:gd name="connsiteY171" fmla="*/ 1678781 h 1890712"/>
                <a:gd name="connsiteX172" fmla="*/ 2312194 w 2543175"/>
                <a:gd name="connsiteY172" fmla="*/ 1685925 h 1890712"/>
                <a:gd name="connsiteX173" fmla="*/ 2321719 w 2543175"/>
                <a:gd name="connsiteY173" fmla="*/ 1690687 h 1890712"/>
                <a:gd name="connsiteX174" fmla="*/ 2328863 w 2543175"/>
                <a:gd name="connsiteY174" fmla="*/ 1697831 h 1890712"/>
                <a:gd name="connsiteX175" fmla="*/ 2350294 w 2543175"/>
                <a:gd name="connsiteY175" fmla="*/ 1712119 h 1890712"/>
                <a:gd name="connsiteX176" fmla="*/ 2359819 w 2543175"/>
                <a:gd name="connsiteY176" fmla="*/ 1719262 h 1890712"/>
                <a:gd name="connsiteX177" fmla="*/ 2369344 w 2543175"/>
                <a:gd name="connsiteY177" fmla="*/ 1724025 h 1890712"/>
                <a:gd name="connsiteX178" fmla="*/ 2376488 w 2543175"/>
                <a:gd name="connsiteY178" fmla="*/ 1731169 h 1890712"/>
                <a:gd name="connsiteX179" fmla="*/ 2402682 w 2543175"/>
                <a:gd name="connsiteY179" fmla="*/ 1747837 h 1890712"/>
                <a:gd name="connsiteX180" fmla="*/ 2450307 w 2543175"/>
                <a:gd name="connsiteY180" fmla="*/ 1769269 h 1890712"/>
                <a:gd name="connsiteX181" fmla="*/ 2466975 w 2543175"/>
                <a:gd name="connsiteY181" fmla="*/ 1783556 h 1890712"/>
                <a:gd name="connsiteX182" fmla="*/ 2481263 w 2543175"/>
                <a:gd name="connsiteY182" fmla="*/ 1795462 h 1890712"/>
                <a:gd name="connsiteX183" fmla="*/ 2486025 w 2543175"/>
                <a:gd name="connsiteY183" fmla="*/ 1802606 h 1890712"/>
                <a:gd name="connsiteX184" fmla="*/ 2493169 w 2543175"/>
                <a:gd name="connsiteY184" fmla="*/ 1807369 h 1890712"/>
                <a:gd name="connsiteX185" fmla="*/ 2495550 w 2543175"/>
                <a:gd name="connsiteY185" fmla="*/ 1816894 h 1890712"/>
                <a:gd name="connsiteX186" fmla="*/ 2497932 w 2543175"/>
                <a:gd name="connsiteY186" fmla="*/ 1824037 h 1890712"/>
                <a:gd name="connsiteX187" fmla="*/ 2514600 w 2543175"/>
                <a:gd name="connsiteY187" fmla="*/ 1850231 h 1890712"/>
                <a:gd name="connsiteX188" fmla="*/ 2519363 w 2543175"/>
                <a:gd name="connsiteY188" fmla="*/ 1857375 h 1890712"/>
                <a:gd name="connsiteX189" fmla="*/ 2540794 w 2543175"/>
                <a:gd name="connsiteY189" fmla="*/ 1883569 h 1890712"/>
                <a:gd name="connsiteX190" fmla="*/ 2543175 w 2543175"/>
                <a:gd name="connsiteY190" fmla="*/ 1890712 h 1890712"/>
                <a:gd name="connsiteX0" fmla="*/ 0 w 2543175"/>
                <a:gd name="connsiteY0" fmla="*/ 0 h 1890712"/>
                <a:gd name="connsiteX1" fmla="*/ 11907 w 2543175"/>
                <a:gd name="connsiteY1" fmla="*/ 11906 h 1890712"/>
                <a:gd name="connsiteX2" fmla="*/ 21432 w 2543175"/>
                <a:gd name="connsiteY2" fmla="*/ 16669 h 1890712"/>
                <a:gd name="connsiteX3" fmla="*/ 23813 w 2543175"/>
                <a:gd name="connsiteY3" fmla="*/ 23812 h 1890712"/>
                <a:gd name="connsiteX4" fmla="*/ 33338 w 2543175"/>
                <a:gd name="connsiteY4" fmla="*/ 33337 h 1890712"/>
                <a:gd name="connsiteX5" fmla="*/ 40482 w 2543175"/>
                <a:gd name="connsiteY5" fmla="*/ 42862 h 1890712"/>
                <a:gd name="connsiteX6" fmla="*/ 47625 w 2543175"/>
                <a:gd name="connsiteY6" fmla="*/ 47625 h 1890712"/>
                <a:gd name="connsiteX7" fmla="*/ 57150 w 2543175"/>
                <a:gd name="connsiteY7" fmla="*/ 54769 h 1890712"/>
                <a:gd name="connsiteX8" fmla="*/ 64294 w 2543175"/>
                <a:gd name="connsiteY8" fmla="*/ 59531 h 1890712"/>
                <a:gd name="connsiteX9" fmla="*/ 83344 w 2543175"/>
                <a:gd name="connsiteY9" fmla="*/ 73819 h 1890712"/>
                <a:gd name="connsiteX10" fmla="*/ 97632 w 2543175"/>
                <a:gd name="connsiteY10" fmla="*/ 80962 h 1890712"/>
                <a:gd name="connsiteX11" fmla="*/ 104775 w 2543175"/>
                <a:gd name="connsiteY11" fmla="*/ 85725 h 1890712"/>
                <a:gd name="connsiteX12" fmla="*/ 114300 w 2543175"/>
                <a:gd name="connsiteY12" fmla="*/ 95250 h 1890712"/>
                <a:gd name="connsiteX13" fmla="*/ 123825 w 2543175"/>
                <a:gd name="connsiteY13" fmla="*/ 97631 h 1890712"/>
                <a:gd name="connsiteX14" fmla="*/ 130969 w 2543175"/>
                <a:gd name="connsiteY14" fmla="*/ 104775 h 1890712"/>
                <a:gd name="connsiteX15" fmla="*/ 140494 w 2543175"/>
                <a:gd name="connsiteY15" fmla="*/ 111919 h 1890712"/>
                <a:gd name="connsiteX16" fmla="*/ 147638 w 2543175"/>
                <a:gd name="connsiteY16" fmla="*/ 116681 h 1890712"/>
                <a:gd name="connsiteX17" fmla="*/ 164307 w 2543175"/>
                <a:gd name="connsiteY17" fmla="*/ 128587 h 1890712"/>
                <a:gd name="connsiteX18" fmla="*/ 180975 w 2543175"/>
                <a:gd name="connsiteY18" fmla="*/ 140494 h 1890712"/>
                <a:gd name="connsiteX19" fmla="*/ 197644 w 2543175"/>
                <a:gd name="connsiteY19" fmla="*/ 152400 h 1890712"/>
                <a:gd name="connsiteX20" fmla="*/ 204788 w 2543175"/>
                <a:gd name="connsiteY20" fmla="*/ 157162 h 1890712"/>
                <a:gd name="connsiteX21" fmla="*/ 214313 w 2543175"/>
                <a:gd name="connsiteY21" fmla="*/ 164306 h 1890712"/>
                <a:gd name="connsiteX22" fmla="*/ 230982 w 2543175"/>
                <a:gd name="connsiteY22" fmla="*/ 180975 h 1890712"/>
                <a:gd name="connsiteX23" fmla="*/ 247650 w 2543175"/>
                <a:gd name="connsiteY23" fmla="*/ 185737 h 1890712"/>
                <a:gd name="connsiteX24" fmla="*/ 259557 w 2543175"/>
                <a:gd name="connsiteY24" fmla="*/ 188119 h 1890712"/>
                <a:gd name="connsiteX25" fmla="*/ 266700 w 2543175"/>
                <a:gd name="connsiteY25" fmla="*/ 190500 h 1890712"/>
                <a:gd name="connsiteX26" fmla="*/ 283369 w 2543175"/>
                <a:gd name="connsiteY26" fmla="*/ 192881 h 1890712"/>
                <a:gd name="connsiteX27" fmla="*/ 302419 w 2543175"/>
                <a:gd name="connsiteY27" fmla="*/ 204787 h 1890712"/>
                <a:gd name="connsiteX28" fmla="*/ 309563 w 2543175"/>
                <a:gd name="connsiteY28" fmla="*/ 209550 h 1890712"/>
                <a:gd name="connsiteX29" fmla="*/ 319088 w 2543175"/>
                <a:gd name="connsiteY29" fmla="*/ 219075 h 1890712"/>
                <a:gd name="connsiteX30" fmla="*/ 333375 w 2543175"/>
                <a:gd name="connsiteY30" fmla="*/ 228600 h 1890712"/>
                <a:gd name="connsiteX31" fmla="*/ 340519 w 2543175"/>
                <a:gd name="connsiteY31" fmla="*/ 233362 h 1890712"/>
                <a:gd name="connsiteX32" fmla="*/ 354807 w 2543175"/>
                <a:gd name="connsiteY32" fmla="*/ 247650 h 1890712"/>
                <a:gd name="connsiteX33" fmla="*/ 366713 w 2543175"/>
                <a:gd name="connsiteY33" fmla="*/ 264319 h 1890712"/>
                <a:gd name="connsiteX34" fmla="*/ 371475 w 2543175"/>
                <a:gd name="connsiteY34" fmla="*/ 271462 h 1890712"/>
                <a:gd name="connsiteX35" fmla="*/ 378619 w 2543175"/>
                <a:gd name="connsiteY35" fmla="*/ 276225 h 1890712"/>
                <a:gd name="connsiteX36" fmla="*/ 385763 w 2543175"/>
                <a:gd name="connsiteY36" fmla="*/ 283369 h 1890712"/>
                <a:gd name="connsiteX37" fmla="*/ 395288 w 2543175"/>
                <a:gd name="connsiteY37" fmla="*/ 288131 h 1890712"/>
                <a:gd name="connsiteX38" fmla="*/ 404813 w 2543175"/>
                <a:gd name="connsiteY38" fmla="*/ 295275 h 1890712"/>
                <a:gd name="connsiteX39" fmla="*/ 411957 w 2543175"/>
                <a:gd name="connsiteY39" fmla="*/ 297656 h 1890712"/>
                <a:gd name="connsiteX40" fmla="*/ 421482 w 2543175"/>
                <a:gd name="connsiteY40" fmla="*/ 302419 h 1890712"/>
                <a:gd name="connsiteX41" fmla="*/ 447675 w 2543175"/>
                <a:gd name="connsiteY41" fmla="*/ 307181 h 1890712"/>
                <a:gd name="connsiteX42" fmla="*/ 461963 w 2543175"/>
                <a:gd name="connsiteY42" fmla="*/ 321469 h 1890712"/>
                <a:gd name="connsiteX43" fmla="*/ 466725 w 2543175"/>
                <a:gd name="connsiteY43" fmla="*/ 328612 h 1890712"/>
                <a:gd name="connsiteX44" fmla="*/ 476250 w 2543175"/>
                <a:gd name="connsiteY44" fmla="*/ 335756 h 1890712"/>
                <a:gd name="connsiteX45" fmla="*/ 481013 w 2543175"/>
                <a:gd name="connsiteY45" fmla="*/ 342900 h 1890712"/>
                <a:gd name="connsiteX46" fmla="*/ 490538 w 2543175"/>
                <a:gd name="connsiteY46" fmla="*/ 352425 h 1890712"/>
                <a:gd name="connsiteX47" fmla="*/ 495300 w 2543175"/>
                <a:gd name="connsiteY47" fmla="*/ 359569 h 1890712"/>
                <a:gd name="connsiteX48" fmla="*/ 509588 w 2543175"/>
                <a:gd name="connsiteY48" fmla="*/ 376237 h 1890712"/>
                <a:gd name="connsiteX49" fmla="*/ 514350 w 2543175"/>
                <a:gd name="connsiteY49" fmla="*/ 383381 h 1890712"/>
                <a:gd name="connsiteX50" fmla="*/ 531019 w 2543175"/>
                <a:gd name="connsiteY50" fmla="*/ 397669 h 1890712"/>
                <a:gd name="connsiteX51" fmla="*/ 538163 w 2543175"/>
                <a:gd name="connsiteY51" fmla="*/ 407194 h 1890712"/>
                <a:gd name="connsiteX52" fmla="*/ 554832 w 2543175"/>
                <a:gd name="connsiteY52" fmla="*/ 421481 h 1890712"/>
                <a:gd name="connsiteX53" fmla="*/ 564357 w 2543175"/>
                <a:gd name="connsiteY53" fmla="*/ 431006 h 1890712"/>
                <a:gd name="connsiteX54" fmla="*/ 573882 w 2543175"/>
                <a:gd name="connsiteY54" fmla="*/ 438150 h 1890712"/>
                <a:gd name="connsiteX55" fmla="*/ 595313 w 2543175"/>
                <a:gd name="connsiteY55" fmla="*/ 454819 h 1890712"/>
                <a:gd name="connsiteX56" fmla="*/ 602457 w 2543175"/>
                <a:gd name="connsiteY56" fmla="*/ 457200 h 1890712"/>
                <a:gd name="connsiteX57" fmla="*/ 628650 w 2543175"/>
                <a:gd name="connsiteY57" fmla="*/ 469106 h 1890712"/>
                <a:gd name="connsiteX58" fmla="*/ 645319 w 2543175"/>
                <a:gd name="connsiteY58" fmla="*/ 483394 h 1890712"/>
                <a:gd name="connsiteX59" fmla="*/ 654844 w 2543175"/>
                <a:gd name="connsiteY59" fmla="*/ 488156 h 1890712"/>
                <a:gd name="connsiteX60" fmla="*/ 661988 w 2543175"/>
                <a:gd name="connsiteY60" fmla="*/ 497681 h 1890712"/>
                <a:gd name="connsiteX61" fmla="*/ 683419 w 2543175"/>
                <a:gd name="connsiteY61" fmla="*/ 514350 h 1890712"/>
                <a:gd name="connsiteX62" fmla="*/ 700088 w 2543175"/>
                <a:gd name="connsiteY62" fmla="*/ 526256 h 1890712"/>
                <a:gd name="connsiteX63" fmla="*/ 709613 w 2543175"/>
                <a:gd name="connsiteY63" fmla="*/ 535781 h 1890712"/>
                <a:gd name="connsiteX64" fmla="*/ 719138 w 2543175"/>
                <a:gd name="connsiteY64" fmla="*/ 542925 h 1890712"/>
                <a:gd name="connsiteX65" fmla="*/ 733425 w 2543175"/>
                <a:gd name="connsiteY65" fmla="*/ 557212 h 1890712"/>
                <a:gd name="connsiteX66" fmla="*/ 750094 w 2543175"/>
                <a:gd name="connsiteY66" fmla="*/ 569119 h 1890712"/>
                <a:gd name="connsiteX67" fmla="*/ 769144 w 2543175"/>
                <a:gd name="connsiteY67" fmla="*/ 581025 h 1890712"/>
                <a:gd name="connsiteX68" fmla="*/ 785813 w 2543175"/>
                <a:gd name="connsiteY68" fmla="*/ 590550 h 1890712"/>
                <a:gd name="connsiteX69" fmla="*/ 792957 w 2543175"/>
                <a:gd name="connsiteY69" fmla="*/ 600075 h 1890712"/>
                <a:gd name="connsiteX70" fmla="*/ 809625 w 2543175"/>
                <a:gd name="connsiteY70" fmla="*/ 611981 h 1890712"/>
                <a:gd name="connsiteX71" fmla="*/ 816769 w 2543175"/>
                <a:gd name="connsiteY71" fmla="*/ 619125 h 1890712"/>
                <a:gd name="connsiteX72" fmla="*/ 826294 w 2543175"/>
                <a:gd name="connsiteY72" fmla="*/ 626269 h 1890712"/>
                <a:gd name="connsiteX73" fmla="*/ 840582 w 2543175"/>
                <a:gd name="connsiteY73" fmla="*/ 638175 h 1890712"/>
                <a:gd name="connsiteX74" fmla="*/ 847725 w 2543175"/>
                <a:gd name="connsiteY74" fmla="*/ 645319 h 1890712"/>
                <a:gd name="connsiteX75" fmla="*/ 857250 w 2543175"/>
                <a:gd name="connsiteY75" fmla="*/ 652462 h 1890712"/>
                <a:gd name="connsiteX76" fmla="*/ 864394 w 2543175"/>
                <a:gd name="connsiteY76" fmla="*/ 657225 h 1890712"/>
                <a:gd name="connsiteX77" fmla="*/ 888207 w 2543175"/>
                <a:gd name="connsiteY77" fmla="*/ 676275 h 1890712"/>
                <a:gd name="connsiteX78" fmla="*/ 895350 w 2543175"/>
                <a:gd name="connsiteY78" fmla="*/ 681037 h 1890712"/>
                <a:gd name="connsiteX79" fmla="*/ 907257 w 2543175"/>
                <a:gd name="connsiteY79" fmla="*/ 683419 h 1890712"/>
                <a:gd name="connsiteX80" fmla="*/ 928688 w 2543175"/>
                <a:gd name="connsiteY80" fmla="*/ 695325 h 1890712"/>
                <a:gd name="connsiteX81" fmla="*/ 942975 w 2543175"/>
                <a:gd name="connsiteY81" fmla="*/ 700087 h 1890712"/>
                <a:gd name="connsiteX82" fmla="*/ 964407 w 2543175"/>
                <a:gd name="connsiteY82" fmla="*/ 716756 h 1890712"/>
                <a:gd name="connsiteX83" fmla="*/ 971550 w 2543175"/>
                <a:gd name="connsiteY83" fmla="*/ 723900 h 1890712"/>
                <a:gd name="connsiteX84" fmla="*/ 983457 w 2543175"/>
                <a:gd name="connsiteY84" fmla="*/ 733425 h 1890712"/>
                <a:gd name="connsiteX85" fmla="*/ 990600 w 2543175"/>
                <a:gd name="connsiteY85" fmla="*/ 738187 h 1890712"/>
                <a:gd name="connsiteX86" fmla="*/ 1007269 w 2543175"/>
                <a:gd name="connsiteY86" fmla="*/ 752475 h 1890712"/>
                <a:gd name="connsiteX87" fmla="*/ 1031082 w 2543175"/>
                <a:gd name="connsiteY87" fmla="*/ 766762 h 1890712"/>
                <a:gd name="connsiteX88" fmla="*/ 1042988 w 2543175"/>
                <a:gd name="connsiteY88" fmla="*/ 773906 h 1890712"/>
                <a:gd name="connsiteX89" fmla="*/ 1071563 w 2543175"/>
                <a:gd name="connsiteY89" fmla="*/ 785812 h 1890712"/>
                <a:gd name="connsiteX90" fmla="*/ 1097757 w 2543175"/>
                <a:gd name="connsiteY90" fmla="*/ 807244 h 1890712"/>
                <a:gd name="connsiteX91" fmla="*/ 1104900 w 2543175"/>
                <a:gd name="connsiteY91" fmla="*/ 814387 h 1890712"/>
                <a:gd name="connsiteX92" fmla="*/ 1121569 w 2543175"/>
                <a:gd name="connsiteY92" fmla="*/ 823912 h 1890712"/>
                <a:gd name="connsiteX93" fmla="*/ 1138238 w 2543175"/>
                <a:gd name="connsiteY93" fmla="*/ 835819 h 1890712"/>
                <a:gd name="connsiteX94" fmla="*/ 1147763 w 2543175"/>
                <a:gd name="connsiteY94" fmla="*/ 842962 h 1890712"/>
                <a:gd name="connsiteX95" fmla="*/ 1157288 w 2543175"/>
                <a:gd name="connsiteY95" fmla="*/ 847725 h 1890712"/>
                <a:gd name="connsiteX96" fmla="*/ 1178719 w 2543175"/>
                <a:gd name="connsiteY96" fmla="*/ 859631 h 1890712"/>
                <a:gd name="connsiteX97" fmla="*/ 1188244 w 2543175"/>
                <a:gd name="connsiteY97" fmla="*/ 866775 h 1890712"/>
                <a:gd name="connsiteX98" fmla="*/ 1195388 w 2543175"/>
                <a:gd name="connsiteY98" fmla="*/ 871537 h 1890712"/>
                <a:gd name="connsiteX99" fmla="*/ 1212057 w 2543175"/>
                <a:gd name="connsiteY99" fmla="*/ 883444 h 1890712"/>
                <a:gd name="connsiteX100" fmla="*/ 1226344 w 2543175"/>
                <a:gd name="connsiteY100" fmla="*/ 895350 h 1890712"/>
                <a:gd name="connsiteX101" fmla="*/ 1245394 w 2543175"/>
                <a:gd name="connsiteY101" fmla="*/ 907256 h 1890712"/>
                <a:gd name="connsiteX102" fmla="*/ 1254919 w 2543175"/>
                <a:gd name="connsiteY102" fmla="*/ 914400 h 1890712"/>
                <a:gd name="connsiteX103" fmla="*/ 1269207 w 2543175"/>
                <a:gd name="connsiteY103" fmla="*/ 921544 h 1890712"/>
                <a:gd name="connsiteX104" fmla="*/ 1290638 w 2543175"/>
                <a:gd name="connsiteY104" fmla="*/ 935831 h 1890712"/>
                <a:gd name="connsiteX105" fmla="*/ 1307307 w 2543175"/>
                <a:gd name="connsiteY105" fmla="*/ 952500 h 1890712"/>
                <a:gd name="connsiteX106" fmla="*/ 1333500 w 2543175"/>
                <a:gd name="connsiteY106" fmla="*/ 971550 h 1890712"/>
                <a:gd name="connsiteX107" fmla="*/ 1359694 w 2543175"/>
                <a:gd name="connsiteY107" fmla="*/ 990600 h 1890712"/>
                <a:gd name="connsiteX108" fmla="*/ 1373982 w 2543175"/>
                <a:gd name="connsiteY108" fmla="*/ 997744 h 1890712"/>
                <a:gd name="connsiteX109" fmla="*/ 1388269 w 2543175"/>
                <a:gd name="connsiteY109" fmla="*/ 1007269 h 1890712"/>
                <a:gd name="connsiteX110" fmla="*/ 1414463 w 2543175"/>
                <a:gd name="connsiteY110" fmla="*/ 1019175 h 1890712"/>
                <a:gd name="connsiteX111" fmla="*/ 1428750 w 2543175"/>
                <a:gd name="connsiteY111" fmla="*/ 1026319 h 1890712"/>
                <a:gd name="connsiteX112" fmla="*/ 1471613 w 2543175"/>
                <a:gd name="connsiteY112" fmla="*/ 1059656 h 1890712"/>
                <a:gd name="connsiteX113" fmla="*/ 1495425 w 2543175"/>
                <a:gd name="connsiteY113" fmla="*/ 1088231 h 1890712"/>
                <a:gd name="connsiteX114" fmla="*/ 1559719 w 2543175"/>
                <a:gd name="connsiteY114" fmla="*/ 1121569 h 1890712"/>
                <a:gd name="connsiteX115" fmla="*/ 1597819 w 2543175"/>
                <a:gd name="connsiteY115" fmla="*/ 1154906 h 1890712"/>
                <a:gd name="connsiteX116" fmla="*/ 1604963 w 2543175"/>
                <a:gd name="connsiteY116" fmla="*/ 1162050 h 1890712"/>
                <a:gd name="connsiteX117" fmla="*/ 1612107 w 2543175"/>
                <a:gd name="connsiteY117" fmla="*/ 1166812 h 1890712"/>
                <a:gd name="connsiteX118" fmla="*/ 1628775 w 2543175"/>
                <a:gd name="connsiteY118" fmla="*/ 1183481 h 1890712"/>
                <a:gd name="connsiteX119" fmla="*/ 1662113 w 2543175"/>
                <a:gd name="connsiteY119" fmla="*/ 1209675 h 1890712"/>
                <a:gd name="connsiteX120" fmla="*/ 1678782 w 2543175"/>
                <a:gd name="connsiteY120" fmla="*/ 1226344 h 1890712"/>
                <a:gd name="connsiteX121" fmla="*/ 1700213 w 2543175"/>
                <a:gd name="connsiteY121" fmla="*/ 1247775 h 1890712"/>
                <a:gd name="connsiteX122" fmla="*/ 1712119 w 2543175"/>
                <a:gd name="connsiteY122" fmla="*/ 1259681 h 1890712"/>
                <a:gd name="connsiteX123" fmla="*/ 1733550 w 2543175"/>
                <a:gd name="connsiteY123" fmla="*/ 1273969 h 1890712"/>
                <a:gd name="connsiteX124" fmla="*/ 1743075 w 2543175"/>
                <a:gd name="connsiteY124" fmla="*/ 1283494 h 1890712"/>
                <a:gd name="connsiteX125" fmla="*/ 1754982 w 2543175"/>
                <a:gd name="connsiteY125" fmla="*/ 1290637 h 1890712"/>
                <a:gd name="connsiteX126" fmla="*/ 1766888 w 2543175"/>
                <a:gd name="connsiteY126" fmla="*/ 1300162 h 1890712"/>
                <a:gd name="connsiteX127" fmla="*/ 1783557 w 2543175"/>
                <a:gd name="connsiteY127" fmla="*/ 1307306 h 1890712"/>
                <a:gd name="connsiteX128" fmla="*/ 1790700 w 2543175"/>
                <a:gd name="connsiteY128" fmla="*/ 1312069 h 1890712"/>
                <a:gd name="connsiteX129" fmla="*/ 1800225 w 2543175"/>
                <a:gd name="connsiteY129" fmla="*/ 1319212 h 1890712"/>
                <a:gd name="connsiteX130" fmla="*/ 1807369 w 2543175"/>
                <a:gd name="connsiteY130" fmla="*/ 1321594 h 1890712"/>
                <a:gd name="connsiteX131" fmla="*/ 1824038 w 2543175"/>
                <a:gd name="connsiteY131" fmla="*/ 1333500 h 1890712"/>
                <a:gd name="connsiteX132" fmla="*/ 1843088 w 2543175"/>
                <a:gd name="connsiteY132" fmla="*/ 1352550 h 1890712"/>
                <a:gd name="connsiteX133" fmla="*/ 1852613 w 2543175"/>
                <a:gd name="connsiteY133" fmla="*/ 1359694 h 1890712"/>
                <a:gd name="connsiteX134" fmla="*/ 1859757 w 2543175"/>
                <a:gd name="connsiteY134" fmla="*/ 1366837 h 1890712"/>
                <a:gd name="connsiteX135" fmla="*/ 1869282 w 2543175"/>
                <a:gd name="connsiteY135" fmla="*/ 1371600 h 1890712"/>
                <a:gd name="connsiteX136" fmla="*/ 1883569 w 2543175"/>
                <a:gd name="connsiteY136" fmla="*/ 1388269 h 1890712"/>
                <a:gd name="connsiteX137" fmla="*/ 1893094 w 2543175"/>
                <a:gd name="connsiteY137" fmla="*/ 1395412 h 1890712"/>
                <a:gd name="connsiteX138" fmla="*/ 1902619 w 2543175"/>
                <a:gd name="connsiteY138" fmla="*/ 1404937 h 1890712"/>
                <a:gd name="connsiteX139" fmla="*/ 1912144 w 2543175"/>
                <a:gd name="connsiteY139" fmla="*/ 1409700 h 1890712"/>
                <a:gd name="connsiteX140" fmla="*/ 1931194 w 2543175"/>
                <a:gd name="connsiteY140" fmla="*/ 1421606 h 1890712"/>
                <a:gd name="connsiteX141" fmla="*/ 1935957 w 2543175"/>
                <a:gd name="connsiteY141" fmla="*/ 1428750 h 1890712"/>
                <a:gd name="connsiteX142" fmla="*/ 1952625 w 2543175"/>
                <a:gd name="connsiteY142" fmla="*/ 1438275 h 1890712"/>
                <a:gd name="connsiteX143" fmla="*/ 1971675 w 2543175"/>
                <a:gd name="connsiteY143" fmla="*/ 1450181 h 1890712"/>
                <a:gd name="connsiteX144" fmla="*/ 1981200 w 2543175"/>
                <a:gd name="connsiteY144" fmla="*/ 1454944 h 1890712"/>
                <a:gd name="connsiteX145" fmla="*/ 1997869 w 2543175"/>
                <a:gd name="connsiteY145" fmla="*/ 1471612 h 1890712"/>
                <a:gd name="connsiteX146" fmla="*/ 2007394 w 2543175"/>
                <a:gd name="connsiteY146" fmla="*/ 1478756 h 1890712"/>
                <a:gd name="connsiteX147" fmla="*/ 2016919 w 2543175"/>
                <a:gd name="connsiteY147" fmla="*/ 1483519 h 1890712"/>
                <a:gd name="connsiteX148" fmla="*/ 2024063 w 2543175"/>
                <a:gd name="connsiteY148" fmla="*/ 1490662 h 1890712"/>
                <a:gd name="connsiteX149" fmla="*/ 2033588 w 2543175"/>
                <a:gd name="connsiteY149" fmla="*/ 1495425 h 1890712"/>
                <a:gd name="connsiteX150" fmla="*/ 2040732 w 2543175"/>
                <a:gd name="connsiteY150" fmla="*/ 1502569 h 1890712"/>
                <a:gd name="connsiteX151" fmla="*/ 2047875 w 2543175"/>
                <a:gd name="connsiteY151" fmla="*/ 1507331 h 1890712"/>
                <a:gd name="connsiteX152" fmla="*/ 2057400 w 2543175"/>
                <a:gd name="connsiteY152" fmla="*/ 1514475 h 1890712"/>
                <a:gd name="connsiteX153" fmla="*/ 2064544 w 2543175"/>
                <a:gd name="connsiteY153" fmla="*/ 1519237 h 1890712"/>
                <a:gd name="connsiteX154" fmla="*/ 2071688 w 2543175"/>
                <a:gd name="connsiteY154" fmla="*/ 1526381 h 1890712"/>
                <a:gd name="connsiteX155" fmla="*/ 2081213 w 2543175"/>
                <a:gd name="connsiteY155" fmla="*/ 1531144 h 1890712"/>
                <a:gd name="connsiteX156" fmla="*/ 2090738 w 2543175"/>
                <a:gd name="connsiteY156" fmla="*/ 1538287 h 1890712"/>
                <a:gd name="connsiteX157" fmla="*/ 2109788 w 2543175"/>
                <a:gd name="connsiteY157" fmla="*/ 1547812 h 1890712"/>
                <a:gd name="connsiteX158" fmla="*/ 2131219 w 2543175"/>
                <a:gd name="connsiteY158" fmla="*/ 1562100 h 1890712"/>
                <a:gd name="connsiteX159" fmla="*/ 2140744 w 2543175"/>
                <a:gd name="connsiteY159" fmla="*/ 1566862 h 1890712"/>
                <a:gd name="connsiteX160" fmla="*/ 2152650 w 2543175"/>
                <a:gd name="connsiteY160" fmla="*/ 1576387 h 1890712"/>
                <a:gd name="connsiteX161" fmla="*/ 2181225 w 2543175"/>
                <a:gd name="connsiteY161" fmla="*/ 1590675 h 1890712"/>
                <a:gd name="connsiteX162" fmla="*/ 2200275 w 2543175"/>
                <a:gd name="connsiteY162" fmla="*/ 1607344 h 1890712"/>
                <a:gd name="connsiteX163" fmla="*/ 2207419 w 2543175"/>
                <a:gd name="connsiteY163" fmla="*/ 1612106 h 1890712"/>
                <a:gd name="connsiteX164" fmla="*/ 2216944 w 2543175"/>
                <a:gd name="connsiteY164" fmla="*/ 1619250 h 1890712"/>
                <a:gd name="connsiteX165" fmla="*/ 2224088 w 2543175"/>
                <a:gd name="connsiteY165" fmla="*/ 1624012 h 1890712"/>
                <a:gd name="connsiteX166" fmla="*/ 2247900 w 2543175"/>
                <a:gd name="connsiteY166" fmla="*/ 1643062 h 1890712"/>
                <a:gd name="connsiteX167" fmla="*/ 2255044 w 2543175"/>
                <a:gd name="connsiteY167" fmla="*/ 1650206 h 1890712"/>
                <a:gd name="connsiteX168" fmla="*/ 2281238 w 2543175"/>
                <a:gd name="connsiteY168" fmla="*/ 1664494 h 1890712"/>
                <a:gd name="connsiteX169" fmla="*/ 2297907 w 2543175"/>
                <a:gd name="connsiteY169" fmla="*/ 1674019 h 1890712"/>
                <a:gd name="connsiteX170" fmla="*/ 2305050 w 2543175"/>
                <a:gd name="connsiteY170" fmla="*/ 1678781 h 1890712"/>
                <a:gd name="connsiteX171" fmla="*/ 2312194 w 2543175"/>
                <a:gd name="connsiteY171" fmla="*/ 1685925 h 1890712"/>
                <a:gd name="connsiteX172" fmla="*/ 2321719 w 2543175"/>
                <a:gd name="connsiteY172" fmla="*/ 1690687 h 1890712"/>
                <a:gd name="connsiteX173" fmla="*/ 2328863 w 2543175"/>
                <a:gd name="connsiteY173" fmla="*/ 1697831 h 1890712"/>
                <a:gd name="connsiteX174" fmla="*/ 2350294 w 2543175"/>
                <a:gd name="connsiteY174" fmla="*/ 1712119 h 1890712"/>
                <a:gd name="connsiteX175" fmla="*/ 2359819 w 2543175"/>
                <a:gd name="connsiteY175" fmla="*/ 1719262 h 1890712"/>
                <a:gd name="connsiteX176" fmla="*/ 2369344 w 2543175"/>
                <a:gd name="connsiteY176" fmla="*/ 1724025 h 1890712"/>
                <a:gd name="connsiteX177" fmla="*/ 2376488 w 2543175"/>
                <a:gd name="connsiteY177" fmla="*/ 1731169 h 1890712"/>
                <a:gd name="connsiteX178" fmla="*/ 2402682 w 2543175"/>
                <a:gd name="connsiteY178" fmla="*/ 1747837 h 1890712"/>
                <a:gd name="connsiteX179" fmla="*/ 2450307 w 2543175"/>
                <a:gd name="connsiteY179" fmla="*/ 1769269 h 1890712"/>
                <a:gd name="connsiteX180" fmla="*/ 2466975 w 2543175"/>
                <a:gd name="connsiteY180" fmla="*/ 1783556 h 1890712"/>
                <a:gd name="connsiteX181" fmla="*/ 2481263 w 2543175"/>
                <a:gd name="connsiteY181" fmla="*/ 1795462 h 1890712"/>
                <a:gd name="connsiteX182" fmla="*/ 2486025 w 2543175"/>
                <a:gd name="connsiteY182" fmla="*/ 1802606 h 1890712"/>
                <a:gd name="connsiteX183" fmla="*/ 2493169 w 2543175"/>
                <a:gd name="connsiteY183" fmla="*/ 1807369 h 1890712"/>
                <a:gd name="connsiteX184" fmla="*/ 2495550 w 2543175"/>
                <a:gd name="connsiteY184" fmla="*/ 1816894 h 1890712"/>
                <a:gd name="connsiteX185" fmla="*/ 2497932 w 2543175"/>
                <a:gd name="connsiteY185" fmla="*/ 1824037 h 1890712"/>
                <a:gd name="connsiteX186" fmla="*/ 2514600 w 2543175"/>
                <a:gd name="connsiteY186" fmla="*/ 1850231 h 1890712"/>
                <a:gd name="connsiteX187" fmla="*/ 2519363 w 2543175"/>
                <a:gd name="connsiteY187" fmla="*/ 1857375 h 1890712"/>
                <a:gd name="connsiteX188" fmla="*/ 2540794 w 2543175"/>
                <a:gd name="connsiteY188" fmla="*/ 1883569 h 1890712"/>
                <a:gd name="connsiteX189" fmla="*/ 2543175 w 2543175"/>
                <a:gd name="connsiteY189" fmla="*/ 1890712 h 1890712"/>
                <a:gd name="connsiteX0" fmla="*/ 0 w 2543175"/>
                <a:gd name="connsiteY0" fmla="*/ 0 h 1890712"/>
                <a:gd name="connsiteX1" fmla="*/ 11907 w 2543175"/>
                <a:gd name="connsiteY1" fmla="*/ 11906 h 1890712"/>
                <a:gd name="connsiteX2" fmla="*/ 21432 w 2543175"/>
                <a:gd name="connsiteY2" fmla="*/ 16669 h 1890712"/>
                <a:gd name="connsiteX3" fmla="*/ 23813 w 2543175"/>
                <a:gd name="connsiteY3" fmla="*/ 23812 h 1890712"/>
                <a:gd name="connsiteX4" fmla="*/ 33338 w 2543175"/>
                <a:gd name="connsiteY4" fmla="*/ 33337 h 1890712"/>
                <a:gd name="connsiteX5" fmla="*/ 40482 w 2543175"/>
                <a:gd name="connsiteY5" fmla="*/ 42862 h 1890712"/>
                <a:gd name="connsiteX6" fmla="*/ 47625 w 2543175"/>
                <a:gd name="connsiteY6" fmla="*/ 47625 h 1890712"/>
                <a:gd name="connsiteX7" fmla="*/ 57150 w 2543175"/>
                <a:gd name="connsiteY7" fmla="*/ 54769 h 1890712"/>
                <a:gd name="connsiteX8" fmla="*/ 64294 w 2543175"/>
                <a:gd name="connsiteY8" fmla="*/ 59531 h 1890712"/>
                <a:gd name="connsiteX9" fmla="*/ 83344 w 2543175"/>
                <a:gd name="connsiteY9" fmla="*/ 73819 h 1890712"/>
                <a:gd name="connsiteX10" fmla="*/ 97632 w 2543175"/>
                <a:gd name="connsiteY10" fmla="*/ 80962 h 1890712"/>
                <a:gd name="connsiteX11" fmla="*/ 104775 w 2543175"/>
                <a:gd name="connsiteY11" fmla="*/ 85725 h 1890712"/>
                <a:gd name="connsiteX12" fmla="*/ 114300 w 2543175"/>
                <a:gd name="connsiteY12" fmla="*/ 95250 h 1890712"/>
                <a:gd name="connsiteX13" fmla="*/ 123825 w 2543175"/>
                <a:gd name="connsiteY13" fmla="*/ 97631 h 1890712"/>
                <a:gd name="connsiteX14" fmla="*/ 130969 w 2543175"/>
                <a:gd name="connsiteY14" fmla="*/ 104775 h 1890712"/>
                <a:gd name="connsiteX15" fmla="*/ 140494 w 2543175"/>
                <a:gd name="connsiteY15" fmla="*/ 111919 h 1890712"/>
                <a:gd name="connsiteX16" fmla="*/ 147638 w 2543175"/>
                <a:gd name="connsiteY16" fmla="*/ 116681 h 1890712"/>
                <a:gd name="connsiteX17" fmla="*/ 164307 w 2543175"/>
                <a:gd name="connsiteY17" fmla="*/ 128587 h 1890712"/>
                <a:gd name="connsiteX18" fmla="*/ 180975 w 2543175"/>
                <a:gd name="connsiteY18" fmla="*/ 140494 h 1890712"/>
                <a:gd name="connsiteX19" fmla="*/ 197644 w 2543175"/>
                <a:gd name="connsiteY19" fmla="*/ 152400 h 1890712"/>
                <a:gd name="connsiteX20" fmla="*/ 204788 w 2543175"/>
                <a:gd name="connsiteY20" fmla="*/ 157162 h 1890712"/>
                <a:gd name="connsiteX21" fmla="*/ 214313 w 2543175"/>
                <a:gd name="connsiteY21" fmla="*/ 164306 h 1890712"/>
                <a:gd name="connsiteX22" fmla="*/ 230982 w 2543175"/>
                <a:gd name="connsiteY22" fmla="*/ 180975 h 1890712"/>
                <a:gd name="connsiteX23" fmla="*/ 247650 w 2543175"/>
                <a:gd name="connsiteY23" fmla="*/ 185737 h 1890712"/>
                <a:gd name="connsiteX24" fmla="*/ 259557 w 2543175"/>
                <a:gd name="connsiteY24" fmla="*/ 188119 h 1890712"/>
                <a:gd name="connsiteX25" fmla="*/ 266700 w 2543175"/>
                <a:gd name="connsiteY25" fmla="*/ 190500 h 1890712"/>
                <a:gd name="connsiteX26" fmla="*/ 283369 w 2543175"/>
                <a:gd name="connsiteY26" fmla="*/ 192881 h 1890712"/>
                <a:gd name="connsiteX27" fmla="*/ 302419 w 2543175"/>
                <a:gd name="connsiteY27" fmla="*/ 204787 h 1890712"/>
                <a:gd name="connsiteX28" fmla="*/ 309563 w 2543175"/>
                <a:gd name="connsiteY28" fmla="*/ 209550 h 1890712"/>
                <a:gd name="connsiteX29" fmla="*/ 319088 w 2543175"/>
                <a:gd name="connsiteY29" fmla="*/ 219075 h 1890712"/>
                <a:gd name="connsiteX30" fmla="*/ 333375 w 2543175"/>
                <a:gd name="connsiteY30" fmla="*/ 228600 h 1890712"/>
                <a:gd name="connsiteX31" fmla="*/ 340519 w 2543175"/>
                <a:gd name="connsiteY31" fmla="*/ 233362 h 1890712"/>
                <a:gd name="connsiteX32" fmla="*/ 354807 w 2543175"/>
                <a:gd name="connsiteY32" fmla="*/ 247650 h 1890712"/>
                <a:gd name="connsiteX33" fmla="*/ 366713 w 2543175"/>
                <a:gd name="connsiteY33" fmla="*/ 264319 h 1890712"/>
                <a:gd name="connsiteX34" fmla="*/ 371475 w 2543175"/>
                <a:gd name="connsiteY34" fmla="*/ 271462 h 1890712"/>
                <a:gd name="connsiteX35" fmla="*/ 378619 w 2543175"/>
                <a:gd name="connsiteY35" fmla="*/ 276225 h 1890712"/>
                <a:gd name="connsiteX36" fmla="*/ 385763 w 2543175"/>
                <a:gd name="connsiteY36" fmla="*/ 283369 h 1890712"/>
                <a:gd name="connsiteX37" fmla="*/ 395288 w 2543175"/>
                <a:gd name="connsiteY37" fmla="*/ 288131 h 1890712"/>
                <a:gd name="connsiteX38" fmla="*/ 404813 w 2543175"/>
                <a:gd name="connsiteY38" fmla="*/ 295275 h 1890712"/>
                <a:gd name="connsiteX39" fmla="*/ 411957 w 2543175"/>
                <a:gd name="connsiteY39" fmla="*/ 297656 h 1890712"/>
                <a:gd name="connsiteX40" fmla="*/ 421482 w 2543175"/>
                <a:gd name="connsiteY40" fmla="*/ 302419 h 1890712"/>
                <a:gd name="connsiteX41" fmla="*/ 447675 w 2543175"/>
                <a:gd name="connsiteY41" fmla="*/ 307181 h 1890712"/>
                <a:gd name="connsiteX42" fmla="*/ 461963 w 2543175"/>
                <a:gd name="connsiteY42" fmla="*/ 321469 h 1890712"/>
                <a:gd name="connsiteX43" fmla="*/ 466725 w 2543175"/>
                <a:gd name="connsiteY43" fmla="*/ 328612 h 1890712"/>
                <a:gd name="connsiteX44" fmla="*/ 476250 w 2543175"/>
                <a:gd name="connsiteY44" fmla="*/ 335756 h 1890712"/>
                <a:gd name="connsiteX45" fmla="*/ 481013 w 2543175"/>
                <a:gd name="connsiteY45" fmla="*/ 342900 h 1890712"/>
                <a:gd name="connsiteX46" fmla="*/ 490538 w 2543175"/>
                <a:gd name="connsiteY46" fmla="*/ 352425 h 1890712"/>
                <a:gd name="connsiteX47" fmla="*/ 495300 w 2543175"/>
                <a:gd name="connsiteY47" fmla="*/ 359569 h 1890712"/>
                <a:gd name="connsiteX48" fmla="*/ 509588 w 2543175"/>
                <a:gd name="connsiteY48" fmla="*/ 376237 h 1890712"/>
                <a:gd name="connsiteX49" fmla="*/ 514350 w 2543175"/>
                <a:gd name="connsiteY49" fmla="*/ 383381 h 1890712"/>
                <a:gd name="connsiteX50" fmla="*/ 531019 w 2543175"/>
                <a:gd name="connsiteY50" fmla="*/ 397669 h 1890712"/>
                <a:gd name="connsiteX51" fmla="*/ 538163 w 2543175"/>
                <a:gd name="connsiteY51" fmla="*/ 407194 h 1890712"/>
                <a:gd name="connsiteX52" fmla="*/ 554832 w 2543175"/>
                <a:gd name="connsiteY52" fmla="*/ 421481 h 1890712"/>
                <a:gd name="connsiteX53" fmla="*/ 564357 w 2543175"/>
                <a:gd name="connsiteY53" fmla="*/ 431006 h 1890712"/>
                <a:gd name="connsiteX54" fmla="*/ 573882 w 2543175"/>
                <a:gd name="connsiteY54" fmla="*/ 438150 h 1890712"/>
                <a:gd name="connsiteX55" fmla="*/ 595313 w 2543175"/>
                <a:gd name="connsiteY55" fmla="*/ 454819 h 1890712"/>
                <a:gd name="connsiteX56" fmla="*/ 602457 w 2543175"/>
                <a:gd name="connsiteY56" fmla="*/ 457200 h 1890712"/>
                <a:gd name="connsiteX57" fmla="*/ 628650 w 2543175"/>
                <a:gd name="connsiteY57" fmla="*/ 469106 h 1890712"/>
                <a:gd name="connsiteX58" fmla="*/ 645319 w 2543175"/>
                <a:gd name="connsiteY58" fmla="*/ 483394 h 1890712"/>
                <a:gd name="connsiteX59" fmla="*/ 654844 w 2543175"/>
                <a:gd name="connsiteY59" fmla="*/ 488156 h 1890712"/>
                <a:gd name="connsiteX60" fmla="*/ 661988 w 2543175"/>
                <a:gd name="connsiteY60" fmla="*/ 497681 h 1890712"/>
                <a:gd name="connsiteX61" fmla="*/ 683419 w 2543175"/>
                <a:gd name="connsiteY61" fmla="*/ 514350 h 1890712"/>
                <a:gd name="connsiteX62" fmla="*/ 700088 w 2543175"/>
                <a:gd name="connsiteY62" fmla="*/ 526256 h 1890712"/>
                <a:gd name="connsiteX63" fmla="*/ 709613 w 2543175"/>
                <a:gd name="connsiteY63" fmla="*/ 535781 h 1890712"/>
                <a:gd name="connsiteX64" fmla="*/ 719138 w 2543175"/>
                <a:gd name="connsiteY64" fmla="*/ 542925 h 1890712"/>
                <a:gd name="connsiteX65" fmla="*/ 733425 w 2543175"/>
                <a:gd name="connsiteY65" fmla="*/ 557212 h 1890712"/>
                <a:gd name="connsiteX66" fmla="*/ 750094 w 2543175"/>
                <a:gd name="connsiteY66" fmla="*/ 569119 h 1890712"/>
                <a:gd name="connsiteX67" fmla="*/ 769144 w 2543175"/>
                <a:gd name="connsiteY67" fmla="*/ 581025 h 1890712"/>
                <a:gd name="connsiteX68" fmla="*/ 785813 w 2543175"/>
                <a:gd name="connsiteY68" fmla="*/ 590550 h 1890712"/>
                <a:gd name="connsiteX69" fmla="*/ 792957 w 2543175"/>
                <a:gd name="connsiteY69" fmla="*/ 600075 h 1890712"/>
                <a:gd name="connsiteX70" fmla="*/ 809625 w 2543175"/>
                <a:gd name="connsiteY70" fmla="*/ 611981 h 1890712"/>
                <a:gd name="connsiteX71" fmla="*/ 816769 w 2543175"/>
                <a:gd name="connsiteY71" fmla="*/ 619125 h 1890712"/>
                <a:gd name="connsiteX72" fmla="*/ 826294 w 2543175"/>
                <a:gd name="connsiteY72" fmla="*/ 626269 h 1890712"/>
                <a:gd name="connsiteX73" fmla="*/ 840582 w 2543175"/>
                <a:gd name="connsiteY73" fmla="*/ 638175 h 1890712"/>
                <a:gd name="connsiteX74" fmla="*/ 847725 w 2543175"/>
                <a:gd name="connsiteY74" fmla="*/ 645319 h 1890712"/>
                <a:gd name="connsiteX75" fmla="*/ 857250 w 2543175"/>
                <a:gd name="connsiteY75" fmla="*/ 652462 h 1890712"/>
                <a:gd name="connsiteX76" fmla="*/ 864394 w 2543175"/>
                <a:gd name="connsiteY76" fmla="*/ 657225 h 1890712"/>
                <a:gd name="connsiteX77" fmla="*/ 888207 w 2543175"/>
                <a:gd name="connsiteY77" fmla="*/ 676275 h 1890712"/>
                <a:gd name="connsiteX78" fmla="*/ 895350 w 2543175"/>
                <a:gd name="connsiteY78" fmla="*/ 681037 h 1890712"/>
                <a:gd name="connsiteX79" fmla="*/ 907257 w 2543175"/>
                <a:gd name="connsiteY79" fmla="*/ 683419 h 1890712"/>
                <a:gd name="connsiteX80" fmla="*/ 928688 w 2543175"/>
                <a:gd name="connsiteY80" fmla="*/ 695325 h 1890712"/>
                <a:gd name="connsiteX81" fmla="*/ 942975 w 2543175"/>
                <a:gd name="connsiteY81" fmla="*/ 700087 h 1890712"/>
                <a:gd name="connsiteX82" fmla="*/ 964407 w 2543175"/>
                <a:gd name="connsiteY82" fmla="*/ 716756 h 1890712"/>
                <a:gd name="connsiteX83" fmla="*/ 971550 w 2543175"/>
                <a:gd name="connsiteY83" fmla="*/ 723900 h 1890712"/>
                <a:gd name="connsiteX84" fmla="*/ 983457 w 2543175"/>
                <a:gd name="connsiteY84" fmla="*/ 733425 h 1890712"/>
                <a:gd name="connsiteX85" fmla="*/ 990600 w 2543175"/>
                <a:gd name="connsiteY85" fmla="*/ 738187 h 1890712"/>
                <a:gd name="connsiteX86" fmla="*/ 1007269 w 2543175"/>
                <a:gd name="connsiteY86" fmla="*/ 752475 h 1890712"/>
                <a:gd name="connsiteX87" fmla="*/ 1031082 w 2543175"/>
                <a:gd name="connsiteY87" fmla="*/ 766762 h 1890712"/>
                <a:gd name="connsiteX88" fmla="*/ 1042988 w 2543175"/>
                <a:gd name="connsiteY88" fmla="*/ 773906 h 1890712"/>
                <a:gd name="connsiteX89" fmla="*/ 1071563 w 2543175"/>
                <a:gd name="connsiteY89" fmla="*/ 785812 h 1890712"/>
                <a:gd name="connsiteX90" fmla="*/ 1097757 w 2543175"/>
                <a:gd name="connsiteY90" fmla="*/ 807244 h 1890712"/>
                <a:gd name="connsiteX91" fmla="*/ 1104900 w 2543175"/>
                <a:gd name="connsiteY91" fmla="*/ 814387 h 1890712"/>
                <a:gd name="connsiteX92" fmla="*/ 1121569 w 2543175"/>
                <a:gd name="connsiteY92" fmla="*/ 823912 h 1890712"/>
                <a:gd name="connsiteX93" fmla="*/ 1138238 w 2543175"/>
                <a:gd name="connsiteY93" fmla="*/ 835819 h 1890712"/>
                <a:gd name="connsiteX94" fmla="*/ 1147763 w 2543175"/>
                <a:gd name="connsiteY94" fmla="*/ 842962 h 1890712"/>
                <a:gd name="connsiteX95" fmla="*/ 1157288 w 2543175"/>
                <a:gd name="connsiteY95" fmla="*/ 847725 h 1890712"/>
                <a:gd name="connsiteX96" fmla="*/ 1178719 w 2543175"/>
                <a:gd name="connsiteY96" fmla="*/ 859631 h 1890712"/>
                <a:gd name="connsiteX97" fmla="*/ 1188244 w 2543175"/>
                <a:gd name="connsiteY97" fmla="*/ 866775 h 1890712"/>
                <a:gd name="connsiteX98" fmla="*/ 1195388 w 2543175"/>
                <a:gd name="connsiteY98" fmla="*/ 871537 h 1890712"/>
                <a:gd name="connsiteX99" fmla="*/ 1212057 w 2543175"/>
                <a:gd name="connsiteY99" fmla="*/ 883444 h 1890712"/>
                <a:gd name="connsiteX100" fmla="*/ 1226344 w 2543175"/>
                <a:gd name="connsiteY100" fmla="*/ 895350 h 1890712"/>
                <a:gd name="connsiteX101" fmla="*/ 1245394 w 2543175"/>
                <a:gd name="connsiteY101" fmla="*/ 907256 h 1890712"/>
                <a:gd name="connsiteX102" fmla="*/ 1254919 w 2543175"/>
                <a:gd name="connsiteY102" fmla="*/ 914400 h 1890712"/>
                <a:gd name="connsiteX103" fmla="*/ 1269207 w 2543175"/>
                <a:gd name="connsiteY103" fmla="*/ 921544 h 1890712"/>
                <a:gd name="connsiteX104" fmla="*/ 1290638 w 2543175"/>
                <a:gd name="connsiteY104" fmla="*/ 935831 h 1890712"/>
                <a:gd name="connsiteX105" fmla="*/ 1307307 w 2543175"/>
                <a:gd name="connsiteY105" fmla="*/ 952500 h 1890712"/>
                <a:gd name="connsiteX106" fmla="*/ 1333500 w 2543175"/>
                <a:gd name="connsiteY106" fmla="*/ 971550 h 1890712"/>
                <a:gd name="connsiteX107" fmla="*/ 1359694 w 2543175"/>
                <a:gd name="connsiteY107" fmla="*/ 990600 h 1890712"/>
                <a:gd name="connsiteX108" fmla="*/ 1373982 w 2543175"/>
                <a:gd name="connsiteY108" fmla="*/ 997744 h 1890712"/>
                <a:gd name="connsiteX109" fmla="*/ 1388269 w 2543175"/>
                <a:gd name="connsiteY109" fmla="*/ 1007269 h 1890712"/>
                <a:gd name="connsiteX110" fmla="*/ 1414463 w 2543175"/>
                <a:gd name="connsiteY110" fmla="*/ 1019175 h 1890712"/>
                <a:gd name="connsiteX111" fmla="*/ 1428750 w 2543175"/>
                <a:gd name="connsiteY111" fmla="*/ 1026319 h 1890712"/>
                <a:gd name="connsiteX112" fmla="*/ 1471613 w 2543175"/>
                <a:gd name="connsiteY112" fmla="*/ 1059656 h 1890712"/>
                <a:gd name="connsiteX113" fmla="*/ 1495425 w 2543175"/>
                <a:gd name="connsiteY113" fmla="*/ 1088231 h 1890712"/>
                <a:gd name="connsiteX114" fmla="*/ 1547812 w 2543175"/>
                <a:gd name="connsiteY114" fmla="*/ 1133475 h 1890712"/>
                <a:gd name="connsiteX115" fmla="*/ 1597819 w 2543175"/>
                <a:gd name="connsiteY115" fmla="*/ 1154906 h 1890712"/>
                <a:gd name="connsiteX116" fmla="*/ 1604963 w 2543175"/>
                <a:gd name="connsiteY116" fmla="*/ 1162050 h 1890712"/>
                <a:gd name="connsiteX117" fmla="*/ 1612107 w 2543175"/>
                <a:gd name="connsiteY117" fmla="*/ 1166812 h 1890712"/>
                <a:gd name="connsiteX118" fmla="*/ 1628775 w 2543175"/>
                <a:gd name="connsiteY118" fmla="*/ 1183481 h 1890712"/>
                <a:gd name="connsiteX119" fmla="*/ 1662113 w 2543175"/>
                <a:gd name="connsiteY119" fmla="*/ 1209675 h 1890712"/>
                <a:gd name="connsiteX120" fmla="*/ 1678782 w 2543175"/>
                <a:gd name="connsiteY120" fmla="*/ 1226344 h 1890712"/>
                <a:gd name="connsiteX121" fmla="*/ 1700213 w 2543175"/>
                <a:gd name="connsiteY121" fmla="*/ 1247775 h 1890712"/>
                <a:gd name="connsiteX122" fmla="*/ 1712119 w 2543175"/>
                <a:gd name="connsiteY122" fmla="*/ 1259681 h 1890712"/>
                <a:gd name="connsiteX123" fmla="*/ 1733550 w 2543175"/>
                <a:gd name="connsiteY123" fmla="*/ 1273969 h 1890712"/>
                <a:gd name="connsiteX124" fmla="*/ 1743075 w 2543175"/>
                <a:gd name="connsiteY124" fmla="*/ 1283494 h 1890712"/>
                <a:gd name="connsiteX125" fmla="*/ 1754982 w 2543175"/>
                <a:gd name="connsiteY125" fmla="*/ 1290637 h 1890712"/>
                <a:gd name="connsiteX126" fmla="*/ 1766888 w 2543175"/>
                <a:gd name="connsiteY126" fmla="*/ 1300162 h 1890712"/>
                <a:gd name="connsiteX127" fmla="*/ 1783557 w 2543175"/>
                <a:gd name="connsiteY127" fmla="*/ 1307306 h 1890712"/>
                <a:gd name="connsiteX128" fmla="*/ 1790700 w 2543175"/>
                <a:gd name="connsiteY128" fmla="*/ 1312069 h 1890712"/>
                <a:gd name="connsiteX129" fmla="*/ 1800225 w 2543175"/>
                <a:gd name="connsiteY129" fmla="*/ 1319212 h 1890712"/>
                <a:gd name="connsiteX130" fmla="*/ 1807369 w 2543175"/>
                <a:gd name="connsiteY130" fmla="*/ 1321594 h 1890712"/>
                <a:gd name="connsiteX131" fmla="*/ 1824038 w 2543175"/>
                <a:gd name="connsiteY131" fmla="*/ 1333500 h 1890712"/>
                <a:gd name="connsiteX132" fmla="*/ 1843088 w 2543175"/>
                <a:gd name="connsiteY132" fmla="*/ 1352550 h 1890712"/>
                <a:gd name="connsiteX133" fmla="*/ 1852613 w 2543175"/>
                <a:gd name="connsiteY133" fmla="*/ 1359694 h 1890712"/>
                <a:gd name="connsiteX134" fmla="*/ 1859757 w 2543175"/>
                <a:gd name="connsiteY134" fmla="*/ 1366837 h 1890712"/>
                <a:gd name="connsiteX135" fmla="*/ 1869282 w 2543175"/>
                <a:gd name="connsiteY135" fmla="*/ 1371600 h 1890712"/>
                <a:gd name="connsiteX136" fmla="*/ 1883569 w 2543175"/>
                <a:gd name="connsiteY136" fmla="*/ 1388269 h 1890712"/>
                <a:gd name="connsiteX137" fmla="*/ 1893094 w 2543175"/>
                <a:gd name="connsiteY137" fmla="*/ 1395412 h 1890712"/>
                <a:gd name="connsiteX138" fmla="*/ 1902619 w 2543175"/>
                <a:gd name="connsiteY138" fmla="*/ 1404937 h 1890712"/>
                <a:gd name="connsiteX139" fmla="*/ 1912144 w 2543175"/>
                <a:gd name="connsiteY139" fmla="*/ 1409700 h 1890712"/>
                <a:gd name="connsiteX140" fmla="*/ 1931194 w 2543175"/>
                <a:gd name="connsiteY140" fmla="*/ 1421606 h 1890712"/>
                <a:gd name="connsiteX141" fmla="*/ 1935957 w 2543175"/>
                <a:gd name="connsiteY141" fmla="*/ 1428750 h 1890712"/>
                <a:gd name="connsiteX142" fmla="*/ 1952625 w 2543175"/>
                <a:gd name="connsiteY142" fmla="*/ 1438275 h 1890712"/>
                <a:gd name="connsiteX143" fmla="*/ 1971675 w 2543175"/>
                <a:gd name="connsiteY143" fmla="*/ 1450181 h 1890712"/>
                <a:gd name="connsiteX144" fmla="*/ 1981200 w 2543175"/>
                <a:gd name="connsiteY144" fmla="*/ 1454944 h 1890712"/>
                <a:gd name="connsiteX145" fmla="*/ 1997869 w 2543175"/>
                <a:gd name="connsiteY145" fmla="*/ 1471612 h 1890712"/>
                <a:gd name="connsiteX146" fmla="*/ 2007394 w 2543175"/>
                <a:gd name="connsiteY146" fmla="*/ 1478756 h 1890712"/>
                <a:gd name="connsiteX147" fmla="*/ 2016919 w 2543175"/>
                <a:gd name="connsiteY147" fmla="*/ 1483519 h 1890712"/>
                <a:gd name="connsiteX148" fmla="*/ 2024063 w 2543175"/>
                <a:gd name="connsiteY148" fmla="*/ 1490662 h 1890712"/>
                <a:gd name="connsiteX149" fmla="*/ 2033588 w 2543175"/>
                <a:gd name="connsiteY149" fmla="*/ 1495425 h 1890712"/>
                <a:gd name="connsiteX150" fmla="*/ 2040732 w 2543175"/>
                <a:gd name="connsiteY150" fmla="*/ 1502569 h 1890712"/>
                <a:gd name="connsiteX151" fmla="*/ 2047875 w 2543175"/>
                <a:gd name="connsiteY151" fmla="*/ 1507331 h 1890712"/>
                <a:gd name="connsiteX152" fmla="*/ 2057400 w 2543175"/>
                <a:gd name="connsiteY152" fmla="*/ 1514475 h 1890712"/>
                <a:gd name="connsiteX153" fmla="*/ 2064544 w 2543175"/>
                <a:gd name="connsiteY153" fmla="*/ 1519237 h 1890712"/>
                <a:gd name="connsiteX154" fmla="*/ 2071688 w 2543175"/>
                <a:gd name="connsiteY154" fmla="*/ 1526381 h 1890712"/>
                <a:gd name="connsiteX155" fmla="*/ 2081213 w 2543175"/>
                <a:gd name="connsiteY155" fmla="*/ 1531144 h 1890712"/>
                <a:gd name="connsiteX156" fmla="*/ 2090738 w 2543175"/>
                <a:gd name="connsiteY156" fmla="*/ 1538287 h 1890712"/>
                <a:gd name="connsiteX157" fmla="*/ 2109788 w 2543175"/>
                <a:gd name="connsiteY157" fmla="*/ 1547812 h 1890712"/>
                <a:gd name="connsiteX158" fmla="*/ 2131219 w 2543175"/>
                <a:gd name="connsiteY158" fmla="*/ 1562100 h 1890712"/>
                <a:gd name="connsiteX159" fmla="*/ 2140744 w 2543175"/>
                <a:gd name="connsiteY159" fmla="*/ 1566862 h 1890712"/>
                <a:gd name="connsiteX160" fmla="*/ 2152650 w 2543175"/>
                <a:gd name="connsiteY160" fmla="*/ 1576387 h 1890712"/>
                <a:gd name="connsiteX161" fmla="*/ 2181225 w 2543175"/>
                <a:gd name="connsiteY161" fmla="*/ 1590675 h 1890712"/>
                <a:gd name="connsiteX162" fmla="*/ 2200275 w 2543175"/>
                <a:gd name="connsiteY162" fmla="*/ 1607344 h 1890712"/>
                <a:gd name="connsiteX163" fmla="*/ 2207419 w 2543175"/>
                <a:gd name="connsiteY163" fmla="*/ 1612106 h 1890712"/>
                <a:gd name="connsiteX164" fmla="*/ 2216944 w 2543175"/>
                <a:gd name="connsiteY164" fmla="*/ 1619250 h 1890712"/>
                <a:gd name="connsiteX165" fmla="*/ 2224088 w 2543175"/>
                <a:gd name="connsiteY165" fmla="*/ 1624012 h 1890712"/>
                <a:gd name="connsiteX166" fmla="*/ 2247900 w 2543175"/>
                <a:gd name="connsiteY166" fmla="*/ 1643062 h 1890712"/>
                <a:gd name="connsiteX167" fmla="*/ 2255044 w 2543175"/>
                <a:gd name="connsiteY167" fmla="*/ 1650206 h 1890712"/>
                <a:gd name="connsiteX168" fmla="*/ 2281238 w 2543175"/>
                <a:gd name="connsiteY168" fmla="*/ 1664494 h 1890712"/>
                <a:gd name="connsiteX169" fmla="*/ 2297907 w 2543175"/>
                <a:gd name="connsiteY169" fmla="*/ 1674019 h 1890712"/>
                <a:gd name="connsiteX170" fmla="*/ 2305050 w 2543175"/>
                <a:gd name="connsiteY170" fmla="*/ 1678781 h 1890712"/>
                <a:gd name="connsiteX171" fmla="*/ 2312194 w 2543175"/>
                <a:gd name="connsiteY171" fmla="*/ 1685925 h 1890712"/>
                <a:gd name="connsiteX172" fmla="*/ 2321719 w 2543175"/>
                <a:gd name="connsiteY172" fmla="*/ 1690687 h 1890712"/>
                <a:gd name="connsiteX173" fmla="*/ 2328863 w 2543175"/>
                <a:gd name="connsiteY173" fmla="*/ 1697831 h 1890712"/>
                <a:gd name="connsiteX174" fmla="*/ 2350294 w 2543175"/>
                <a:gd name="connsiteY174" fmla="*/ 1712119 h 1890712"/>
                <a:gd name="connsiteX175" fmla="*/ 2359819 w 2543175"/>
                <a:gd name="connsiteY175" fmla="*/ 1719262 h 1890712"/>
                <a:gd name="connsiteX176" fmla="*/ 2369344 w 2543175"/>
                <a:gd name="connsiteY176" fmla="*/ 1724025 h 1890712"/>
                <a:gd name="connsiteX177" fmla="*/ 2376488 w 2543175"/>
                <a:gd name="connsiteY177" fmla="*/ 1731169 h 1890712"/>
                <a:gd name="connsiteX178" fmla="*/ 2402682 w 2543175"/>
                <a:gd name="connsiteY178" fmla="*/ 1747837 h 1890712"/>
                <a:gd name="connsiteX179" fmla="*/ 2450307 w 2543175"/>
                <a:gd name="connsiteY179" fmla="*/ 1769269 h 1890712"/>
                <a:gd name="connsiteX180" fmla="*/ 2466975 w 2543175"/>
                <a:gd name="connsiteY180" fmla="*/ 1783556 h 1890712"/>
                <a:gd name="connsiteX181" fmla="*/ 2481263 w 2543175"/>
                <a:gd name="connsiteY181" fmla="*/ 1795462 h 1890712"/>
                <a:gd name="connsiteX182" fmla="*/ 2486025 w 2543175"/>
                <a:gd name="connsiteY182" fmla="*/ 1802606 h 1890712"/>
                <a:gd name="connsiteX183" fmla="*/ 2493169 w 2543175"/>
                <a:gd name="connsiteY183" fmla="*/ 1807369 h 1890712"/>
                <a:gd name="connsiteX184" fmla="*/ 2495550 w 2543175"/>
                <a:gd name="connsiteY184" fmla="*/ 1816894 h 1890712"/>
                <a:gd name="connsiteX185" fmla="*/ 2497932 w 2543175"/>
                <a:gd name="connsiteY185" fmla="*/ 1824037 h 1890712"/>
                <a:gd name="connsiteX186" fmla="*/ 2514600 w 2543175"/>
                <a:gd name="connsiteY186" fmla="*/ 1850231 h 1890712"/>
                <a:gd name="connsiteX187" fmla="*/ 2519363 w 2543175"/>
                <a:gd name="connsiteY187" fmla="*/ 1857375 h 1890712"/>
                <a:gd name="connsiteX188" fmla="*/ 2540794 w 2543175"/>
                <a:gd name="connsiteY188" fmla="*/ 1883569 h 1890712"/>
                <a:gd name="connsiteX189" fmla="*/ 2543175 w 2543175"/>
                <a:gd name="connsiteY189" fmla="*/ 1890712 h 1890712"/>
                <a:gd name="connsiteX0" fmla="*/ 0 w 2543175"/>
                <a:gd name="connsiteY0" fmla="*/ 0 h 1890712"/>
                <a:gd name="connsiteX1" fmla="*/ 11907 w 2543175"/>
                <a:gd name="connsiteY1" fmla="*/ 11906 h 1890712"/>
                <a:gd name="connsiteX2" fmla="*/ 21432 w 2543175"/>
                <a:gd name="connsiteY2" fmla="*/ 16669 h 1890712"/>
                <a:gd name="connsiteX3" fmla="*/ 23813 w 2543175"/>
                <a:gd name="connsiteY3" fmla="*/ 23812 h 1890712"/>
                <a:gd name="connsiteX4" fmla="*/ 33338 w 2543175"/>
                <a:gd name="connsiteY4" fmla="*/ 33337 h 1890712"/>
                <a:gd name="connsiteX5" fmla="*/ 40482 w 2543175"/>
                <a:gd name="connsiteY5" fmla="*/ 42862 h 1890712"/>
                <a:gd name="connsiteX6" fmla="*/ 47625 w 2543175"/>
                <a:gd name="connsiteY6" fmla="*/ 47625 h 1890712"/>
                <a:gd name="connsiteX7" fmla="*/ 57150 w 2543175"/>
                <a:gd name="connsiteY7" fmla="*/ 54769 h 1890712"/>
                <a:gd name="connsiteX8" fmla="*/ 64294 w 2543175"/>
                <a:gd name="connsiteY8" fmla="*/ 59531 h 1890712"/>
                <a:gd name="connsiteX9" fmla="*/ 83344 w 2543175"/>
                <a:gd name="connsiteY9" fmla="*/ 73819 h 1890712"/>
                <a:gd name="connsiteX10" fmla="*/ 97632 w 2543175"/>
                <a:gd name="connsiteY10" fmla="*/ 80962 h 1890712"/>
                <a:gd name="connsiteX11" fmla="*/ 104775 w 2543175"/>
                <a:gd name="connsiteY11" fmla="*/ 85725 h 1890712"/>
                <a:gd name="connsiteX12" fmla="*/ 114300 w 2543175"/>
                <a:gd name="connsiteY12" fmla="*/ 95250 h 1890712"/>
                <a:gd name="connsiteX13" fmla="*/ 123825 w 2543175"/>
                <a:gd name="connsiteY13" fmla="*/ 97631 h 1890712"/>
                <a:gd name="connsiteX14" fmla="*/ 130969 w 2543175"/>
                <a:gd name="connsiteY14" fmla="*/ 104775 h 1890712"/>
                <a:gd name="connsiteX15" fmla="*/ 140494 w 2543175"/>
                <a:gd name="connsiteY15" fmla="*/ 111919 h 1890712"/>
                <a:gd name="connsiteX16" fmla="*/ 147638 w 2543175"/>
                <a:gd name="connsiteY16" fmla="*/ 116681 h 1890712"/>
                <a:gd name="connsiteX17" fmla="*/ 164307 w 2543175"/>
                <a:gd name="connsiteY17" fmla="*/ 128587 h 1890712"/>
                <a:gd name="connsiteX18" fmla="*/ 180975 w 2543175"/>
                <a:gd name="connsiteY18" fmla="*/ 140494 h 1890712"/>
                <a:gd name="connsiteX19" fmla="*/ 197644 w 2543175"/>
                <a:gd name="connsiteY19" fmla="*/ 152400 h 1890712"/>
                <a:gd name="connsiteX20" fmla="*/ 204788 w 2543175"/>
                <a:gd name="connsiteY20" fmla="*/ 157162 h 1890712"/>
                <a:gd name="connsiteX21" fmla="*/ 214313 w 2543175"/>
                <a:gd name="connsiteY21" fmla="*/ 164306 h 1890712"/>
                <a:gd name="connsiteX22" fmla="*/ 230982 w 2543175"/>
                <a:gd name="connsiteY22" fmla="*/ 180975 h 1890712"/>
                <a:gd name="connsiteX23" fmla="*/ 247650 w 2543175"/>
                <a:gd name="connsiteY23" fmla="*/ 185737 h 1890712"/>
                <a:gd name="connsiteX24" fmla="*/ 259557 w 2543175"/>
                <a:gd name="connsiteY24" fmla="*/ 188119 h 1890712"/>
                <a:gd name="connsiteX25" fmla="*/ 266700 w 2543175"/>
                <a:gd name="connsiteY25" fmla="*/ 190500 h 1890712"/>
                <a:gd name="connsiteX26" fmla="*/ 283369 w 2543175"/>
                <a:gd name="connsiteY26" fmla="*/ 192881 h 1890712"/>
                <a:gd name="connsiteX27" fmla="*/ 302419 w 2543175"/>
                <a:gd name="connsiteY27" fmla="*/ 204787 h 1890712"/>
                <a:gd name="connsiteX28" fmla="*/ 309563 w 2543175"/>
                <a:gd name="connsiteY28" fmla="*/ 209550 h 1890712"/>
                <a:gd name="connsiteX29" fmla="*/ 319088 w 2543175"/>
                <a:gd name="connsiteY29" fmla="*/ 219075 h 1890712"/>
                <a:gd name="connsiteX30" fmla="*/ 333375 w 2543175"/>
                <a:gd name="connsiteY30" fmla="*/ 228600 h 1890712"/>
                <a:gd name="connsiteX31" fmla="*/ 340519 w 2543175"/>
                <a:gd name="connsiteY31" fmla="*/ 233362 h 1890712"/>
                <a:gd name="connsiteX32" fmla="*/ 354807 w 2543175"/>
                <a:gd name="connsiteY32" fmla="*/ 247650 h 1890712"/>
                <a:gd name="connsiteX33" fmla="*/ 366713 w 2543175"/>
                <a:gd name="connsiteY33" fmla="*/ 264319 h 1890712"/>
                <a:gd name="connsiteX34" fmla="*/ 371475 w 2543175"/>
                <a:gd name="connsiteY34" fmla="*/ 271462 h 1890712"/>
                <a:gd name="connsiteX35" fmla="*/ 378619 w 2543175"/>
                <a:gd name="connsiteY35" fmla="*/ 276225 h 1890712"/>
                <a:gd name="connsiteX36" fmla="*/ 385763 w 2543175"/>
                <a:gd name="connsiteY36" fmla="*/ 283369 h 1890712"/>
                <a:gd name="connsiteX37" fmla="*/ 395288 w 2543175"/>
                <a:gd name="connsiteY37" fmla="*/ 288131 h 1890712"/>
                <a:gd name="connsiteX38" fmla="*/ 404813 w 2543175"/>
                <a:gd name="connsiteY38" fmla="*/ 295275 h 1890712"/>
                <a:gd name="connsiteX39" fmla="*/ 411957 w 2543175"/>
                <a:gd name="connsiteY39" fmla="*/ 297656 h 1890712"/>
                <a:gd name="connsiteX40" fmla="*/ 421482 w 2543175"/>
                <a:gd name="connsiteY40" fmla="*/ 302419 h 1890712"/>
                <a:gd name="connsiteX41" fmla="*/ 447675 w 2543175"/>
                <a:gd name="connsiteY41" fmla="*/ 307181 h 1890712"/>
                <a:gd name="connsiteX42" fmla="*/ 461963 w 2543175"/>
                <a:gd name="connsiteY42" fmla="*/ 321469 h 1890712"/>
                <a:gd name="connsiteX43" fmla="*/ 466725 w 2543175"/>
                <a:gd name="connsiteY43" fmla="*/ 328612 h 1890712"/>
                <a:gd name="connsiteX44" fmla="*/ 476250 w 2543175"/>
                <a:gd name="connsiteY44" fmla="*/ 335756 h 1890712"/>
                <a:gd name="connsiteX45" fmla="*/ 481013 w 2543175"/>
                <a:gd name="connsiteY45" fmla="*/ 342900 h 1890712"/>
                <a:gd name="connsiteX46" fmla="*/ 490538 w 2543175"/>
                <a:gd name="connsiteY46" fmla="*/ 352425 h 1890712"/>
                <a:gd name="connsiteX47" fmla="*/ 495300 w 2543175"/>
                <a:gd name="connsiteY47" fmla="*/ 359569 h 1890712"/>
                <a:gd name="connsiteX48" fmla="*/ 509588 w 2543175"/>
                <a:gd name="connsiteY48" fmla="*/ 376237 h 1890712"/>
                <a:gd name="connsiteX49" fmla="*/ 514350 w 2543175"/>
                <a:gd name="connsiteY49" fmla="*/ 383381 h 1890712"/>
                <a:gd name="connsiteX50" fmla="*/ 531019 w 2543175"/>
                <a:gd name="connsiteY50" fmla="*/ 397669 h 1890712"/>
                <a:gd name="connsiteX51" fmla="*/ 538163 w 2543175"/>
                <a:gd name="connsiteY51" fmla="*/ 407194 h 1890712"/>
                <a:gd name="connsiteX52" fmla="*/ 554832 w 2543175"/>
                <a:gd name="connsiteY52" fmla="*/ 421481 h 1890712"/>
                <a:gd name="connsiteX53" fmla="*/ 564357 w 2543175"/>
                <a:gd name="connsiteY53" fmla="*/ 431006 h 1890712"/>
                <a:gd name="connsiteX54" fmla="*/ 573882 w 2543175"/>
                <a:gd name="connsiteY54" fmla="*/ 438150 h 1890712"/>
                <a:gd name="connsiteX55" fmla="*/ 595313 w 2543175"/>
                <a:gd name="connsiteY55" fmla="*/ 454819 h 1890712"/>
                <a:gd name="connsiteX56" fmla="*/ 602457 w 2543175"/>
                <a:gd name="connsiteY56" fmla="*/ 457200 h 1890712"/>
                <a:gd name="connsiteX57" fmla="*/ 628650 w 2543175"/>
                <a:gd name="connsiteY57" fmla="*/ 469106 h 1890712"/>
                <a:gd name="connsiteX58" fmla="*/ 645319 w 2543175"/>
                <a:gd name="connsiteY58" fmla="*/ 483394 h 1890712"/>
                <a:gd name="connsiteX59" fmla="*/ 654844 w 2543175"/>
                <a:gd name="connsiteY59" fmla="*/ 488156 h 1890712"/>
                <a:gd name="connsiteX60" fmla="*/ 661988 w 2543175"/>
                <a:gd name="connsiteY60" fmla="*/ 497681 h 1890712"/>
                <a:gd name="connsiteX61" fmla="*/ 683419 w 2543175"/>
                <a:gd name="connsiteY61" fmla="*/ 514350 h 1890712"/>
                <a:gd name="connsiteX62" fmla="*/ 700088 w 2543175"/>
                <a:gd name="connsiteY62" fmla="*/ 526256 h 1890712"/>
                <a:gd name="connsiteX63" fmla="*/ 709613 w 2543175"/>
                <a:gd name="connsiteY63" fmla="*/ 535781 h 1890712"/>
                <a:gd name="connsiteX64" fmla="*/ 719138 w 2543175"/>
                <a:gd name="connsiteY64" fmla="*/ 542925 h 1890712"/>
                <a:gd name="connsiteX65" fmla="*/ 733425 w 2543175"/>
                <a:gd name="connsiteY65" fmla="*/ 557212 h 1890712"/>
                <a:gd name="connsiteX66" fmla="*/ 750094 w 2543175"/>
                <a:gd name="connsiteY66" fmla="*/ 569119 h 1890712"/>
                <a:gd name="connsiteX67" fmla="*/ 769144 w 2543175"/>
                <a:gd name="connsiteY67" fmla="*/ 581025 h 1890712"/>
                <a:gd name="connsiteX68" fmla="*/ 785813 w 2543175"/>
                <a:gd name="connsiteY68" fmla="*/ 590550 h 1890712"/>
                <a:gd name="connsiteX69" fmla="*/ 792957 w 2543175"/>
                <a:gd name="connsiteY69" fmla="*/ 600075 h 1890712"/>
                <a:gd name="connsiteX70" fmla="*/ 809625 w 2543175"/>
                <a:gd name="connsiteY70" fmla="*/ 611981 h 1890712"/>
                <a:gd name="connsiteX71" fmla="*/ 816769 w 2543175"/>
                <a:gd name="connsiteY71" fmla="*/ 619125 h 1890712"/>
                <a:gd name="connsiteX72" fmla="*/ 826294 w 2543175"/>
                <a:gd name="connsiteY72" fmla="*/ 626269 h 1890712"/>
                <a:gd name="connsiteX73" fmla="*/ 840582 w 2543175"/>
                <a:gd name="connsiteY73" fmla="*/ 638175 h 1890712"/>
                <a:gd name="connsiteX74" fmla="*/ 847725 w 2543175"/>
                <a:gd name="connsiteY74" fmla="*/ 645319 h 1890712"/>
                <a:gd name="connsiteX75" fmla="*/ 857250 w 2543175"/>
                <a:gd name="connsiteY75" fmla="*/ 652462 h 1890712"/>
                <a:gd name="connsiteX76" fmla="*/ 864394 w 2543175"/>
                <a:gd name="connsiteY76" fmla="*/ 657225 h 1890712"/>
                <a:gd name="connsiteX77" fmla="*/ 888207 w 2543175"/>
                <a:gd name="connsiteY77" fmla="*/ 676275 h 1890712"/>
                <a:gd name="connsiteX78" fmla="*/ 895350 w 2543175"/>
                <a:gd name="connsiteY78" fmla="*/ 681037 h 1890712"/>
                <a:gd name="connsiteX79" fmla="*/ 907257 w 2543175"/>
                <a:gd name="connsiteY79" fmla="*/ 683419 h 1890712"/>
                <a:gd name="connsiteX80" fmla="*/ 928688 w 2543175"/>
                <a:gd name="connsiteY80" fmla="*/ 695325 h 1890712"/>
                <a:gd name="connsiteX81" fmla="*/ 942975 w 2543175"/>
                <a:gd name="connsiteY81" fmla="*/ 700087 h 1890712"/>
                <a:gd name="connsiteX82" fmla="*/ 964407 w 2543175"/>
                <a:gd name="connsiteY82" fmla="*/ 716756 h 1890712"/>
                <a:gd name="connsiteX83" fmla="*/ 971550 w 2543175"/>
                <a:gd name="connsiteY83" fmla="*/ 723900 h 1890712"/>
                <a:gd name="connsiteX84" fmla="*/ 983457 w 2543175"/>
                <a:gd name="connsiteY84" fmla="*/ 733425 h 1890712"/>
                <a:gd name="connsiteX85" fmla="*/ 990600 w 2543175"/>
                <a:gd name="connsiteY85" fmla="*/ 738187 h 1890712"/>
                <a:gd name="connsiteX86" fmla="*/ 1007269 w 2543175"/>
                <a:gd name="connsiteY86" fmla="*/ 752475 h 1890712"/>
                <a:gd name="connsiteX87" fmla="*/ 1031082 w 2543175"/>
                <a:gd name="connsiteY87" fmla="*/ 766762 h 1890712"/>
                <a:gd name="connsiteX88" fmla="*/ 1042988 w 2543175"/>
                <a:gd name="connsiteY88" fmla="*/ 773906 h 1890712"/>
                <a:gd name="connsiteX89" fmla="*/ 1071563 w 2543175"/>
                <a:gd name="connsiteY89" fmla="*/ 785812 h 1890712"/>
                <a:gd name="connsiteX90" fmla="*/ 1097757 w 2543175"/>
                <a:gd name="connsiteY90" fmla="*/ 807244 h 1890712"/>
                <a:gd name="connsiteX91" fmla="*/ 1104900 w 2543175"/>
                <a:gd name="connsiteY91" fmla="*/ 814387 h 1890712"/>
                <a:gd name="connsiteX92" fmla="*/ 1121569 w 2543175"/>
                <a:gd name="connsiteY92" fmla="*/ 823912 h 1890712"/>
                <a:gd name="connsiteX93" fmla="*/ 1138238 w 2543175"/>
                <a:gd name="connsiteY93" fmla="*/ 835819 h 1890712"/>
                <a:gd name="connsiteX94" fmla="*/ 1147763 w 2543175"/>
                <a:gd name="connsiteY94" fmla="*/ 842962 h 1890712"/>
                <a:gd name="connsiteX95" fmla="*/ 1157288 w 2543175"/>
                <a:gd name="connsiteY95" fmla="*/ 847725 h 1890712"/>
                <a:gd name="connsiteX96" fmla="*/ 1178719 w 2543175"/>
                <a:gd name="connsiteY96" fmla="*/ 859631 h 1890712"/>
                <a:gd name="connsiteX97" fmla="*/ 1188244 w 2543175"/>
                <a:gd name="connsiteY97" fmla="*/ 866775 h 1890712"/>
                <a:gd name="connsiteX98" fmla="*/ 1195388 w 2543175"/>
                <a:gd name="connsiteY98" fmla="*/ 871537 h 1890712"/>
                <a:gd name="connsiteX99" fmla="*/ 1212057 w 2543175"/>
                <a:gd name="connsiteY99" fmla="*/ 883444 h 1890712"/>
                <a:gd name="connsiteX100" fmla="*/ 1226344 w 2543175"/>
                <a:gd name="connsiteY100" fmla="*/ 895350 h 1890712"/>
                <a:gd name="connsiteX101" fmla="*/ 1245394 w 2543175"/>
                <a:gd name="connsiteY101" fmla="*/ 907256 h 1890712"/>
                <a:gd name="connsiteX102" fmla="*/ 1254919 w 2543175"/>
                <a:gd name="connsiteY102" fmla="*/ 914400 h 1890712"/>
                <a:gd name="connsiteX103" fmla="*/ 1269207 w 2543175"/>
                <a:gd name="connsiteY103" fmla="*/ 921544 h 1890712"/>
                <a:gd name="connsiteX104" fmla="*/ 1290638 w 2543175"/>
                <a:gd name="connsiteY104" fmla="*/ 935831 h 1890712"/>
                <a:gd name="connsiteX105" fmla="*/ 1307307 w 2543175"/>
                <a:gd name="connsiteY105" fmla="*/ 952500 h 1890712"/>
                <a:gd name="connsiteX106" fmla="*/ 1333500 w 2543175"/>
                <a:gd name="connsiteY106" fmla="*/ 971550 h 1890712"/>
                <a:gd name="connsiteX107" fmla="*/ 1359694 w 2543175"/>
                <a:gd name="connsiteY107" fmla="*/ 990600 h 1890712"/>
                <a:gd name="connsiteX108" fmla="*/ 1373982 w 2543175"/>
                <a:gd name="connsiteY108" fmla="*/ 997744 h 1890712"/>
                <a:gd name="connsiteX109" fmla="*/ 1388269 w 2543175"/>
                <a:gd name="connsiteY109" fmla="*/ 1007269 h 1890712"/>
                <a:gd name="connsiteX110" fmla="*/ 1414463 w 2543175"/>
                <a:gd name="connsiteY110" fmla="*/ 1019175 h 1890712"/>
                <a:gd name="connsiteX111" fmla="*/ 1428750 w 2543175"/>
                <a:gd name="connsiteY111" fmla="*/ 1026319 h 1890712"/>
                <a:gd name="connsiteX112" fmla="*/ 1471613 w 2543175"/>
                <a:gd name="connsiteY112" fmla="*/ 1059656 h 1890712"/>
                <a:gd name="connsiteX113" fmla="*/ 1495425 w 2543175"/>
                <a:gd name="connsiteY113" fmla="*/ 1088231 h 1890712"/>
                <a:gd name="connsiteX114" fmla="*/ 1547812 w 2543175"/>
                <a:gd name="connsiteY114" fmla="*/ 1133475 h 1890712"/>
                <a:gd name="connsiteX115" fmla="*/ 1597819 w 2543175"/>
                <a:gd name="connsiteY115" fmla="*/ 1154906 h 1890712"/>
                <a:gd name="connsiteX116" fmla="*/ 1604963 w 2543175"/>
                <a:gd name="connsiteY116" fmla="*/ 1162050 h 1890712"/>
                <a:gd name="connsiteX117" fmla="*/ 1612107 w 2543175"/>
                <a:gd name="connsiteY117" fmla="*/ 1166812 h 1890712"/>
                <a:gd name="connsiteX118" fmla="*/ 1628775 w 2543175"/>
                <a:gd name="connsiteY118" fmla="*/ 1183481 h 1890712"/>
                <a:gd name="connsiteX119" fmla="*/ 1662113 w 2543175"/>
                <a:gd name="connsiteY119" fmla="*/ 1209675 h 1890712"/>
                <a:gd name="connsiteX120" fmla="*/ 1678782 w 2543175"/>
                <a:gd name="connsiteY120" fmla="*/ 1226344 h 1890712"/>
                <a:gd name="connsiteX121" fmla="*/ 1700213 w 2543175"/>
                <a:gd name="connsiteY121" fmla="*/ 1247775 h 1890712"/>
                <a:gd name="connsiteX122" fmla="*/ 1712119 w 2543175"/>
                <a:gd name="connsiteY122" fmla="*/ 1259681 h 1890712"/>
                <a:gd name="connsiteX123" fmla="*/ 1733550 w 2543175"/>
                <a:gd name="connsiteY123" fmla="*/ 1273969 h 1890712"/>
                <a:gd name="connsiteX124" fmla="*/ 1743075 w 2543175"/>
                <a:gd name="connsiteY124" fmla="*/ 1283494 h 1890712"/>
                <a:gd name="connsiteX125" fmla="*/ 1754982 w 2543175"/>
                <a:gd name="connsiteY125" fmla="*/ 1290637 h 1890712"/>
                <a:gd name="connsiteX126" fmla="*/ 1766888 w 2543175"/>
                <a:gd name="connsiteY126" fmla="*/ 1300162 h 1890712"/>
                <a:gd name="connsiteX127" fmla="*/ 1783557 w 2543175"/>
                <a:gd name="connsiteY127" fmla="*/ 1307306 h 1890712"/>
                <a:gd name="connsiteX128" fmla="*/ 1790700 w 2543175"/>
                <a:gd name="connsiteY128" fmla="*/ 1312069 h 1890712"/>
                <a:gd name="connsiteX129" fmla="*/ 1800225 w 2543175"/>
                <a:gd name="connsiteY129" fmla="*/ 1319212 h 1890712"/>
                <a:gd name="connsiteX130" fmla="*/ 1807369 w 2543175"/>
                <a:gd name="connsiteY130" fmla="*/ 1321594 h 1890712"/>
                <a:gd name="connsiteX131" fmla="*/ 1824038 w 2543175"/>
                <a:gd name="connsiteY131" fmla="*/ 1333500 h 1890712"/>
                <a:gd name="connsiteX132" fmla="*/ 1843088 w 2543175"/>
                <a:gd name="connsiteY132" fmla="*/ 1352550 h 1890712"/>
                <a:gd name="connsiteX133" fmla="*/ 1852613 w 2543175"/>
                <a:gd name="connsiteY133" fmla="*/ 1359694 h 1890712"/>
                <a:gd name="connsiteX134" fmla="*/ 1859757 w 2543175"/>
                <a:gd name="connsiteY134" fmla="*/ 1366837 h 1890712"/>
                <a:gd name="connsiteX135" fmla="*/ 1869282 w 2543175"/>
                <a:gd name="connsiteY135" fmla="*/ 1371600 h 1890712"/>
                <a:gd name="connsiteX136" fmla="*/ 1883569 w 2543175"/>
                <a:gd name="connsiteY136" fmla="*/ 1388269 h 1890712"/>
                <a:gd name="connsiteX137" fmla="*/ 1893094 w 2543175"/>
                <a:gd name="connsiteY137" fmla="*/ 1395412 h 1890712"/>
                <a:gd name="connsiteX138" fmla="*/ 1902619 w 2543175"/>
                <a:gd name="connsiteY138" fmla="*/ 1404937 h 1890712"/>
                <a:gd name="connsiteX139" fmla="*/ 1912144 w 2543175"/>
                <a:gd name="connsiteY139" fmla="*/ 1409700 h 1890712"/>
                <a:gd name="connsiteX140" fmla="*/ 1931194 w 2543175"/>
                <a:gd name="connsiteY140" fmla="*/ 1421606 h 1890712"/>
                <a:gd name="connsiteX141" fmla="*/ 1935957 w 2543175"/>
                <a:gd name="connsiteY141" fmla="*/ 1428750 h 1890712"/>
                <a:gd name="connsiteX142" fmla="*/ 1952625 w 2543175"/>
                <a:gd name="connsiteY142" fmla="*/ 1438275 h 1890712"/>
                <a:gd name="connsiteX143" fmla="*/ 1971675 w 2543175"/>
                <a:gd name="connsiteY143" fmla="*/ 1450181 h 1890712"/>
                <a:gd name="connsiteX144" fmla="*/ 1981200 w 2543175"/>
                <a:gd name="connsiteY144" fmla="*/ 1454944 h 1890712"/>
                <a:gd name="connsiteX145" fmla="*/ 1997869 w 2543175"/>
                <a:gd name="connsiteY145" fmla="*/ 1471612 h 1890712"/>
                <a:gd name="connsiteX146" fmla="*/ 2007394 w 2543175"/>
                <a:gd name="connsiteY146" fmla="*/ 1478756 h 1890712"/>
                <a:gd name="connsiteX147" fmla="*/ 2016919 w 2543175"/>
                <a:gd name="connsiteY147" fmla="*/ 1483519 h 1890712"/>
                <a:gd name="connsiteX148" fmla="*/ 2024063 w 2543175"/>
                <a:gd name="connsiteY148" fmla="*/ 1490662 h 1890712"/>
                <a:gd name="connsiteX149" fmla="*/ 2033588 w 2543175"/>
                <a:gd name="connsiteY149" fmla="*/ 1495425 h 1890712"/>
                <a:gd name="connsiteX150" fmla="*/ 2040732 w 2543175"/>
                <a:gd name="connsiteY150" fmla="*/ 1502569 h 1890712"/>
                <a:gd name="connsiteX151" fmla="*/ 2047875 w 2543175"/>
                <a:gd name="connsiteY151" fmla="*/ 1507331 h 1890712"/>
                <a:gd name="connsiteX152" fmla="*/ 2057400 w 2543175"/>
                <a:gd name="connsiteY152" fmla="*/ 1514475 h 1890712"/>
                <a:gd name="connsiteX153" fmla="*/ 2064544 w 2543175"/>
                <a:gd name="connsiteY153" fmla="*/ 1519237 h 1890712"/>
                <a:gd name="connsiteX154" fmla="*/ 2071688 w 2543175"/>
                <a:gd name="connsiteY154" fmla="*/ 1526381 h 1890712"/>
                <a:gd name="connsiteX155" fmla="*/ 2081213 w 2543175"/>
                <a:gd name="connsiteY155" fmla="*/ 1531144 h 1890712"/>
                <a:gd name="connsiteX156" fmla="*/ 2090738 w 2543175"/>
                <a:gd name="connsiteY156" fmla="*/ 1538287 h 1890712"/>
                <a:gd name="connsiteX157" fmla="*/ 2109788 w 2543175"/>
                <a:gd name="connsiteY157" fmla="*/ 1547812 h 1890712"/>
                <a:gd name="connsiteX158" fmla="*/ 2131219 w 2543175"/>
                <a:gd name="connsiteY158" fmla="*/ 1562100 h 1890712"/>
                <a:gd name="connsiteX159" fmla="*/ 2140744 w 2543175"/>
                <a:gd name="connsiteY159" fmla="*/ 1566862 h 1890712"/>
                <a:gd name="connsiteX160" fmla="*/ 2152650 w 2543175"/>
                <a:gd name="connsiteY160" fmla="*/ 1576387 h 1890712"/>
                <a:gd name="connsiteX161" fmla="*/ 2181225 w 2543175"/>
                <a:gd name="connsiteY161" fmla="*/ 1590675 h 1890712"/>
                <a:gd name="connsiteX162" fmla="*/ 2200275 w 2543175"/>
                <a:gd name="connsiteY162" fmla="*/ 1607344 h 1890712"/>
                <a:gd name="connsiteX163" fmla="*/ 2207419 w 2543175"/>
                <a:gd name="connsiteY163" fmla="*/ 1612106 h 1890712"/>
                <a:gd name="connsiteX164" fmla="*/ 2216944 w 2543175"/>
                <a:gd name="connsiteY164" fmla="*/ 1619250 h 1890712"/>
                <a:gd name="connsiteX165" fmla="*/ 2224088 w 2543175"/>
                <a:gd name="connsiteY165" fmla="*/ 1624012 h 1890712"/>
                <a:gd name="connsiteX166" fmla="*/ 2247900 w 2543175"/>
                <a:gd name="connsiteY166" fmla="*/ 1643062 h 1890712"/>
                <a:gd name="connsiteX167" fmla="*/ 2255044 w 2543175"/>
                <a:gd name="connsiteY167" fmla="*/ 1650206 h 1890712"/>
                <a:gd name="connsiteX168" fmla="*/ 2281238 w 2543175"/>
                <a:gd name="connsiteY168" fmla="*/ 1664494 h 1890712"/>
                <a:gd name="connsiteX169" fmla="*/ 2297907 w 2543175"/>
                <a:gd name="connsiteY169" fmla="*/ 1674019 h 1890712"/>
                <a:gd name="connsiteX170" fmla="*/ 2305050 w 2543175"/>
                <a:gd name="connsiteY170" fmla="*/ 1678781 h 1890712"/>
                <a:gd name="connsiteX171" fmla="*/ 2312194 w 2543175"/>
                <a:gd name="connsiteY171" fmla="*/ 1685925 h 1890712"/>
                <a:gd name="connsiteX172" fmla="*/ 2321719 w 2543175"/>
                <a:gd name="connsiteY172" fmla="*/ 1690687 h 1890712"/>
                <a:gd name="connsiteX173" fmla="*/ 2328863 w 2543175"/>
                <a:gd name="connsiteY173" fmla="*/ 1697831 h 1890712"/>
                <a:gd name="connsiteX174" fmla="*/ 2350294 w 2543175"/>
                <a:gd name="connsiteY174" fmla="*/ 1712119 h 1890712"/>
                <a:gd name="connsiteX175" fmla="*/ 2359819 w 2543175"/>
                <a:gd name="connsiteY175" fmla="*/ 1719262 h 1890712"/>
                <a:gd name="connsiteX176" fmla="*/ 2369344 w 2543175"/>
                <a:gd name="connsiteY176" fmla="*/ 1724025 h 1890712"/>
                <a:gd name="connsiteX177" fmla="*/ 2376488 w 2543175"/>
                <a:gd name="connsiteY177" fmla="*/ 1731169 h 1890712"/>
                <a:gd name="connsiteX178" fmla="*/ 2402682 w 2543175"/>
                <a:gd name="connsiteY178" fmla="*/ 1747837 h 1890712"/>
                <a:gd name="connsiteX179" fmla="*/ 2428876 w 2543175"/>
                <a:gd name="connsiteY179" fmla="*/ 1785938 h 1890712"/>
                <a:gd name="connsiteX180" fmla="*/ 2466975 w 2543175"/>
                <a:gd name="connsiteY180" fmla="*/ 1783556 h 1890712"/>
                <a:gd name="connsiteX181" fmla="*/ 2481263 w 2543175"/>
                <a:gd name="connsiteY181" fmla="*/ 1795462 h 1890712"/>
                <a:gd name="connsiteX182" fmla="*/ 2486025 w 2543175"/>
                <a:gd name="connsiteY182" fmla="*/ 1802606 h 1890712"/>
                <a:gd name="connsiteX183" fmla="*/ 2493169 w 2543175"/>
                <a:gd name="connsiteY183" fmla="*/ 1807369 h 1890712"/>
                <a:gd name="connsiteX184" fmla="*/ 2495550 w 2543175"/>
                <a:gd name="connsiteY184" fmla="*/ 1816894 h 1890712"/>
                <a:gd name="connsiteX185" fmla="*/ 2497932 w 2543175"/>
                <a:gd name="connsiteY185" fmla="*/ 1824037 h 1890712"/>
                <a:gd name="connsiteX186" fmla="*/ 2514600 w 2543175"/>
                <a:gd name="connsiteY186" fmla="*/ 1850231 h 1890712"/>
                <a:gd name="connsiteX187" fmla="*/ 2519363 w 2543175"/>
                <a:gd name="connsiteY187" fmla="*/ 1857375 h 1890712"/>
                <a:gd name="connsiteX188" fmla="*/ 2540794 w 2543175"/>
                <a:gd name="connsiteY188" fmla="*/ 1883569 h 1890712"/>
                <a:gd name="connsiteX189" fmla="*/ 2543175 w 2543175"/>
                <a:gd name="connsiteY189" fmla="*/ 1890712 h 1890712"/>
                <a:gd name="connsiteX0" fmla="*/ 0 w 2543175"/>
                <a:gd name="connsiteY0" fmla="*/ 0 h 1890712"/>
                <a:gd name="connsiteX1" fmla="*/ 11907 w 2543175"/>
                <a:gd name="connsiteY1" fmla="*/ 11906 h 1890712"/>
                <a:gd name="connsiteX2" fmla="*/ 21432 w 2543175"/>
                <a:gd name="connsiteY2" fmla="*/ 16669 h 1890712"/>
                <a:gd name="connsiteX3" fmla="*/ 23813 w 2543175"/>
                <a:gd name="connsiteY3" fmla="*/ 23812 h 1890712"/>
                <a:gd name="connsiteX4" fmla="*/ 33338 w 2543175"/>
                <a:gd name="connsiteY4" fmla="*/ 33337 h 1890712"/>
                <a:gd name="connsiteX5" fmla="*/ 40482 w 2543175"/>
                <a:gd name="connsiteY5" fmla="*/ 42862 h 1890712"/>
                <a:gd name="connsiteX6" fmla="*/ 47625 w 2543175"/>
                <a:gd name="connsiteY6" fmla="*/ 47625 h 1890712"/>
                <a:gd name="connsiteX7" fmla="*/ 57150 w 2543175"/>
                <a:gd name="connsiteY7" fmla="*/ 54769 h 1890712"/>
                <a:gd name="connsiteX8" fmla="*/ 64294 w 2543175"/>
                <a:gd name="connsiteY8" fmla="*/ 59531 h 1890712"/>
                <a:gd name="connsiteX9" fmla="*/ 83344 w 2543175"/>
                <a:gd name="connsiteY9" fmla="*/ 73819 h 1890712"/>
                <a:gd name="connsiteX10" fmla="*/ 97632 w 2543175"/>
                <a:gd name="connsiteY10" fmla="*/ 80962 h 1890712"/>
                <a:gd name="connsiteX11" fmla="*/ 104775 w 2543175"/>
                <a:gd name="connsiteY11" fmla="*/ 85725 h 1890712"/>
                <a:gd name="connsiteX12" fmla="*/ 114300 w 2543175"/>
                <a:gd name="connsiteY12" fmla="*/ 95250 h 1890712"/>
                <a:gd name="connsiteX13" fmla="*/ 123825 w 2543175"/>
                <a:gd name="connsiteY13" fmla="*/ 97631 h 1890712"/>
                <a:gd name="connsiteX14" fmla="*/ 130969 w 2543175"/>
                <a:gd name="connsiteY14" fmla="*/ 104775 h 1890712"/>
                <a:gd name="connsiteX15" fmla="*/ 140494 w 2543175"/>
                <a:gd name="connsiteY15" fmla="*/ 111919 h 1890712"/>
                <a:gd name="connsiteX16" fmla="*/ 147638 w 2543175"/>
                <a:gd name="connsiteY16" fmla="*/ 116681 h 1890712"/>
                <a:gd name="connsiteX17" fmla="*/ 164307 w 2543175"/>
                <a:gd name="connsiteY17" fmla="*/ 128587 h 1890712"/>
                <a:gd name="connsiteX18" fmla="*/ 180975 w 2543175"/>
                <a:gd name="connsiteY18" fmla="*/ 140494 h 1890712"/>
                <a:gd name="connsiteX19" fmla="*/ 197644 w 2543175"/>
                <a:gd name="connsiteY19" fmla="*/ 152400 h 1890712"/>
                <a:gd name="connsiteX20" fmla="*/ 204788 w 2543175"/>
                <a:gd name="connsiteY20" fmla="*/ 157162 h 1890712"/>
                <a:gd name="connsiteX21" fmla="*/ 214313 w 2543175"/>
                <a:gd name="connsiteY21" fmla="*/ 164306 h 1890712"/>
                <a:gd name="connsiteX22" fmla="*/ 230982 w 2543175"/>
                <a:gd name="connsiteY22" fmla="*/ 180975 h 1890712"/>
                <a:gd name="connsiteX23" fmla="*/ 247650 w 2543175"/>
                <a:gd name="connsiteY23" fmla="*/ 185737 h 1890712"/>
                <a:gd name="connsiteX24" fmla="*/ 259557 w 2543175"/>
                <a:gd name="connsiteY24" fmla="*/ 188119 h 1890712"/>
                <a:gd name="connsiteX25" fmla="*/ 266700 w 2543175"/>
                <a:gd name="connsiteY25" fmla="*/ 190500 h 1890712"/>
                <a:gd name="connsiteX26" fmla="*/ 283369 w 2543175"/>
                <a:gd name="connsiteY26" fmla="*/ 192881 h 1890712"/>
                <a:gd name="connsiteX27" fmla="*/ 302419 w 2543175"/>
                <a:gd name="connsiteY27" fmla="*/ 204787 h 1890712"/>
                <a:gd name="connsiteX28" fmla="*/ 309563 w 2543175"/>
                <a:gd name="connsiteY28" fmla="*/ 209550 h 1890712"/>
                <a:gd name="connsiteX29" fmla="*/ 319088 w 2543175"/>
                <a:gd name="connsiteY29" fmla="*/ 219075 h 1890712"/>
                <a:gd name="connsiteX30" fmla="*/ 333375 w 2543175"/>
                <a:gd name="connsiteY30" fmla="*/ 228600 h 1890712"/>
                <a:gd name="connsiteX31" fmla="*/ 340519 w 2543175"/>
                <a:gd name="connsiteY31" fmla="*/ 233362 h 1890712"/>
                <a:gd name="connsiteX32" fmla="*/ 354807 w 2543175"/>
                <a:gd name="connsiteY32" fmla="*/ 247650 h 1890712"/>
                <a:gd name="connsiteX33" fmla="*/ 366713 w 2543175"/>
                <a:gd name="connsiteY33" fmla="*/ 264319 h 1890712"/>
                <a:gd name="connsiteX34" fmla="*/ 371475 w 2543175"/>
                <a:gd name="connsiteY34" fmla="*/ 271462 h 1890712"/>
                <a:gd name="connsiteX35" fmla="*/ 378619 w 2543175"/>
                <a:gd name="connsiteY35" fmla="*/ 276225 h 1890712"/>
                <a:gd name="connsiteX36" fmla="*/ 385763 w 2543175"/>
                <a:gd name="connsiteY36" fmla="*/ 283369 h 1890712"/>
                <a:gd name="connsiteX37" fmla="*/ 395288 w 2543175"/>
                <a:gd name="connsiteY37" fmla="*/ 288131 h 1890712"/>
                <a:gd name="connsiteX38" fmla="*/ 404813 w 2543175"/>
                <a:gd name="connsiteY38" fmla="*/ 295275 h 1890712"/>
                <a:gd name="connsiteX39" fmla="*/ 411957 w 2543175"/>
                <a:gd name="connsiteY39" fmla="*/ 297656 h 1890712"/>
                <a:gd name="connsiteX40" fmla="*/ 421482 w 2543175"/>
                <a:gd name="connsiteY40" fmla="*/ 302419 h 1890712"/>
                <a:gd name="connsiteX41" fmla="*/ 447675 w 2543175"/>
                <a:gd name="connsiteY41" fmla="*/ 307181 h 1890712"/>
                <a:gd name="connsiteX42" fmla="*/ 461963 w 2543175"/>
                <a:gd name="connsiteY42" fmla="*/ 321469 h 1890712"/>
                <a:gd name="connsiteX43" fmla="*/ 466725 w 2543175"/>
                <a:gd name="connsiteY43" fmla="*/ 328612 h 1890712"/>
                <a:gd name="connsiteX44" fmla="*/ 476250 w 2543175"/>
                <a:gd name="connsiteY44" fmla="*/ 335756 h 1890712"/>
                <a:gd name="connsiteX45" fmla="*/ 481013 w 2543175"/>
                <a:gd name="connsiteY45" fmla="*/ 342900 h 1890712"/>
                <a:gd name="connsiteX46" fmla="*/ 490538 w 2543175"/>
                <a:gd name="connsiteY46" fmla="*/ 352425 h 1890712"/>
                <a:gd name="connsiteX47" fmla="*/ 495300 w 2543175"/>
                <a:gd name="connsiteY47" fmla="*/ 359569 h 1890712"/>
                <a:gd name="connsiteX48" fmla="*/ 509588 w 2543175"/>
                <a:gd name="connsiteY48" fmla="*/ 376237 h 1890712"/>
                <a:gd name="connsiteX49" fmla="*/ 514350 w 2543175"/>
                <a:gd name="connsiteY49" fmla="*/ 383381 h 1890712"/>
                <a:gd name="connsiteX50" fmla="*/ 531019 w 2543175"/>
                <a:gd name="connsiteY50" fmla="*/ 397669 h 1890712"/>
                <a:gd name="connsiteX51" fmla="*/ 538163 w 2543175"/>
                <a:gd name="connsiteY51" fmla="*/ 407194 h 1890712"/>
                <a:gd name="connsiteX52" fmla="*/ 554832 w 2543175"/>
                <a:gd name="connsiteY52" fmla="*/ 421481 h 1890712"/>
                <a:gd name="connsiteX53" fmla="*/ 564357 w 2543175"/>
                <a:gd name="connsiteY53" fmla="*/ 431006 h 1890712"/>
                <a:gd name="connsiteX54" fmla="*/ 573882 w 2543175"/>
                <a:gd name="connsiteY54" fmla="*/ 438150 h 1890712"/>
                <a:gd name="connsiteX55" fmla="*/ 595313 w 2543175"/>
                <a:gd name="connsiteY55" fmla="*/ 454819 h 1890712"/>
                <a:gd name="connsiteX56" fmla="*/ 602457 w 2543175"/>
                <a:gd name="connsiteY56" fmla="*/ 457200 h 1890712"/>
                <a:gd name="connsiteX57" fmla="*/ 628650 w 2543175"/>
                <a:gd name="connsiteY57" fmla="*/ 469106 h 1890712"/>
                <a:gd name="connsiteX58" fmla="*/ 645319 w 2543175"/>
                <a:gd name="connsiteY58" fmla="*/ 483394 h 1890712"/>
                <a:gd name="connsiteX59" fmla="*/ 654844 w 2543175"/>
                <a:gd name="connsiteY59" fmla="*/ 488156 h 1890712"/>
                <a:gd name="connsiteX60" fmla="*/ 661988 w 2543175"/>
                <a:gd name="connsiteY60" fmla="*/ 497681 h 1890712"/>
                <a:gd name="connsiteX61" fmla="*/ 683419 w 2543175"/>
                <a:gd name="connsiteY61" fmla="*/ 514350 h 1890712"/>
                <a:gd name="connsiteX62" fmla="*/ 700088 w 2543175"/>
                <a:gd name="connsiteY62" fmla="*/ 526256 h 1890712"/>
                <a:gd name="connsiteX63" fmla="*/ 709613 w 2543175"/>
                <a:gd name="connsiteY63" fmla="*/ 535781 h 1890712"/>
                <a:gd name="connsiteX64" fmla="*/ 719138 w 2543175"/>
                <a:gd name="connsiteY64" fmla="*/ 542925 h 1890712"/>
                <a:gd name="connsiteX65" fmla="*/ 733425 w 2543175"/>
                <a:gd name="connsiteY65" fmla="*/ 557212 h 1890712"/>
                <a:gd name="connsiteX66" fmla="*/ 750094 w 2543175"/>
                <a:gd name="connsiteY66" fmla="*/ 569119 h 1890712"/>
                <a:gd name="connsiteX67" fmla="*/ 769144 w 2543175"/>
                <a:gd name="connsiteY67" fmla="*/ 581025 h 1890712"/>
                <a:gd name="connsiteX68" fmla="*/ 785813 w 2543175"/>
                <a:gd name="connsiteY68" fmla="*/ 590550 h 1890712"/>
                <a:gd name="connsiteX69" fmla="*/ 792957 w 2543175"/>
                <a:gd name="connsiteY69" fmla="*/ 600075 h 1890712"/>
                <a:gd name="connsiteX70" fmla="*/ 809625 w 2543175"/>
                <a:gd name="connsiteY70" fmla="*/ 611981 h 1890712"/>
                <a:gd name="connsiteX71" fmla="*/ 816769 w 2543175"/>
                <a:gd name="connsiteY71" fmla="*/ 619125 h 1890712"/>
                <a:gd name="connsiteX72" fmla="*/ 826294 w 2543175"/>
                <a:gd name="connsiteY72" fmla="*/ 626269 h 1890712"/>
                <a:gd name="connsiteX73" fmla="*/ 840582 w 2543175"/>
                <a:gd name="connsiteY73" fmla="*/ 638175 h 1890712"/>
                <a:gd name="connsiteX74" fmla="*/ 847725 w 2543175"/>
                <a:gd name="connsiteY74" fmla="*/ 645319 h 1890712"/>
                <a:gd name="connsiteX75" fmla="*/ 857250 w 2543175"/>
                <a:gd name="connsiteY75" fmla="*/ 652462 h 1890712"/>
                <a:gd name="connsiteX76" fmla="*/ 864394 w 2543175"/>
                <a:gd name="connsiteY76" fmla="*/ 657225 h 1890712"/>
                <a:gd name="connsiteX77" fmla="*/ 888207 w 2543175"/>
                <a:gd name="connsiteY77" fmla="*/ 676275 h 1890712"/>
                <a:gd name="connsiteX78" fmla="*/ 895350 w 2543175"/>
                <a:gd name="connsiteY78" fmla="*/ 681037 h 1890712"/>
                <a:gd name="connsiteX79" fmla="*/ 907257 w 2543175"/>
                <a:gd name="connsiteY79" fmla="*/ 683419 h 1890712"/>
                <a:gd name="connsiteX80" fmla="*/ 928688 w 2543175"/>
                <a:gd name="connsiteY80" fmla="*/ 695325 h 1890712"/>
                <a:gd name="connsiteX81" fmla="*/ 942975 w 2543175"/>
                <a:gd name="connsiteY81" fmla="*/ 700087 h 1890712"/>
                <a:gd name="connsiteX82" fmla="*/ 964407 w 2543175"/>
                <a:gd name="connsiteY82" fmla="*/ 716756 h 1890712"/>
                <a:gd name="connsiteX83" fmla="*/ 971550 w 2543175"/>
                <a:gd name="connsiteY83" fmla="*/ 723900 h 1890712"/>
                <a:gd name="connsiteX84" fmla="*/ 983457 w 2543175"/>
                <a:gd name="connsiteY84" fmla="*/ 733425 h 1890712"/>
                <a:gd name="connsiteX85" fmla="*/ 990600 w 2543175"/>
                <a:gd name="connsiteY85" fmla="*/ 738187 h 1890712"/>
                <a:gd name="connsiteX86" fmla="*/ 1007269 w 2543175"/>
                <a:gd name="connsiteY86" fmla="*/ 752475 h 1890712"/>
                <a:gd name="connsiteX87" fmla="*/ 1031082 w 2543175"/>
                <a:gd name="connsiteY87" fmla="*/ 766762 h 1890712"/>
                <a:gd name="connsiteX88" fmla="*/ 1042988 w 2543175"/>
                <a:gd name="connsiteY88" fmla="*/ 773906 h 1890712"/>
                <a:gd name="connsiteX89" fmla="*/ 1071563 w 2543175"/>
                <a:gd name="connsiteY89" fmla="*/ 785812 h 1890712"/>
                <a:gd name="connsiteX90" fmla="*/ 1097757 w 2543175"/>
                <a:gd name="connsiteY90" fmla="*/ 807244 h 1890712"/>
                <a:gd name="connsiteX91" fmla="*/ 1104900 w 2543175"/>
                <a:gd name="connsiteY91" fmla="*/ 814387 h 1890712"/>
                <a:gd name="connsiteX92" fmla="*/ 1121569 w 2543175"/>
                <a:gd name="connsiteY92" fmla="*/ 823912 h 1890712"/>
                <a:gd name="connsiteX93" fmla="*/ 1138238 w 2543175"/>
                <a:gd name="connsiteY93" fmla="*/ 835819 h 1890712"/>
                <a:gd name="connsiteX94" fmla="*/ 1147763 w 2543175"/>
                <a:gd name="connsiteY94" fmla="*/ 842962 h 1890712"/>
                <a:gd name="connsiteX95" fmla="*/ 1157288 w 2543175"/>
                <a:gd name="connsiteY95" fmla="*/ 847725 h 1890712"/>
                <a:gd name="connsiteX96" fmla="*/ 1178719 w 2543175"/>
                <a:gd name="connsiteY96" fmla="*/ 859631 h 1890712"/>
                <a:gd name="connsiteX97" fmla="*/ 1188244 w 2543175"/>
                <a:gd name="connsiteY97" fmla="*/ 866775 h 1890712"/>
                <a:gd name="connsiteX98" fmla="*/ 1195388 w 2543175"/>
                <a:gd name="connsiteY98" fmla="*/ 871537 h 1890712"/>
                <a:gd name="connsiteX99" fmla="*/ 1212057 w 2543175"/>
                <a:gd name="connsiteY99" fmla="*/ 883444 h 1890712"/>
                <a:gd name="connsiteX100" fmla="*/ 1226344 w 2543175"/>
                <a:gd name="connsiteY100" fmla="*/ 895350 h 1890712"/>
                <a:gd name="connsiteX101" fmla="*/ 1245394 w 2543175"/>
                <a:gd name="connsiteY101" fmla="*/ 907256 h 1890712"/>
                <a:gd name="connsiteX102" fmla="*/ 1254919 w 2543175"/>
                <a:gd name="connsiteY102" fmla="*/ 914400 h 1890712"/>
                <a:gd name="connsiteX103" fmla="*/ 1269207 w 2543175"/>
                <a:gd name="connsiteY103" fmla="*/ 921544 h 1890712"/>
                <a:gd name="connsiteX104" fmla="*/ 1290638 w 2543175"/>
                <a:gd name="connsiteY104" fmla="*/ 935831 h 1890712"/>
                <a:gd name="connsiteX105" fmla="*/ 1307307 w 2543175"/>
                <a:gd name="connsiteY105" fmla="*/ 952500 h 1890712"/>
                <a:gd name="connsiteX106" fmla="*/ 1333500 w 2543175"/>
                <a:gd name="connsiteY106" fmla="*/ 971550 h 1890712"/>
                <a:gd name="connsiteX107" fmla="*/ 1359694 w 2543175"/>
                <a:gd name="connsiteY107" fmla="*/ 990600 h 1890712"/>
                <a:gd name="connsiteX108" fmla="*/ 1373982 w 2543175"/>
                <a:gd name="connsiteY108" fmla="*/ 997744 h 1890712"/>
                <a:gd name="connsiteX109" fmla="*/ 1388269 w 2543175"/>
                <a:gd name="connsiteY109" fmla="*/ 1007269 h 1890712"/>
                <a:gd name="connsiteX110" fmla="*/ 1414463 w 2543175"/>
                <a:gd name="connsiteY110" fmla="*/ 1019175 h 1890712"/>
                <a:gd name="connsiteX111" fmla="*/ 1428750 w 2543175"/>
                <a:gd name="connsiteY111" fmla="*/ 1026319 h 1890712"/>
                <a:gd name="connsiteX112" fmla="*/ 1471613 w 2543175"/>
                <a:gd name="connsiteY112" fmla="*/ 1059656 h 1890712"/>
                <a:gd name="connsiteX113" fmla="*/ 1495425 w 2543175"/>
                <a:gd name="connsiteY113" fmla="*/ 1088231 h 1890712"/>
                <a:gd name="connsiteX114" fmla="*/ 1547812 w 2543175"/>
                <a:gd name="connsiteY114" fmla="*/ 1133475 h 1890712"/>
                <a:gd name="connsiteX115" fmla="*/ 1597819 w 2543175"/>
                <a:gd name="connsiteY115" fmla="*/ 1154906 h 1890712"/>
                <a:gd name="connsiteX116" fmla="*/ 1604963 w 2543175"/>
                <a:gd name="connsiteY116" fmla="*/ 1162050 h 1890712"/>
                <a:gd name="connsiteX117" fmla="*/ 1612107 w 2543175"/>
                <a:gd name="connsiteY117" fmla="*/ 1166812 h 1890712"/>
                <a:gd name="connsiteX118" fmla="*/ 1628775 w 2543175"/>
                <a:gd name="connsiteY118" fmla="*/ 1183481 h 1890712"/>
                <a:gd name="connsiteX119" fmla="*/ 1662113 w 2543175"/>
                <a:gd name="connsiteY119" fmla="*/ 1209675 h 1890712"/>
                <a:gd name="connsiteX120" fmla="*/ 1678782 w 2543175"/>
                <a:gd name="connsiteY120" fmla="*/ 1226344 h 1890712"/>
                <a:gd name="connsiteX121" fmla="*/ 1700213 w 2543175"/>
                <a:gd name="connsiteY121" fmla="*/ 1247775 h 1890712"/>
                <a:gd name="connsiteX122" fmla="*/ 1712119 w 2543175"/>
                <a:gd name="connsiteY122" fmla="*/ 1259681 h 1890712"/>
                <a:gd name="connsiteX123" fmla="*/ 1733550 w 2543175"/>
                <a:gd name="connsiteY123" fmla="*/ 1273969 h 1890712"/>
                <a:gd name="connsiteX124" fmla="*/ 1743075 w 2543175"/>
                <a:gd name="connsiteY124" fmla="*/ 1283494 h 1890712"/>
                <a:gd name="connsiteX125" fmla="*/ 1754982 w 2543175"/>
                <a:gd name="connsiteY125" fmla="*/ 1290637 h 1890712"/>
                <a:gd name="connsiteX126" fmla="*/ 1766888 w 2543175"/>
                <a:gd name="connsiteY126" fmla="*/ 1300162 h 1890712"/>
                <a:gd name="connsiteX127" fmla="*/ 1783557 w 2543175"/>
                <a:gd name="connsiteY127" fmla="*/ 1307306 h 1890712"/>
                <a:gd name="connsiteX128" fmla="*/ 1790700 w 2543175"/>
                <a:gd name="connsiteY128" fmla="*/ 1312069 h 1890712"/>
                <a:gd name="connsiteX129" fmla="*/ 1800225 w 2543175"/>
                <a:gd name="connsiteY129" fmla="*/ 1319212 h 1890712"/>
                <a:gd name="connsiteX130" fmla="*/ 1807369 w 2543175"/>
                <a:gd name="connsiteY130" fmla="*/ 1321594 h 1890712"/>
                <a:gd name="connsiteX131" fmla="*/ 1824038 w 2543175"/>
                <a:gd name="connsiteY131" fmla="*/ 1333500 h 1890712"/>
                <a:gd name="connsiteX132" fmla="*/ 1843088 w 2543175"/>
                <a:gd name="connsiteY132" fmla="*/ 1352550 h 1890712"/>
                <a:gd name="connsiteX133" fmla="*/ 1852613 w 2543175"/>
                <a:gd name="connsiteY133" fmla="*/ 1359694 h 1890712"/>
                <a:gd name="connsiteX134" fmla="*/ 1859757 w 2543175"/>
                <a:gd name="connsiteY134" fmla="*/ 1366837 h 1890712"/>
                <a:gd name="connsiteX135" fmla="*/ 1869282 w 2543175"/>
                <a:gd name="connsiteY135" fmla="*/ 1371600 h 1890712"/>
                <a:gd name="connsiteX136" fmla="*/ 1883569 w 2543175"/>
                <a:gd name="connsiteY136" fmla="*/ 1388269 h 1890712"/>
                <a:gd name="connsiteX137" fmla="*/ 1893094 w 2543175"/>
                <a:gd name="connsiteY137" fmla="*/ 1395412 h 1890712"/>
                <a:gd name="connsiteX138" fmla="*/ 1902619 w 2543175"/>
                <a:gd name="connsiteY138" fmla="*/ 1404937 h 1890712"/>
                <a:gd name="connsiteX139" fmla="*/ 1912144 w 2543175"/>
                <a:gd name="connsiteY139" fmla="*/ 1409700 h 1890712"/>
                <a:gd name="connsiteX140" fmla="*/ 1931194 w 2543175"/>
                <a:gd name="connsiteY140" fmla="*/ 1421606 h 1890712"/>
                <a:gd name="connsiteX141" fmla="*/ 1935957 w 2543175"/>
                <a:gd name="connsiteY141" fmla="*/ 1428750 h 1890712"/>
                <a:gd name="connsiteX142" fmla="*/ 1952625 w 2543175"/>
                <a:gd name="connsiteY142" fmla="*/ 1438275 h 1890712"/>
                <a:gd name="connsiteX143" fmla="*/ 1971675 w 2543175"/>
                <a:gd name="connsiteY143" fmla="*/ 1450181 h 1890712"/>
                <a:gd name="connsiteX144" fmla="*/ 1981200 w 2543175"/>
                <a:gd name="connsiteY144" fmla="*/ 1454944 h 1890712"/>
                <a:gd name="connsiteX145" fmla="*/ 1997869 w 2543175"/>
                <a:gd name="connsiteY145" fmla="*/ 1471612 h 1890712"/>
                <a:gd name="connsiteX146" fmla="*/ 2007394 w 2543175"/>
                <a:gd name="connsiteY146" fmla="*/ 1478756 h 1890712"/>
                <a:gd name="connsiteX147" fmla="*/ 2016919 w 2543175"/>
                <a:gd name="connsiteY147" fmla="*/ 1483519 h 1890712"/>
                <a:gd name="connsiteX148" fmla="*/ 2024063 w 2543175"/>
                <a:gd name="connsiteY148" fmla="*/ 1490662 h 1890712"/>
                <a:gd name="connsiteX149" fmla="*/ 2033588 w 2543175"/>
                <a:gd name="connsiteY149" fmla="*/ 1495425 h 1890712"/>
                <a:gd name="connsiteX150" fmla="*/ 2040732 w 2543175"/>
                <a:gd name="connsiteY150" fmla="*/ 1502569 h 1890712"/>
                <a:gd name="connsiteX151" fmla="*/ 2047875 w 2543175"/>
                <a:gd name="connsiteY151" fmla="*/ 1507331 h 1890712"/>
                <a:gd name="connsiteX152" fmla="*/ 2057400 w 2543175"/>
                <a:gd name="connsiteY152" fmla="*/ 1514475 h 1890712"/>
                <a:gd name="connsiteX153" fmla="*/ 2064544 w 2543175"/>
                <a:gd name="connsiteY153" fmla="*/ 1519237 h 1890712"/>
                <a:gd name="connsiteX154" fmla="*/ 2071688 w 2543175"/>
                <a:gd name="connsiteY154" fmla="*/ 1526381 h 1890712"/>
                <a:gd name="connsiteX155" fmla="*/ 2081213 w 2543175"/>
                <a:gd name="connsiteY155" fmla="*/ 1531144 h 1890712"/>
                <a:gd name="connsiteX156" fmla="*/ 2090738 w 2543175"/>
                <a:gd name="connsiteY156" fmla="*/ 1538287 h 1890712"/>
                <a:gd name="connsiteX157" fmla="*/ 2109788 w 2543175"/>
                <a:gd name="connsiteY157" fmla="*/ 1547812 h 1890712"/>
                <a:gd name="connsiteX158" fmla="*/ 2131219 w 2543175"/>
                <a:gd name="connsiteY158" fmla="*/ 1562100 h 1890712"/>
                <a:gd name="connsiteX159" fmla="*/ 2140744 w 2543175"/>
                <a:gd name="connsiteY159" fmla="*/ 1566862 h 1890712"/>
                <a:gd name="connsiteX160" fmla="*/ 2152650 w 2543175"/>
                <a:gd name="connsiteY160" fmla="*/ 1576387 h 1890712"/>
                <a:gd name="connsiteX161" fmla="*/ 2181225 w 2543175"/>
                <a:gd name="connsiteY161" fmla="*/ 1590675 h 1890712"/>
                <a:gd name="connsiteX162" fmla="*/ 2200275 w 2543175"/>
                <a:gd name="connsiteY162" fmla="*/ 1607344 h 1890712"/>
                <a:gd name="connsiteX163" fmla="*/ 2207419 w 2543175"/>
                <a:gd name="connsiteY163" fmla="*/ 1612106 h 1890712"/>
                <a:gd name="connsiteX164" fmla="*/ 2216944 w 2543175"/>
                <a:gd name="connsiteY164" fmla="*/ 1619250 h 1890712"/>
                <a:gd name="connsiteX165" fmla="*/ 2224088 w 2543175"/>
                <a:gd name="connsiteY165" fmla="*/ 1624012 h 1890712"/>
                <a:gd name="connsiteX166" fmla="*/ 2247900 w 2543175"/>
                <a:gd name="connsiteY166" fmla="*/ 1643062 h 1890712"/>
                <a:gd name="connsiteX167" fmla="*/ 2255044 w 2543175"/>
                <a:gd name="connsiteY167" fmla="*/ 1650206 h 1890712"/>
                <a:gd name="connsiteX168" fmla="*/ 2281238 w 2543175"/>
                <a:gd name="connsiteY168" fmla="*/ 1664494 h 1890712"/>
                <a:gd name="connsiteX169" fmla="*/ 2297907 w 2543175"/>
                <a:gd name="connsiteY169" fmla="*/ 1674019 h 1890712"/>
                <a:gd name="connsiteX170" fmla="*/ 2305050 w 2543175"/>
                <a:gd name="connsiteY170" fmla="*/ 1678781 h 1890712"/>
                <a:gd name="connsiteX171" fmla="*/ 2312194 w 2543175"/>
                <a:gd name="connsiteY171" fmla="*/ 1685925 h 1890712"/>
                <a:gd name="connsiteX172" fmla="*/ 2321719 w 2543175"/>
                <a:gd name="connsiteY172" fmla="*/ 1690687 h 1890712"/>
                <a:gd name="connsiteX173" fmla="*/ 2328863 w 2543175"/>
                <a:gd name="connsiteY173" fmla="*/ 1697831 h 1890712"/>
                <a:gd name="connsiteX174" fmla="*/ 2350294 w 2543175"/>
                <a:gd name="connsiteY174" fmla="*/ 1712119 h 1890712"/>
                <a:gd name="connsiteX175" fmla="*/ 2359819 w 2543175"/>
                <a:gd name="connsiteY175" fmla="*/ 1719262 h 1890712"/>
                <a:gd name="connsiteX176" fmla="*/ 2369344 w 2543175"/>
                <a:gd name="connsiteY176" fmla="*/ 1724025 h 1890712"/>
                <a:gd name="connsiteX177" fmla="*/ 2376488 w 2543175"/>
                <a:gd name="connsiteY177" fmla="*/ 1731169 h 1890712"/>
                <a:gd name="connsiteX178" fmla="*/ 2428876 w 2543175"/>
                <a:gd name="connsiteY178" fmla="*/ 1785938 h 1890712"/>
                <a:gd name="connsiteX179" fmla="*/ 2466975 w 2543175"/>
                <a:gd name="connsiteY179" fmla="*/ 1783556 h 1890712"/>
                <a:gd name="connsiteX180" fmla="*/ 2481263 w 2543175"/>
                <a:gd name="connsiteY180" fmla="*/ 1795462 h 1890712"/>
                <a:gd name="connsiteX181" fmla="*/ 2486025 w 2543175"/>
                <a:gd name="connsiteY181" fmla="*/ 1802606 h 1890712"/>
                <a:gd name="connsiteX182" fmla="*/ 2493169 w 2543175"/>
                <a:gd name="connsiteY182" fmla="*/ 1807369 h 1890712"/>
                <a:gd name="connsiteX183" fmla="*/ 2495550 w 2543175"/>
                <a:gd name="connsiteY183" fmla="*/ 1816894 h 1890712"/>
                <a:gd name="connsiteX184" fmla="*/ 2497932 w 2543175"/>
                <a:gd name="connsiteY184" fmla="*/ 1824037 h 1890712"/>
                <a:gd name="connsiteX185" fmla="*/ 2514600 w 2543175"/>
                <a:gd name="connsiteY185" fmla="*/ 1850231 h 1890712"/>
                <a:gd name="connsiteX186" fmla="*/ 2519363 w 2543175"/>
                <a:gd name="connsiteY186" fmla="*/ 1857375 h 1890712"/>
                <a:gd name="connsiteX187" fmla="*/ 2540794 w 2543175"/>
                <a:gd name="connsiteY187" fmla="*/ 1883569 h 1890712"/>
                <a:gd name="connsiteX188" fmla="*/ 2543175 w 2543175"/>
                <a:gd name="connsiteY188" fmla="*/ 1890712 h 1890712"/>
                <a:gd name="connsiteX0" fmla="*/ 0 w 2543175"/>
                <a:gd name="connsiteY0" fmla="*/ 0 h 1890712"/>
                <a:gd name="connsiteX1" fmla="*/ 11907 w 2543175"/>
                <a:gd name="connsiteY1" fmla="*/ 11906 h 1890712"/>
                <a:gd name="connsiteX2" fmla="*/ 21432 w 2543175"/>
                <a:gd name="connsiteY2" fmla="*/ 16669 h 1890712"/>
                <a:gd name="connsiteX3" fmla="*/ 23813 w 2543175"/>
                <a:gd name="connsiteY3" fmla="*/ 23812 h 1890712"/>
                <a:gd name="connsiteX4" fmla="*/ 33338 w 2543175"/>
                <a:gd name="connsiteY4" fmla="*/ 33337 h 1890712"/>
                <a:gd name="connsiteX5" fmla="*/ 40482 w 2543175"/>
                <a:gd name="connsiteY5" fmla="*/ 42862 h 1890712"/>
                <a:gd name="connsiteX6" fmla="*/ 47625 w 2543175"/>
                <a:gd name="connsiteY6" fmla="*/ 47625 h 1890712"/>
                <a:gd name="connsiteX7" fmla="*/ 57150 w 2543175"/>
                <a:gd name="connsiteY7" fmla="*/ 54769 h 1890712"/>
                <a:gd name="connsiteX8" fmla="*/ 64294 w 2543175"/>
                <a:gd name="connsiteY8" fmla="*/ 59531 h 1890712"/>
                <a:gd name="connsiteX9" fmla="*/ 83344 w 2543175"/>
                <a:gd name="connsiteY9" fmla="*/ 73819 h 1890712"/>
                <a:gd name="connsiteX10" fmla="*/ 97632 w 2543175"/>
                <a:gd name="connsiteY10" fmla="*/ 80962 h 1890712"/>
                <a:gd name="connsiteX11" fmla="*/ 104775 w 2543175"/>
                <a:gd name="connsiteY11" fmla="*/ 85725 h 1890712"/>
                <a:gd name="connsiteX12" fmla="*/ 114300 w 2543175"/>
                <a:gd name="connsiteY12" fmla="*/ 95250 h 1890712"/>
                <a:gd name="connsiteX13" fmla="*/ 123825 w 2543175"/>
                <a:gd name="connsiteY13" fmla="*/ 97631 h 1890712"/>
                <a:gd name="connsiteX14" fmla="*/ 130969 w 2543175"/>
                <a:gd name="connsiteY14" fmla="*/ 104775 h 1890712"/>
                <a:gd name="connsiteX15" fmla="*/ 140494 w 2543175"/>
                <a:gd name="connsiteY15" fmla="*/ 111919 h 1890712"/>
                <a:gd name="connsiteX16" fmla="*/ 147638 w 2543175"/>
                <a:gd name="connsiteY16" fmla="*/ 116681 h 1890712"/>
                <a:gd name="connsiteX17" fmla="*/ 164307 w 2543175"/>
                <a:gd name="connsiteY17" fmla="*/ 128587 h 1890712"/>
                <a:gd name="connsiteX18" fmla="*/ 180975 w 2543175"/>
                <a:gd name="connsiteY18" fmla="*/ 140494 h 1890712"/>
                <a:gd name="connsiteX19" fmla="*/ 197644 w 2543175"/>
                <a:gd name="connsiteY19" fmla="*/ 152400 h 1890712"/>
                <a:gd name="connsiteX20" fmla="*/ 204788 w 2543175"/>
                <a:gd name="connsiteY20" fmla="*/ 157162 h 1890712"/>
                <a:gd name="connsiteX21" fmla="*/ 214313 w 2543175"/>
                <a:gd name="connsiteY21" fmla="*/ 164306 h 1890712"/>
                <a:gd name="connsiteX22" fmla="*/ 230982 w 2543175"/>
                <a:gd name="connsiteY22" fmla="*/ 180975 h 1890712"/>
                <a:gd name="connsiteX23" fmla="*/ 247650 w 2543175"/>
                <a:gd name="connsiteY23" fmla="*/ 185737 h 1890712"/>
                <a:gd name="connsiteX24" fmla="*/ 259557 w 2543175"/>
                <a:gd name="connsiteY24" fmla="*/ 188119 h 1890712"/>
                <a:gd name="connsiteX25" fmla="*/ 266700 w 2543175"/>
                <a:gd name="connsiteY25" fmla="*/ 190500 h 1890712"/>
                <a:gd name="connsiteX26" fmla="*/ 283369 w 2543175"/>
                <a:gd name="connsiteY26" fmla="*/ 192881 h 1890712"/>
                <a:gd name="connsiteX27" fmla="*/ 302419 w 2543175"/>
                <a:gd name="connsiteY27" fmla="*/ 204787 h 1890712"/>
                <a:gd name="connsiteX28" fmla="*/ 309563 w 2543175"/>
                <a:gd name="connsiteY28" fmla="*/ 209550 h 1890712"/>
                <a:gd name="connsiteX29" fmla="*/ 319088 w 2543175"/>
                <a:gd name="connsiteY29" fmla="*/ 219075 h 1890712"/>
                <a:gd name="connsiteX30" fmla="*/ 333375 w 2543175"/>
                <a:gd name="connsiteY30" fmla="*/ 228600 h 1890712"/>
                <a:gd name="connsiteX31" fmla="*/ 340519 w 2543175"/>
                <a:gd name="connsiteY31" fmla="*/ 233362 h 1890712"/>
                <a:gd name="connsiteX32" fmla="*/ 354807 w 2543175"/>
                <a:gd name="connsiteY32" fmla="*/ 247650 h 1890712"/>
                <a:gd name="connsiteX33" fmla="*/ 366713 w 2543175"/>
                <a:gd name="connsiteY33" fmla="*/ 264319 h 1890712"/>
                <a:gd name="connsiteX34" fmla="*/ 371475 w 2543175"/>
                <a:gd name="connsiteY34" fmla="*/ 271462 h 1890712"/>
                <a:gd name="connsiteX35" fmla="*/ 378619 w 2543175"/>
                <a:gd name="connsiteY35" fmla="*/ 276225 h 1890712"/>
                <a:gd name="connsiteX36" fmla="*/ 385763 w 2543175"/>
                <a:gd name="connsiteY36" fmla="*/ 283369 h 1890712"/>
                <a:gd name="connsiteX37" fmla="*/ 395288 w 2543175"/>
                <a:gd name="connsiteY37" fmla="*/ 288131 h 1890712"/>
                <a:gd name="connsiteX38" fmla="*/ 404813 w 2543175"/>
                <a:gd name="connsiteY38" fmla="*/ 295275 h 1890712"/>
                <a:gd name="connsiteX39" fmla="*/ 411957 w 2543175"/>
                <a:gd name="connsiteY39" fmla="*/ 297656 h 1890712"/>
                <a:gd name="connsiteX40" fmla="*/ 421482 w 2543175"/>
                <a:gd name="connsiteY40" fmla="*/ 302419 h 1890712"/>
                <a:gd name="connsiteX41" fmla="*/ 447675 w 2543175"/>
                <a:gd name="connsiteY41" fmla="*/ 307181 h 1890712"/>
                <a:gd name="connsiteX42" fmla="*/ 461963 w 2543175"/>
                <a:gd name="connsiteY42" fmla="*/ 321469 h 1890712"/>
                <a:gd name="connsiteX43" fmla="*/ 466725 w 2543175"/>
                <a:gd name="connsiteY43" fmla="*/ 328612 h 1890712"/>
                <a:gd name="connsiteX44" fmla="*/ 476250 w 2543175"/>
                <a:gd name="connsiteY44" fmla="*/ 335756 h 1890712"/>
                <a:gd name="connsiteX45" fmla="*/ 481013 w 2543175"/>
                <a:gd name="connsiteY45" fmla="*/ 342900 h 1890712"/>
                <a:gd name="connsiteX46" fmla="*/ 490538 w 2543175"/>
                <a:gd name="connsiteY46" fmla="*/ 352425 h 1890712"/>
                <a:gd name="connsiteX47" fmla="*/ 495300 w 2543175"/>
                <a:gd name="connsiteY47" fmla="*/ 359569 h 1890712"/>
                <a:gd name="connsiteX48" fmla="*/ 509588 w 2543175"/>
                <a:gd name="connsiteY48" fmla="*/ 376237 h 1890712"/>
                <a:gd name="connsiteX49" fmla="*/ 514350 w 2543175"/>
                <a:gd name="connsiteY49" fmla="*/ 383381 h 1890712"/>
                <a:gd name="connsiteX50" fmla="*/ 531019 w 2543175"/>
                <a:gd name="connsiteY50" fmla="*/ 397669 h 1890712"/>
                <a:gd name="connsiteX51" fmla="*/ 538163 w 2543175"/>
                <a:gd name="connsiteY51" fmla="*/ 407194 h 1890712"/>
                <a:gd name="connsiteX52" fmla="*/ 554832 w 2543175"/>
                <a:gd name="connsiteY52" fmla="*/ 421481 h 1890712"/>
                <a:gd name="connsiteX53" fmla="*/ 564357 w 2543175"/>
                <a:gd name="connsiteY53" fmla="*/ 431006 h 1890712"/>
                <a:gd name="connsiteX54" fmla="*/ 573882 w 2543175"/>
                <a:gd name="connsiteY54" fmla="*/ 438150 h 1890712"/>
                <a:gd name="connsiteX55" fmla="*/ 595313 w 2543175"/>
                <a:gd name="connsiteY55" fmla="*/ 454819 h 1890712"/>
                <a:gd name="connsiteX56" fmla="*/ 602457 w 2543175"/>
                <a:gd name="connsiteY56" fmla="*/ 457200 h 1890712"/>
                <a:gd name="connsiteX57" fmla="*/ 628650 w 2543175"/>
                <a:gd name="connsiteY57" fmla="*/ 469106 h 1890712"/>
                <a:gd name="connsiteX58" fmla="*/ 645319 w 2543175"/>
                <a:gd name="connsiteY58" fmla="*/ 483394 h 1890712"/>
                <a:gd name="connsiteX59" fmla="*/ 654844 w 2543175"/>
                <a:gd name="connsiteY59" fmla="*/ 488156 h 1890712"/>
                <a:gd name="connsiteX60" fmla="*/ 661988 w 2543175"/>
                <a:gd name="connsiteY60" fmla="*/ 497681 h 1890712"/>
                <a:gd name="connsiteX61" fmla="*/ 683419 w 2543175"/>
                <a:gd name="connsiteY61" fmla="*/ 514350 h 1890712"/>
                <a:gd name="connsiteX62" fmla="*/ 700088 w 2543175"/>
                <a:gd name="connsiteY62" fmla="*/ 526256 h 1890712"/>
                <a:gd name="connsiteX63" fmla="*/ 709613 w 2543175"/>
                <a:gd name="connsiteY63" fmla="*/ 535781 h 1890712"/>
                <a:gd name="connsiteX64" fmla="*/ 719138 w 2543175"/>
                <a:gd name="connsiteY64" fmla="*/ 542925 h 1890712"/>
                <a:gd name="connsiteX65" fmla="*/ 733425 w 2543175"/>
                <a:gd name="connsiteY65" fmla="*/ 557212 h 1890712"/>
                <a:gd name="connsiteX66" fmla="*/ 750094 w 2543175"/>
                <a:gd name="connsiteY66" fmla="*/ 569119 h 1890712"/>
                <a:gd name="connsiteX67" fmla="*/ 769144 w 2543175"/>
                <a:gd name="connsiteY67" fmla="*/ 581025 h 1890712"/>
                <a:gd name="connsiteX68" fmla="*/ 785813 w 2543175"/>
                <a:gd name="connsiteY68" fmla="*/ 590550 h 1890712"/>
                <a:gd name="connsiteX69" fmla="*/ 792957 w 2543175"/>
                <a:gd name="connsiteY69" fmla="*/ 600075 h 1890712"/>
                <a:gd name="connsiteX70" fmla="*/ 809625 w 2543175"/>
                <a:gd name="connsiteY70" fmla="*/ 611981 h 1890712"/>
                <a:gd name="connsiteX71" fmla="*/ 816769 w 2543175"/>
                <a:gd name="connsiteY71" fmla="*/ 619125 h 1890712"/>
                <a:gd name="connsiteX72" fmla="*/ 826294 w 2543175"/>
                <a:gd name="connsiteY72" fmla="*/ 626269 h 1890712"/>
                <a:gd name="connsiteX73" fmla="*/ 840582 w 2543175"/>
                <a:gd name="connsiteY73" fmla="*/ 638175 h 1890712"/>
                <a:gd name="connsiteX74" fmla="*/ 847725 w 2543175"/>
                <a:gd name="connsiteY74" fmla="*/ 645319 h 1890712"/>
                <a:gd name="connsiteX75" fmla="*/ 857250 w 2543175"/>
                <a:gd name="connsiteY75" fmla="*/ 652462 h 1890712"/>
                <a:gd name="connsiteX76" fmla="*/ 864394 w 2543175"/>
                <a:gd name="connsiteY76" fmla="*/ 657225 h 1890712"/>
                <a:gd name="connsiteX77" fmla="*/ 888207 w 2543175"/>
                <a:gd name="connsiteY77" fmla="*/ 676275 h 1890712"/>
                <a:gd name="connsiteX78" fmla="*/ 895350 w 2543175"/>
                <a:gd name="connsiteY78" fmla="*/ 681037 h 1890712"/>
                <a:gd name="connsiteX79" fmla="*/ 907257 w 2543175"/>
                <a:gd name="connsiteY79" fmla="*/ 683419 h 1890712"/>
                <a:gd name="connsiteX80" fmla="*/ 928688 w 2543175"/>
                <a:gd name="connsiteY80" fmla="*/ 695325 h 1890712"/>
                <a:gd name="connsiteX81" fmla="*/ 942975 w 2543175"/>
                <a:gd name="connsiteY81" fmla="*/ 700087 h 1890712"/>
                <a:gd name="connsiteX82" fmla="*/ 964407 w 2543175"/>
                <a:gd name="connsiteY82" fmla="*/ 716756 h 1890712"/>
                <a:gd name="connsiteX83" fmla="*/ 971550 w 2543175"/>
                <a:gd name="connsiteY83" fmla="*/ 723900 h 1890712"/>
                <a:gd name="connsiteX84" fmla="*/ 983457 w 2543175"/>
                <a:gd name="connsiteY84" fmla="*/ 733425 h 1890712"/>
                <a:gd name="connsiteX85" fmla="*/ 990600 w 2543175"/>
                <a:gd name="connsiteY85" fmla="*/ 738187 h 1890712"/>
                <a:gd name="connsiteX86" fmla="*/ 1007269 w 2543175"/>
                <a:gd name="connsiteY86" fmla="*/ 752475 h 1890712"/>
                <a:gd name="connsiteX87" fmla="*/ 1031082 w 2543175"/>
                <a:gd name="connsiteY87" fmla="*/ 766762 h 1890712"/>
                <a:gd name="connsiteX88" fmla="*/ 1042988 w 2543175"/>
                <a:gd name="connsiteY88" fmla="*/ 773906 h 1890712"/>
                <a:gd name="connsiteX89" fmla="*/ 1071563 w 2543175"/>
                <a:gd name="connsiteY89" fmla="*/ 785812 h 1890712"/>
                <a:gd name="connsiteX90" fmla="*/ 1097757 w 2543175"/>
                <a:gd name="connsiteY90" fmla="*/ 807244 h 1890712"/>
                <a:gd name="connsiteX91" fmla="*/ 1104900 w 2543175"/>
                <a:gd name="connsiteY91" fmla="*/ 814387 h 1890712"/>
                <a:gd name="connsiteX92" fmla="*/ 1121569 w 2543175"/>
                <a:gd name="connsiteY92" fmla="*/ 823912 h 1890712"/>
                <a:gd name="connsiteX93" fmla="*/ 1138238 w 2543175"/>
                <a:gd name="connsiteY93" fmla="*/ 835819 h 1890712"/>
                <a:gd name="connsiteX94" fmla="*/ 1147763 w 2543175"/>
                <a:gd name="connsiteY94" fmla="*/ 842962 h 1890712"/>
                <a:gd name="connsiteX95" fmla="*/ 1157288 w 2543175"/>
                <a:gd name="connsiteY95" fmla="*/ 847725 h 1890712"/>
                <a:gd name="connsiteX96" fmla="*/ 1178719 w 2543175"/>
                <a:gd name="connsiteY96" fmla="*/ 859631 h 1890712"/>
                <a:gd name="connsiteX97" fmla="*/ 1188244 w 2543175"/>
                <a:gd name="connsiteY97" fmla="*/ 866775 h 1890712"/>
                <a:gd name="connsiteX98" fmla="*/ 1195388 w 2543175"/>
                <a:gd name="connsiteY98" fmla="*/ 871537 h 1890712"/>
                <a:gd name="connsiteX99" fmla="*/ 1212057 w 2543175"/>
                <a:gd name="connsiteY99" fmla="*/ 883444 h 1890712"/>
                <a:gd name="connsiteX100" fmla="*/ 1226344 w 2543175"/>
                <a:gd name="connsiteY100" fmla="*/ 895350 h 1890712"/>
                <a:gd name="connsiteX101" fmla="*/ 1245394 w 2543175"/>
                <a:gd name="connsiteY101" fmla="*/ 907256 h 1890712"/>
                <a:gd name="connsiteX102" fmla="*/ 1254919 w 2543175"/>
                <a:gd name="connsiteY102" fmla="*/ 914400 h 1890712"/>
                <a:gd name="connsiteX103" fmla="*/ 1269207 w 2543175"/>
                <a:gd name="connsiteY103" fmla="*/ 921544 h 1890712"/>
                <a:gd name="connsiteX104" fmla="*/ 1290638 w 2543175"/>
                <a:gd name="connsiteY104" fmla="*/ 935831 h 1890712"/>
                <a:gd name="connsiteX105" fmla="*/ 1307307 w 2543175"/>
                <a:gd name="connsiteY105" fmla="*/ 952500 h 1890712"/>
                <a:gd name="connsiteX106" fmla="*/ 1333500 w 2543175"/>
                <a:gd name="connsiteY106" fmla="*/ 971550 h 1890712"/>
                <a:gd name="connsiteX107" fmla="*/ 1359694 w 2543175"/>
                <a:gd name="connsiteY107" fmla="*/ 990600 h 1890712"/>
                <a:gd name="connsiteX108" fmla="*/ 1373982 w 2543175"/>
                <a:gd name="connsiteY108" fmla="*/ 997744 h 1890712"/>
                <a:gd name="connsiteX109" fmla="*/ 1388269 w 2543175"/>
                <a:gd name="connsiteY109" fmla="*/ 1007269 h 1890712"/>
                <a:gd name="connsiteX110" fmla="*/ 1414463 w 2543175"/>
                <a:gd name="connsiteY110" fmla="*/ 1019175 h 1890712"/>
                <a:gd name="connsiteX111" fmla="*/ 1428750 w 2543175"/>
                <a:gd name="connsiteY111" fmla="*/ 1026319 h 1890712"/>
                <a:gd name="connsiteX112" fmla="*/ 1471613 w 2543175"/>
                <a:gd name="connsiteY112" fmla="*/ 1059656 h 1890712"/>
                <a:gd name="connsiteX113" fmla="*/ 1495425 w 2543175"/>
                <a:gd name="connsiteY113" fmla="*/ 1088231 h 1890712"/>
                <a:gd name="connsiteX114" fmla="*/ 1547812 w 2543175"/>
                <a:gd name="connsiteY114" fmla="*/ 1133475 h 1890712"/>
                <a:gd name="connsiteX115" fmla="*/ 1597819 w 2543175"/>
                <a:gd name="connsiteY115" fmla="*/ 1154906 h 1890712"/>
                <a:gd name="connsiteX116" fmla="*/ 1604963 w 2543175"/>
                <a:gd name="connsiteY116" fmla="*/ 1162050 h 1890712"/>
                <a:gd name="connsiteX117" fmla="*/ 1612107 w 2543175"/>
                <a:gd name="connsiteY117" fmla="*/ 1166812 h 1890712"/>
                <a:gd name="connsiteX118" fmla="*/ 1628775 w 2543175"/>
                <a:gd name="connsiteY118" fmla="*/ 1183481 h 1890712"/>
                <a:gd name="connsiteX119" fmla="*/ 1662113 w 2543175"/>
                <a:gd name="connsiteY119" fmla="*/ 1209675 h 1890712"/>
                <a:gd name="connsiteX120" fmla="*/ 1678782 w 2543175"/>
                <a:gd name="connsiteY120" fmla="*/ 1226344 h 1890712"/>
                <a:gd name="connsiteX121" fmla="*/ 1700213 w 2543175"/>
                <a:gd name="connsiteY121" fmla="*/ 1247775 h 1890712"/>
                <a:gd name="connsiteX122" fmla="*/ 1712119 w 2543175"/>
                <a:gd name="connsiteY122" fmla="*/ 1259681 h 1890712"/>
                <a:gd name="connsiteX123" fmla="*/ 1733550 w 2543175"/>
                <a:gd name="connsiteY123" fmla="*/ 1273969 h 1890712"/>
                <a:gd name="connsiteX124" fmla="*/ 1743075 w 2543175"/>
                <a:gd name="connsiteY124" fmla="*/ 1283494 h 1890712"/>
                <a:gd name="connsiteX125" fmla="*/ 1754982 w 2543175"/>
                <a:gd name="connsiteY125" fmla="*/ 1290637 h 1890712"/>
                <a:gd name="connsiteX126" fmla="*/ 1766888 w 2543175"/>
                <a:gd name="connsiteY126" fmla="*/ 1300162 h 1890712"/>
                <a:gd name="connsiteX127" fmla="*/ 1783557 w 2543175"/>
                <a:gd name="connsiteY127" fmla="*/ 1307306 h 1890712"/>
                <a:gd name="connsiteX128" fmla="*/ 1790700 w 2543175"/>
                <a:gd name="connsiteY128" fmla="*/ 1312069 h 1890712"/>
                <a:gd name="connsiteX129" fmla="*/ 1800225 w 2543175"/>
                <a:gd name="connsiteY129" fmla="*/ 1319212 h 1890712"/>
                <a:gd name="connsiteX130" fmla="*/ 1807369 w 2543175"/>
                <a:gd name="connsiteY130" fmla="*/ 1321594 h 1890712"/>
                <a:gd name="connsiteX131" fmla="*/ 1824038 w 2543175"/>
                <a:gd name="connsiteY131" fmla="*/ 1333500 h 1890712"/>
                <a:gd name="connsiteX132" fmla="*/ 1843088 w 2543175"/>
                <a:gd name="connsiteY132" fmla="*/ 1352550 h 1890712"/>
                <a:gd name="connsiteX133" fmla="*/ 1852613 w 2543175"/>
                <a:gd name="connsiteY133" fmla="*/ 1359694 h 1890712"/>
                <a:gd name="connsiteX134" fmla="*/ 1859757 w 2543175"/>
                <a:gd name="connsiteY134" fmla="*/ 1366837 h 1890712"/>
                <a:gd name="connsiteX135" fmla="*/ 1869282 w 2543175"/>
                <a:gd name="connsiteY135" fmla="*/ 1371600 h 1890712"/>
                <a:gd name="connsiteX136" fmla="*/ 1883569 w 2543175"/>
                <a:gd name="connsiteY136" fmla="*/ 1388269 h 1890712"/>
                <a:gd name="connsiteX137" fmla="*/ 1893094 w 2543175"/>
                <a:gd name="connsiteY137" fmla="*/ 1395412 h 1890712"/>
                <a:gd name="connsiteX138" fmla="*/ 1902619 w 2543175"/>
                <a:gd name="connsiteY138" fmla="*/ 1404937 h 1890712"/>
                <a:gd name="connsiteX139" fmla="*/ 1912144 w 2543175"/>
                <a:gd name="connsiteY139" fmla="*/ 1409700 h 1890712"/>
                <a:gd name="connsiteX140" fmla="*/ 1931194 w 2543175"/>
                <a:gd name="connsiteY140" fmla="*/ 1421606 h 1890712"/>
                <a:gd name="connsiteX141" fmla="*/ 1935957 w 2543175"/>
                <a:gd name="connsiteY141" fmla="*/ 1428750 h 1890712"/>
                <a:gd name="connsiteX142" fmla="*/ 1952625 w 2543175"/>
                <a:gd name="connsiteY142" fmla="*/ 1438275 h 1890712"/>
                <a:gd name="connsiteX143" fmla="*/ 1971675 w 2543175"/>
                <a:gd name="connsiteY143" fmla="*/ 1450181 h 1890712"/>
                <a:gd name="connsiteX144" fmla="*/ 1981200 w 2543175"/>
                <a:gd name="connsiteY144" fmla="*/ 1454944 h 1890712"/>
                <a:gd name="connsiteX145" fmla="*/ 1997869 w 2543175"/>
                <a:gd name="connsiteY145" fmla="*/ 1471612 h 1890712"/>
                <a:gd name="connsiteX146" fmla="*/ 2007394 w 2543175"/>
                <a:gd name="connsiteY146" fmla="*/ 1478756 h 1890712"/>
                <a:gd name="connsiteX147" fmla="*/ 2016919 w 2543175"/>
                <a:gd name="connsiteY147" fmla="*/ 1483519 h 1890712"/>
                <a:gd name="connsiteX148" fmla="*/ 2024063 w 2543175"/>
                <a:gd name="connsiteY148" fmla="*/ 1490662 h 1890712"/>
                <a:gd name="connsiteX149" fmla="*/ 2033588 w 2543175"/>
                <a:gd name="connsiteY149" fmla="*/ 1495425 h 1890712"/>
                <a:gd name="connsiteX150" fmla="*/ 2040732 w 2543175"/>
                <a:gd name="connsiteY150" fmla="*/ 1502569 h 1890712"/>
                <a:gd name="connsiteX151" fmla="*/ 2047875 w 2543175"/>
                <a:gd name="connsiteY151" fmla="*/ 1507331 h 1890712"/>
                <a:gd name="connsiteX152" fmla="*/ 2057400 w 2543175"/>
                <a:gd name="connsiteY152" fmla="*/ 1514475 h 1890712"/>
                <a:gd name="connsiteX153" fmla="*/ 2064544 w 2543175"/>
                <a:gd name="connsiteY153" fmla="*/ 1519237 h 1890712"/>
                <a:gd name="connsiteX154" fmla="*/ 2071688 w 2543175"/>
                <a:gd name="connsiteY154" fmla="*/ 1526381 h 1890712"/>
                <a:gd name="connsiteX155" fmla="*/ 2081213 w 2543175"/>
                <a:gd name="connsiteY155" fmla="*/ 1531144 h 1890712"/>
                <a:gd name="connsiteX156" fmla="*/ 2090738 w 2543175"/>
                <a:gd name="connsiteY156" fmla="*/ 1538287 h 1890712"/>
                <a:gd name="connsiteX157" fmla="*/ 2109788 w 2543175"/>
                <a:gd name="connsiteY157" fmla="*/ 1547812 h 1890712"/>
                <a:gd name="connsiteX158" fmla="*/ 2131219 w 2543175"/>
                <a:gd name="connsiteY158" fmla="*/ 1562100 h 1890712"/>
                <a:gd name="connsiteX159" fmla="*/ 2140744 w 2543175"/>
                <a:gd name="connsiteY159" fmla="*/ 1566862 h 1890712"/>
                <a:gd name="connsiteX160" fmla="*/ 2152650 w 2543175"/>
                <a:gd name="connsiteY160" fmla="*/ 1576387 h 1890712"/>
                <a:gd name="connsiteX161" fmla="*/ 2181225 w 2543175"/>
                <a:gd name="connsiteY161" fmla="*/ 1590675 h 1890712"/>
                <a:gd name="connsiteX162" fmla="*/ 2200275 w 2543175"/>
                <a:gd name="connsiteY162" fmla="*/ 1607344 h 1890712"/>
                <a:gd name="connsiteX163" fmla="*/ 2207419 w 2543175"/>
                <a:gd name="connsiteY163" fmla="*/ 1612106 h 1890712"/>
                <a:gd name="connsiteX164" fmla="*/ 2216944 w 2543175"/>
                <a:gd name="connsiteY164" fmla="*/ 1619250 h 1890712"/>
                <a:gd name="connsiteX165" fmla="*/ 2224088 w 2543175"/>
                <a:gd name="connsiteY165" fmla="*/ 1624012 h 1890712"/>
                <a:gd name="connsiteX166" fmla="*/ 2247900 w 2543175"/>
                <a:gd name="connsiteY166" fmla="*/ 1643062 h 1890712"/>
                <a:gd name="connsiteX167" fmla="*/ 2255044 w 2543175"/>
                <a:gd name="connsiteY167" fmla="*/ 1650206 h 1890712"/>
                <a:gd name="connsiteX168" fmla="*/ 2281238 w 2543175"/>
                <a:gd name="connsiteY168" fmla="*/ 1664494 h 1890712"/>
                <a:gd name="connsiteX169" fmla="*/ 2297907 w 2543175"/>
                <a:gd name="connsiteY169" fmla="*/ 1674019 h 1890712"/>
                <a:gd name="connsiteX170" fmla="*/ 2305050 w 2543175"/>
                <a:gd name="connsiteY170" fmla="*/ 1678781 h 1890712"/>
                <a:gd name="connsiteX171" fmla="*/ 2312194 w 2543175"/>
                <a:gd name="connsiteY171" fmla="*/ 1685925 h 1890712"/>
                <a:gd name="connsiteX172" fmla="*/ 2321719 w 2543175"/>
                <a:gd name="connsiteY172" fmla="*/ 1690687 h 1890712"/>
                <a:gd name="connsiteX173" fmla="*/ 2328863 w 2543175"/>
                <a:gd name="connsiteY173" fmla="*/ 1697831 h 1890712"/>
                <a:gd name="connsiteX174" fmla="*/ 2350294 w 2543175"/>
                <a:gd name="connsiteY174" fmla="*/ 1712119 h 1890712"/>
                <a:gd name="connsiteX175" fmla="*/ 2359819 w 2543175"/>
                <a:gd name="connsiteY175" fmla="*/ 1719262 h 1890712"/>
                <a:gd name="connsiteX176" fmla="*/ 2369344 w 2543175"/>
                <a:gd name="connsiteY176" fmla="*/ 1724025 h 1890712"/>
                <a:gd name="connsiteX177" fmla="*/ 2428876 w 2543175"/>
                <a:gd name="connsiteY177" fmla="*/ 1785938 h 1890712"/>
                <a:gd name="connsiteX178" fmla="*/ 2466975 w 2543175"/>
                <a:gd name="connsiteY178" fmla="*/ 1783556 h 1890712"/>
                <a:gd name="connsiteX179" fmla="*/ 2481263 w 2543175"/>
                <a:gd name="connsiteY179" fmla="*/ 1795462 h 1890712"/>
                <a:gd name="connsiteX180" fmla="*/ 2486025 w 2543175"/>
                <a:gd name="connsiteY180" fmla="*/ 1802606 h 1890712"/>
                <a:gd name="connsiteX181" fmla="*/ 2493169 w 2543175"/>
                <a:gd name="connsiteY181" fmla="*/ 1807369 h 1890712"/>
                <a:gd name="connsiteX182" fmla="*/ 2495550 w 2543175"/>
                <a:gd name="connsiteY182" fmla="*/ 1816894 h 1890712"/>
                <a:gd name="connsiteX183" fmla="*/ 2497932 w 2543175"/>
                <a:gd name="connsiteY183" fmla="*/ 1824037 h 1890712"/>
                <a:gd name="connsiteX184" fmla="*/ 2514600 w 2543175"/>
                <a:gd name="connsiteY184" fmla="*/ 1850231 h 1890712"/>
                <a:gd name="connsiteX185" fmla="*/ 2519363 w 2543175"/>
                <a:gd name="connsiteY185" fmla="*/ 1857375 h 1890712"/>
                <a:gd name="connsiteX186" fmla="*/ 2540794 w 2543175"/>
                <a:gd name="connsiteY186" fmla="*/ 1883569 h 1890712"/>
                <a:gd name="connsiteX187" fmla="*/ 2543175 w 2543175"/>
                <a:gd name="connsiteY187" fmla="*/ 1890712 h 1890712"/>
                <a:gd name="connsiteX0" fmla="*/ 0 w 2543175"/>
                <a:gd name="connsiteY0" fmla="*/ 0 h 1890712"/>
                <a:gd name="connsiteX1" fmla="*/ 11907 w 2543175"/>
                <a:gd name="connsiteY1" fmla="*/ 11906 h 1890712"/>
                <a:gd name="connsiteX2" fmla="*/ 21432 w 2543175"/>
                <a:gd name="connsiteY2" fmla="*/ 16669 h 1890712"/>
                <a:gd name="connsiteX3" fmla="*/ 23813 w 2543175"/>
                <a:gd name="connsiteY3" fmla="*/ 23812 h 1890712"/>
                <a:gd name="connsiteX4" fmla="*/ 33338 w 2543175"/>
                <a:gd name="connsiteY4" fmla="*/ 33337 h 1890712"/>
                <a:gd name="connsiteX5" fmla="*/ 40482 w 2543175"/>
                <a:gd name="connsiteY5" fmla="*/ 42862 h 1890712"/>
                <a:gd name="connsiteX6" fmla="*/ 47625 w 2543175"/>
                <a:gd name="connsiteY6" fmla="*/ 47625 h 1890712"/>
                <a:gd name="connsiteX7" fmla="*/ 57150 w 2543175"/>
                <a:gd name="connsiteY7" fmla="*/ 54769 h 1890712"/>
                <a:gd name="connsiteX8" fmla="*/ 64294 w 2543175"/>
                <a:gd name="connsiteY8" fmla="*/ 59531 h 1890712"/>
                <a:gd name="connsiteX9" fmla="*/ 83344 w 2543175"/>
                <a:gd name="connsiteY9" fmla="*/ 73819 h 1890712"/>
                <a:gd name="connsiteX10" fmla="*/ 97632 w 2543175"/>
                <a:gd name="connsiteY10" fmla="*/ 80962 h 1890712"/>
                <a:gd name="connsiteX11" fmla="*/ 104775 w 2543175"/>
                <a:gd name="connsiteY11" fmla="*/ 85725 h 1890712"/>
                <a:gd name="connsiteX12" fmla="*/ 114300 w 2543175"/>
                <a:gd name="connsiteY12" fmla="*/ 95250 h 1890712"/>
                <a:gd name="connsiteX13" fmla="*/ 123825 w 2543175"/>
                <a:gd name="connsiteY13" fmla="*/ 97631 h 1890712"/>
                <a:gd name="connsiteX14" fmla="*/ 130969 w 2543175"/>
                <a:gd name="connsiteY14" fmla="*/ 104775 h 1890712"/>
                <a:gd name="connsiteX15" fmla="*/ 140494 w 2543175"/>
                <a:gd name="connsiteY15" fmla="*/ 111919 h 1890712"/>
                <a:gd name="connsiteX16" fmla="*/ 147638 w 2543175"/>
                <a:gd name="connsiteY16" fmla="*/ 116681 h 1890712"/>
                <a:gd name="connsiteX17" fmla="*/ 164307 w 2543175"/>
                <a:gd name="connsiteY17" fmla="*/ 128587 h 1890712"/>
                <a:gd name="connsiteX18" fmla="*/ 180975 w 2543175"/>
                <a:gd name="connsiteY18" fmla="*/ 140494 h 1890712"/>
                <a:gd name="connsiteX19" fmla="*/ 197644 w 2543175"/>
                <a:gd name="connsiteY19" fmla="*/ 152400 h 1890712"/>
                <a:gd name="connsiteX20" fmla="*/ 204788 w 2543175"/>
                <a:gd name="connsiteY20" fmla="*/ 157162 h 1890712"/>
                <a:gd name="connsiteX21" fmla="*/ 214313 w 2543175"/>
                <a:gd name="connsiteY21" fmla="*/ 164306 h 1890712"/>
                <a:gd name="connsiteX22" fmla="*/ 230982 w 2543175"/>
                <a:gd name="connsiteY22" fmla="*/ 180975 h 1890712"/>
                <a:gd name="connsiteX23" fmla="*/ 247650 w 2543175"/>
                <a:gd name="connsiteY23" fmla="*/ 185737 h 1890712"/>
                <a:gd name="connsiteX24" fmla="*/ 259557 w 2543175"/>
                <a:gd name="connsiteY24" fmla="*/ 188119 h 1890712"/>
                <a:gd name="connsiteX25" fmla="*/ 266700 w 2543175"/>
                <a:gd name="connsiteY25" fmla="*/ 190500 h 1890712"/>
                <a:gd name="connsiteX26" fmla="*/ 283369 w 2543175"/>
                <a:gd name="connsiteY26" fmla="*/ 192881 h 1890712"/>
                <a:gd name="connsiteX27" fmla="*/ 302419 w 2543175"/>
                <a:gd name="connsiteY27" fmla="*/ 204787 h 1890712"/>
                <a:gd name="connsiteX28" fmla="*/ 309563 w 2543175"/>
                <a:gd name="connsiteY28" fmla="*/ 209550 h 1890712"/>
                <a:gd name="connsiteX29" fmla="*/ 319088 w 2543175"/>
                <a:gd name="connsiteY29" fmla="*/ 219075 h 1890712"/>
                <a:gd name="connsiteX30" fmla="*/ 333375 w 2543175"/>
                <a:gd name="connsiteY30" fmla="*/ 228600 h 1890712"/>
                <a:gd name="connsiteX31" fmla="*/ 340519 w 2543175"/>
                <a:gd name="connsiteY31" fmla="*/ 233362 h 1890712"/>
                <a:gd name="connsiteX32" fmla="*/ 354807 w 2543175"/>
                <a:gd name="connsiteY32" fmla="*/ 247650 h 1890712"/>
                <a:gd name="connsiteX33" fmla="*/ 366713 w 2543175"/>
                <a:gd name="connsiteY33" fmla="*/ 264319 h 1890712"/>
                <a:gd name="connsiteX34" fmla="*/ 371475 w 2543175"/>
                <a:gd name="connsiteY34" fmla="*/ 271462 h 1890712"/>
                <a:gd name="connsiteX35" fmla="*/ 378619 w 2543175"/>
                <a:gd name="connsiteY35" fmla="*/ 276225 h 1890712"/>
                <a:gd name="connsiteX36" fmla="*/ 385763 w 2543175"/>
                <a:gd name="connsiteY36" fmla="*/ 283369 h 1890712"/>
                <a:gd name="connsiteX37" fmla="*/ 395288 w 2543175"/>
                <a:gd name="connsiteY37" fmla="*/ 288131 h 1890712"/>
                <a:gd name="connsiteX38" fmla="*/ 404813 w 2543175"/>
                <a:gd name="connsiteY38" fmla="*/ 295275 h 1890712"/>
                <a:gd name="connsiteX39" fmla="*/ 411957 w 2543175"/>
                <a:gd name="connsiteY39" fmla="*/ 297656 h 1890712"/>
                <a:gd name="connsiteX40" fmla="*/ 421482 w 2543175"/>
                <a:gd name="connsiteY40" fmla="*/ 302419 h 1890712"/>
                <a:gd name="connsiteX41" fmla="*/ 447675 w 2543175"/>
                <a:gd name="connsiteY41" fmla="*/ 307181 h 1890712"/>
                <a:gd name="connsiteX42" fmla="*/ 461963 w 2543175"/>
                <a:gd name="connsiteY42" fmla="*/ 321469 h 1890712"/>
                <a:gd name="connsiteX43" fmla="*/ 466725 w 2543175"/>
                <a:gd name="connsiteY43" fmla="*/ 328612 h 1890712"/>
                <a:gd name="connsiteX44" fmla="*/ 476250 w 2543175"/>
                <a:gd name="connsiteY44" fmla="*/ 335756 h 1890712"/>
                <a:gd name="connsiteX45" fmla="*/ 481013 w 2543175"/>
                <a:gd name="connsiteY45" fmla="*/ 342900 h 1890712"/>
                <a:gd name="connsiteX46" fmla="*/ 490538 w 2543175"/>
                <a:gd name="connsiteY46" fmla="*/ 352425 h 1890712"/>
                <a:gd name="connsiteX47" fmla="*/ 495300 w 2543175"/>
                <a:gd name="connsiteY47" fmla="*/ 359569 h 1890712"/>
                <a:gd name="connsiteX48" fmla="*/ 509588 w 2543175"/>
                <a:gd name="connsiteY48" fmla="*/ 376237 h 1890712"/>
                <a:gd name="connsiteX49" fmla="*/ 514350 w 2543175"/>
                <a:gd name="connsiteY49" fmla="*/ 383381 h 1890712"/>
                <a:gd name="connsiteX50" fmla="*/ 531019 w 2543175"/>
                <a:gd name="connsiteY50" fmla="*/ 397669 h 1890712"/>
                <a:gd name="connsiteX51" fmla="*/ 538163 w 2543175"/>
                <a:gd name="connsiteY51" fmla="*/ 407194 h 1890712"/>
                <a:gd name="connsiteX52" fmla="*/ 554832 w 2543175"/>
                <a:gd name="connsiteY52" fmla="*/ 421481 h 1890712"/>
                <a:gd name="connsiteX53" fmla="*/ 564357 w 2543175"/>
                <a:gd name="connsiteY53" fmla="*/ 431006 h 1890712"/>
                <a:gd name="connsiteX54" fmla="*/ 573882 w 2543175"/>
                <a:gd name="connsiteY54" fmla="*/ 438150 h 1890712"/>
                <a:gd name="connsiteX55" fmla="*/ 595313 w 2543175"/>
                <a:gd name="connsiteY55" fmla="*/ 454819 h 1890712"/>
                <a:gd name="connsiteX56" fmla="*/ 602457 w 2543175"/>
                <a:gd name="connsiteY56" fmla="*/ 457200 h 1890712"/>
                <a:gd name="connsiteX57" fmla="*/ 628650 w 2543175"/>
                <a:gd name="connsiteY57" fmla="*/ 469106 h 1890712"/>
                <a:gd name="connsiteX58" fmla="*/ 645319 w 2543175"/>
                <a:gd name="connsiteY58" fmla="*/ 483394 h 1890712"/>
                <a:gd name="connsiteX59" fmla="*/ 654844 w 2543175"/>
                <a:gd name="connsiteY59" fmla="*/ 488156 h 1890712"/>
                <a:gd name="connsiteX60" fmla="*/ 661988 w 2543175"/>
                <a:gd name="connsiteY60" fmla="*/ 497681 h 1890712"/>
                <a:gd name="connsiteX61" fmla="*/ 683419 w 2543175"/>
                <a:gd name="connsiteY61" fmla="*/ 514350 h 1890712"/>
                <a:gd name="connsiteX62" fmla="*/ 700088 w 2543175"/>
                <a:gd name="connsiteY62" fmla="*/ 526256 h 1890712"/>
                <a:gd name="connsiteX63" fmla="*/ 709613 w 2543175"/>
                <a:gd name="connsiteY63" fmla="*/ 535781 h 1890712"/>
                <a:gd name="connsiteX64" fmla="*/ 719138 w 2543175"/>
                <a:gd name="connsiteY64" fmla="*/ 542925 h 1890712"/>
                <a:gd name="connsiteX65" fmla="*/ 733425 w 2543175"/>
                <a:gd name="connsiteY65" fmla="*/ 557212 h 1890712"/>
                <a:gd name="connsiteX66" fmla="*/ 750094 w 2543175"/>
                <a:gd name="connsiteY66" fmla="*/ 569119 h 1890712"/>
                <a:gd name="connsiteX67" fmla="*/ 769144 w 2543175"/>
                <a:gd name="connsiteY67" fmla="*/ 581025 h 1890712"/>
                <a:gd name="connsiteX68" fmla="*/ 785813 w 2543175"/>
                <a:gd name="connsiteY68" fmla="*/ 590550 h 1890712"/>
                <a:gd name="connsiteX69" fmla="*/ 792957 w 2543175"/>
                <a:gd name="connsiteY69" fmla="*/ 600075 h 1890712"/>
                <a:gd name="connsiteX70" fmla="*/ 809625 w 2543175"/>
                <a:gd name="connsiteY70" fmla="*/ 611981 h 1890712"/>
                <a:gd name="connsiteX71" fmla="*/ 816769 w 2543175"/>
                <a:gd name="connsiteY71" fmla="*/ 619125 h 1890712"/>
                <a:gd name="connsiteX72" fmla="*/ 826294 w 2543175"/>
                <a:gd name="connsiteY72" fmla="*/ 626269 h 1890712"/>
                <a:gd name="connsiteX73" fmla="*/ 840582 w 2543175"/>
                <a:gd name="connsiteY73" fmla="*/ 638175 h 1890712"/>
                <a:gd name="connsiteX74" fmla="*/ 847725 w 2543175"/>
                <a:gd name="connsiteY74" fmla="*/ 645319 h 1890712"/>
                <a:gd name="connsiteX75" fmla="*/ 857250 w 2543175"/>
                <a:gd name="connsiteY75" fmla="*/ 652462 h 1890712"/>
                <a:gd name="connsiteX76" fmla="*/ 864394 w 2543175"/>
                <a:gd name="connsiteY76" fmla="*/ 657225 h 1890712"/>
                <a:gd name="connsiteX77" fmla="*/ 888207 w 2543175"/>
                <a:gd name="connsiteY77" fmla="*/ 676275 h 1890712"/>
                <a:gd name="connsiteX78" fmla="*/ 895350 w 2543175"/>
                <a:gd name="connsiteY78" fmla="*/ 681037 h 1890712"/>
                <a:gd name="connsiteX79" fmla="*/ 907257 w 2543175"/>
                <a:gd name="connsiteY79" fmla="*/ 683419 h 1890712"/>
                <a:gd name="connsiteX80" fmla="*/ 928688 w 2543175"/>
                <a:gd name="connsiteY80" fmla="*/ 695325 h 1890712"/>
                <a:gd name="connsiteX81" fmla="*/ 942975 w 2543175"/>
                <a:gd name="connsiteY81" fmla="*/ 700087 h 1890712"/>
                <a:gd name="connsiteX82" fmla="*/ 964407 w 2543175"/>
                <a:gd name="connsiteY82" fmla="*/ 716756 h 1890712"/>
                <a:gd name="connsiteX83" fmla="*/ 971550 w 2543175"/>
                <a:gd name="connsiteY83" fmla="*/ 723900 h 1890712"/>
                <a:gd name="connsiteX84" fmla="*/ 983457 w 2543175"/>
                <a:gd name="connsiteY84" fmla="*/ 733425 h 1890712"/>
                <a:gd name="connsiteX85" fmla="*/ 990600 w 2543175"/>
                <a:gd name="connsiteY85" fmla="*/ 738187 h 1890712"/>
                <a:gd name="connsiteX86" fmla="*/ 1007269 w 2543175"/>
                <a:gd name="connsiteY86" fmla="*/ 752475 h 1890712"/>
                <a:gd name="connsiteX87" fmla="*/ 1031082 w 2543175"/>
                <a:gd name="connsiteY87" fmla="*/ 766762 h 1890712"/>
                <a:gd name="connsiteX88" fmla="*/ 1042988 w 2543175"/>
                <a:gd name="connsiteY88" fmla="*/ 773906 h 1890712"/>
                <a:gd name="connsiteX89" fmla="*/ 1071563 w 2543175"/>
                <a:gd name="connsiteY89" fmla="*/ 785812 h 1890712"/>
                <a:gd name="connsiteX90" fmla="*/ 1097757 w 2543175"/>
                <a:gd name="connsiteY90" fmla="*/ 807244 h 1890712"/>
                <a:gd name="connsiteX91" fmla="*/ 1104900 w 2543175"/>
                <a:gd name="connsiteY91" fmla="*/ 814387 h 1890712"/>
                <a:gd name="connsiteX92" fmla="*/ 1121569 w 2543175"/>
                <a:gd name="connsiteY92" fmla="*/ 823912 h 1890712"/>
                <a:gd name="connsiteX93" fmla="*/ 1138238 w 2543175"/>
                <a:gd name="connsiteY93" fmla="*/ 835819 h 1890712"/>
                <a:gd name="connsiteX94" fmla="*/ 1147763 w 2543175"/>
                <a:gd name="connsiteY94" fmla="*/ 842962 h 1890712"/>
                <a:gd name="connsiteX95" fmla="*/ 1157288 w 2543175"/>
                <a:gd name="connsiteY95" fmla="*/ 847725 h 1890712"/>
                <a:gd name="connsiteX96" fmla="*/ 1178719 w 2543175"/>
                <a:gd name="connsiteY96" fmla="*/ 859631 h 1890712"/>
                <a:gd name="connsiteX97" fmla="*/ 1188244 w 2543175"/>
                <a:gd name="connsiteY97" fmla="*/ 866775 h 1890712"/>
                <a:gd name="connsiteX98" fmla="*/ 1195388 w 2543175"/>
                <a:gd name="connsiteY98" fmla="*/ 871537 h 1890712"/>
                <a:gd name="connsiteX99" fmla="*/ 1212057 w 2543175"/>
                <a:gd name="connsiteY99" fmla="*/ 883444 h 1890712"/>
                <a:gd name="connsiteX100" fmla="*/ 1226344 w 2543175"/>
                <a:gd name="connsiteY100" fmla="*/ 895350 h 1890712"/>
                <a:gd name="connsiteX101" fmla="*/ 1245394 w 2543175"/>
                <a:gd name="connsiteY101" fmla="*/ 907256 h 1890712"/>
                <a:gd name="connsiteX102" fmla="*/ 1254919 w 2543175"/>
                <a:gd name="connsiteY102" fmla="*/ 914400 h 1890712"/>
                <a:gd name="connsiteX103" fmla="*/ 1269207 w 2543175"/>
                <a:gd name="connsiteY103" fmla="*/ 921544 h 1890712"/>
                <a:gd name="connsiteX104" fmla="*/ 1290638 w 2543175"/>
                <a:gd name="connsiteY104" fmla="*/ 935831 h 1890712"/>
                <a:gd name="connsiteX105" fmla="*/ 1307307 w 2543175"/>
                <a:gd name="connsiteY105" fmla="*/ 952500 h 1890712"/>
                <a:gd name="connsiteX106" fmla="*/ 1333500 w 2543175"/>
                <a:gd name="connsiteY106" fmla="*/ 971550 h 1890712"/>
                <a:gd name="connsiteX107" fmla="*/ 1359694 w 2543175"/>
                <a:gd name="connsiteY107" fmla="*/ 990600 h 1890712"/>
                <a:gd name="connsiteX108" fmla="*/ 1373982 w 2543175"/>
                <a:gd name="connsiteY108" fmla="*/ 997744 h 1890712"/>
                <a:gd name="connsiteX109" fmla="*/ 1388269 w 2543175"/>
                <a:gd name="connsiteY109" fmla="*/ 1007269 h 1890712"/>
                <a:gd name="connsiteX110" fmla="*/ 1414463 w 2543175"/>
                <a:gd name="connsiteY110" fmla="*/ 1019175 h 1890712"/>
                <a:gd name="connsiteX111" fmla="*/ 1428750 w 2543175"/>
                <a:gd name="connsiteY111" fmla="*/ 1026319 h 1890712"/>
                <a:gd name="connsiteX112" fmla="*/ 1471613 w 2543175"/>
                <a:gd name="connsiteY112" fmla="*/ 1059656 h 1890712"/>
                <a:gd name="connsiteX113" fmla="*/ 1495425 w 2543175"/>
                <a:gd name="connsiteY113" fmla="*/ 1088231 h 1890712"/>
                <a:gd name="connsiteX114" fmla="*/ 1547812 w 2543175"/>
                <a:gd name="connsiteY114" fmla="*/ 1133475 h 1890712"/>
                <a:gd name="connsiteX115" fmla="*/ 1597819 w 2543175"/>
                <a:gd name="connsiteY115" fmla="*/ 1154906 h 1890712"/>
                <a:gd name="connsiteX116" fmla="*/ 1604963 w 2543175"/>
                <a:gd name="connsiteY116" fmla="*/ 1162050 h 1890712"/>
                <a:gd name="connsiteX117" fmla="*/ 1612107 w 2543175"/>
                <a:gd name="connsiteY117" fmla="*/ 1166812 h 1890712"/>
                <a:gd name="connsiteX118" fmla="*/ 1628775 w 2543175"/>
                <a:gd name="connsiteY118" fmla="*/ 1183481 h 1890712"/>
                <a:gd name="connsiteX119" fmla="*/ 1662113 w 2543175"/>
                <a:gd name="connsiteY119" fmla="*/ 1209675 h 1890712"/>
                <a:gd name="connsiteX120" fmla="*/ 1678782 w 2543175"/>
                <a:gd name="connsiteY120" fmla="*/ 1226344 h 1890712"/>
                <a:gd name="connsiteX121" fmla="*/ 1700213 w 2543175"/>
                <a:gd name="connsiteY121" fmla="*/ 1247775 h 1890712"/>
                <a:gd name="connsiteX122" fmla="*/ 1712119 w 2543175"/>
                <a:gd name="connsiteY122" fmla="*/ 1259681 h 1890712"/>
                <a:gd name="connsiteX123" fmla="*/ 1733550 w 2543175"/>
                <a:gd name="connsiteY123" fmla="*/ 1273969 h 1890712"/>
                <a:gd name="connsiteX124" fmla="*/ 1743075 w 2543175"/>
                <a:gd name="connsiteY124" fmla="*/ 1283494 h 1890712"/>
                <a:gd name="connsiteX125" fmla="*/ 1754982 w 2543175"/>
                <a:gd name="connsiteY125" fmla="*/ 1290637 h 1890712"/>
                <a:gd name="connsiteX126" fmla="*/ 1766888 w 2543175"/>
                <a:gd name="connsiteY126" fmla="*/ 1300162 h 1890712"/>
                <a:gd name="connsiteX127" fmla="*/ 1783557 w 2543175"/>
                <a:gd name="connsiteY127" fmla="*/ 1307306 h 1890712"/>
                <a:gd name="connsiteX128" fmla="*/ 1790700 w 2543175"/>
                <a:gd name="connsiteY128" fmla="*/ 1312069 h 1890712"/>
                <a:gd name="connsiteX129" fmla="*/ 1800225 w 2543175"/>
                <a:gd name="connsiteY129" fmla="*/ 1319212 h 1890712"/>
                <a:gd name="connsiteX130" fmla="*/ 1807369 w 2543175"/>
                <a:gd name="connsiteY130" fmla="*/ 1321594 h 1890712"/>
                <a:gd name="connsiteX131" fmla="*/ 1824038 w 2543175"/>
                <a:gd name="connsiteY131" fmla="*/ 1333500 h 1890712"/>
                <a:gd name="connsiteX132" fmla="*/ 1843088 w 2543175"/>
                <a:gd name="connsiteY132" fmla="*/ 1352550 h 1890712"/>
                <a:gd name="connsiteX133" fmla="*/ 1852613 w 2543175"/>
                <a:gd name="connsiteY133" fmla="*/ 1359694 h 1890712"/>
                <a:gd name="connsiteX134" fmla="*/ 1859757 w 2543175"/>
                <a:gd name="connsiteY134" fmla="*/ 1366837 h 1890712"/>
                <a:gd name="connsiteX135" fmla="*/ 1869282 w 2543175"/>
                <a:gd name="connsiteY135" fmla="*/ 1371600 h 1890712"/>
                <a:gd name="connsiteX136" fmla="*/ 1883569 w 2543175"/>
                <a:gd name="connsiteY136" fmla="*/ 1388269 h 1890712"/>
                <a:gd name="connsiteX137" fmla="*/ 1893094 w 2543175"/>
                <a:gd name="connsiteY137" fmla="*/ 1395412 h 1890712"/>
                <a:gd name="connsiteX138" fmla="*/ 1902619 w 2543175"/>
                <a:gd name="connsiteY138" fmla="*/ 1404937 h 1890712"/>
                <a:gd name="connsiteX139" fmla="*/ 1912144 w 2543175"/>
                <a:gd name="connsiteY139" fmla="*/ 1409700 h 1890712"/>
                <a:gd name="connsiteX140" fmla="*/ 1931194 w 2543175"/>
                <a:gd name="connsiteY140" fmla="*/ 1421606 h 1890712"/>
                <a:gd name="connsiteX141" fmla="*/ 1935957 w 2543175"/>
                <a:gd name="connsiteY141" fmla="*/ 1428750 h 1890712"/>
                <a:gd name="connsiteX142" fmla="*/ 1952625 w 2543175"/>
                <a:gd name="connsiteY142" fmla="*/ 1438275 h 1890712"/>
                <a:gd name="connsiteX143" fmla="*/ 1971675 w 2543175"/>
                <a:gd name="connsiteY143" fmla="*/ 1450181 h 1890712"/>
                <a:gd name="connsiteX144" fmla="*/ 1981200 w 2543175"/>
                <a:gd name="connsiteY144" fmla="*/ 1454944 h 1890712"/>
                <a:gd name="connsiteX145" fmla="*/ 1997869 w 2543175"/>
                <a:gd name="connsiteY145" fmla="*/ 1471612 h 1890712"/>
                <a:gd name="connsiteX146" fmla="*/ 2007394 w 2543175"/>
                <a:gd name="connsiteY146" fmla="*/ 1478756 h 1890712"/>
                <a:gd name="connsiteX147" fmla="*/ 2016919 w 2543175"/>
                <a:gd name="connsiteY147" fmla="*/ 1483519 h 1890712"/>
                <a:gd name="connsiteX148" fmla="*/ 2024063 w 2543175"/>
                <a:gd name="connsiteY148" fmla="*/ 1490662 h 1890712"/>
                <a:gd name="connsiteX149" fmla="*/ 2033588 w 2543175"/>
                <a:gd name="connsiteY149" fmla="*/ 1495425 h 1890712"/>
                <a:gd name="connsiteX150" fmla="*/ 2040732 w 2543175"/>
                <a:gd name="connsiteY150" fmla="*/ 1502569 h 1890712"/>
                <a:gd name="connsiteX151" fmla="*/ 2047875 w 2543175"/>
                <a:gd name="connsiteY151" fmla="*/ 1507331 h 1890712"/>
                <a:gd name="connsiteX152" fmla="*/ 2057400 w 2543175"/>
                <a:gd name="connsiteY152" fmla="*/ 1514475 h 1890712"/>
                <a:gd name="connsiteX153" fmla="*/ 2064544 w 2543175"/>
                <a:gd name="connsiteY153" fmla="*/ 1519237 h 1890712"/>
                <a:gd name="connsiteX154" fmla="*/ 2071688 w 2543175"/>
                <a:gd name="connsiteY154" fmla="*/ 1526381 h 1890712"/>
                <a:gd name="connsiteX155" fmla="*/ 2081213 w 2543175"/>
                <a:gd name="connsiteY155" fmla="*/ 1531144 h 1890712"/>
                <a:gd name="connsiteX156" fmla="*/ 2090738 w 2543175"/>
                <a:gd name="connsiteY156" fmla="*/ 1538287 h 1890712"/>
                <a:gd name="connsiteX157" fmla="*/ 2109788 w 2543175"/>
                <a:gd name="connsiteY157" fmla="*/ 1547812 h 1890712"/>
                <a:gd name="connsiteX158" fmla="*/ 2131219 w 2543175"/>
                <a:gd name="connsiteY158" fmla="*/ 1562100 h 1890712"/>
                <a:gd name="connsiteX159" fmla="*/ 2140744 w 2543175"/>
                <a:gd name="connsiteY159" fmla="*/ 1566862 h 1890712"/>
                <a:gd name="connsiteX160" fmla="*/ 2152650 w 2543175"/>
                <a:gd name="connsiteY160" fmla="*/ 1576387 h 1890712"/>
                <a:gd name="connsiteX161" fmla="*/ 2181225 w 2543175"/>
                <a:gd name="connsiteY161" fmla="*/ 1590675 h 1890712"/>
                <a:gd name="connsiteX162" fmla="*/ 2200275 w 2543175"/>
                <a:gd name="connsiteY162" fmla="*/ 1607344 h 1890712"/>
                <a:gd name="connsiteX163" fmla="*/ 2207419 w 2543175"/>
                <a:gd name="connsiteY163" fmla="*/ 1612106 h 1890712"/>
                <a:gd name="connsiteX164" fmla="*/ 2216944 w 2543175"/>
                <a:gd name="connsiteY164" fmla="*/ 1619250 h 1890712"/>
                <a:gd name="connsiteX165" fmla="*/ 2224088 w 2543175"/>
                <a:gd name="connsiteY165" fmla="*/ 1624012 h 1890712"/>
                <a:gd name="connsiteX166" fmla="*/ 2247900 w 2543175"/>
                <a:gd name="connsiteY166" fmla="*/ 1643062 h 1890712"/>
                <a:gd name="connsiteX167" fmla="*/ 2255044 w 2543175"/>
                <a:gd name="connsiteY167" fmla="*/ 1650206 h 1890712"/>
                <a:gd name="connsiteX168" fmla="*/ 2281238 w 2543175"/>
                <a:gd name="connsiteY168" fmla="*/ 1664494 h 1890712"/>
                <a:gd name="connsiteX169" fmla="*/ 2297907 w 2543175"/>
                <a:gd name="connsiteY169" fmla="*/ 1674019 h 1890712"/>
                <a:gd name="connsiteX170" fmla="*/ 2305050 w 2543175"/>
                <a:gd name="connsiteY170" fmla="*/ 1678781 h 1890712"/>
                <a:gd name="connsiteX171" fmla="*/ 2312194 w 2543175"/>
                <a:gd name="connsiteY171" fmla="*/ 1685925 h 1890712"/>
                <a:gd name="connsiteX172" fmla="*/ 2321719 w 2543175"/>
                <a:gd name="connsiteY172" fmla="*/ 1690687 h 1890712"/>
                <a:gd name="connsiteX173" fmla="*/ 2328863 w 2543175"/>
                <a:gd name="connsiteY173" fmla="*/ 1697831 h 1890712"/>
                <a:gd name="connsiteX174" fmla="*/ 2350294 w 2543175"/>
                <a:gd name="connsiteY174" fmla="*/ 1712119 h 1890712"/>
                <a:gd name="connsiteX175" fmla="*/ 2369344 w 2543175"/>
                <a:gd name="connsiteY175" fmla="*/ 1724025 h 1890712"/>
                <a:gd name="connsiteX176" fmla="*/ 2428876 w 2543175"/>
                <a:gd name="connsiteY176" fmla="*/ 1785938 h 1890712"/>
                <a:gd name="connsiteX177" fmla="*/ 2466975 w 2543175"/>
                <a:gd name="connsiteY177" fmla="*/ 1783556 h 1890712"/>
                <a:gd name="connsiteX178" fmla="*/ 2481263 w 2543175"/>
                <a:gd name="connsiteY178" fmla="*/ 1795462 h 1890712"/>
                <a:gd name="connsiteX179" fmla="*/ 2486025 w 2543175"/>
                <a:gd name="connsiteY179" fmla="*/ 1802606 h 1890712"/>
                <a:gd name="connsiteX180" fmla="*/ 2493169 w 2543175"/>
                <a:gd name="connsiteY180" fmla="*/ 1807369 h 1890712"/>
                <a:gd name="connsiteX181" fmla="*/ 2495550 w 2543175"/>
                <a:gd name="connsiteY181" fmla="*/ 1816894 h 1890712"/>
                <a:gd name="connsiteX182" fmla="*/ 2497932 w 2543175"/>
                <a:gd name="connsiteY182" fmla="*/ 1824037 h 1890712"/>
                <a:gd name="connsiteX183" fmla="*/ 2514600 w 2543175"/>
                <a:gd name="connsiteY183" fmla="*/ 1850231 h 1890712"/>
                <a:gd name="connsiteX184" fmla="*/ 2519363 w 2543175"/>
                <a:gd name="connsiteY184" fmla="*/ 1857375 h 1890712"/>
                <a:gd name="connsiteX185" fmla="*/ 2540794 w 2543175"/>
                <a:gd name="connsiteY185" fmla="*/ 1883569 h 1890712"/>
                <a:gd name="connsiteX186" fmla="*/ 2543175 w 2543175"/>
                <a:gd name="connsiteY186" fmla="*/ 1890712 h 1890712"/>
                <a:gd name="connsiteX0" fmla="*/ 0 w 2543175"/>
                <a:gd name="connsiteY0" fmla="*/ 0 h 1890712"/>
                <a:gd name="connsiteX1" fmla="*/ 11907 w 2543175"/>
                <a:gd name="connsiteY1" fmla="*/ 11906 h 1890712"/>
                <a:gd name="connsiteX2" fmla="*/ 21432 w 2543175"/>
                <a:gd name="connsiteY2" fmla="*/ 16669 h 1890712"/>
                <a:gd name="connsiteX3" fmla="*/ 23813 w 2543175"/>
                <a:gd name="connsiteY3" fmla="*/ 23812 h 1890712"/>
                <a:gd name="connsiteX4" fmla="*/ 33338 w 2543175"/>
                <a:gd name="connsiteY4" fmla="*/ 33337 h 1890712"/>
                <a:gd name="connsiteX5" fmla="*/ 40482 w 2543175"/>
                <a:gd name="connsiteY5" fmla="*/ 42862 h 1890712"/>
                <a:gd name="connsiteX6" fmla="*/ 47625 w 2543175"/>
                <a:gd name="connsiteY6" fmla="*/ 47625 h 1890712"/>
                <a:gd name="connsiteX7" fmla="*/ 57150 w 2543175"/>
                <a:gd name="connsiteY7" fmla="*/ 54769 h 1890712"/>
                <a:gd name="connsiteX8" fmla="*/ 64294 w 2543175"/>
                <a:gd name="connsiteY8" fmla="*/ 59531 h 1890712"/>
                <a:gd name="connsiteX9" fmla="*/ 83344 w 2543175"/>
                <a:gd name="connsiteY9" fmla="*/ 73819 h 1890712"/>
                <a:gd name="connsiteX10" fmla="*/ 97632 w 2543175"/>
                <a:gd name="connsiteY10" fmla="*/ 80962 h 1890712"/>
                <a:gd name="connsiteX11" fmla="*/ 104775 w 2543175"/>
                <a:gd name="connsiteY11" fmla="*/ 85725 h 1890712"/>
                <a:gd name="connsiteX12" fmla="*/ 114300 w 2543175"/>
                <a:gd name="connsiteY12" fmla="*/ 95250 h 1890712"/>
                <a:gd name="connsiteX13" fmla="*/ 123825 w 2543175"/>
                <a:gd name="connsiteY13" fmla="*/ 97631 h 1890712"/>
                <a:gd name="connsiteX14" fmla="*/ 130969 w 2543175"/>
                <a:gd name="connsiteY14" fmla="*/ 104775 h 1890712"/>
                <a:gd name="connsiteX15" fmla="*/ 140494 w 2543175"/>
                <a:gd name="connsiteY15" fmla="*/ 111919 h 1890712"/>
                <a:gd name="connsiteX16" fmla="*/ 147638 w 2543175"/>
                <a:gd name="connsiteY16" fmla="*/ 116681 h 1890712"/>
                <a:gd name="connsiteX17" fmla="*/ 164307 w 2543175"/>
                <a:gd name="connsiteY17" fmla="*/ 128587 h 1890712"/>
                <a:gd name="connsiteX18" fmla="*/ 180975 w 2543175"/>
                <a:gd name="connsiteY18" fmla="*/ 140494 h 1890712"/>
                <a:gd name="connsiteX19" fmla="*/ 197644 w 2543175"/>
                <a:gd name="connsiteY19" fmla="*/ 152400 h 1890712"/>
                <a:gd name="connsiteX20" fmla="*/ 204788 w 2543175"/>
                <a:gd name="connsiteY20" fmla="*/ 157162 h 1890712"/>
                <a:gd name="connsiteX21" fmla="*/ 214313 w 2543175"/>
                <a:gd name="connsiteY21" fmla="*/ 164306 h 1890712"/>
                <a:gd name="connsiteX22" fmla="*/ 230982 w 2543175"/>
                <a:gd name="connsiteY22" fmla="*/ 180975 h 1890712"/>
                <a:gd name="connsiteX23" fmla="*/ 247650 w 2543175"/>
                <a:gd name="connsiteY23" fmla="*/ 185737 h 1890712"/>
                <a:gd name="connsiteX24" fmla="*/ 259557 w 2543175"/>
                <a:gd name="connsiteY24" fmla="*/ 188119 h 1890712"/>
                <a:gd name="connsiteX25" fmla="*/ 266700 w 2543175"/>
                <a:gd name="connsiteY25" fmla="*/ 190500 h 1890712"/>
                <a:gd name="connsiteX26" fmla="*/ 283369 w 2543175"/>
                <a:gd name="connsiteY26" fmla="*/ 192881 h 1890712"/>
                <a:gd name="connsiteX27" fmla="*/ 302419 w 2543175"/>
                <a:gd name="connsiteY27" fmla="*/ 204787 h 1890712"/>
                <a:gd name="connsiteX28" fmla="*/ 309563 w 2543175"/>
                <a:gd name="connsiteY28" fmla="*/ 209550 h 1890712"/>
                <a:gd name="connsiteX29" fmla="*/ 319088 w 2543175"/>
                <a:gd name="connsiteY29" fmla="*/ 219075 h 1890712"/>
                <a:gd name="connsiteX30" fmla="*/ 333375 w 2543175"/>
                <a:gd name="connsiteY30" fmla="*/ 228600 h 1890712"/>
                <a:gd name="connsiteX31" fmla="*/ 340519 w 2543175"/>
                <a:gd name="connsiteY31" fmla="*/ 233362 h 1890712"/>
                <a:gd name="connsiteX32" fmla="*/ 354807 w 2543175"/>
                <a:gd name="connsiteY32" fmla="*/ 247650 h 1890712"/>
                <a:gd name="connsiteX33" fmla="*/ 366713 w 2543175"/>
                <a:gd name="connsiteY33" fmla="*/ 264319 h 1890712"/>
                <a:gd name="connsiteX34" fmla="*/ 371475 w 2543175"/>
                <a:gd name="connsiteY34" fmla="*/ 271462 h 1890712"/>
                <a:gd name="connsiteX35" fmla="*/ 378619 w 2543175"/>
                <a:gd name="connsiteY35" fmla="*/ 276225 h 1890712"/>
                <a:gd name="connsiteX36" fmla="*/ 385763 w 2543175"/>
                <a:gd name="connsiteY36" fmla="*/ 283369 h 1890712"/>
                <a:gd name="connsiteX37" fmla="*/ 395288 w 2543175"/>
                <a:gd name="connsiteY37" fmla="*/ 288131 h 1890712"/>
                <a:gd name="connsiteX38" fmla="*/ 404813 w 2543175"/>
                <a:gd name="connsiteY38" fmla="*/ 295275 h 1890712"/>
                <a:gd name="connsiteX39" fmla="*/ 411957 w 2543175"/>
                <a:gd name="connsiteY39" fmla="*/ 297656 h 1890712"/>
                <a:gd name="connsiteX40" fmla="*/ 421482 w 2543175"/>
                <a:gd name="connsiteY40" fmla="*/ 302419 h 1890712"/>
                <a:gd name="connsiteX41" fmla="*/ 447675 w 2543175"/>
                <a:gd name="connsiteY41" fmla="*/ 307181 h 1890712"/>
                <a:gd name="connsiteX42" fmla="*/ 461963 w 2543175"/>
                <a:gd name="connsiteY42" fmla="*/ 321469 h 1890712"/>
                <a:gd name="connsiteX43" fmla="*/ 466725 w 2543175"/>
                <a:gd name="connsiteY43" fmla="*/ 328612 h 1890712"/>
                <a:gd name="connsiteX44" fmla="*/ 476250 w 2543175"/>
                <a:gd name="connsiteY44" fmla="*/ 335756 h 1890712"/>
                <a:gd name="connsiteX45" fmla="*/ 481013 w 2543175"/>
                <a:gd name="connsiteY45" fmla="*/ 342900 h 1890712"/>
                <a:gd name="connsiteX46" fmla="*/ 490538 w 2543175"/>
                <a:gd name="connsiteY46" fmla="*/ 352425 h 1890712"/>
                <a:gd name="connsiteX47" fmla="*/ 495300 w 2543175"/>
                <a:gd name="connsiteY47" fmla="*/ 359569 h 1890712"/>
                <a:gd name="connsiteX48" fmla="*/ 509588 w 2543175"/>
                <a:gd name="connsiteY48" fmla="*/ 376237 h 1890712"/>
                <a:gd name="connsiteX49" fmla="*/ 514350 w 2543175"/>
                <a:gd name="connsiteY49" fmla="*/ 383381 h 1890712"/>
                <a:gd name="connsiteX50" fmla="*/ 531019 w 2543175"/>
                <a:gd name="connsiteY50" fmla="*/ 397669 h 1890712"/>
                <a:gd name="connsiteX51" fmla="*/ 538163 w 2543175"/>
                <a:gd name="connsiteY51" fmla="*/ 407194 h 1890712"/>
                <a:gd name="connsiteX52" fmla="*/ 554832 w 2543175"/>
                <a:gd name="connsiteY52" fmla="*/ 421481 h 1890712"/>
                <a:gd name="connsiteX53" fmla="*/ 564357 w 2543175"/>
                <a:gd name="connsiteY53" fmla="*/ 431006 h 1890712"/>
                <a:gd name="connsiteX54" fmla="*/ 573882 w 2543175"/>
                <a:gd name="connsiteY54" fmla="*/ 438150 h 1890712"/>
                <a:gd name="connsiteX55" fmla="*/ 595313 w 2543175"/>
                <a:gd name="connsiteY55" fmla="*/ 454819 h 1890712"/>
                <a:gd name="connsiteX56" fmla="*/ 602457 w 2543175"/>
                <a:gd name="connsiteY56" fmla="*/ 457200 h 1890712"/>
                <a:gd name="connsiteX57" fmla="*/ 628650 w 2543175"/>
                <a:gd name="connsiteY57" fmla="*/ 469106 h 1890712"/>
                <a:gd name="connsiteX58" fmla="*/ 645319 w 2543175"/>
                <a:gd name="connsiteY58" fmla="*/ 483394 h 1890712"/>
                <a:gd name="connsiteX59" fmla="*/ 654844 w 2543175"/>
                <a:gd name="connsiteY59" fmla="*/ 488156 h 1890712"/>
                <a:gd name="connsiteX60" fmla="*/ 661988 w 2543175"/>
                <a:gd name="connsiteY60" fmla="*/ 497681 h 1890712"/>
                <a:gd name="connsiteX61" fmla="*/ 683419 w 2543175"/>
                <a:gd name="connsiteY61" fmla="*/ 514350 h 1890712"/>
                <a:gd name="connsiteX62" fmla="*/ 700088 w 2543175"/>
                <a:gd name="connsiteY62" fmla="*/ 526256 h 1890712"/>
                <a:gd name="connsiteX63" fmla="*/ 709613 w 2543175"/>
                <a:gd name="connsiteY63" fmla="*/ 535781 h 1890712"/>
                <a:gd name="connsiteX64" fmla="*/ 719138 w 2543175"/>
                <a:gd name="connsiteY64" fmla="*/ 542925 h 1890712"/>
                <a:gd name="connsiteX65" fmla="*/ 733425 w 2543175"/>
                <a:gd name="connsiteY65" fmla="*/ 557212 h 1890712"/>
                <a:gd name="connsiteX66" fmla="*/ 750094 w 2543175"/>
                <a:gd name="connsiteY66" fmla="*/ 569119 h 1890712"/>
                <a:gd name="connsiteX67" fmla="*/ 769144 w 2543175"/>
                <a:gd name="connsiteY67" fmla="*/ 581025 h 1890712"/>
                <a:gd name="connsiteX68" fmla="*/ 785813 w 2543175"/>
                <a:gd name="connsiteY68" fmla="*/ 590550 h 1890712"/>
                <a:gd name="connsiteX69" fmla="*/ 792957 w 2543175"/>
                <a:gd name="connsiteY69" fmla="*/ 600075 h 1890712"/>
                <a:gd name="connsiteX70" fmla="*/ 809625 w 2543175"/>
                <a:gd name="connsiteY70" fmla="*/ 611981 h 1890712"/>
                <a:gd name="connsiteX71" fmla="*/ 816769 w 2543175"/>
                <a:gd name="connsiteY71" fmla="*/ 619125 h 1890712"/>
                <a:gd name="connsiteX72" fmla="*/ 826294 w 2543175"/>
                <a:gd name="connsiteY72" fmla="*/ 626269 h 1890712"/>
                <a:gd name="connsiteX73" fmla="*/ 840582 w 2543175"/>
                <a:gd name="connsiteY73" fmla="*/ 638175 h 1890712"/>
                <a:gd name="connsiteX74" fmla="*/ 847725 w 2543175"/>
                <a:gd name="connsiteY74" fmla="*/ 645319 h 1890712"/>
                <a:gd name="connsiteX75" fmla="*/ 857250 w 2543175"/>
                <a:gd name="connsiteY75" fmla="*/ 652462 h 1890712"/>
                <a:gd name="connsiteX76" fmla="*/ 864394 w 2543175"/>
                <a:gd name="connsiteY76" fmla="*/ 657225 h 1890712"/>
                <a:gd name="connsiteX77" fmla="*/ 888207 w 2543175"/>
                <a:gd name="connsiteY77" fmla="*/ 676275 h 1890712"/>
                <a:gd name="connsiteX78" fmla="*/ 895350 w 2543175"/>
                <a:gd name="connsiteY78" fmla="*/ 681037 h 1890712"/>
                <a:gd name="connsiteX79" fmla="*/ 907257 w 2543175"/>
                <a:gd name="connsiteY79" fmla="*/ 683419 h 1890712"/>
                <a:gd name="connsiteX80" fmla="*/ 928688 w 2543175"/>
                <a:gd name="connsiteY80" fmla="*/ 695325 h 1890712"/>
                <a:gd name="connsiteX81" fmla="*/ 942975 w 2543175"/>
                <a:gd name="connsiteY81" fmla="*/ 700087 h 1890712"/>
                <a:gd name="connsiteX82" fmla="*/ 964407 w 2543175"/>
                <a:gd name="connsiteY82" fmla="*/ 716756 h 1890712"/>
                <a:gd name="connsiteX83" fmla="*/ 971550 w 2543175"/>
                <a:gd name="connsiteY83" fmla="*/ 723900 h 1890712"/>
                <a:gd name="connsiteX84" fmla="*/ 983457 w 2543175"/>
                <a:gd name="connsiteY84" fmla="*/ 733425 h 1890712"/>
                <a:gd name="connsiteX85" fmla="*/ 990600 w 2543175"/>
                <a:gd name="connsiteY85" fmla="*/ 738187 h 1890712"/>
                <a:gd name="connsiteX86" fmla="*/ 1007269 w 2543175"/>
                <a:gd name="connsiteY86" fmla="*/ 752475 h 1890712"/>
                <a:gd name="connsiteX87" fmla="*/ 1031082 w 2543175"/>
                <a:gd name="connsiteY87" fmla="*/ 766762 h 1890712"/>
                <a:gd name="connsiteX88" fmla="*/ 1042988 w 2543175"/>
                <a:gd name="connsiteY88" fmla="*/ 773906 h 1890712"/>
                <a:gd name="connsiteX89" fmla="*/ 1071563 w 2543175"/>
                <a:gd name="connsiteY89" fmla="*/ 785812 h 1890712"/>
                <a:gd name="connsiteX90" fmla="*/ 1097757 w 2543175"/>
                <a:gd name="connsiteY90" fmla="*/ 807244 h 1890712"/>
                <a:gd name="connsiteX91" fmla="*/ 1104900 w 2543175"/>
                <a:gd name="connsiteY91" fmla="*/ 814387 h 1890712"/>
                <a:gd name="connsiteX92" fmla="*/ 1121569 w 2543175"/>
                <a:gd name="connsiteY92" fmla="*/ 823912 h 1890712"/>
                <a:gd name="connsiteX93" fmla="*/ 1138238 w 2543175"/>
                <a:gd name="connsiteY93" fmla="*/ 835819 h 1890712"/>
                <a:gd name="connsiteX94" fmla="*/ 1147763 w 2543175"/>
                <a:gd name="connsiteY94" fmla="*/ 842962 h 1890712"/>
                <a:gd name="connsiteX95" fmla="*/ 1157288 w 2543175"/>
                <a:gd name="connsiteY95" fmla="*/ 847725 h 1890712"/>
                <a:gd name="connsiteX96" fmla="*/ 1178719 w 2543175"/>
                <a:gd name="connsiteY96" fmla="*/ 859631 h 1890712"/>
                <a:gd name="connsiteX97" fmla="*/ 1188244 w 2543175"/>
                <a:gd name="connsiteY97" fmla="*/ 866775 h 1890712"/>
                <a:gd name="connsiteX98" fmla="*/ 1195388 w 2543175"/>
                <a:gd name="connsiteY98" fmla="*/ 871537 h 1890712"/>
                <a:gd name="connsiteX99" fmla="*/ 1212057 w 2543175"/>
                <a:gd name="connsiteY99" fmla="*/ 883444 h 1890712"/>
                <a:gd name="connsiteX100" fmla="*/ 1226344 w 2543175"/>
                <a:gd name="connsiteY100" fmla="*/ 895350 h 1890712"/>
                <a:gd name="connsiteX101" fmla="*/ 1245394 w 2543175"/>
                <a:gd name="connsiteY101" fmla="*/ 907256 h 1890712"/>
                <a:gd name="connsiteX102" fmla="*/ 1254919 w 2543175"/>
                <a:gd name="connsiteY102" fmla="*/ 914400 h 1890712"/>
                <a:gd name="connsiteX103" fmla="*/ 1269207 w 2543175"/>
                <a:gd name="connsiteY103" fmla="*/ 921544 h 1890712"/>
                <a:gd name="connsiteX104" fmla="*/ 1290638 w 2543175"/>
                <a:gd name="connsiteY104" fmla="*/ 935831 h 1890712"/>
                <a:gd name="connsiteX105" fmla="*/ 1307307 w 2543175"/>
                <a:gd name="connsiteY105" fmla="*/ 952500 h 1890712"/>
                <a:gd name="connsiteX106" fmla="*/ 1333500 w 2543175"/>
                <a:gd name="connsiteY106" fmla="*/ 971550 h 1890712"/>
                <a:gd name="connsiteX107" fmla="*/ 1359694 w 2543175"/>
                <a:gd name="connsiteY107" fmla="*/ 990600 h 1890712"/>
                <a:gd name="connsiteX108" fmla="*/ 1373982 w 2543175"/>
                <a:gd name="connsiteY108" fmla="*/ 997744 h 1890712"/>
                <a:gd name="connsiteX109" fmla="*/ 1388269 w 2543175"/>
                <a:gd name="connsiteY109" fmla="*/ 1007269 h 1890712"/>
                <a:gd name="connsiteX110" fmla="*/ 1414463 w 2543175"/>
                <a:gd name="connsiteY110" fmla="*/ 1019175 h 1890712"/>
                <a:gd name="connsiteX111" fmla="*/ 1428750 w 2543175"/>
                <a:gd name="connsiteY111" fmla="*/ 1026319 h 1890712"/>
                <a:gd name="connsiteX112" fmla="*/ 1471613 w 2543175"/>
                <a:gd name="connsiteY112" fmla="*/ 1059656 h 1890712"/>
                <a:gd name="connsiteX113" fmla="*/ 1495425 w 2543175"/>
                <a:gd name="connsiteY113" fmla="*/ 1088231 h 1890712"/>
                <a:gd name="connsiteX114" fmla="*/ 1547812 w 2543175"/>
                <a:gd name="connsiteY114" fmla="*/ 1133475 h 1890712"/>
                <a:gd name="connsiteX115" fmla="*/ 1597819 w 2543175"/>
                <a:gd name="connsiteY115" fmla="*/ 1154906 h 1890712"/>
                <a:gd name="connsiteX116" fmla="*/ 1604963 w 2543175"/>
                <a:gd name="connsiteY116" fmla="*/ 1162050 h 1890712"/>
                <a:gd name="connsiteX117" fmla="*/ 1612107 w 2543175"/>
                <a:gd name="connsiteY117" fmla="*/ 1166812 h 1890712"/>
                <a:gd name="connsiteX118" fmla="*/ 1628775 w 2543175"/>
                <a:gd name="connsiteY118" fmla="*/ 1183481 h 1890712"/>
                <a:gd name="connsiteX119" fmla="*/ 1662113 w 2543175"/>
                <a:gd name="connsiteY119" fmla="*/ 1209675 h 1890712"/>
                <a:gd name="connsiteX120" fmla="*/ 1678782 w 2543175"/>
                <a:gd name="connsiteY120" fmla="*/ 1226344 h 1890712"/>
                <a:gd name="connsiteX121" fmla="*/ 1700213 w 2543175"/>
                <a:gd name="connsiteY121" fmla="*/ 1247775 h 1890712"/>
                <a:gd name="connsiteX122" fmla="*/ 1712119 w 2543175"/>
                <a:gd name="connsiteY122" fmla="*/ 1259681 h 1890712"/>
                <a:gd name="connsiteX123" fmla="*/ 1733550 w 2543175"/>
                <a:gd name="connsiteY123" fmla="*/ 1273969 h 1890712"/>
                <a:gd name="connsiteX124" fmla="*/ 1743075 w 2543175"/>
                <a:gd name="connsiteY124" fmla="*/ 1283494 h 1890712"/>
                <a:gd name="connsiteX125" fmla="*/ 1754982 w 2543175"/>
                <a:gd name="connsiteY125" fmla="*/ 1290637 h 1890712"/>
                <a:gd name="connsiteX126" fmla="*/ 1766888 w 2543175"/>
                <a:gd name="connsiteY126" fmla="*/ 1300162 h 1890712"/>
                <a:gd name="connsiteX127" fmla="*/ 1783557 w 2543175"/>
                <a:gd name="connsiteY127" fmla="*/ 1307306 h 1890712"/>
                <a:gd name="connsiteX128" fmla="*/ 1790700 w 2543175"/>
                <a:gd name="connsiteY128" fmla="*/ 1312069 h 1890712"/>
                <a:gd name="connsiteX129" fmla="*/ 1800225 w 2543175"/>
                <a:gd name="connsiteY129" fmla="*/ 1319212 h 1890712"/>
                <a:gd name="connsiteX130" fmla="*/ 1807369 w 2543175"/>
                <a:gd name="connsiteY130" fmla="*/ 1321594 h 1890712"/>
                <a:gd name="connsiteX131" fmla="*/ 1824038 w 2543175"/>
                <a:gd name="connsiteY131" fmla="*/ 1333500 h 1890712"/>
                <a:gd name="connsiteX132" fmla="*/ 1843088 w 2543175"/>
                <a:gd name="connsiteY132" fmla="*/ 1352550 h 1890712"/>
                <a:gd name="connsiteX133" fmla="*/ 1852613 w 2543175"/>
                <a:gd name="connsiteY133" fmla="*/ 1359694 h 1890712"/>
                <a:gd name="connsiteX134" fmla="*/ 1859757 w 2543175"/>
                <a:gd name="connsiteY134" fmla="*/ 1366837 h 1890712"/>
                <a:gd name="connsiteX135" fmla="*/ 1869282 w 2543175"/>
                <a:gd name="connsiteY135" fmla="*/ 1371600 h 1890712"/>
                <a:gd name="connsiteX136" fmla="*/ 1883569 w 2543175"/>
                <a:gd name="connsiteY136" fmla="*/ 1388269 h 1890712"/>
                <a:gd name="connsiteX137" fmla="*/ 1893094 w 2543175"/>
                <a:gd name="connsiteY137" fmla="*/ 1395412 h 1890712"/>
                <a:gd name="connsiteX138" fmla="*/ 1902619 w 2543175"/>
                <a:gd name="connsiteY138" fmla="*/ 1404937 h 1890712"/>
                <a:gd name="connsiteX139" fmla="*/ 1912144 w 2543175"/>
                <a:gd name="connsiteY139" fmla="*/ 1409700 h 1890712"/>
                <a:gd name="connsiteX140" fmla="*/ 1931194 w 2543175"/>
                <a:gd name="connsiteY140" fmla="*/ 1421606 h 1890712"/>
                <a:gd name="connsiteX141" fmla="*/ 1935957 w 2543175"/>
                <a:gd name="connsiteY141" fmla="*/ 1428750 h 1890712"/>
                <a:gd name="connsiteX142" fmla="*/ 1952625 w 2543175"/>
                <a:gd name="connsiteY142" fmla="*/ 1438275 h 1890712"/>
                <a:gd name="connsiteX143" fmla="*/ 1971675 w 2543175"/>
                <a:gd name="connsiteY143" fmla="*/ 1450181 h 1890712"/>
                <a:gd name="connsiteX144" fmla="*/ 1981200 w 2543175"/>
                <a:gd name="connsiteY144" fmla="*/ 1454944 h 1890712"/>
                <a:gd name="connsiteX145" fmla="*/ 1997869 w 2543175"/>
                <a:gd name="connsiteY145" fmla="*/ 1471612 h 1890712"/>
                <a:gd name="connsiteX146" fmla="*/ 2007394 w 2543175"/>
                <a:gd name="connsiteY146" fmla="*/ 1478756 h 1890712"/>
                <a:gd name="connsiteX147" fmla="*/ 2016919 w 2543175"/>
                <a:gd name="connsiteY147" fmla="*/ 1483519 h 1890712"/>
                <a:gd name="connsiteX148" fmla="*/ 2024063 w 2543175"/>
                <a:gd name="connsiteY148" fmla="*/ 1490662 h 1890712"/>
                <a:gd name="connsiteX149" fmla="*/ 2033588 w 2543175"/>
                <a:gd name="connsiteY149" fmla="*/ 1495425 h 1890712"/>
                <a:gd name="connsiteX150" fmla="*/ 2040732 w 2543175"/>
                <a:gd name="connsiteY150" fmla="*/ 1502569 h 1890712"/>
                <a:gd name="connsiteX151" fmla="*/ 2047875 w 2543175"/>
                <a:gd name="connsiteY151" fmla="*/ 1507331 h 1890712"/>
                <a:gd name="connsiteX152" fmla="*/ 2057400 w 2543175"/>
                <a:gd name="connsiteY152" fmla="*/ 1514475 h 1890712"/>
                <a:gd name="connsiteX153" fmla="*/ 2064544 w 2543175"/>
                <a:gd name="connsiteY153" fmla="*/ 1519237 h 1890712"/>
                <a:gd name="connsiteX154" fmla="*/ 2071688 w 2543175"/>
                <a:gd name="connsiteY154" fmla="*/ 1526381 h 1890712"/>
                <a:gd name="connsiteX155" fmla="*/ 2081213 w 2543175"/>
                <a:gd name="connsiteY155" fmla="*/ 1531144 h 1890712"/>
                <a:gd name="connsiteX156" fmla="*/ 2090738 w 2543175"/>
                <a:gd name="connsiteY156" fmla="*/ 1538287 h 1890712"/>
                <a:gd name="connsiteX157" fmla="*/ 2109788 w 2543175"/>
                <a:gd name="connsiteY157" fmla="*/ 1547812 h 1890712"/>
                <a:gd name="connsiteX158" fmla="*/ 2131219 w 2543175"/>
                <a:gd name="connsiteY158" fmla="*/ 1562100 h 1890712"/>
                <a:gd name="connsiteX159" fmla="*/ 2140744 w 2543175"/>
                <a:gd name="connsiteY159" fmla="*/ 1566862 h 1890712"/>
                <a:gd name="connsiteX160" fmla="*/ 2152650 w 2543175"/>
                <a:gd name="connsiteY160" fmla="*/ 1576387 h 1890712"/>
                <a:gd name="connsiteX161" fmla="*/ 2181225 w 2543175"/>
                <a:gd name="connsiteY161" fmla="*/ 1590675 h 1890712"/>
                <a:gd name="connsiteX162" fmla="*/ 2200275 w 2543175"/>
                <a:gd name="connsiteY162" fmla="*/ 1607344 h 1890712"/>
                <a:gd name="connsiteX163" fmla="*/ 2207419 w 2543175"/>
                <a:gd name="connsiteY163" fmla="*/ 1612106 h 1890712"/>
                <a:gd name="connsiteX164" fmla="*/ 2216944 w 2543175"/>
                <a:gd name="connsiteY164" fmla="*/ 1619250 h 1890712"/>
                <a:gd name="connsiteX165" fmla="*/ 2224088 w 2543175"/>
                <a:gd name="connsiteY165" fmla="*/ 1624012 h 1890712"/>
                <a:gd name="connsiteX166" fmla="*/ 2247900 w 2543175"/>
                <a:gd name="connsiteY166" fmla="*/ 1643062 h 1890712"/>
                <a:gd name="connsiteX167" fmla="*/ 2255044 w 2543175"/>
                <a:gd name="connsiteY167" fmla="*/ 1650206 h 1890712"/>
                <a:gd name="connsiteX168" fmla="*/ 2281238 w 2543175"/>
                <a:gd name="connsiteY168" fmla="*/ 1664494 h 1890712"/>
                <a:gd name="connsiteX169" fmla="*/ 2297907 w 2543175"/>
                <a:gd name="connsiteY169" fmla="*/ 1674019 h 1890712"/>
                <a:gd name="connsiteX170" fmla="*/ 2305050 w 2543175"/>
                <a:gd name="connsiteY170" fmla="*/ 1678781 h 1890712"/>
                <a:gd name="connsiteX171" fmla="*/ 2312194 w 2543175"/>
                <a:gd name="connsiteY171" fmla="*/ 1685925 h 1890712"/>
                <a:gd name="connsiteX172" fmla="*/ 2328863 w 2543175"/>
                <a:gd name="connsiteY172" fmla="*/ 1697831 h 1890712"/>
                <a:gd name="connsiteX173" fmla="*/ 2350294 w 2543175"/>
                <a:gd name="connsiteY173" fmla="*/ 1712119 h 1890712"/>
                <a:gd name="connsiteX174" fmla="*/ 2369344 w 2543175"/>
                <a:gd name="connsiteY174" fmla="*/ 1724025 h 1890712"/>
                <a:gd name="connsiteX175" fmla="*/ 2428876 w 2543175"/>
                <a:gd name="connsiteY175" fmla="*/ 1785938 h 1890712"/>
                <a:gd name="connsiteX176" fmla="*/ 2466975 w 2543175"/>
                <a:gd name="connsiteY176" fmla="*/ 1783556 h 1890712"/>
                <a:gd name="connsiteX177" fmla="*/ 2481263 w 2543175"/>
                <a:gd name="connsiteY177" fmla="*/ 1795462 h 1890712"/>
                <a:gd name="connsiteX178" fmla="*/ 2486025 w 2543175"/>
                <a:gd name="connsiteY178" fmla="*/ 1802606 h 1890712"/>
                <a:gd name="connsiteX179" fmla="*/ 2493169 w 2543175"/>
                <a:gd name="connsiteY179" fmla="*/ 1807369 h 1890712"/>
                <a:gd name="connsiteX180" fmla="*/ 2495550 w 2543175"/>
                <a:gd name="connsiteY180" fmla="*/ 1816894 h 1890712"/>
                <a:gd name="connsiteX181" fmla="*/ 2497932 w 2543175"/>
                <a:gd name="connsiteY181" fmla="*/ 1824037 h 1890712"/>
                <a:gd name="connsiteX182" fmla="*/ 2514600 w 2543175"/>
                <a:gd name="connsiteY182" fmla="*/ 1850231 h 1890712"/>
                <a:gd name="connsiteX183" fmla="*/ 2519363 w 2543175"/>
                <a:gd name="connsiteY183" fmla="*/ 1857375 h 1890712"/>
                <a:gd name="connsiteX184" fmla="*/ 2540794 w 2543175"/>
                <a:gd name="connsiteY184" fmla="*/ 1883569 h 1890712"/>
                <a:gd name="connsiteX185" fmla="*/ 2543175 w 2543175"/>
                <a:gd name="connsiteY185" fmla="*/ 1890712 h 1890712"/>
                <a:gd name="connsiteX0" fmla="*/ 0 w 2543175"/>
                <a:gd name="connsiteY0" fmla="*/ 0 h 1890712"/>
                <a:gd name="connsiteX1" fmla="*/ 11907 w 2543175"/>
                <a:gd name="connsiteY1" fmla="*/ 11906 h 1890712"/>
                <a:gd name="connsiteX2" fmla="*/ 21432 w 2543175"/>
                <a:gd name="connsiteY2" fmla="*/ 16669 h 1890712"/>
                <a:gd name="connsiteX3" fmla="*/ 23813 w 2543175"/>
                <a:gd name="connsiteY3" fmla="*/ 23812 h 1890712"/>
                <a:gd name="connsiteX4" fmla="*/ 33338 w 2543175"/>
                <a:gd name="connsiteY4" fmla="*/ 33337 h 1890712"/>
                <a:gd name="connsiteX5" fmla="*/ 40482 w 2543175"/>
                <a:gd name="connsiteY5" fmla="*/ 42862 h 1890712"/>
                <a:gd name="connsiteX6" fmla="*/ 47625 w 2543175"/>
                <a:gd name="connsiteY6" fmla="*/ 47625 h 1890712"/>
                <a:gd name="connsiteX7" fmla="*/ 57150 w 2543175"/>
                <a:gd name="connsiteY7" fmla="*/ 54769 h 1890712"/>
                <a:gd name="connsiteX8" fmla="*/ 64294 w 2543175"/>
                <a:gd name="connsiteY8" fmla="*/ 59531 h 1890712"/>
                <a:gd name="connsiteX9" fmla="*/ 83344 w 2543175"/>
                <a:gd name="connsiteY9" fmla="*/ 73819 h 1890712"/>
                <a:gd name="connsiteX10" fmla="*/ 97632 w 2543175"/>
                <a:gd name="connsiteY10" fmla="*/ 80962 h 1890712"/>
                <a:gd name="connsiteX11" fmla="*/ 104775 w 2543175"/>
                <a:gd name="connsiteY11" fmla="*/ 85725 h 1890712"/>
                <a:gd name="connsiteX12" fmla="*/ 114300 w 2543175"/>
                <a:gd name="connsiteY12" fmla="*/ 95250 h 1890712"/>
                <a:gd name="connsiteX13" fmla="*/ 123825 w 2543175"/>
                <a:gd name="connsiteY13" fmla="*/ 97631 h 1890712"/>
                <a:gd name="connsiteX14" fmla="*/ 130969 w 2543175"/>
                <a:gd name="connsiteY14" fmla="*/ 104775 h 1890712"/>
                <a:gd name="connsiteX15" fmla="*/ 140494 w 2543175"/>
                <a:gd name="connsiteY15" fmla="*/ 111919 h 1890712"/>
                <a:gd name="connsiteX16" fmla="*/ 147638 w 2543175"/>
                <a:gd name="connsiteY16" fmla="*/ 116681 h 1890712"/>
                <a:gd name="connsiteX17" fmla="*/ 164307 w 2543175"/>
                <a:gd name="connsiteY17" fmla="*/ 128587 h 1890712"/>
                <a:gd name="connsiteX18" fmla="*/ 180975 w 2543175"/>
                <a:gd name="connsiteY18" fmla="*/ 140494 h 1890712"/>
                <a:gd name="connsiteX19" fmla="*/ 197644 w 2543175"/>
                <a:gd name="connsiteY19" fmla="*/ 152400 h 1890712"/>
                <a:gd name="connsiteX20" fmla="*/ 204788 w 2543175"/>
                <a:gd name="connsiteY20" fmla="*/ 157162 h 1890712"/>
                <a:gd name="connsiteX21" fmla="*/ 214313 w 2543175"/>
                <a:gd name="connsiteY21" fmla="*/ 164306 h 1890712"/>
                <a:gd name="connsiteX22" fmla="*/ 230982 w 2543175"/>
                <a:gd name="connsiteY22" fmla="*/ 180975 h 1890712"/>
                <a:gd name="connsiteX23" fmla="*/ 247650 w 2543175"/>
                <a:gd name="connsiteY23" fmla="*/ 185737 h 1890712"/>
                <a:gd name="connsiteX24" fmla="*/ 259557 w 2543175"/>
                <a:gd name="connsiteY24" fmla="*/ 188119 h 1890712"/>
                <a:gd name="connsiteX25" fmla="*/ 266700 w 2543175"/>
                <a:gd name="connsiteY25" fmla="*/ 190500 h 1890712"/>
                <a:gd name="connsiteX26" fmla="*/ 283369 w 2543175"/>
                <a:gd name="connsiteY26" fmla="*/ 192881 h 1890712"/>
                <a:gd name="connsiteX27" fmla="*/ 302419 w 2543175"/>
                <a:gd name="connsiteY27" fmla="*/ 204787 h 1890712"/>
                <a:gd name="connsiteX28" fmla="*/ 309563 w 2543175"/>
                <a:gd name="connsiteY28" fmla="*/ 209550 h 1890712"/>
                <a:gd name="connsiteX29" fmla="*/ 319088 w 2543175"/>
                <a:gd name="connsiteY29" fmla="*/ 219075 h 1890712"/>
                <a:gd name="connsiteX30" fmla="*/ 333375 w 2543175"/>
                <a:gd name="connsiteY30" fmla="*/ 228600 h 1890712"/>
                <a:gd name="connsiteX31" fmla="*/ 340519 w 2543175"/>
                <a:gd name="connsiteY31" fmla="*/ 233362 h 1890712"/>
                <a:gd name="connsiteX32" fmla="*/ 354807 w 2543175"/>
                <a:gd name="connsiteY32" fmla="*/ 247650 h 1890712"/>
                <a:gd name="connsiteX33" fmla="*/ 366713 w 2543175"/>
                <a:gd name="connsiteY33" fmla="*/ 264319 h 1890712"/>
                <a:gd name="connsiteX34" fmla="*/ 371475 w 2543175"/>
                <a:gd name="connsiteY34" fmla="*/ 271462 h 1890712"/>
                <a:gd name="connsiteX35" fmla="*/ 378619 w 2543175"/>
                <a:gd name="connsiteY35" fmla="*/ 276225 h 1890712"/>
                <a:gd name="connsiteX36" fmla="*/ 385763 w 2543175"/>
                <a:gd name="connsiteY36" fmla="*/ 283369 h 1890712"/>
                <a:gd name="connsiteX37" fmla="*/ 395288 w 2543175"/>
                <a:gd name="connsiteY37" fmla="*/ 288131 h 1890712"/>
                <a:gd name="connsiteX38" fmla="*/ 404813 w 2543175"/>
                <a:gd name="connsiteY38" fmla="*/ 295275 h 1890712"/>
                <a:gd name="connsiteX39" fmla="*/ 411957 w 2543175"/>
                <a:gd name="connsiteY39" fmla="*/ 297656 h 1890712"/>
                <a:gd name="connsiteX40" fmla="*/ 421482 w 2543175"/>
                <a:gd name="connsiteY40" fmla="*/ 302419 h 1890712"/>
                <a:gd name="connsiteX41" fmla="*/ 447675 w 2543175"/>
                <a:gd name="connsiteY41" fmla="*/ 307181 h 1890712"/>
                <a:gd name="connsiteX42" fmla="*/ 461963 w 2543175"/>
                <a:gd name="connsiteY42" fmla="*/ 321469 h 1890712"/>
                <a:gd name="connsiteX43" fmla="*/ 466725 w 2543175"/>
                <a:gd name="connsiteY43" fmla="*/ 328612 h 1890712"/>
                <a:gd name="connsiteX44" fmla="*/ 476250 w 2543175"/>
                <a:gd name="connsiteY44" fmla="*/ 335756 h 1890712"/>
                <a:gd name="connsiteX45" fmla="*/ 481013 w 2543175"/>
                <a:gd name="connsiteY45" fmla="*/ 342900 h 1890712"/>
                <a:gd name="connsiteX46" fmla="*/ 490538 w 2543175"/>
                <a:gd name="connsiteY46" fmla="*/ 352425 h 1890712"/>
                <a:gd name="connsiteX47" fmla="*/ 495300 w 2543175"/>
                <a:gd name="connsiteY47" fmla="*/ 359569 h 1890712"/>
                <a:gd name="connsiteX48" fmla="*/ 509588 w 2543175"/>
                <a:gd name="connsiteY48" fmla="*/ 376237 h 1890712"/>
                <a:gd name="connsiteX49" fmla="*/ 514350 w 2543175"/>
                <a:gd name="connsiteY49" fmla="*/ 383381 h 1890712"/>
                <a:gd name="connsiteX50" fmla="*/ 531019 w 2543175"/>
                <a:gd name="connsiteY50" fmla="*/ 397669 h 1890712"/>
                <a:gd name="connsiteX51" fmla="*/ 538163 w 2543175"/>
                <a:gd name="connsiteY51" fmla="*/ 407194 h 1890712"/>
                <a:gd name="connsiteX52" fmla="*/ 554832 w 2543175"/>
                <a:gd name="connsiteY52" fmla="*/ 421481 h 1890712"/>
                <a:gd name="connsiteX53" fmla="*/ 564357 w 2543175"/>
                <a:gd name="connsiteY53" fmla="*/ 431006 h 1890712"/>
                <a:gd name="connsiteX54" fmla="*/ 573882 w 2543175"/>
                <a:gd name="connsiteY54" fmla="*/ 438150 h 1890712"/>
                <a:gd name="connsiteX55" fmla="*/ 595313 w 2543175"/>
                <a:gd name="connsiteY55" fmla="*/ 454819 h 1890712"/>
                <a:gd name="connsiteX56" fmla="*/ 602457 w 2543175"/>
                <a:gd name="connsiteY56" fmla="*/ 457200 h 1890712"/>
                <a:gd name="connsiteX57" fmla="*/ 628650 w 2543175"/>
                <a:gd name="connsiteY57" fmla="*/ 469106 h 1890712"/>
                <a:gd name="connsiteX58" fmla="*/ 645319 w 2543175"/>
                <a:gd name="connsiteY58" fmla="*/ 483394 h 1890712"/>
                <a:gd name="connsiteX59" fmla="*/ 654844 w 2543175"/>
                <a:gd name="connsiteY59" fmla="*/ 488156 h 1890712"/>
                <a:gd name="connsiteX60" fmla="*/ 661988 w 2543175"/>
                <a:gd name="connsiteY60" fmla="*/ 497681 h 1890712"/>
                <a:gd name="connsiteX61" fmla="*/ 683419 w 2543175"/>
                <a:gd name="connsiteY61" fmla="*/ 514350 h 1890712"/>
                <a:gd name="connsiteX62" fmla="*/ 700088 w 2543175"/>
                <a:gd name="connsiteY62" fmla="*/ 526256 h 1890712"/>
                <a:gd name="connsiteX63" fmla="*/ 709613 w 2543175"/>
                <a:gd name="connsiteY63" fmla="*/ 535781 h 1890712"/>
                <a:gd name="connsiteX64" fmla="*/ 719138 w 2543175"/>
                <a:gd name="connsiteY64" fmla="*/ 542925 h 1890712"/>
                <a:gd name="connsiteX65" fmla="*/ 733425 w 2543175"/>
                <a:gd name="connsiteY65" fmla="*/ 557212 h 1890712"/>
                <a:gd name="connsiteX66" fmla="*/ 750094 w 2543175"/>
                <a:gd name="connsiteY66" fmla="*/ 569119 h 1890712"/>
                <a:gd name="connsiteX67" fmla="*/ 769144 w 2543175"/>
                <a:gd name="connsiteY67" fmla="*/ 581025 h 1890712"/>
                <a:gd name="connsiteX68" fmla="*/ 785813 w 2543175"/>
                <a:gd name="connsiteY68" fmla="*/ 590550 h 1890712"/>
                <a:gd name="connsiteX69" fmla="*/ 792957 w 2543175"/>
                <a:gd name="connsiteY69" fmla="*/ 600075 h 1890712"/>
                <a:gd name="connsiteX70" fmla="*/ 809625 w 2543175"/>
                <a:gd name="connsiteY70" fmla="*/ 611981 h 1890712"/>
                <a:gd name="connsiteX71" fmla="*/ 816769 w 2543175"/>
                <a:gd name="connsiteY71" fmla="*/ 619125 h 1890712"/>
                <a:gd name="connsiteX72" fmla="*/ 826294 w 2543175"/>
                <a:gd name="connsiteY72" fmla="*/ 626269 h 1890712"/>
                <a:gd name="connsiteX73" fmla="*/ 840582 w 2543175"/>
                <a:gd name="connsiteY73" fmla="*/ 638175 h 1890712"/>
                <a:gd name="connsiteX74" fmla="*/ 847725 w 2543175"/>
                <a:gd name="connsiteY74" fmla="*/ 645319 h 1890712"/>
                <a:gd name="connsiteX75" fmla="*/ 857250 w 2543175"/>
                <a:gd name="connsiteY75" fmla="*/ 652462 h 1890712"/>
                <a:gd name="connsiteX76" fmla="*/ 864394 w 2543175"/>
                <a:gd name="connsiteY76" fmla="*/ 657225 h 1890712"/>
                <a:gd name="connsiteX77" fmla="*/ 888207 w 2543175"/>
                <a:gd name="connsiteY77" fmla="*/ 676275 h 1890712"/>
                <a:gd name="connsiteX78" fmla="*/ 895350 w 2543175"/>
                <a:gd name="connsiteY78" fmla="*/ 681037 h 1890712"/>
                <a:gd name="connsiteX79" fmla="*/ 907257 w 2543175"/>
                <a:gd name="connsiteY79" fmla="*/ 683419 h 1890712"/>
                <a:gd name="connsiteX80" fmla="*/ 928688 w 2543175"/>
                <a:gd name="connsiteY80" fmla="*/ 695325 h 1890712"/>
                <a:gd name="connsiteX81" fmla="*/ 942975 w 2543175"/>
                <a:gd name="connsiteY81" fmla="*/ 700087 h 1890712"/>
                <a:gd name="connsiteX82" fmla="*/ 964407 w 2543175"/>
                <a:gd name="connsiteY82" fmla="*/ 716756 h 1890712"/>
                <a:gd name="connsiteX83" fmla="*/ 971550 w 2543175"/>
                <a:gd name="connsiteY83" fmla="*/ 723900 h 1890712"/>
                <a:gd name="connsiteX84" fmla="*/ 983457 w 2543175"/>
                <a:gd name="connsiteY84" fmla="*/ 733425 h 1890712"/>
                <a:gd name="connsiteX85" fmla="*/ 990600 w 2543175"/>
                <a:gd name="connsiteY85" fmla="*/ 738187 h 1890712"/>
                <a:gd name="connsiteX86" fmla="*/ 1007269 w 2543175"/>
                <a:gd name="connsiteY86" fmla="*/ 752475 h 1890712"/>
                <a:gd name="connsiteX87" fmla="*/ 1031082 w 2543175"/>
                <a:gd name="connsiteY87" fmla="*/ 766762 h 1890712"/>
                <a:gd name="connsiteX88" fmla="*/ 1042988 w 2543175"/>
                <a:gd name="connsiteY88" fmla="*/ 773906 h 1890712"/>
                <a:gd name="connsiteX89" fmla="*/ 1071563 w 2543175"/>
                <a:gd name="connsiteY89" fmla="*/ 785812 h 1890712"/>
                <a:gd name="connsiteX90" fmla="*/ 1097757 w 2543175"/>
                <a:gd name="connsiteY90" fmla="*/ 807244 h 1890712"/>
                <a:gd name="connsiteX91" fmla="*/ 1104900 w 2543175"/>
                <a:gd name="connsiteY91" fmla="*/ 814387 h 1890712"/>
                <a:gd name="connsiteX92" fmla="*/ 1121569 w 2543175"/>
                <a:gd name="connsiteY92" fmla="*/ 823912 h 1890712"/>
                <a:gd name="connsiteX93" fmla="*/ 1138238 w 2543175"/>
                <a:gd name="connsiteY93" fmla="*/ 835819 h 1890712"/>
                <a:gd name="connsiteX94" fmla="*/ 1147763 w 2543175"/>
                <a:gd name="connsiteY94" fmla="*/ 842962 h 1890712"/>
                <a:gd name="connsiteX95" fmla="*/ 1157288 w 2543175"/>
                <a:gd name="connsiteY95" fmla="*/ 847725 h 1890712"/>
                <a:gd name="connsiteX96" fmla="*/ 1178719 w 2543175"/>
                <a:gd name="connsiteY96" fmla="*/ 859631 h 1890712"/>
                <a:gd name="connsiteX97" fmla="*/ 1188244 w 2543175"/>
                <a:gd name="connsiteY97" fmla="*/ 866775 h 1890712"/>
                <a:gd name="connsiteX98" fmla="*/ 1195388 w 2543175"/>
                <a:gd name="connsiteY98" fmla="*/ 871537 h 1890712"/>
                <a:gd name="connsiteX99" fmla="*/ 1212057 w 2543175"/>
                <a:gd name="connsiteY99" fmla="*/ 883444 h 1890712"/>
                <a:gd name="connsiteX100" fmla="*/ 1226344 w 2543175"/>
                <a:gd name="connsiteY100" fmla="*/ 895350 h 1890712"/>
                <a:gd name="connsiteX101" fmla="*/ 1245394 w 2543175"/>
                <a:gd name="connsiteY101" fmla="*/ 907256 h 1890712"/>
                <a:gd name="connsiteX102" fmla="*/ 1254919 w 2543175"/>
                <a:gd name="connsiteY102" fmla="*/ 914400 h 1890712"/>
                <a:gd name="connsiteX103" fmla="*/ 1269207 w 2543175"/>
                <a:gd name="connsiteY103" fmla="*/ 921544 h 1890712"/>
                <a:gd name="connsiteX104" fmla="*/ 1290638 w 2543175"/>
                <a:gd name="connsiteY104" fmla="*/ 935831 h 1890712"/>
                <a:gd name="connsiteX105" fmla="*/ 1307307 w 2543175"/>
                <a:gd name="connsiteY105" fmla="*/ 952500 h 1890712"/>
                <a:gd name="connsiteX106" fmla="*/ 1333500 w 2543175"/>
                <a:gd name="connsiteY106" fmla="*/ 971550 h 1890712"/>
                <a:gd name="connsiteX107" fmla="*/ 1359694 w 2543175"/>
                <a:gd name="connsiteY107" fmla="*/ 990600 h 1890712"/>
                <a:gd name="connsiteX108" fmla="*/ 1373982 w 2543175"/>
                <a:gd name="connsiteY108" fmla="*/ 997744 h 1890712"/>
                <a:gd name="connsiteX109" fmla="*/ 1388269 w 2543175"/>
                <a:gd name="connsiteY109" fmla="*/ 1007269 h 1890712"/>
                <a:gd name="connsiteX110" fmla="*/ 1414463 w 2543175"/>
                <a:gd name="connsiteY110" fmla="*/ 1019175 h 1890712"/>
                <a:gd name="connsiteX111" fmla="*/ 1428750 w 2543175"/>
                <a:gd name="connsiteY111" fmla="*/ 1026319 h 1890712"/>
                <a:gd name="connsiteX112" fmla="*/ 1471613 w 2543175"/>
                <a:gd name="connsiteY112" fmla="*/ 1059656 h 1890712"/>
                <a:gd name="connsiteX113" fmla="*/ 1495425 w 2543175"/>
                <a:gd name="connsiteY113" fmla="*/ 1088231 h 1890712"/>
                <a:gd name="connsiteX114" fmla="*/ 1547812 w 2543175"/>
                <a:gd name="connsiteY114" fmla="*/ 1133475 h 1890712"/>
                <a:gd name="connsiteX115" fmla="*/ 1597819 w 2543175"/>
                <a:gd name="connsiteY115" fmla="*/ 1154906 h 1890712"/>
                <a:gd name="connsiteX116" fmla="*/ 1604963 w 2543175"/>
                <a:gd name="connsiteY116" fmla="*/ 1162050 h 1890712"/>
                <a:gd name="connsiteX117" fmla="*/ 1612107 w 2543175"/>
                <a:gd name="connsiteY117" fmla="*/ 1166812 h 1890712"/>
                <a:gd name="connsiteX118" fmla="*/ 1628775 w 2543175"/>
                <a:gd name="connsiteY118" fmla="*/ 1183481 h 1890712"/>
                <a:gd name="connsiteX119" fmla="*/ 1662113 w 2543175"/>
                <a:gd name="connsiteY119" fmla="*/ 1209675 h 1890712"/>
                <a:gd name="connsiteX120" fmla="*/ 1678782 w 2543175"/>
                <a:gd name="connsiteY120" fmla="*/ 1226344 h 1890712"/>
                <a:gd name="connsiteX121" fmla="*/ 1700213 w 2543175"/>
                <a:gd name="connsiteY121" fmla="*/ 1247775 h 1890712"/>
                <a:gd name="connsiteX122" fmla="*/ 1712119 w 2543175"/>
                <a:gd name="connsiteY122" fmla="*/ 1259681 h 1890712"/>
                <a:gd name="connsiteX123" fmla="*/ 1733550 w 2543175"/>
                <a:gd name="connsiteY123" fmla="*/ 1273969 h 1890712"/>
                <a:gd name="connsiteX124" fmla="*/ 1743075 w 2543175"/>
                <a:gd name="connsiteY124" fmla="*/ 1283494 h 1890712"/>
                <a:gd name="connsiteX125" fmla="*/ 1754982 w 2543175"/>
                <a:gd name="connsiteY125" fmla="*/ 1290637 h 1890712"/>
                <a:gd name="connsiteX126" fmla="*/ 1766888 w 2543175"/>
                <a:gd name="connsiteY126" fmla="*/ 1300162 h 1890712"/>
                <a:gd name="connsiteX127" fmla="*/ 1783557 w 2543175"/>
                <a:gd name="connsiteY127" fmla="*/ 1307306 h 1890712"/>
                <a:gd name="connsiteX128" fmla="*/ 1790700 w 2543175"/>
                <a:gd name="connsiteY128" fmla="*/ 1312069 h 1890712"/>
                <a:gd name="connsiteX129" fmla="*/ 1800225 w 2543175"/>
                <a:gd name="connsiteY129" fmla="*/ 1319212 h 1890712"/>
                <a:gd name="connsiteX130" fmla="*/ 1807369 w 2543175"/>
                <a:gd name="connsiteY130" fmla="*/ 1321594 h 1890712"/>
                <a:gd name="connsiteX131" fmla="*/ 1824038 w 2543175"/>
                <a:gd name="connsiteY131" fmla="*/ 1333500 h 1890712"/>
                <a:gd name="connsiteX132" fmla="*/ 1843088 w 2543175"/>
                <a:gd name="connsiteY132" fmla="*/ 1352550 h 1890712"/>
                <a:gd name="connsiteX133" fmla="*/ 1852613 w 2543175"/>
                <a:gd name="connsiteY133" fmla="*/ 1359694 h 1890712"/>
                <a:gd name="connsiteX134" fmla="*/ 1859757 w 2543175"/>
                <a:gd name="connsiteY134" fmla="*/ 1366837 h 1890712"/>
                <a:gd name="connsiteX135" fmla="*/ 1869282 w 2543175"/>
                <a:gd name="connsiteY135" fmla="*/ 1371600 h 1890712"/>
                <a:gd name="connsiteX136" fmla="*/ 1883569 w 2543175"/>
                <a:gd name="connsiteY136" fmla="*/ 1388269 h 1890712"/>
                <a:gd name="connsiteX137" fmla="*/ 1893094 w 2543175"/>
                <a:gd name="connsiteY137" fmla="*/ 1395412 h 1890712"/>
                <a:gd name="connsiteX138" fmla="*/ 1902619 w 2543175"/>
                <a:gd name="connsiteY138" fmla="*/ 1404937 h 1890712"/>
                <a:gd name="connsiteX139" fmla="*/ 1912144 w 2543175"/>
                <a:gd name="connsiteY139" fmla="*/ 1409700 h 1890712"/>
                <a:gd name="connsiteX140" fmla="*/ 1931194 w 2543175"/>
                <a:gd name="connsiteY140" fmla="*/ 1421606 h 1890712"/>
                <a:gd name="connsiteX141" fmla="*/ 1935957 w 2543175"/>
                <a:gd name="connsiteY141" fmla="*/ 1428750 h 1890712"/>
                <a:gd name="connsiteX142" fmla="*/ 1952625 w 2543175"/>
                <a:gd name="connsiteY142" fmla="*/ 1438275 h 1890712"/>
                <a:gd name="connsiteX143" fmla="*/ 1971675 w 2543175"/>
                <a:gd name="connsiteY143" fmla="*/ 1450181 h 1890712"/>
                <a:gd name="connsiteX144" fmla="*/ 1981200 w 2543175"/>
                <a:gd name="connsiteY144" fmla="*/ 1454944 h 1890712"/>
                <a:gd name="connsiteX145" fmla="*/ 1997869 w 2543175"/>
                <a:gd name="connsiteY145" fmla="*/ 1471612 h 1890712"/>
                <a:gd name="connsiteX146" fmla="*/ 2007394 w 2543175"/>
                <a:gd name="connsiteY146" fmla="*/ 1478756 h 1890712"/>
                <a:gd name="connsiteX147" fmla="*/ 2016919 w 2543175"/>
                <a:gd name="connsiteY147" fmla="*/ 1483519 h 1890712"/>
                <a:gd name="connsiteX148" fmla="*/ 2024063 w 2543175"/>
                <a:gd name="connsiteY148" fmla="*/ 1490662 h 1890712"/>
                <a:gd name="connsiteX149" fmla="*/ 2033588 w 2543175"/>
                <a:gd name="connsiteY149" fmla="*/ 1495425 h 1890712"/>
                <a:gd name="connsiteX150" fmla="*/ 2040732 w 2543175"/>
                <a:gd name="connsiteY150" fmla="*/ 1502569 h 1890712"/>
                <a:gd name="connsiteX151" fmla="*/ 2047875 w 2543175"/>
                <a:gd name="connsiteY151" fmla="*/ 1507331 h 1890712"/>
                <a:gd name="connsiteX152" fmla="*/ 2057400 w 2543175"/>
                <a:gd name="connsiteY152" fmla="*/ 1514475 h 1890712"/>
                <a:gd name="connsiteX153" fmla="*/ 2064544 w 2543175"/>
                <a:gd name="connsiteY153" fmla="*/ 1519237 h 1890712"/>
                <a:gd name="connsiteX154" fmla="*/ 2071688 w 2543175"/>
                <a:gd name="connsiteY154" fmla="*/ 1526381 h 1890712"/>
                <a:gd name="connsiteX155" fmla="*/ 2081213 w 2543175"/>
                <a:gd name="connsiteY155" fmla="*/ 1531144 h 1890712"/>
                <a:gd name="connsiteX156" fmla="*/ 2090738 w 2543175"/>
                <a:gd name="connsiteY156" fmla="*/ 1538287 h 1890712"/>
                <a:gd name="connsiteX157" fmla="*/ 2109788 w 2543175"/>
                <a:gd name="connsiteY157" fmla="*/ 1547812 h 1890712"/>
                <a:gd name="connsiteX158" fmla="*/ 2131219 w 2543175"/>
                <a:gd name="connsiteY158" fmla="*/ 1562100 h 1890712"/>
                <a:gd name="connsiteX159" fmla="*/ 2140744 w 2543175"/>
                <a:gd name="connsiteY159" fmla="*/ 1566862 h 1890712"/>
                <a:gd name="connsiteX160" fmla="*/ 2152650 w 2543175"/>
                <a:gd name="connsiteY160" fmla="*/ 1576387 h 1890712"/>
                <a:gd name="connsiteX161" fmla="*/ 2181225 w 2543175"/>
                <a:gd name="connsiteY161" fmla="*/ 1590675 h 1890712"/>
                <a:gd name="connsiteX162" fmla="*/ 2200275 w 2543175"/>
                <a:gd name="connsiteY162" fmla="*/ 1607344 h 1890712"/>
                <a:gd name="connsiteX163" fmla="*/ 2207419 w 2543175"/>
                <a:gd name="connsiteY163" fmla="*/ 1612106 h 1890712"/>
                <a:gd name="connsiteX164" fmla="*/ 2216944 w 2543175"/>
                <a:gd name="connsiteY164" fmla="*/ 1619250 h 1890712"/>
                <a:gd name="connsiteX165" fmla="*/ 2224088 w 2543175"/>
                <a:gd name="connsiteY165" fmla="*/ 1624012 h 1890712"/>
                <a:gd name="connsiteX166" fmla="*/ 2247900 w 2543175"/>
                <a:gd name="connsiteY166" fmla="*/ 1643062 h 1890712"/>
                <a:gd name="connsiteX167" fmla="*/ 2255044 w 2543175"/>
                <a:gd name="connsiteY167" fmla="*/ 1650206 h 1890712"/>
                <a:gd name="connsiteX168" fmla="*/ 2281238 w 2543175"/>
                <a:gd name="connsiteY168" fmla="*/ 1664494 h 1890712"/>
                <a:gd name="connsiteX169" fmla="*/ 2297907 w 2543175"/>
                <a:gd name="connsiteY169" fmla="*/ 1674019 h 1890712"/>
                <a:gd name="connsiteX170" fmla="*/ 2312194 w 2543175"/>
                <a:gd name="connsiteY170" fmla="*/ 1685925 h 1890712"/>
                <a:gd name="connsiteX171" fmla="*/ 2328863 w 2543175"/>
                <a:gd name="connsiteY171" fmla="*/ 1697831 h 1890712"/>
                <a:gd name="connsiteX172" fmla="*/ 2350294 w 2543175"/>
                <a:gd name="connsiteY172" fmla="*/ 1712119 h 1890712"/>
                <a:gd name="connsiteX173" fmla="*/ 2369344 w 2543175"/>
                <a:gd name="connsiteY173" fmla="*/ 1724025 h 1890712"/>
                <a:gd name="connsiteX174" fmla="*/ 2428876 w 2543175"/>
                <a:gd name="connsiteY174" fmla="*/ 1785938 h 1890712"/>
                <a:gd name="connsiteX175" fmla="*/ 2466975 w 2543175"/>
                <a:gd name="connsiteY175" fmla="*/ 1783556 h 1890712"/>
                <a:gd name="connsiteX176" fmla="*/ 2481263 w 2543175"/>
                <a:gd name="connsiteY176" fmla="*/ 1795462 h 1890712"/>
                <a:gd name="connsiteX177" fmla="*/ 2486025 w 2543175"/>
                <a:gd name="connsiteY177" fmla="*/ 1802606 h 1890712"/>
                <a:gd name="connsiteX178" fmla="*/ 2493169 w 2543175"/>
                <a:gd name="connsiteY178" fmla="*/ 1807369 h 1890712"/>
                <a:gd name="connsiteX179" fmla="*/ 2495550 w 2543175"/>
                <a:gd name="connsiteY179" fmla="*/ 1816894 h 1890712"/>
                <a:gd name="connsiteX180" fmla="*/ 2497932 w 2543175"/>
                <a:gd name="connsiteY180" fmla="*/ 1824037 h 1890712"/>
                <a:gd name="connsiteX181" fmla="*/ 2514600 w 2543175"/>
                <a:gd name="connsiteY181" fmla="*/ 1850231 h 1890712"/>
                <a:gd name="connsiteX182" fmla="*/ 2519363 w 2543175"/>
                <a:gd name="connsiteY182" fmla="*/ 1857375 h 1890712"/>
                <a:gd name="connsiteX183" fmla="*/ 2540794 w 2543175"/>
                <a:gd name="connsiteY183" fmla="*/ 1883569 h 1890712"/>
                <a:gd name="connsiteX184" fmla="*/ 2543175 w 2543175"/>
                <a:gd name="connsiteY184" fmla="*/ 1890712 h 1890712"/>
                <a:gd name="connsiteX0" fmla="*/ 0 w 2543175"/>
                <a:gd name="connsiteY0" fmla="*/ 0 h 1890712"/>
                <a:gd name="connsiteX1" fmla="*/ 11907 w 2543175"/>
                <a:gd name="connsiteY1" fmla="*/ 11906 h 1890712"/>
                <a:gd name="connsiteX2" fmla="*/ 21432 w 2543175"/>
                <a:gd name="connsiteY2" fmla="*/ 16669 h 1890712"/>
                <a:gd name="connsiteX3" fmla="*/ 23813 w 2543175"/>
                <a:gd name="connsiteY3" fmla="*/ 23812 h 1890712"/>
                <a:gd name="connsiteX4" fmla="*/ 33338 w 2543175"/>
                <a:gd name="connsiteY4" fmla="*/ 33337 h 1890712"/>
                <a:gd name="connsiteX5" fmla="*/ 40482 w 2543175"/>
                <a:gd name="connsiteY5" fmla="*/ 42862 h 1890712"/>
                <a:gd name="connsiteX6" fmla="*/ 47625 w 2543175"/>
                <a:gd name="connsiteY6" fmla="*/ 47625 h 1890712"/>
                <a:gd name="connsiteX7" fmla="*/ 57150 w 2543175"/>
                <a:gd name="connsiteY7" fmla="*/ 54769 h 1890712"/>
                <a:gd name="connsiteX8" fmla="*/ 64294 w 2543175"/>
                <a:gd name="connsiteY8" fmla="*/ 59531 h 1890712"/>
                <a:gd name="connsiteX9" fmla="*/ 83344 w 2543175"/>
                <a:gd name="connsiteY9" fmla="*/ 73819 h 1890712"/>
                <a:gd name="connsiteX10" fmla="*/ 97632 w 2543175"/>
                <a:gd name="connsiteY10" fmla="*/ 80962 h 1890712"/>
                <a:gd name="connsiteX11" fmla="*/ 104775 w 2543175"/>
                <a:gd name="connsiteY11" fmla="*/ 85725 h 1890712"/>
                <a:gd name="connsiteX12" fmla="*/ 114300 w 2543175"/>
                <a:gd name="connsiteY12" fmla="*/ 95250 h 1890712"/>
                <a:gd name="connsiteX13" fmla="*/ 123825 w 2543175"/>
                <a:gd name="connsiteY13" fmla="*/ 97631 h 1890712"/>
                <a:gd name="connsiteX14" fmla="*/ 130969 w 2543175"/>
                <a:gd name="connsiteY14" fmla="*/ 104775 h 1890712"/>
                <a:gd name="connsiteX15" fmla="*/ 140494 w 2543175"/>
                <a:gd name="connsiteY15" fmla="*/ 111919 h 1890712"/>
                <a:gd name="connsiteX16" fmla="*/ 147638 w 2543175"/>
                <a:gd name="connsiteY16" fmla="*/ 116681 h 1890712"/>
                <a:gd name="connsiteX17" fmla="*/ 164307 w 2543175"/>
                <a:gd name="connsiteY17" fmla="*/ 128587 h 1890712"/>
                <a:gd name="connsiteX18" fmla="*/ 180975 w 2543175"/>
                <a:gd name="connsiteY18" fmla="*/ 140494 h 1890712"/>
                <a:gd name="connsiteX19" fmla="*/ 197644 w 2543175"/>
                <a:gd name="connsiteY19" fmla="*/ 152400 h 1890712"/>
                <a:gd name="connsiteX20" fmla="*/ 204788 w 2543175"/>
                <a:gd name="connsiteY20" fmla="*/ 157162 h 1890712"/>
                <a:gd name="connsiteX21" fmla="*/ 214313 w 2543175"/>
                <a:gd name="connsiteY21" fmla="*/ 164306 h 1890712"/>
                <a:gd name="connsiteX22" fmla="*/ 230982 w 2543175"/>
                <a:gd name="connsiteY22" fmla="*/ 180975 h 1890712"/>
                <a:gd name="connsiteX23" fmla="*/ 247650 w 2543175"/>
                <a:gd name="connsiteY23" fmla="*/ 185737 h 1890712"/>
                <a:gd name="connsiteX24" fmla="*/ 259557 w 2543175"/>
                <a:gd name="connsiteY24" fmla="*/ 188119 h 1890712"/>
                <a:gd name="connsiteX25" fmla="*/ 266700 w 2543175"/>
                <a:gd name="connsiteY25" fmla="*/ 190500 h 1890712"/>
                <a:gd name="connsiteX26" fmla="*/ 283369 w 2543175"/>
                <a:gd name="connsiteY26" fmla="*/ 192881 h 1890712"/>
                <a:gd name="connsiteX27" fmla="*/ 302419 w 2543175"/>
                <a:gd name="connsiteY27" fmla="*/ 204787 h 1890712"/>
                <a:gd name="connsiteX28" fmla="*/ 309563 w 2543175"/>
                <a:gd name="connsiteY28" fmla="*/ 209550 h 1890712"/>
                <a:gd name="connsiteX29" fmla="*/ 319088 w 2543175"/>
                <a:gd name="connsiteY29" fmla="*/ 219075 h 1890712"/>
                <a:gd name="connsiteX30" fmla="*/ 333375 w 2543175"/>
                <a:gd name="connsiteY30" fmla="*/ 228600 h 1890712"/>
                <a:gd name="connsiteX31" fmla="*/ 340519 w 2543175"/>
                <a:gd name="connsiteY31" fmla="*/ 233362 h 1890712"/>
                <a:gd name="connsiteX32" fmla="*/ 354807 w 2543175"/>
                <a:gd name="connsiteY32" fmla="*/ 247650 h 1890712"/>
                <a:gd name="connsiteX33" fmla="*/ 366713 w 2543175"/>
                <a:gd name="connsiteY33" fmla="*/ 264319 h 1890712"/>
                <a:gd name="connsiteX34" fmla="*/ 371475 w 2543175"/>
                <a:gd name="connsiteY34" fmla="*/ 271462 h 1890712"/>
                <a:gd name="connsiteX35" fmla="*/ 378619 w 2543175"/>
                <a:gd name="connsiteY35" fmla="*/ 276225 h 1890712"/>
                <a:gd name="connsiteX36" fmla="*/ 385763 w 2543175"/>
                <a:gd name="connsiteY36" fmla="*/ 283369 h 1890712"/>
                <a:gd name="connsiteX37" fmla="*/ 395288 w 2543175"/>
                <a:gd name="connsiteY37" fmla="*/ 288131 h 1890712"/>
                <a:gd name="connsiteX38" fmla="*/ 404813 w 2543175"/>
                <a:gd name="connsiteY38" fmla="*/ 295275 h 1890712"/>
                <a:gd name="connsiteX39" fmla="*/ 411957 w 2543175"/>
                <a:gd name="connsiteY39" fmla="*/ 297656 h 1890712"/>
                <a:gd name="connsiteX40" fmla="*/ 421482 w 2543175"/>
                <a:gd name="connsiteY40" fmla="*/ 302419 h 1890712"/>
                <a:gd name="connsiteX41" fmla="*/ 447675 w 2543175"/>
                <a:gd name="connsiteY41" fmla="*/ 307181 h 1890712"/>
                <a:gd name="connsiteX42" fmla="*/ 461963 w 2543175"/>
                <a:gd name="connsiteY42" fmla="*/ 321469 h 1890712"/>
                <a:gd name="connsiteX43" fmla="*/ 466725 w 2543175"/>
                <a:gd name="connsiteY43" fmla="*/ 328612 h 1890712"/>
                <a:gd name="connsiteX44" fmla="*/ 476250 w 2543175"/>
                <a:gd name="connsiteY44" fmla="*/ 335756 h 1890712"/>
                <a:gd name="connsiteX45" fmla="*/ 481013 w 2543175"/>
                <a:gd name="connsiteY45" fmla="*/ 342900 h 1890712"/>
                <a:gd name="connsiteX46" fmla="*/ 490538 w 2543175"/>
                <a:gd name="connsiteY46" fmla="*/ 352425 h 1890712"/>
                <a:gd name="connsiteX47" fmla="*/ 495300 w 2543175"/>
                <a:gd name="connsiteY47" fmla="*/ 359569 h 1890712"/>
                <a:gd name="connsiteX48" fmla="*/ 509588 w 2543175"/>
                <a:gd name="connsiteY48" fmla="*/ 376237 h 1890712"/>
                <a:gd name="connsiteX49" fmla="*/ 514350 w 2543175"/>
                <a:gd name="connsiteY49" fmla="*/ 383381 h 1890712"/>
                <a:gd name="connsiteX50" fmla="*/ 531019 w 2543175"/>
                <a:gd name="connsiteY50" fmla="*/ 397669 h 1890712"/>
                <a:gd name="connsiteX51" fmla="*/ 538163 w 2543175"/>
                <a:gd name="connsiteY51" fmla="*/ 407194 h 1890712"/>
                <a:gd name="connsiteX52" fmla="*/ 554832 w 2543175"/>
                <a:gd name="connsiteY52" fmla="*/ 421481 h 1890712"/>
                <a:gd name="connsiteX53" fmla="*/ 564357 w 2543175"/>
                <a:gd name="connsiteY53" fmla="*/ 431006 h 1890712"/>
                <a:gd name="connsiteX54" fmla="*/ 573882 w 2543175"/>
                <a:gd name="connsiteY54" fmla="*/ 438150 h 1890712"/>
                <a:gd name="connsiteX55" fmla="*/ 595313 w 2543175"/>
                <a:gd name="connsiteY55" fmla="*/ 454819 h 1890712"/>
                <a:gd name="connsiteX56" fmla="*/ 602457 w 2543175"/>
                <a:gd name="connsiteY56" fmla="*/ 457200 h 1890712"/>
                <a:gd name="connsiteX57" fmla="*/ 628650 w 2543175"/>
                <a:gd name="connsiteY57" fmla="*/ 469106 h 1890712"/>
                <a:gd name="connsiteX58" fmla="*/ 645319 w 2543175"/>
                <a:gd name="connsiteY58" fmla="*/ 483394 h 1890712"/>
                <a:gd name="connsiteX59" fmla="*/ 654844 w 2543175"/>
                <a:gd name="connsiteY59" fmla="*/ 488156 h 1890712"/>
                <a:gd name="connsiteX60" fmla="*/ 661988 w 2543175"/>
                <a:gd name="connsiteY60" fmla="*/ 497681 h 1890712"/>
                <a:gd name="connsiteX61" fmla="*/ 683419 w 2543175"/>
                <a:gd name="connsiteY61" fmla="*/ 514350 h 1890712"/>
                <a:gd name="connsiteX62" fmla="*/ 700088 w 2543175"/>
                <a:gd name="connsiteY62" fmla="*/ 526256 h 1890712"/>
                <a:gd name="connsiteX63" fmla="*/ 709613 w 2543175"/>
                <a:gd name="connsiteY63" fmla="*/ 535781 h 1890712"/>
                <a:gd name="connsiteX64" fmla="*/ 719138 w 2543175"/>
                <a:gd name="connsiteY64" fmla="*/ 542925 h 1890712"/>
                <a:gd name="connsiteX65" fmla="*/ 733425 w 2543175"/>
                <a:gd name="connsiteY65" fmla="*/ 557212 h 1890712"/>
                <a:gd name="connsiteX66" fmla="*/ 750094 w 2543175"/>
                <a:gd name="connsiteY66" fmla="*/ 569119 h 1890712"/>
                <a:gd name="connsiteX67" fmla="*/ 769144 w 2543175"/>
                <a:gd name="connsiteY67" fmla="*/ 581025 h 1890712"/>
                <a:gd name="connsiteX68" fmla="*/ 785813 w 2543175"/>
                <a:gd name="connsiteY68" fmla="*/ 590550 h 1890712"/>
                <a:gd name="connsiteX69" fmla="*/ 792957 w 2543175"/>
                <a:gd name="connsiteY69" fmla="*/ 600075 h 1890712"/>
                <a:gd name="connsiteX70" fmla="*/ 809625 w 2543175"/>
                <a:gd name="connsiteY70" fmla="*/ 611981 h 1890712"/>
                <a:gd name="connsiteX71" fmla="*/ 816769 w 2543175"/>
                <a:gd name="connsiteY71" fmla="*/ 619125 h 1890712"/>
                <a:gd name="connsiteX72" fmla="*/ 826294 w 2543175"/>
                <a:gd name="connsiteY72" fmla="*/ 626269 h 1890712"/>
                <a:gd name="connsiteX73" fmla="*/ 840582 w 2543175"/>
                <a:gd name="connsiteY73" fmla="*/ 638175 h 1890712"/>
                <a:gd name="connsiteX74" fmla="*/ 847725 w 2543175"/>
                <a:gd name="connsiteY74" fmla="*/ 645319 h 1890712"/>
                <a:gd name="connsiteX75" fmla="*/ 857250 w 2543175"/>
                <a:gd name="connsiteY75" fmla="*/ 652462 h 1890712"/>
                <a:gd name="connsiteX76" fmla="*/ 864394 w 2543175"/>
                <a:gd name="connsiteY76" fmla="*/ 657225 h 1890712"/>
                <a:gd name="connsiteX77" fmla="*/ 888207 w 2543175"/>
                <a:gd name="connsiteY77" fmla="*/ 676275 h 1890712"/>
                <a:gd name="connsiteX78" fmla="*/ 895350 w 2543175"/>
                <a:gd name="connsiteY78" fmla="*/ 681037 h 1890712"/>
                <a:gd name="connsiteX79" fmla="*/ 907257 w 2543175"/>
                <a:gd name="connsiteY79" fmla="*/ 683419 h 1890712"/>
                <a:gd name="connsiteX80" fmla="*/ 928688 w 2543175"/>
                <a:gd name="connsiteY80" fmla="*/ 695325 h 1890712"/>
                <a:gd name="connsiteX81" fmla="*/ 942975 w 2543175"/>
                <a:gd name="connsiteY81" fmla="*/ 700087 h 1890712"/>
                <a:gd name="connsiteX82" fmla="*/ 964407 w 2543175"/>
                <a:gd name="connsiteY82" fmla="*/ 716756 h 1890712"/>
                <a:gd name="connsiteX83" fmla="*/ 971550 w 2543175"/>
                <a:gd name="connsiteY83" fmla="*/ 723900 h 1890712"/>
                <a:gd name="connsiteX84" fmla="*/ 983457 w 2543175"/>
                <a:gd name="connsiteY84" fmla="*/ 733425 h 1890712"/>
                <a:gd name="connsiteX85" fmla="*/ 990600 w 2543175"/>
                <a:gd name="connsiteY85" fmla="*/ 738187 h 1890712"/>
                <a:gd name="connsiteX86" fmla="*/ 1007269 w 2543175"/>
                <a:gd name="connsiteY86" fmla="*/ 752475 h 1890712"/>
                <a:gd name="connsiteX87" fmla="*/ 1031082 w 2543175"/>
                <a:gd name="connsiteY87" fmla="*/ 766762 h 1890712"/>
                <a:gd name="connsiteX88" fmla="*/ 1042988 w 2543175"/>
                <a:gd name="connsiteY88" fmla="*/ 773906 h 1890712"/>
                <a:gd name="connsiteX89" fmla="*/ 1071563 w 2543175"/>
                <a:gd name="connsiteY89" fmla="*/ 785812 h 1890712"/>
                <a:gd name="connsiteX90" fmla="*/ 1097757 w 2543175"/>
                <a:gd name="connsiteY90" fmla="*/ 807244 h 1890712"/>
                <a:gd name="connsiteX91" fmla="*/ 1104900 w 2543175"/>
                <a:gd name="connsiteY91" fmla="*/ 814387 h 1890712"/>
                <a:gd name="connsiteX92" fmla="*/ 1121569 w 2543175"/>
                <a:gd name="connsiteY92" fmla="*/ 823912 h 1890712"/>
                <a:gd name="connsiteX93" fmla="*/ 1138238 w 2543175"/>
                <a:gd name="connsiteY93" fmla="*/ 835819 h 1890712"/>
                <a:gd name="connsiteX94" fmla="*/ 1147763 w 2543175"/>
                <a:gd name="connsiteY94" fmla="*/ 842962 h 1890712"/>
                <a:gd name="connsiteX95" fmla="*/ 1157288 w 2543175"/>
                <a:gd name="connsiteY95" fmla="*/ 847725 h 1890712"/>
                <a:gd name="connsiteX96" fmla="*/ 1178719 w 2543175"/>
                <a:gd name="connsiteY96" fmla="*/ 859631 h 1890712"/>
                <a:gd name="connsiteX97" fmla="*/ 1188244 w 2543175"/>
                <a:gd name="connsiteY97" fmla="*/ 866775 h 1890712"/>
                <a:gd name="connsiteX98" fmla="*/ 1195388 w 2543175"/>
                <a:gd name="connsiteY98" fmla="*/ 871537 h 1890712"/>
                <a:gd name="connsiteX99" fmla="*/ 1212057 w 2543175"/>
                <a:gd name="connsiteY99" fmla="*/ 883444 h 1890712"/>
                <a:gd name="connsiteX100" fmla="*/ 1226344 w 2543175"/>
                <a:gd name="connsiteY100" fmla="*/ 895350 h 1890712"/>
                <a:gd name="connsiteX101" fmla="*/ 1245394 w 2543175"/>
                <a:gd name="connsiteY101" fmla="*/ 907256 h 1890712"/>
                <a:gd name="connsiteX102" fmla="*/ 1254919 w 2543175"/>
                <a:gd name="connsiteY102" fmla="*/ 914400 h 1890712"/>
                <a:gd name="connsiteX103" fmla="*/ 1269207 w 2543175"/>
                <a:gd name="connsiteY103" fmla="*/ 921544 h 1890712"/>
                <a:gd name="connsiteX104" fmla="*/ 1290638 w 2543175"/>
                <a:gd name="connsiteY104" fmla="*/ 935831 h 1890712"/>
                <a:gd name="connsiteX105" fmla="*/ 1307307 w 2543175"/>
                <a:gd name="connsiteY105" fmla="*/ 952500 h 1890712"/>
                <a:gd name="connsiteX106" fmla="*/ 1333500 w 2543175"/>
                <a:gd name="connsiteY106" fmla="*/ 971550 h 1890712"/>
                <a:gd name="connsiteX107" fmla="*/ 1359694 w 2543175"/>
                <a:gd name="connsiteY107" fmla="*/ 990600 h 1890712"/>
                <a:gd name="connsiteX108" fmla="*/ 1373982 w 2543175"/>
                <a:gd name="connsiteY108" fmla="*/ 997744 h 1890712"/>
                <a:gd name="connsiteX109" fmla="*/ 1388269 w 2543175"/>
                <a:gd name="connsiteY109" fmla="*/ 1007269 h 1890712"/>
                <a:gd name="connsiteX110" fmla="*/ 1414463 w 2543175"/>
                <a:gd name="connsiteY110" fmla="*/ 1019175 h 1890712"/>
                <a:gd name="connsiteX111" fmla="*/ 1428750 w 2543175"/>
                <a:gd name="connsiteY111" fmla="*/ 1026319 h 1890712"/>
                <a:gd name="connsiteX112" fmla="*/ 1471613 w 2543175"/>
                <a:gd name="connsiteY112" fmla="*/ 1059656 h 1890712"/>
                <a:gd name="connsiteX113" fmla="*/ 1495425 w 2543175"/>
                <a:gd name="connsiteY113" fmla="*/ 1088231 h 1890712"/>
                <a:gd name="connsiteX114" fmla="*/ 1547812 w 2543175"/>
                <a:gd name="connsiteY114" fmla="*/ 1133475 h 1890712"/>
                <a:gd name="connsiteX115" fmla="*/ 1597819 w 2543175"/>
                <a:gd name="connsiteY115" fmla="*/ 1154906 h 1890712"/>
                <a:gd name="connsiteX116" fmla="*/ 1604963 w 2543175"/>
                <a:gd name="connsiteY116" fmla="*/ 1162050 h 1890712"/>
                <a:gd name="connsiteX117" fmla="*/ 1612107 w 2543175"/>
                <a:gd name="connsiteY117" fmla="*/ 1166812 h 1890712"/>
                <a:gd name="connsiteX118" fmla="*/ 1628775 w 2543175"/>
                <a:gd name="connsiteY118" fmla="*/ 1183481 h 1890712"/>
                <a:gd name="connsiteX119" fmla="*/ 1662113 w 2543175"/>
                <a:gd name="connsiteY119" fmla="*/ 1209675 h 1890712"/>
                <a:gd name="connsiteX120" fmla="*/ 1678782 w 2543175"/>
                <a:gd name="connsiteY120" fmla="*/ 1226344 h 1890712"/>
                <a:gd name="connsiteX121" fmla="*/ 1700213 w 2543175"/>
                <a:gd name="connsiteY121" fmla="*/ 1247775 h 1890712"/>
                <a:gd name="connsiteX122" fmla="*/ 1712119 w 2543175"/>
                <a:gd name="connsiteY122" fmla="*/ 1259681 h 1890712"/>
                <a:gd name="connsiteX123" fmla="*/ 1733550 w 2543175"/>
                <a:gd name="connsiteY123" fmla="*/ 1273969 h 1890712"/>
                <a:gd name="connsiteX124" fmla="*/ 1743075 w 2543175"/>
                <a:gd name="connsiteY124" fmla="*/ 1283494 h 1890712"/>
                <a:gd name="connsiteX125" fmla="*/ 1754982 w 2543175"/>
                <a:gd name="connsiteY125" fmla="*/ 1290637 h 1890712"/>
                <a:gd name="connsiteX126" fmla="*/ 1766888 w 2543175"/>
                <a:gd name="connsiteY126" fmla="*/ 1300162 h 1890712"/>
                <a:gd name="connsiteX127" fmla="*/ 1783557 w 2543175"/>
                <a:gd name="connsiteY127" fmla="*/ 1307306 h 1890712"/>
                <a:gd name="connsiteX128" fmla="*/ 1790700 w 2543175"/>
                <a:gd name="connsiteY128" fmla="*/ 1312069 h 1890712"/>
                <a:gd name="connsiteX129" fmla="*/ 1800225 w 2543175"/>
                <a:gd name="connsiteY129" fmla="*/ 1319212 h 1890712"/>
                <a:gd name="connsiteX130" fmla="*/ 1807369 w 2543175"/>
                <a:gd name="connsiteY130" fmla="*/ 1321594 h 1890712"/>
                <a:gd name="connsiteX131" fmla="*/ 1824038 w 2543175"/>
                <a:gd name="connsiteY131" fmla="*/ 1333500 h 1890712"/>
                <a:gd name="connsiteX132" fmla="*/ 1843088 w 2543175"/>
                <a:gd name="connsiteY132" fmla="*/ 1352550 h 1890712"/>
                <a:gd name="connsiteX133" fmla="*/ 1852613 w 2543175"/>
                <a:gd name="connsiteY133" fmla="*/ 1359694 h 1890712"/>
                <a:gd name="connsiteX134" fmla="*/ 1859757 w 2543175"/>
                <a:gd name="connsiteY134" fmla="*/ 1366837 h 1890712"/>
                <a:gd name="connsiteX135" fmla="*/ 1869282 w 2543175"/>
                <a:gd name="connsiteY135" fmla="*/ 1371600 h 1890712"/>
                <a:gd name="connsiteX136" fmla="*/ 1883569 w 2543175"/>
                <a:gd name="connsiteY136" fmla="*/ 1388269 h 1890712"/>
                <a:gd name="connsiteX137" fmla="*/ 1893094 w 2543175"/>
                <a:gd name="connsiteY137" fmla="*/ 1395412 h 1890712"/>
                <a:gd name="connsiteX138" fmla="*/ 1902619 w 2543175"/>
                <a:gd name="connsiteY138" fmla="*/ 1404937 h 1890712"/>
                <a:gd name="connsiteX139" fmla="*/ 1912144 w 2543175"/>
                <a:gd name="connsiteY139" fmla="*/ 1409700 h 1890712"/>
                <a:gd name="connsiteX140" fmla="*/ 1931194 w 2543175"/>
                <a:gd name="connsiteY140" fmla="*/ 1421606 h 1890712"/>
                <a:gd name="connsiteX141" fmla="*/ 1935957 w 2543175"/>
                <a:gd name="connsiteY141" fmla="*/ 1428750 h 1890712"/>
                <a:gd name="connsiteX142" fmla="*/ 1952625 w 2543175"/>
                <a:gd name="connsiteY142" fmla="*/ 1438275 h 1890712"/>
                <a:gd name="connsiteX143" fmla="*/ 1971675 w 2543175"/>
                <a:gd name="connsiteY143" fmla="*/ 1450181 h 1890712"/>
                <a:gd name="connsiteX144" fmla="*/ 1981200 w 2543175"/>
                <a:gd name="connsiteY144" fmla="*/ 1454944 h 1890712"/>
                <a:gd name="connsiteX145" fmla="*/ 1997869 w 2543175"/>
                <a:gd name="connsiteY145" fmla="*/ 1471612 h 1890712"/>
                <a:gd name="connsiteX146" fmla="*/ 2007394 w 2543175"/>
                <a:gd name="connsiteY146" fmla="*/ 1478756 h 1890712"/>
                <a:gd name="connsiteX147" fmla="*/ 2016919 w 2543175"/>
                <a:gd name="connsiteY147" fmla="*/ 1483519 h 1890712"/>
                <a:gd name="connsiteX148" fmla="*/ 2024063 w 2543175"/>
                <a:gd name="connsiteY148" fmla="*/ 1490662 h 1890712"/>
                <a:gd name="connsiteX149" fmla="*/ 2033588 w 2543175"/>
                <a:gd name="connsiteY149" fmla="*/ 1495425 h 1890712"/>
                <a:gd name="connsiteX150" fmla="*/ 2040732 w 2543175"/>
                <a:gd name="connsiteY150" fmla="*/ 1502569 h 1890712"/>
                <a:gd name="connsiteX151" fmla="*/ 2047875 w 2543175"/>
                <a:gd name="connsiteY151" fmla="*/ 1507331 h 1890712"/>
                <a:gd name="connsiteX152" fmla="*/ 2057400 w 2543175"/>
                <a:gd name="connsiteY152" fmla="*/ 1514475 h 1890712"/>
                <a:gd name="connsiteX153" fmla="*/ 2064544 w 2543175"/>
                <a:gd name="connsiteY153" fmla="*/ 1519237 h 1890712"/>
                <a:gd name="connsiteX154" fmla="*/ 2071688 w 2543175"/>
                <a:gd name="connsiteY154" fmla="*/ 1526381 h 1890712"/>
                <a:gd name="connsiteX155" fmla="*/ 2081213 w 2543175"/>
                <a:gd name="connsiteY155" fmla="*/ 1531144 h 1890712"/>
                <a:gd name="connsiteX156" fmla="*/ 2090738 w 2543175"/>
                <a:gd name="connsiteY156" fmla="*/ 1538287 h 1890712"/>
                <a:gd name="connsiteX157" fmla="*/ 2109788 w 2543175"/>
                <a:gd name="connsiteY157" fmla="*/ 1547812 h 1890712"/>
                <a:gd name="connsiteX158" fmla="*/ 2131219 w 2543175"/>
                <a:gd name="connsiteY158" fmla="*/ 1562100 h 1890712"/>
                <a:gd name="connsiteX159" fmla="*/ 2140744 w 2543175"/>
                <a:gd name="connsiteY159" fmla="*/ 1566862 h 1890712"/>
                <a:gd name="connsiteX160" fmla="*/ 2152650 w 2543175"/>
                <a:gd name="connsiteY160" fmla="*/ 1576387 h 1890712"/>
                <a:gd name="connsiteX161" fmla="*/ 2181225 w 2543175"/>
                <a:gd name="connsiteY161" fmla="*/ 1590675 h 1890712"/>
                <a:gd name="connsiteX162" fmla="*/ 2200275 w 2543175"/>
                <a:gd name="connsiteY162" fmla="*/ 1607344 h 1890712"/>
                <a:gd name="connsiteX163" fmla="*/ 2207419 w 2543175"/>
                <a:gd name="connsiteY163" fmla="*/ 1612106 h 1890712"/>
                <a:gd name="connsiteX164" fmla="*/ 2216944 w 2543175"/>
                <a:gd name="connsiteY164" fmla="*/ 1619250 h 1890712"/>
                <a:gd name="connsiteX165" fmla="*/ 2224088 w 2543175"/>
                <a:gd name="connsiteY165" fmla="*/ 1624012 h 1890712"/>
                <a:gd name="connsiteX166" fmla="*/ 2247900 w 2543175"/>
                <a:gd name="connsiteY166" fmla="*/ 1643062 h 1890712"/>
                <a:gd name="connsiteX167" fmla="*/ 2255044 w 2543175"/>
                <a:gd name="connsiteY167" fmla="*/ 1650206 h 1890712"/>
                <a:gd name="connsiteX168" fmla="*/ 2281238 w 2543175"/>
                <a:gd name="connsiteY168" fmla="*/ 1664494 h 1890712"/>
                <a:gd name="connsiteX169" fmla="*/ 2297907 w 2543175"/>
                <a:gd name="connsiteY169" fmla="*/ 1674019 h 1890712"/>
                <a:gd name="connsiteX170" fmla="*/ 2312194 w 2543175"/>
                <a:gd name="connsiteY170" fmla="*/ 1685925 h 1890712"/>
                <a:gd name="connsiteX171" fmla="*/ 2328863 w 2543175"/>
                <a:gd name="connsiteY171" fmla="*/ 1697831 h 1890712"/>
                <a:gd name="connsiteX172" fmla="*/ 2350294 w 2543175"/>
                <a:gd name="connsiteY172" fmla="*/ 1712119 h 1890712"/>
                <a:gd name="connsiteX173" fmla="*/ 2369344 w 2543175"/>
                <a:gd name="connsiteY173" fmla="*/ 1724025 h 1890712"/>
                <a:gd name="connsiteX174" fmla="*/ 2428876 w 2543175"/>
                <a:gd name="connsiteY174" fmla="*/ 1785938 h 1890712"/>
                <a:gd name="connsiteX175" fmla="*/ 2466975 w 2543175"/>
                <a:gd name="connsiteY175" fmla="*/ 1783556 h 1890712"/>
                <a:gd name="connsiteX176" fmla="*/ 2481263 w 2543175"/>
                <a:gd name="connsiteY176" fmla="*/ 1795462 h 1890712"/>
                <a:gd name="connsiteX177" fmla="*/ 2486025 w 2543175"/>
                <a:gd name="connsiteY177" fmla="*/ 1802606 h 1890712"/>
                <a:gd name="connsiteX178" fmla="*/ 2495550 w 2543175"/>
                <a:gd name="connsiteY178" fmla="*/ 1816894 h 1890712"/>
                <a:gd name="connsiteX179" fmla="*/ 2497932 w 2543175"/>
                <a:gd name="connsiteY179" fmla="*/ 1824037 h 1890712"/>
                <a:gd name="connsiteX180" fmla="*/ 2514600 w 2543175"/>
                <a:gd name="connsiteY180" fmla="*/ 1850231 h 1890712"/>
                <a:gd name="connsiteX181" fmla="*/ 2519363 w 2543175"/>
                <a:gd name="connsiteY181" fmla="*/ 1857375 h 1890712"/>
                <a:gd name="connsiteX182" fmla="*/ 2540794 w 2543175"/>
                <a:gd name="connsiteY182" fmla="*/ 1883569 h 1890712"/>
                <a:gd name="connsiteX183" fmla="*/ 2543175 w 2543175"/>
                <a:gd name="connsiteY183" fmla="*/ 1890712 h 1890712"/>
                <a:gd name="connsiteX0" fmla="*/ 0 w 2543175"/>
                <a:gd name="connsiteY0" fmla="*/ 0 h 1890712"/>
                <a:gd name="connsiteX1" fmla="*/ 11907 w 2543175"/>
                <a:gd name="connsiteY1" fmla="*/ 11906 h 1890712"/>
                <a:gd name="connsiteX2" fmla="*/ 21432 w 2543175"/>
                <a:gd name="connsiteY2" fmla="*/ 16669 h 1890712"/>
                <a:gd name="connsiteX3" fmla="*/ 23813 w 2543175"/>
                <a:gd name="connsiteY3" fmla="*/ 23812 h 1890712"/>
                <a:gd name="connsiteX4" fmla="*/ 33338 w 2543175"/>
                <a:gd name="connsiteY4" fmla="*/ 33337 h 1890712"/>
                <a:gd name="connsiteX5" fmla="*/ 40482 w 2543175"/>
                <a:gd name="connsiteY5" fmla="*/ 42862 h 1890712"/>
                <a:gd name="connsiteX6" fmla="*/ 47625 w 2543175"/>
                <a:gd name="connsiteY6" fmla="*/ 47625 h 1890712"/>
                <a:gd name="connsiteX7" fmla="*/ 57150 w 2543175"/>
                <a:gd name="connsiteY7" fmla="*/ 54769 h 1890712"/>
                <a:gd name="connsiteX8" fmla="*/ 64294 w 2543175"/>
                <a:gd name="connsiteY8" fmla="*/ 59531 h 1890712"/>
                <a:gd name="connsiteX9" fmla="*/ 83344 w 2543175"/>
                <a:gd name="connsiteY9" fmla="*/ 73819 h 1890712"/>
                <a:gd name="connsiteX10" fmla="*/ 97632 w 2543175"/>
                <a:gd name="connsiteY10" fmla="*/ 80962 h 1890712"/>
                <a:gd name="connsiteX11" fmla="*/ 104775 w 2543175"/>
                <a:gd name="connsiteY11" fmla="*/ 85725 h 1890712"/>
                <a:gd name="connsiteX12" fmla="*/ 114300 w 2543175"/>
                <a:gd name="connsiteY12" fmla="*/ 95250 h 1890712"/>
                <a:gd name="connsiteX13" fmla="*/ 123825 w 2543175"/>
                <a:gd name="connsiteY13" fmla="*/ 97631 h 1890712"/>
                <a:gd name="connsiteX14" fmla="*/ 130969 w 2543175"/>
                <a:gd name="connsiteY14" fmla="*/ 104775 h 1890712"/>
                <a:gd name="connsiteX15" fmla="*/ 140494 w 2543175"/>
                <a:gd name="connsiteY15" fmla="*/ 111919 h 1890712"/>
                <a:gd name="connsiteX16" fmla="*/ 147638 w 2543175"/>
                <a:gd name="connsiteY16" fmla="*/ 116681 h 1890712"/>
                <a:gd name="connsiteX17" fmla="*/ 164307 w 2543175"/>
                <a:gd name="connsiteY17" fmla="*/ 128587 h 1890712"/>
                <a:gd name="connsiteX18" fmla="*/ 180975 w 2543175"/>
                <a:gd name="connsiteY18" fmla="*/ 140494 h 1890712"/>
                <a:gd name="connsiteX19" fmla="*/ 197644 w 2543175"/>
                <a:gd name="connsiteY19" fmla="*/ 152400 h 1890712"/>
                <a:gd name="connsiteX20" fmla="*/ 204788 w 2543175"/>
                <a:gd name="connsiteY20" fmla="*/ 157162 h 1890712"/>
                <a:gd name="connsiteX21" fmla="*/ 214313 w 2543175"/>
                <a:gd name="connsiteY21" fmla="*/ 164306 h 1890712"/>
                <a:gd name="connsiteX22" fmla="*/ 230982 w 2543175"/>
                <a:gd name="connsiteY22" fmla="*/ 180975 h 1890712"/>
                <a:gd name="connsiteX23" fmla="*/ 247650 w 2543175"/>
                <a:gd name="connsiteY23" fmla="*/ 185737 h 1890712"/>
                <a:gd name="connsiteX24" fmla="*/ 259557 w 2543175"/>
                <a:gd name="connsiteY24" fmla="*/ 188119 h 1890712"/>
                <a:gd name="connsiteX25" fmla="*/ 266700 w 2543175"/>
                <a:gd name="connsiteY25" fmla="*/ 190500 h 1890712"/>
                <a:gd name="connsiteX26" fmla="*/ 283369 w 2543175"/>
                <a:gd name="connsiteY26" fmla="*/ 192881 h 1890712"/>
                <a:gd name="connsiteX27" fmla="*/ 302419 w 2543175"/>
                <a:gd name="connsiteY27" fmla="*/ 204787 h 1890712"/>
                <a:gd name="connsiteX28" fmla="*/ 309563 w 2543175"/>
                <a:gd name="connsiteY28" fmla="*/ 209550 h 1890712"/>
                <a:gd name="connsiteX29" fmla="*/ 319088 w 2543175"/>
                <a:gd name="connsiteY29" fmla="*/ 219075 h 1890712"/>
                <a:gd name="connsiteX30" fmla="*/ 333375 w 2543175"/>
                <a:gd name="connsiteY30" fmla="*/ 228600 h 1890712"/>
                <a:gd name="connsiteX31" fmla="*/ 340519 w 2543175"/>
                <a:gd name="connsiteY31" fmla="*/ 233362 h 1890712"/>
                <a:gd name="connsiteX32" fmla="*/ 354807 w 2543175"/>
                <a:gd name="connsiteY32" fmla="*/ 247650 h 1890712"/>
                <a:gd name="connsiteX33" fmla="*/ 366713 w 2543175"/>
                <a:gd name="connsiteY33" fmla="*/ 264319 h 1890712"/>
                <a:gd name="connsiteX34" fmla="*/ 371475 w 2543175"/>
                <a:gd name="connsiteY34" fmla="*/ 271462 h 1890712"/>
                <a:gd name="connsiteX35" fmla="*/ 378619 w 2543175"/>
                <a:gd name="connsiteY35" fmla="*/ 276225 h 1890712"/>
                <a:gd name="connsiteX36" fmla="*/ 385763 w 2543175"/>
                <a:gd name="connsiteY36" fmla="*/ 283369 h 1890712"/>
                <a:gd name="connsiteX37" fmla="*/ 395288 w 2543175"/>
                <a:gd name="connsiteY37" fmla="*/ 288131 h 1890712"/>
                <a:gd name="connsiteX38" fmla="*/ 404813 w 2543175"/>
                <a:gd name="connsiteY38" fmla="*/ 295275 h 1890712"/>
                <a:gd name="connsiteX39" fmla="*/ 411957 w 2543175"/>
                <a:gd name="connsiteY39" fmla="*/ 297656 h 1890712"/>
                <a:gd name="connsiteX40" fmla="*/ 421482 w 2543175"/>
                <a:gd name="connsiteY40" fmla="*/ 302419 h 1890712"/>
                <a:gd name="connsiteX41" fmla="*/ 447675 w 2543175"/>
                <a:gd name="connsiteY41" fmla="*/ 307181 h 1890712"/>
                <a:gd name="connsiteX42" fmla="*/ 461963 w 2543175"/>
                <a:gd name="connsiteY42" fmla="*/ 321469 h 1890712"/>
                <a:gd name="connsiteX43" fmla="*/ 466725 w 2543175"/>
                <a:gd name="connsiteY43" fmla="*/ 328612 h 1890712"/>
                <a:gd name="connsiteX44" fmla="*/ 476250 w 2543175"/>
                <a:gd name="connsiteY44" fmla="*/ 335756 h 1890712"/>
                <a:gd name="connsiteX45" fmla="*/ 481013 w 2543175"/>
                <a:gd name="connsiteY45" fmla="*/ 342900 h 1890712"/>
                <a:gd name="connsiteX46" fmla="*/ 490538 w 2543175"/>
                <a:gd name="connsiteY46" fmla="*/ 352425 h 1890712"/>
                <a:gd name="connsiteX47" fmla="*/ 495300 w 2543175"/>
                <a:gd name="connsiteY47" fmla="*/ 359569 h 1890712"/>
                <a:gd name="connsiteX48" fmla="*/ 509588 w 2543175"/>
                <a:gd name="connsiteY48" fmla="*/ 376237 h 1890712"/>
                <a:gd name="connsiteX49" fmla="*/ 514350 w 2543175"/>
                <a:gd name="connsiteY49" fmla="*/ 383381 h 1890712"/>
                <a:gd name="connsiteX50" fmla="*/ 531019 w 2543175"/>
                <a:gd name="connsiteY50" fmla="*/ 397669 h 1890712"/>
                <a:gd name="connsiteX51" fmla="*/ 538163 w 2543175"/>
                <a:gd name="connsiteY51" fmla="*/ 407194 h 1890712"/>
                <a:gd name="connsiteX52" fmla="*/ 554832 w 2543175"/>
                <a:gd name="connsiteY52" fmla="*/ 421481 h 1890712"/>
                <a:gd name="connsiteX53" fmla="*/ 564357 w 2543175"/>
                <a:gd name="connsiteY53" fmla="*/ 431006 h 1890712"/>
                <a:gd name="connsiteX54" fmla="*/ 573882 w 2543175"/>
                <a:gd name="connsiteY54" fmla="*/ 438150 h 1890712"/>
                <a:gd name="connsiteX55" fmla="*/ 595313 w 2543175"/>
                <a:gd name="connsiteY55" fmla="*/ 454819 h 1890712"/>
                <a:gd name="connsiteX56" fmla="*/ 602457 w 2543175"/>
                <a:gd name="connsiteY56" fmla="*/ 457200 h 1890712"/>
                <a:gd name="connsiteX57" fmla="*/ 628650 w 2543175"/>
                <a:gd name="connsiteY57" fmla="*/ 469106 h 1890712"/>
                <a:gd name="connsiteX58" fmla="*/ 645319 w 2543175"/>
                <a:gd name="connsiteY58" fmla="*/ 483394 h 1890712"/>
                <a:gd name="connsiteX59" fmla="*/ 654844 w 2543175"/>
                <a:gd name="connsiteY59" fmla="*/ 488156 h 1890712"/>
                <a:gd name="connsiteX60" fmla="*/ 661988 w 2543175"/>
                <a:gd name="connsiteY60" fmla="*/ 497681 h 1890712"/>
                <a:gd name="connsiteX61" fmla="*/ 683419 w 2543175"/>
                <a:gd name="connsiteY61" fmla="*/ 514350 h 1890712"/>
                <a:gd name="connsiteX62" fmla="*/ 700088 w 2543175"/>
                <a:gd name="connsiteY62" fmla="*/ 526256 h 1890712"/>
                <a:gd name="connsiteX63" fmla="*/ 709613 w 2543175"/>
                <a:gd name="connsiteY63" fmla="*/ 535781 h 1890712"/>
                <a:gd name="connsiteX64" fmla="*/ 719138 w 2543175"/>
                <a:gd name="connsiteY64" fmla="*/ 542925 h 1890712"/>
                <a:gd name="connsiteX65" fmla="*/ 733425 w 2543175"/>
                <a:gd name="connsiteY65" fmla="*/ 557212 h 1890712"/>
                <a:gd name="connsiteX66" fmla="*/ 750094 w 2543175"/>
                <a:gd name="connsiteY66" fmla="*/ 569119 h 1890712"/>
                <a:gd name="connsiteX67" fmla="*/ 769144 w 2543175"/>
                <a:gd name="connsiteY67" fmla="*/ 581025 h 1890712"/>
                <a:gd name="connsiteX68" fmla="*/ 785813 w 2543175"/>
                <a:gd name="connsiteY68" fmla="*/ 590550 h 1890712"/>
                <a:gd name="connsiteX69" fmla="*/ 792957 w 2543175"/>
                <a:gd name="connsiteY69" fmla="*/ 600075 h 1890712"/>
                <a:gd name="connsiteX70" fmla="*/ 809625 w 2543175"/>
                <a:gd name="connsiteY70" fmla="*/ 611981 h 1890712"/>
                <a:gd name="connsiteX71" fmla="*/ 816769 w 2543175"/>
                <a:gd name="connsiteY71" fmla="*/ 619125 h 1890712"/>
                <a:gd name="connsiteX72" fmla="*/ 826294 w 2543175"/>
                <a:gd name="connsiteY72" fmla="*/ 626269 h 1890712"/>
                <a:gd name="connsiteX73" fmla="*/ 840582 w 2543175"/>
                <a:gd name="connsiteY73" fmla="*/ 638175 h 1890712"/>
                <a:gd name="connsiteX74" fmla="*/ 847725 w 2543175"/>
                <a:gd name="connsiteY74" fmla="*/ 645319 h 1890712"/>
                <a:gd name="connsiteX75" fmla="*/ 857250 w 2543175"/>
                <a:gd name="connsiteY75" fmla="*/ 652462 h 1890712"/>
                <a:gd name="connsiteX76" fmla="*/ 864394 w 2543175"/>
                <a:gd name="connsiteY76" fmla="*/ 657225 h 1890712"/>
                <a:gd name="connsiteX77" fmla="*/ 888207 w 2543175"/>
                <a:gd name="connsiteY77" fmla="*/ 676275 h 1890712"/>
                <a:gd name="connsiteX78" fmla="*/ 895350 w 2543175"/>
                <a:gd name="connsiteY78" fmla="*/ 681037 h 1890712"/>
                <a:gd name="connsiteX79" fmla="*/ 907257 w 2543175"/>
                <a:gd name="connsiteY79" fmla="*/ 683419 h 1890712"/>
                <a:gd name="connsiteX80" fmla="*/ 928688 w 2543175"/>
                <a:gd name="connsiteY80" fmla="*/ 695325 h 1890712"/>
                <a:gd name="connsiteX81" fmla="*/ 942975 w 2543175"/>
                <a:gd name="connsiteY81" fmla="*/ 700087 h 1890712"/>
                <a:gd name="connsiteX82" fmla="*/ 964407 w 2543175"/>
                <a:gd name="connsiteY82" fmla="*/ 716756 h 1890712"/>
                <a:gd name="connsiteX83" fmla="*/ 971550 w 2543175"/>
                <a:gd name="connsiteY83" fmla="*/ 723900 h 1890712"/>
                <a:gd name="connsiteX84" fmla="*/ 983457 w 2543175"/>
                <a:gd name="connsiteY84" fmla="*/ 733425 h 1890712"/>
                <a:gd name="connsiteX85" fmla="*/ 990600 w 2543175"/>
                <a:gd name="connsiteY85" fmla="*/ 738187 h 1890712"/>
                <a:gd name="connsiteX86" fmla="*/ 1007269 w 2543175"/>
                <a:gd name="connsiteY86" fmla="*/ 752475 h 1890712"/>
                <a:gd name="connsiteX87" fmla="*/ 1031082 w 2543175"/>
                <a:gd name="connsiteY87" fmla="*/ 766762 h 1890712"/>
                <a:gd name="connsiteX88" fmla="*/ 1042988 w 2543175"/>
                <a:gd name="connsiteY88" fmla="*/ 773906 h 1890712"/>
                <a:gd name="connsiteX89" fmla="*/ 1071563 w 2543175"/>
                <a:gd name="connsiteY89" fmla="*/ 785812 h 1890712"/>
                <a:gd name="connsiteX90" fmla="*/ 1097757 w 2543175"/>
                <a:gd name="connsiteY90" fmla="*/ 807244 h 1890712"/>
                <a:gd name="connsiteX91" fmla="*/ 1104900 w 2543175"/>
                <a:gd name="connsiteY91" fmla="*/ 814387 h 1890712"/>
                <a:gd name="connsiteX92" fmla="*/ 1121569 w 2543175"/>
                <a:gd name="connsiteY92" fmla="*/ 823912 h 1890712"/>
                <a:gd name="connsiteX93" fmla="*/ 1138238 w 2543175"/>
                <a:gd name="connsiteY93" fmla="*/ 835819 h 1890712"/>
                <a:gd name="connsiteX94" fmla="*/ 1147763 w 2543175"/>
                <a:gd name="connsiteY94" fmla="*/ 842962 h 1890712"/>
                <a:gd name="connsiteX95" fmla="*/ 1157288 w 2543175"/>
                <a:gd name="connsiteY95" fmla="*/ 847725 h 1890712"/>
                <a:gd name="connsiteX96" fmla="*/ 1178719 w 2543175"/>
                <a:gd name="connsiteY96" fmla="*/ 859631 h 1890712"/>
                <a:gd name="connsiteX97" fmla="*/ 1188244 w 2543175"/>
                <a:gd name="connsiteY97" fmla="*/ 866775 h 1890712"/>
                <a:gd name="connsiteX98" fmla="*/ 1195388 w 2543175"/>
                <a:gd name="connsiteY98" fmla="*/ 871537 h 1890712"/>
                <a:gd name="connsiteX99" fmla="*/ 1212057 w 2543175"/>
                <a:gd name="connsiteY99" fmla="*/ 883444 h 1890712"/>
                <a:gd name="connsiteX100" fmla="*/ 1226344 w 2543175"/>
                <a:gd name="connsiteY100" fmla="*/ 895350 h 1890712"/>
                <a:gd name="connsiteX101" fmla="*/ 1245394 w 2543175"/>
                <a:gd name="connsiteY101" fmla="*/ 907256 h 1890712"/>
                <a:gd name="connsiteX102" fmla="*/ 1254919 w 2543175"/>
                <a:gd name="connsiteY102" fmla="*/ 914400 h 1890712"/>
                <a:gd name="connsiteX103" fmla="*/ 1269207 w 2543175"/>
                <a:gd name="connsiteY103" fmla="*/ 921544 h 1890712"/>
                <a:gd name="connsiteX104" fmla="*/ 1290638 w 2543175"/>
                <a:gd name="connsiteY104" fmla="*/ 935831 h 1890712"/>
                <a:gd name="connsiteX105" fmla="*/ 1307307 w 2543175"/>
                <a:gd name="connsiteY105" fmla="*/ 952500 h 1890712"/>
                <a:gd name="connsiteX106" fmla="*/ 1333500 w 2543175"/>
                <a:gd name="connsiteY106" fmla="*/ 971550 h 1890712"/>
                <a:gd name="connsiteX107" fmla="*/ 1359694 w 2543175"/>
                <a:gd name="connsiteY107" fmla="*/ 990600 h 1890712"/>
                <a:gd name="connsiteX108" fmla="*/ 1373982 w 2543175"/>
                <a:gd name="connsiteY108" fmla="*/ 997744 h 1890712"/>
                <a:gd name="connsiteX109" fmla="*/ 1388269 w 2543175"/>
                <a:gd name="connsiteY109" fmla="*/ 1007269 h 1890712"/>
                <a:gd name="connsiteX110" fmla="*/ 1414463 w 2543175"/>
                <a:gd name="connsiteY110" fmla="*/ 1019175 h 1890712"/>
                <a:gd name="connsiteX111" fmla="*/ 1428750 w 2543175"/>
                <a:gd name="connsiteY111" fmla="*/ 1026319 h 1890712"/>
                <a:gd name="connsiteX112" fmla="*/ 1471613 w 2543175"/>
                <a:gd name="connsiteY112" fmla="*/ 1059656 h 1890712"/>
                <a:gd name="connsiteX113" fmla="*/ 1495425 w 2543175"/>
                <a:gd name="connsiteY113" fmla="*/ 1088231 h 1890712"/>
                <a:gd name="connsiteX114" fmla="*/ 1547812 w 2543175"/>
                <a:gd name="connsiteY114" fmla="*/ 1133475 h 1890712"/>
                <a:gd name="connsiteX115" fmla="*/ 1597819 w 2543175"/>
                <a:gd name="connsiteY115" fmla="*/ 1154906 h 1890712"/>
                <a:gd name="connsiteX116" fmla="*/ 1604963 w 2543175"/>
                <a:gd name="connsiteY116" fmla="*/ 1162050 h 1890712"/>
                <a:gd name="connsiteX117" fmla="*/ 1612107 w 2543175"/>
                <a:gd name="connsiteY117" fmla="*/ 1166812 h 1890712"/>
                <a:gd name="connsiteX118" fmla="*/ 1628775 w 2543175"/>
                <a:gd name="connsiteY118" fmla="*/ 1183481 h 1890712"/>
                <a:gd name="connsiteX119" fmla="*/ 1662113 w 2543175"/>
                <a:gd name="connsiteY119" fmla="*/ 1209675 h 1890712"/>
                <a:gd name="connsiteX120" fmla="*/ 1678782 w 2543175"/>
                <a:gd name="connsiteY120" fmla="*/ 1226344 h 1890712"/>
                <a:gd name="connsiteX121" fmla="*/ 1700213 w 2543175"/>
                <a:gd name="connsiteY121" fmla="*/ 1247775 h 1890712"/>
                <a:gd name="connsiteX122" fmla="*/ 1712119 w 2543175"/>
                <a:gd name="connsiteY122" fmla="*/ 1259681 h 1890712"/>
                <a:gd name="connsiteX123" fmla="*/ 1733550 w 2543175"/>
                <a:gd name="connsiteY123" fmla="*/ 1273969 h 1890712"/>
                <a:gd name="connsiteX124" fmla="*/ 1743075 w 2543175"/>
                <a:gd name="connsiteY124" fmla="*/ 1283494 h 1890712"/>
                <a:gd name="connsiteX125" fmla="*/ 1754982 w 2543175"/>
                <a:gd name="connsiteY125" fmla="*/ 1290637 h 1890712"/>
                <a:gd name="connsiteX126" fmla="*/ 1766888 w 2543175"/>
                <a:gd name="connsiteY126" fmla="*/ 1300162 h 1890712"/>
                <a:gd name="connsiteX127" fmla="*/ 1783557 w 2543175"/>
                <a:gd name="connsiteY127" fmla="*/ 1307306 h 1890712"/>
                <a:gd name="connsiteX128" fmla="*/ 1790700 w 2543175"/>
                <a:gd name="connsiteY128" fmla="*/ 1312069 h 1890712"/>
                <a:gd name="connsiteX129" fmla="*/ 1800225 w 2543175"/>
                <a:gd name="connsiteY129" fmla="*/ 1319212 h 1890712"/>
                <a:gd name="connsiteX130" fmla="*/ 1807369 w 2543175"/>
                <a:gd name="connsiteY130" fmla="*/ 1321594 h 1890712"/>
                <a:gd name="connsiteX131" fmla="*/ 1824038 w 2543175"/>
                <a:gd name="connsiteY131" fmla="*/ 1333500 h 1890712"/>
                <a:gd name="connsiteX132" fmla="*/ 1843088 w 2543175"/>
                <a:gd name="connsiteY132" fmla="*/ 1352550 h 1890712"/>
                <a:gd name="connsiteX133" fmla="*/ 1852613 w 2543175"/>
                <a:gd name="connsiteY133" fmla="*/ 1359694 h 1890712"/>
                <a:gd name="connsiteX134" fmla="*/ 1859757 w 2543175"/>
                <a:gd name="connsiteY134" fmla="*/ 1366837 h 1890712"/>
                <a:gd name="connsiteX135" fmla="*/ 1869282 w 2543175"/>
                <a:gd name="connsiteY135" fmla="*/ 1371600 h 1890712"/>
                <a:gd name="connsiteX136" fmla="*/ 1883569 w 2543175"/>
                <a:gd name="connsiteY136" fmla="*/ 1388269 h 1890712"/>
                <a:gd name="connsiteX137" fmla="*/ 1893094 w 2543175"/>
                <a:gd name="connsiteY137" fmla="*/ 1395412 h 1890712"/>
                <a:gd name="connsiteX138" fmla="*/ 1902619 w 2543175"/>
                <a:gd name="connsiteY138" fmla="*/ 1404937 h 1890712"/>
                <a:gd name="connsiteX139" fmla="*/ 1912144 w 2543175"/>
                <a:gd name="connsiteY139" fmla="*/ 1409700 h 1890712"/>
                <a:gd name="connsiteX140" fmla="*/ 1931194 w 2543175"/>
                <a:gd name="connsiteY140" fmla="*/ 1421606 h 1890712"/>
                <a:gd name="connsiteX141" fmla="*/ 1935957 w 2543175"/>
                <a:gd name="connsiteY141" fmla="*/ 1428750 h 1890712"/>
                <a:gd name="connsiteX142" fmla="*/ 1952625 w 2543175"/>
                <a:gd name="connsiteY142" fmla="*/ 1438275 h 1890712"/>
                <a:gd name="connsiteX143" fmla="*/ 1971675 w 2543175"/>
                <a:gd name="connsiteY143" fmla="*/ 1450181 h 1890712"/>
                <a:gd name="connsiteX144" fmla="*/ 1981200 w 2543175"/>
                <a:gd name="connsiteY144" fmla="*/ 1454944 h 1890712"/>
                <a:gd name="connsiteX145" fmla="*/ 1997869 w 2543175"/>
                <a:gd name="connsiteY145" fmla="*/ 1471612 h 1890712"/>
                <a:gd name="connsiteX146" fmla="*/ 2007394 w 2543175"/>
                <a:gd name="connsiteY146" fmla="*/ 1478756 h 1890712"/>
                <a:gd name="connsiteX147" fmla="*/ 2016919 w 2543175"/>
                <a:gd name="connsiteY147" fmla="*/ 1483519 h 1890712"/>
                <a:gd name="connsiteX148" fmla="*/ 2024063 w 2543175"/>
                <a:gd name="connsiteY148" fmla="*/ 1490662 h 1890712"/>
                <a:gd name="connsiteX149" fmla="*/ 2033588 w 2543175"/>
                <a:gd name="connsiteY149" fmla="*/ 1495425 h 1890712"/>
                <a:gd name="connsiteX150" fmla="*/ 2040732 w 2543175"/>
                <a:gd name="connsiteY150" fmla="*/ 1502569 h 1890712"/>
                <a:gd name="connsiteX151" fmla="*/ 2047875 w 2543175"/>
                <a:gd name="connsiteY151" fmla="*/ 1507331 h 1890712"/>
                <a:gd name="connsiteX152" fmla="*/ 2057400 w 2543175"/>
                <a:gd name="connsiteY152" fmla="*/ 1514475 h 1890712"/>
                <a:gd name="connsiteX153" fmla="*/ 2064544 w 2543175"/>
                <a:gd name="connsiteY153" fmla="*/ 1519237 h 1890712"/>
                <a:gd name="connsiteX154" fmla="*/ 2071688 w 2543175"/>
                <a:gd name="connsiteY154" fmla="*/ 1526381 h 1890712"/>
                <a:gd name="connsiteX155" fmla="*/ 2081213 w 2543175"/>
                <a:gd name="connsiteY155" fmla="*/ 1531144 h 1890712"/>
                <a:gd name="connsiteX156" fmla="*/ 2090738 w 2543175"/>
                <a:gd name="connsiteY156" fmla="*/ 1538287 h 1890712"/>
                <a:gd name="connsiteX157" fmla="*/ 2109788 w 2543175"/>
                <a:gd name="connsiteY157" fmla="*/ 1547812 h 1890712"/>
                <a:gd name="connsiteX158" fmla="*/ 2131219 w 2543175"/>
                <a:gd name="connsiteY158" fmla="*/ 1562100 h 1890712"/>
                <a:gd name="connsiteX159" fmla="*/ 2140744 w 2543175"/>
                <a:gd name="connsiteY159" fmla="*/ 1566862 h 1890712"/>
                <a:gd name="connsiteX160" fmla="*/ 2152650 w 2543175"/>
                <a:gd name="connsiteY160" fmla="*/ 1576387 h 1890712"/>
                <a:gd name="connsiteX161" fmla="*/ 2181225 w 2543175"/>
                <a:gd name="connsiteY161" fmla="*/ 1590675 h 1890712"/>
                <a:gd name="connsiteX162" fmla="*/ 2200275 w 2543175"/>
                <a:gd name="connsiteY162" fmla="*/ 1607344 h 1890712"/>
                <a:gd name="connsiteX163" fmla="*/ 2207419 w 2543175"/>
                <a:gd name="connsiteY163" fmla="*/ 1612106 h 1890712"/>
                <a:gd name="connsiteX164" fmla="*/ 2216944 w 2543175"/>
                <a:gd name="connsiteY164" fmla="*/ 1619250 h 1890712"/>
                <a:gd name="connsiteX165" fmla="*/ 2224088 w 2543175"/>
                <a:gd name="connsiteY165" fmla="*/ 1624012 h 1890712"/>
                <a:gd name="connsiteX166" fmla="*/ 2247900 w 2543175"/>
                <a:gd name="connsiteY166" fmla="*/ 1643062 h 1890712"/>
                <a:gd name="connsiteX167" fmla="*/ 2255044 w 2543175"/>
                <a:gd name="connsiteY167" fmla="*/ 1650206 h 1890712"/>
                <a:gd name="connsiteX168" fmla="*/ 2281238 w 2543175"/>
                <a:gd name="connsiteY168" fmla="*/ 1664494 h 1890712"/>
                <a:gd name="connsiteX169" fmla="*/ 2297907 w 2543175"/>
                <a:gd name="connsiteY169" fmla="*/ 1674019 h 1890712"/>
                <a:gd name="connsiteX170" fmla="*/ 2312194 w 2543175"/>
                <a:gd name="connsiteY170" fmla="*/ 1685925 h 1890712"/>
                <a:gd name="connsiteX171" fmla="*/ 2328863 w 2543175"/>
                <a:gd name="connsiteY171" fmla="*/ 1697831 h 1890712"/>
                <a:gd name="connsiteX172" fmla="*/ 2350294 w 2543175"/>
                <a:gd name="connsiteY172" fmla="*/ 1712119 h 1890712"/>
                <a:gd name="connsiteX173" fmla="*/ 2369344 w 2543175"/>
                <a:gd name="connsiteY173" fmla="*/ 1724025 h 1890712"/>
                <a:gd name="connsiteX174" fmla="*/ 2428876 w 2543175"/>
                <a:gd name="connsiteY174" fmla="*/ 1785938 h 1890712"/>
                <a:gd name="connsiteX175" fmla="*/ 2466975 w 2543175"/>
                <a:gd name="connsiteY175" fmla="*/ 1783556 h 1890712"/>
                <a:gd name="connsiteX176" fmla="*/ 2481263 w 2543175"/>
                <a:gd name="connsiteY176" fmla="*/ 1795462 h 1890712"/>
                <a:gd name="connsiteX177" fmla="*/ 2486025 w 2543175"/>
                <a:gd name="connsiteY177" fmla="*/ 1802606 h 1890712"/>
                <a:gd name="connsiteX178" fmla="*/ 2497932 w 2543175"/>
                <a:gd name="connsiteY178" fmla="*/ 1824037 h 1890712"/>
                <a:gd name="connsiteX179" fmla="*/ 2514600 w 2543175"/>
                <a:gd name="connsiteY179" fmla="*/ 1850231 h 1890712"/>
                <a:gd name="connsiteX180" fmla="*/ 2519363 w 2543175"/>
                <a:gd name="connsiteY180" fmla="*/ 1857375 h 1890712"/>
                <a:gd name="connsiteX181" fmla="*/ 2540794 w 2543175"/>
                <a:gd name="connsiteY181" fmla="*/ 1883569 h 1890712"/>
                <a:gd name="connsiteX182" fmla="*/ 2543175 w 2543175"/>
                <a:gd name="connsiteY182" fmla="*/ 1890712 h 1890712"/>
                <a:gd name="connsiteX0" fmla="*/ 0 w 2543175"/>
                <a:gd name="connsiteY0" fmla="*/ 0 h 1890712"/>
                <a:gd name="connsiteX1" fmla="*/ 11907 w 2543175"/>
                <a:gd name="connsiteY1" fmla="*/ 11906 h 1890712"/>
                <a:gd name="connsiteX2" fmla="*/ 21432 w 2543175"/>
                <a:gd name="connsiteY2" fmla="*/ 16669 h 1890712"/>
                <a:gd name="connsiteX3" fmla="*/ 23813 w 2543175"/>
                <a:gd name="connsiteY3" fmla="*/ 23812 h 1890712"/>
                <a:gd name="connsiteX4" fmla="*/ 33338 w 2543175"/>
                <a:gd name="connsiteY4" fmla="*/ 33337 h 1890712"/>
                <a:gd name="connsiteX5" fmla="*/ 40482 w 2543175"/>
                <a:gd name="connsiteY5" fmla="*/ 42862 h 1890712"/>
                <a:gd name="connsiteX6" fmla="*/ 47625 w 2543175"/>
                <a:gd name="connsiteY6" fmla="*/ 47625 h 1890712"/>
                <a:gd name="connsiteX7" fmla="*/ 57150 w 2543175"/>
                <a:gd name="connsiteY7" fmla="*/ 54769 h 1890712"/>
                <a:gd name="connsiteX8" fmla="*/ 64294 w 2543175"/>
                <a:gd name="connsiteY8" fmla="*/ 59531 h 1890712"/>
                <a:gd name="connsiteX9" fmla="*/ 83344 w 2543175"/>
                <a:gd name="connsiteY9" fmla="*/ 73819 h 1890712"/>
                <a:gd name="connsiteX10" fmla="*/ 97632 w 2543175"/>
                <a:gd name="connsiteY10" fmla="*/ 80962 h 1890712"/>
                <a:gd name="connsiteX11" fmla="*/ 104775 w 2543175"/>
                <a:gd name="connsiteY11" fmla="*/ 85725 h 1890712"/>
                <a:gd name="connsiteX12" fmla="*/ 114300 w 2543175"/>
                <a:gd name="connsiteY12" fmla="*/ 95250 h 1890712"/>
                <a:gd name="connsiteX13" fmla="*/ 123825 w 2543175"/>
                <a:gd name="connsiteY13" fmla="*/ 97631 h 1890712"/>
                <a:gd name="connsiteX14" fmla="*/ 130969 w 2543175"/>
                <a:gd name="connsiteY14" fmla="*/ 104775 h 1890712"/>
                <a:gd name="connsiteX15" fmla="*/ 140494 w 2543175"/>
                <a:gd name="connsiteY15" fmla="*/ 111919 h 1890712"/>
                <a:gd name="connsiteX16" fmla="*/ 147638 w 2543175"/>
                <a:gd name="connsiteY16" fmla="*/ 116681 h 1890712"/>
                <a:gd name="connsiteX17" fmla="*/ 164307 w 2543175"/>
                <a:gd name="connsiteY17" fmla="*/ 128587 h 1890712"/>
                <a:gd name="connsiteX18" fmla="*/ 180975 w 2543175"/>
                <a:gd name="connsiteY18" fmla="*/ 140494 h 1890712"/>
                <a:gd name="connsiteX19" fmla="*/ 197644 w 2543175"/>
                <a:gd name="connsiteY19" fmla="*/ 152400 h 1890712"/>
                <a:gd name="connsiteX20" fmla="*/ 204788 w 2543175"/>
                <a:gd name="connsiteY20" fmla="*/ 157162 h 1890712"/>
                <a:gd name="connsiteX21" fmla="*/ 214313 w 2543175"/>
                <a:gd name="connsiteY21" fmla="*/ 164306 h 1890712"/>
                <a:gd name="connsiteX22" fmla="*/ 230982 w 2543175"/>
                <a:gd name="connsiteY22" fmla="*/ 180975 h 1890712"/>
                <a:gd name="connsiteX23" fmla="*/ 247650 w 2543175"/>
                <a:gd name="connsiteY23" fmla="*/ 185737 h 1890712"/>
                <a:gd name="connsiteX24" fmla="*/ 259557 w 2543175"/>
                <a:gd name="connsiteY24" fmla="*/ 188119 h 1890712"/>
                <a:gd name="connsiteX25" fmla="*/ 266700 w 2543175"/>
                <a:gd name="connsiteY25" fmla="*/ 190500 h 1890712"/>
                <a:gd name="connsiteX26" fmla="*/ 283369 w 2543175"/>
                <a:gd name="connsiteY26" fmla="*/ 192881 h 1890712"/>
                <a:gd name="connsiteX27" fmla="*/ 302419 w 2543175"/>
                <a:gd name="connsiteY27" fmla="*/ 204787 h 1890712"/>
                <a:gd name="connsiteX28" fmla="*/ 309563 w 2543175"/>
                <a:gd name="connsiteY28" fmla="*/ 209550 h 1890712"/>
                <a:gd name="connsiteX29" fmla="*/ 319088 w 2543175"/>
                <a:gd name="connsiteY29" fmla="*/ 219075 h 1890712"/>
                <a:gd name="connsiteX30" fmla="*/ 333375 w 2543175"/>
                <a:gd name="connsiteY30" fmla="*/ 228600 h 1890712"/>
                <a:gd name="connsiteX31" fmla="*/ 340519 w 2543175"/>
                <a:gd name="connsiteY31" fmla="*/ 233362 h 1890712"/>
                <a:gd name="connsiteX32" fmla="*/ 354807 w 2543175"/>
                <a:gd name="connsiteY32" fmla="*/ 247650 h 1890712"/>
                <a:gd name="connsiteX33" fmla="*/ 366713 w 2543175"/>
                <a:gd name="connsiteY33" fmla="*/ 264319 h 1890712"/>
                <a:gd name="connsiteX34" fmla="*/ 371475 w 2543175"/>
                <a:gd name="connsiteY34" fmla="*/ 271462 h 1890712"/>
                <a:gd name="connsiteX35" fmla="*/ 378619 w 2543175"/>
                <a:gd name="connsiteY35" fmla="*/ 276225 h 1890712"/>
                <a:gd name="connsiteX36" fmla="*/ 385763 w 2543175"/>
                <a:gd name="connsiteY36" fmla="*/ 283369 h 1890712"/>
                <a:gd name="connsiteX37" fmla="*/ 395288 w 2543175"/>
                <a:gd name="connsiteY37" fmla="*/ 288131 h 1890712"/>
                <a:gd name="connsiteX38" fmla="*/ 404813 w 2543175"/>
                <a:gd name="connsiteY38" fmla="*/ 295275 h 1890712"/>
                <a:gd name="connsiteX39" fmla="*/ 411957 w 2543175"/>
                <a:gd name="connsiteY39" fmla="*/ 297656 h 1890712"/>
                <a:gd name="connsiteX40" fmla="*/ 421482 w 2543175"/>
                <a:gd name="connsiteY40" fmla="*/ 302419 h 1890712"/>
                <a:gd name="connsiteX41" fmla="*/ 447675 w 2543175"/>
                <a:gd name="connsiteY41" fmla="*/ 307181 h 1890712"/>
                <a:gd name="connsiteX42" fmla="*/ 461963 w 2543175"/>
                <a:gd name="connsiteY42" fmla="*/ 321469 h 1890712"/>
                <a:gd name="connsiteX43" fmla="*/ 466725 w 2543175"/>
                <a:gd name="connsiteY43" fmla="*/ 328612 h 1890712"/>
                <a:gd name="connsiteX44" fmla="*/ 476250 w 2543175"/>
                <a:gd name="connsiteY44" fmla="*/ 335756 h 1890712"/>
                <a:gd name="connsiteX45" fmla="*/ 481013 w 2543175"/>
                <a:gd name="connsiteY45" fmla="*/ 342900 h 1890712"/>
                <a:gd name="connsiteX46" fmla="*/ 490538 w 2543175"/>
                <a:gd name="connsiteY46" fmla="*/ 352425 h 1890712"/>
                <a:gd name="connsiteX47" fmla="*/ 495300 w 2543175"/>
                <a:gd name="connsiteY47" fmla="*/ 359569 h 1890712"/>
                <a:gd name="connsiteX48" fmla="*/ 509588 w 2543175"/>
                <a:gd name="connsiteY48" fmla="*/ 376237 h 1890712"/>
                <a:gd name="connsiteX49" fmla="*/ 514350 w 2543175"/>
                <a:gd name="connsiteY49" fmla="*/ 383381 h 1890712"/>
                <a:gd name="connsiteX50" fmla="*/ 531019 w 2543175"/>
                <a:gd name="connsiteY50" fmla="*/ 397669 h 1890712"/>
                <a:gd name="connsiteX51" fmla="*/ 538163 w 2543175"/>
                <a:gd name="connsiteY51" fmla="*/ 407194 h 1890712"/>
                <a:gd name="connsiteX52" fmla="*/ 554832 w 2543175"/>
                <a:gd name="connsiteY52" fmla="*/ 421481 h 1890712"/>
                <a:gd name="connsiteX53" fmla="*/ 564357 w 2543175"/>
                <a:gd name="connsiteY53" fmla="*/ 431006 h 1890712"/>
                <a:gd name="connsiteX54" fmla="*/ 573882 w 2543175"/>
                <a:gd name="connsiteY54" fmla="*/ 438150 h 1890712"/>
                <a:gd name="connsiteX55" fmla="*/ 595313 w 2543175"/>
                <a:gd name="connsiteY55" fmla="*/ 454819 h 1890712"/>
                <a:gd name="connsiteX56" fmla="*/ 602457 w 2543175"/>
                <a:gd name="connsiteY56" fmla="*/ 457200 h 1890712"/>
                <a:gd name="connsiteX57" fmla="*/ 628650 w 2543175"/>
                <a:gd name="connsiteY57" fmla="*/ 469106 h 1890712"/>
                <a:gd name="connsiteX58" fmla="*/ 645319 w 2543175"/>
                <a:gd name="connsiteY58" fmla="*/ 483394 h 1890712"/>
                <a:gd name="connsiteX59" fmla="*/ 654844 w 2543175"/>
                <a:gd name="connsiteY59" fmla="*/ 488156 h 1890712"/>
                <a:gd name="connsiteX60" fmla="*/ 661988 w 2543175"/>
                <a:gd name="connsiteY60" fmla="*/ 497681 h 1890712"/>
                <a:gd name="connsiteX61" fmla="*/ 683419 w 2543175"/>
                <a:gd name="connsiteY61" fmla="*/ 514350 h 1890712"/>
                <a:gd name="connsiteX62" fmla="*/ 700088 w 2543175"/>
                <a:gd name="connsiteY62" fmla="*/ 526256 h 1890712"/>
                <a:gd name="connsiteX63" fmla="*/ 709613 w 2543175"/>
                <a:gd name="connsiteY63" fmla="*/ 535781 h 1890712"/>
                <a:gd name="connsiteX64" fmla="*/ 719138 w 2543175"/>
                <a:gd name="connsiteY64" fmla="*/ 542925 h 1890712"/>
                <a:gd name="connsiteX65" fmla="*/ 733425 w 2543175"/>
                <a:gd name="connsiteY65" fmla="*/ 557212 h 1890712"/>
                <a:gd name="connsiteX66" fmla="*/ 750094 w 2543175"/>
                <a:gd name="connsiteY66" fmla="*/ 569119 h 1890712"/>
                <a:gd name="connsiteX67" fmla="*/ 769144 w 2543175"/>
                <a:gd name="connsiteY67" fmla="*/ 581025 h 1890712"/>
                <a:gd name="connsiteX68" fmla="*/ 785813 w 2543175"/>
                <a:gd name="connsiteY68" fmla="*/ 590550 h 1890712"/>
                <a:gd name="connsiteX69" fmla="*/ 792957 w 2543175"/>
                <a:gd name="connsiteY69" fmla="*/ 600075 h 1890712"/>
                <a:gd name="connsiteX70" fmla="*/ 809625 w 2543175"/>
                <a:gd name="connsiteY70" fmla="*/ 611981 h 1890712"/>
                <a:gd name="connsiteX71" fmla="*/ 816769 w 2543175"/>
                <a:gd name="connsiteY71" fmla="*/ 619125 h 1890712"/>
                <a:gd name="connsiteX72" fmla="*/ 826294 w 2543175"/>
                <a:gd name="connsiteY72" fmla="*/ 626269 h 1890712"/>
                <a:gd name="connsiteX73" fmla="*/ 840582 w 2543175"/>
                <a:gd name="connsiteY73" fmla="*/ 638175 h 1890712"/>
                <a:gd name="connsiteX74" fmla="*/ 847725 w 2543175"/>
                <a:gd name="connsiteY74" fmla="*/ 645319 h 1890712"/>
                <a:gd name="connsiteX75" fmla="*/ 857250 w 2543175"/>
                <a:gd name="connsiteY75" fmla="*/ 652462 h 1890712"/>
                <a:gd name="connsiteX76" fmla="*/ 864394 w 2543175"/>
                <a:gd name="connsiteY76" fmla="*/ 657225 h 1890712"/>
                <a:gd name="connsiteX77" fmla="*/ 888207 w 2543175"/>
                <a:gd name="connsiteY77" fmla="*/ 676275 h 1890712"/>
                <a:gd name="connsiteX78" fmla="*/ 895350 w 2543175"/>
                <a:gd name="connsiteY78" fmla="*/ 681037 h 1890712"/>
                <a:gd name="connsiteX79" fmla="*/ 907257 w 2543175"/>
                <a:gd name="connsiteY79" fmla="*/ 683419 h 1890712"/>
                <a:gd name="connsiteX80" fmla="*/ 928688 w 2543175"/>
                <a:gd name="connsiteY80" fmla="*/ 695325 h 1890712"/>
                <a:gd name="connsiteX81" fmla="*/ 942975 w 2543175"/>
                <a:gd name="connsiteY81" fmla="*/ 700087 h 1890712"/>
                <a:gd name="connsiteX82" fmla="*/ 964407 w 2543175"/>
                <a:gd name="connsiteY82" fmla="*/ 716756 h 1890712"/>
                <a:gd name="connsiteX83" fmla="*/ 971550 w 2543175"/>
                <a:gd name="connsiteY83" fmla="*/ 723900 h 1890712"/>
                <a:gd name="connsiteX84" fmla="*/ 983457 w 2543175"/>
                <a:gd name="connsiteY84" fmla="*/ 733425 h 1890712"/>
                <a:gd name="connsiteX85" fmla="*/ 990600 w 2543175"/>
                <a:gd name="connsiteY85" fmla="*/ 738187 h 1890712"/>
                <a:gd name="connsiteX86" fmla="*/ 1007269 w 2543175"/>
                <a:gd name="connsiteY86" fmla="*/ 752475 h 1890712"/>
                <a:gd name="connsiteX87" fmla="*/ 1031082 w 2543175"/>
                <a:gd name="connsiteY87" fmla="*/ 766762 h 1890712"/>
                <a:gd name="connsiteX88" fmla="*/ 1042988 w 2543175"/>
                <a:gd name="connsiteY88" fmla="*/ 773906 h 1890712"/>
                <a:gd name="connsiteX89" fmla="*/ 1071563 w 2543175"/>
                <a:gd name="connsiteY89" fmla="*/ 785812 h 1890712"/>
                <a:gd name="connsiteX90" fmla="*/ 1097757 w 2543175"/>
                <a:gd name="connsiteY90" fmla="*/ 807244 h 1890712"/>
                <a:gd name="connsiteX91" fmla="*/ 1104900 w 2543175"/>
                <a:gd name="connsiteY91" fmla="*/ 814387 h 1890712"/>
                <a:gd name="connsiteX92" fmla="*/ 1121569 w 2543175"/>
                <a:gd name="connsiteY92" fmla="*/ 823912 h 1890712"/>
                <a:gd name="connsiteX93" fmla="*/ 1138238 w 2543175"/>
                <a:gd name="connsiteY93" fmla="*/ 835819 h 1890712"/>
                <a:gd name="connsiteX94" fmla="*/ 1147763 w 2543175"/>
                <a:gd name="connsiteY94" fmla="*/ 842962 h 1890712"/>
                <a:gd name="connsiteX95" fmla="*/ 1157288 w 2543175"/>
                <a:gd name="connsiteY95" fmla="*/ 847725 h 1890712"/>
                <a:gd name="connsiteX96" fmla="*/ 1178719 w 2543175"/>
                <a:gd name="connsiteY96" fmla="*/ 859631 h 1890712"/>
                <a:gd name="connsiteX97" fmla="*/ 1188244 w 2543175"/>
                <a:gd name="connsiteY97" fmla="*/ 866775 h 1890712"/>
                <a:gd name="connsiteX98" fmla="*/ 1195388 w 2543175"/>
                <a:gd name="connsiteY98" fmla="*/ 871537 h 1890712"/>
                <a:gd name="connsiteX99" fmla="*/ 1212057 w 2543175"/>
                <a:gd name="connsiteY99" fmla="*/ 883444 h 1890712"/>
                <a:gd name="connsiteX100" fmla="*/ 1226344 w 2543175"/>
                <a:gd name="connsiteY100" fmla="*/ 895350 h 1890712"/>
                <a:gd name="connsiteX101" fmla="*/ 1245394 w 2543175"/>
                <a:gd name="connsiteY101" fmla="*/ 907256 h 1890712"/>
                <a:gd name="connsiteX102" fmla="*/ 1254919 w 2543175"/>
                <a:gd name="connsiteY102" fmla="*/ 914400 h 1890712"/>
                <a:gd name="connsiteX103" fmla="*/ 1269207 w 2543175"/>
                <a:gd name="connsiteY103" fmla="*/ 921544 h 1890712"/>
                <a:gd name="connsiteX104" fmla="*/ 1290638 w 2543175"/>
                <a:gd name="connsiteY104" fmla="*/ 935831 h 1890712"/>
                <a:gd name="connsiteX105" fmla="*/ 1307307 w 2543175"/>
                <a:gd name="connsiteY105" fmla="*/ 952500 h 1890712"/>
                <a:gd name="connsiteX106" fmla="*/ 1333500 w 2543175"/>
                <a:gd name="connsiteY106" fmla="*/ 971550 h 1890712"/>
                <a:gd name="connsiteX107" fmla="*/ 1359694 w 2543175"/>
                <a:gd name="connsiteY107" fmla="*/ 990600 h 1890712"/>
                <a:gd name="connsiteX108" fmla="*/ 1373982 w 2543175"/>
                <a:gd name="connsiteY108" fmla="*/ 997744 h 1890712"/>
                <a:gd name="connsiteX109" fmla="*/ 1388269 w 2543175"/>
                <a:gd name="connsiteY109" fmla="*/ 1007269 h 1890712"/>
                <a:gd name="connsiteX110" fmla="*/ 1414463 w 2543175"/>
                <a:gd name="connsiteY110" fmla="*/ 1019175 h 1890712"/>
                <a:gd name="connsiteX111" fmla="*/ 1428750 w 2543175"/>
                <a:gd name="connsiteY111" fmla="*/ 1026319 h 1890712"/>
                <a:gd name="connsiteX112" fmla="*/ 1471613 w 2543175"/>
                <a:gd name="connsiteY112" fmla="*/ 1059656 h 1890712"/>
                <a:gd name="connsiteX113" fmla="*/ 1495425 w 2543175"/>
                <a:gd name="connsiteY113" fmla="*/ 1088231 h 1890712"/>
                <a:gd name="connsiteX114" fmla="*/ 1547812 w 2543175"/>
                <a:gd name="connsiteY114" fmla="*/ 1133475 h 1890712"/>
                <a:gd name="connsiteX115" fmla="*/ 1597819 w 2543175"/>
                <a:gd name="connsiteY115" fmla="*/ 1154906 h 1890712"/>
                <a:gd name="connsiteX116" fmla="*/ 1604963 w 2543175"/>
                <a:gd name="connsiteY116" fmla="*/ 1162050 h 1890712"/>
                <a:gd name="connsiteX117" fmla="*/ 1612107 w 2543175"/>
                <a:gd name="connsiteY117" fmla="*/ 1166812 h 1890712"/>
                <a:gd name="connsiteX118" fmla="*/ 1628775 w 2543175"/>
                <a:gd name="connsiteY118" fmla="*/ 1183481 h 1890712"/>
                <a:gd name="connsiteX119" fmla="*/ 1662113 w 2543175"/>
                <a:gd name="connsiteY119" fmla="*/ 1209675 h 1890712"/>
                <a:gd name="connsiteX120" fmla="*/ 1678782 w 2543175"/>
                <a:gd name="connsiteY120" fmla="*/ 1226344 h 1890712"/>
                <a:gd name="connsiteX121" fmla="*/ 1700213 w 2543175"/>
                <a:gd name="connsiteY121" fmla="*/ 1247775 h 1890712"/>
                <a:gd name="connsiteX122" fmla="*/ 1712119 w 2543175"/>
                <a:gd name="connsiteY122" fmla="*/ 1259681 h 1890712"/>
                <a:gd name="connsiteX123" fmla="*/ 1733550 w 2543175"/>
                <a:gd name="connsiteY123" fmla="*/ 1273969 h 1890712"/>
                <a:gd name="connsiteX124" fmla="*/ 1743075 w 2543175"/>
                <a:gd name="connsiteY124" fmla="*/ 1283494 h 1890712"/>
                <a:gd name="connsiteX125" fmla="*/ 1754982 w 2543175"/>
                <a:gd name="connsiteY125" fmla="*/ 1290637 h 1890712"/>
                <a:gd name="connsiteX126" fmla="*/ 1766888 w 2543175"/>
                <a:gd name="connsiteY126" fmla="*/ 1300162 h 1890712"/>
                <a:gd name="connsiteX127" fmla="*/ 1783557 w 2543175"/>
                <a:gd name="connsiteY127" fmla="*/ 1307306 h 1890712"/>
                <a:gd name="connsiteX128" fmla="*/ 1790700 w 2543175"/>
                <a:gd name="connsiteY128" fmla="*/ 1312069 h 1890712"/>
                <a:gd name="connsiteX129" fmla="*/ 1800225 w 2543175"/>
                <a:gd name="connsiteY129" fmla="*/ 1319212 h 1890712"/>
                <a:gd name="connsiteX130" fmla="*/ 1807369 w 2543175"/>
                <a:gd name="connsiteY130" fmla="*/ 1321594 h 1890712"/>
                <a:gd name="connsiteX131" fmla="*/ 1824038 w 2543175"/>
                <a:gd name="connsiteY131" fmla="*/ 1333500 h 1890712"/>
                <a:gd name="connsiteX132" fmla="*/ 1843088 w 2543175"/>
                <a:gd name="connsiteY132" fmla="*/ 1352550 h 1890712"/>
                <a:gd name="connsiteX133" fmla="*/ 1852613 w 2543175"/>
                <a:gd name="connsiteY133" fmla="*/ 1359694 h 1890712"/>
                <a:gd name="connsiteX134" fmla="*/ 1859757 w 2543175"/>
                <a:gd name="connsiteY134" fmla="*/ 1366837 h 1890712"/>
                <a:gd name="connsiteX135" fmla="*/ 1869282 w 2543175"/>
                <a:gd name="connsiteY135" fmla="*/ 1371600 h 1890712"/>
                <a:gd name="connsiteX136" fmla="*/ 1883569 w 2543175"/>
                <a:gd name="connsiteY136" fmla="*/ 1388269 h 1890712"/>
                <a:gd name="connsiteX137" fmla="*/ 1893094 w 2543175"/>
                <a:gd name="connsiteY137" fmla="*/ 1395412 h 1890712"/>
                <a:gd name="connsiteX138" fmla="*/ 1902619 w 2543175"/>
                <a:gd name="connsiteY138" fmla="*/ 1404937 h 1890712"/>
                <a:gd name="connsiteX139" fmla="*/ 1912144 w 2543175"/>
                <a:gd name="connsiteY139" fmla="*/ 1409700 h 1890712"/>
                <a:gd name="connsiteX140" fmla="*/ 1931194 w 2543175"/>
                <a:gd name="connsiteY140" fmla="*/ 1421606 h 1890712"/>
                <a:gd name="connsiteX141" fmla="*/ 1935957 w 2543175"/>
                <a:gd name="connsiteY141" fmla="*/ 1428750 h 1890712"/>
                <a:gd name="connsiteX142" fmla="*/ 1952625 w 2543175"/>
                <a:gd name="connsiteY142" fmla="*/ 1438275 h 1890712"/>
                <a:gd name="connsiteX143" fmla="*/ 1971675 w 2543175"/>
                <a:gd name="connsiteY143" fmla="*/ 1450181 h 1890712"/>
                <a:gd name="connsiteX144" fmla="*/ 1981200 w 2543175"/>
                <a:gd name="connsiteY144" fmla="*/ 1454944 h 1890712"/>
                <a:gd name="connsiteX145" fmla="*/ 1997869 w 2543175"/>
                <a:gd name="connsiteY145" fmla="*/ 1471612 h 1890712"/>
                <a:gd name="connsiteX146" fmla="*/ 2007394 w 2543175"/>
                <a:gd name="connsiteY146" fmla="*/ 1478756 h 1890712"/>
                <a:gd name="connsiteX147" fmla="*/ 2016919 w 2543175"/>
                <a:gd name="connsiteY147" fmla="*/ 1483519 h 1890712"/>
                <a:gd name="connsiteX148" fmla="*/ 2024063 w 2543175"/>
                <a:gd name="connsiteY148" fmla="*/ 1490662 h 1890712"/>
                <a:gd name="connsiteX149" fmla="*/ 2033588 w 2543175"/>
                <a:gd name="connsiteY149" fmla="*/ 1495425 h 1890712"/>
                <a:gd name="connsiteX150" fmla="*/ 2040732 w 2543175"/>
                <a:gd name="connsiteY150" fmla="*/ 1502569 h 1890712"/>
                <a:gd name="connsiteX151" fmla="*/ 2047875 w 2543175"/>
                <a:gd name="connsiteY151" fmla="*/ 1507331 h 1890712"/>
                <a:gd name="connsiteX152" fmla="*/ 2057400 w 2543175"/>
                <a:gd name="connsiteY152" fmla="*/ 1514475 h 1890712"/>
                <a:gd name="connsiteX153" fmla="*/ 2064544 w 2543175"/>
                <a:gd name="connsiteY153" fmla="*/ 1519237 h 1890712"/>
                <a:gd name="connsiteX154" fmla="*/ 2071688 w 2543175"/>
                <a:gd name="connsiteY154" fmla="*/ 1526381 h 1890712"/>
                <a:gd name="connsiteX155" fmla="*/ 2081213 w 2543175"/>
                <a:gd name="connsiteY155" fmla="*/ 1531144 h 1890712"/>
                <a:gd name="connsiteX156" fmla="*/ 2090738 w 2543175"/>
                <a:gd name="connsiteY156" fmla="*/ 1538287 h 1890712"/>
                <a:gd name="connsiteX157" fmla="*/ 2109788 w 2543175"/>
                <a:gd name="connsiteY157" fmla="*/ 1547812 h 1890712"/>
                <a:gd name="connsiteX158" fmla="*/ 2131219 w 2543175"/>
                <a:gd name="connsiteY158" fmla="*/ 1562100 h 1890712"/>
                <a:gd name="connsiteX159" fmla="*/ 2140744 w 2543175"/>
                <a:gd name="connsiteY159" fmla="*/ 1566862 h 1890712"/>
                <a:gd name="connsiteX160" fmla="*/ 2152650 w 2543175"/>
                <a:gd name="connsiteY160" fmla="*/ 1576387 h 1890712"/>
                <a:gd name="connsiteX161" fmla="*/ 2181225 w 2543175"/>
                <a:gd name="connsiteY161" fmla="*/ 1590675 h 1890712"/>
                <a:gd name="connsiteX162" fmla="*/ 2200275 w 2543175"/>
                <a:gd name="connsiteY162" fmla="*/ 1607344 h 1890712"/>
                <a:gd name="connsiteX163" fmla="*/ 2207419 w 2543175"/>
                <a:gd name="connsiteY163" fmla="*/ 1612106 h 1890712"/>
                <a:gd name="connsiteX164" fmla="*/ 2216944 w 2543175"/>
                <a:gd name="connsiteY164" fmla="*/ 1619250 h 1890712"/>
                <a:gd name="connsiteX165" fmla="*/ 2224088 w 2543175"/>
                <a:gd name="connsiteY165" fmla="*/ 1624012 h 1890712"/>
                <a:gd name="connsiteX166" fmla="*/ 2247900 w 2543175"/>
                <a:gd name="connsiteY166" fmla="*/ 1643062 h 1890712"/>
                <a:gd name="connsiteX167" fmla="*/ 2255044 w 2543175"/>
                <a:gd name="connsiteY167" fmla="*/ 1650206 h 1890712"/>
                <a:gd name="connsiteX168" fmla="*/ 2281238 w 2543175"/>
                <a:gd name="connsiteY168" fmla="*/ 1664494 h 1890712"/>
                <a:gd name="connsiteX169" fmla="*/ 2297907 w 2543175"/>
                <a:gd name="connsiteY169" fmla="*/ 1674019 h 1890712"/>
                <a:gd name="connsiteX170" fmla="*/ 2312194 w 2543175"/>
                <a:gd name="connsiteY170" fmla="*/ 1685925 h 1890712"/>
                <a:gd name="connsiteX171" fmla="*/ 2328863 w 2543175"/>
                <a:gd name="connsiteY171" fmla="*/ 1697831 h 1890712"/>
                <a:gd name="connsiteX172" fmla="*/ 2350294 w 2543175"/>
                <a:gd name="connsiteY172" fmla="*/ 1712119 h 1890712"/>
                <a:gd name="connsiteX173" fmla="*/ 2369344 w 2543175"/>
                <a:gd name="connsiteY173" fmla="*/ 1724025 h 1890712"/>
                <a:gd name="connsiteX174" fmla="*/ 2428876 w 2543175"/>
                <a:gd name="connsiteY174" fmla="*/ 1785938 h 1890712"/>
                <a:gd name="connsiteX175" fmla="*/ 2466975 w 2543175"/>
                <a:gd name="connsiteY175" fmla="*/ 1783556 h 1890712"/>
                <a:gd name="connsiteX176" fmla="*/ 2481263 w 2543175"/>
                <a:gd name="connsiteY176" fmla="*/ 1795462 h 1890712"/>
                <a:gd name="connsiteX177" fmla="*/ 2486025 w 2543175"/>
                <a:gd name="connsiteY177" fmla="*/ 1802606 h 1890712"/>
                <a:gd name="connsiteX178" fmla="*/ 2514600 w 2543175"/>
                <a:gd name="connsiteY178" fmla="*/ 1850231 h 1890712"/>
                <a:gd name="connsiteX179" fmla="*/ 2519363 w 2543175"/>
                <a:gd name="connsiteY179" fmla="*/ 1857375 h 1890712"/>
                <a:gd name="connsiteX180" fmla="*/ 2540794 w 2543175"/>
                <a:gd name="connsiteY180" fmla="*/ 1883569 h 1890712"/>
                <a:gd name="connsiteX181" fmla="*/ 2543175 w 2543175"/>
                <a:gd name="connsiteY181" fmla="*/ 1890712 h 1890712"/>
                <a:gd name="connsiteX0" fmla="*/ 0 w 2543175"/>
                <a:gd name="connsiteY0" fmla="*/ 0 h 1890712"/>
                <a:gd name="connsiteX1" fmla="*/ 11907 w 2543175"/>
                <a:gd name="connsiteY1" fmla="*/ 11906 h 1890712"/>
                <a:gd name="connsiteX2" fmla="*/ 21432 w 2543175"/>
                <a:gd name="connsiteY2" fmla="*/ 16669 h 1890712"/>
                <a:gd name="connsiteX3" fmla="*/ 23813 w 2543175"/>
                <a:gd name="connsiteY3" fmla="*/ 23812 h 1890712"/>
                <a:gd name="connsiteX4" fmla="*/ 33338 w 2543175"/>
                <a:gd name="connsiteY4" fmla="*/ 33337 h 1890712"/>
                <a:gd name="connsiteX5" fmla="*/ 40482 w 2543175"/>
                <a:gd name="connsiteY5" fmla="*/ 42862 h 1890712"/>
                <a:gd name="connsiteX6" fmla="*/ 47625 w 2543175"/>
                <a:gd name="connsiteY6" fmla="*/ 47625 h 1890712"/>
                <a:gd name="connsiteX7" fmla="*/ 57150 w 2543175"/>
                <a:gd name="connsiteY7" fmla="*/ 54769 h 1890712"/>
                <a:gd name="connsiteX8" fmla="*/ 64294 w 2543175"/>
                <a:gd name="connsiteY8" fmla="*/ 59531 h 1890712"/>
                <a:gd name="connsiteX9" fmla="*/ 83344 w 2543175"/>
                <a:gd name="connsiteY9" fmla="*/ 73819 h 1890712"/>
                <a:gd name="connsiteX10" fmla="*/ 97632 w 2543175"/>
                <a:gd name="connsiteY10" fmla="*/ 80962 h 1890712"/>
                <a:gd name="connsiteX11" fmla="*/ 104775 w 2543175"/>
                <a:gd name="connsiteY11" fmla="*/ 85725 h 1890712"/>
                <a:gd name="connsiteX12" fmla="*/ 114300 w 2543175"/>
                <a:gd name="connsiteY12" fmla="*/ 95250 h 1890712"/>
                <a:gd name="connsiteX13" fmla="*/ 123825 w 2543175"/>
                <a:gd name="connsiteY13" fmla="*/ 97631 h 1890712"/>
                <a:gd name="connsiteX14" fmla="*/ 130969 w 2543175"/>
                <a:gd name="connsiteY14" fmla="*/ 104775 h 1890712"/>
                <a:gd name="connsiteX15" fmla="*/ 140494 w 2543175"/>
                <a:gd name="connsiteY15" fmla="*/ 111919 h 1890712"/>
                <a:gd name="connsiteX16" fmla="*/ 147638 w 2543175"/>
                <a:gd name="connsiteY16" fmla="*/ 116681 h 1890712"/>
                <a:gd name="connsiteX17" fmla="*/ 164307 w 2543175"/>
                <a:gd name="connsiteY17" fmla="*/ 128587 h 1890712"/>
                <a:gd name="connsiteX18" fmla="*/ 180975 w 2543175"/>
                <a:gd name="connsiteY18" fmla="*/ 140494 h 1890712"/>
                <a:gd name="connsiteX19" fmla="*/ 197644 w 2543175"/>
                <a:gd name="connsiteY19" fmla="*/ 152400 h 1890712"/>
                <a:gd name="connsiteX20" fmla="*/ 204788 w 2543175"/>
                <a:gd name="connsiteY20" fmla="*/ 157162 h 1890712"/>
                <a:gd name="connsiteX21" fmla="*/ 214313 w 2543175"/>
                <a:gd name="connsiteY21" fmla="*/ 164306 h 1890712"/>
                <a:gd name="connsiteX22" fmla="*/ 230982 w 2543175"/>
                <a:gd name="connsiteY22" fmla="*/ 180975 h 1890712"/>
                <a:gd name="connsiteX23" fmla="*/ 247650 w 2543175"/>
                <a:gd name="connsiteY23" fmla="*/ 185737 h 1890712"/>
                <a:gd name="connsiteX24" fmla="*/ 259557 w 2543175"/>
                <a:gd name="connsiteY24" fmla="*/ 188119 h 1890712"/>
                <a:gd name="connsiteX25" fmla="*/ 266700 w 2543175"/>
                <a:gd name="connsiteY25" fmla="*/ 190500 h 1890712"/>
                <a:gd name="connsiteX26" fmla="*/ 302419 w 2543175"/>
                <a:gd name="connsiteY26" fmla="*/ 204787 h 1890712"/>
                <a:gd name="connsiteX27" fmla="*/ 309563 w 2543175"/>
                <a:gd name="connsiteY27" fmla="*/ 209550 h 1890712"/>
                <a:gd name="connsiteX28" fmla="*/ 319088 w 2543175"/>
                <a:gd name="connsiteY28" fmla="*/ 219075 h 1890712"/>
                <a:gd name="connsiteX29" fmla="*/ 333375 w 2543175"/>
                <a:gd name="connsiteY29" fmla="*/ 228600 h 1890712"/>
                <a:gd name="connsiteX30" fmla="*/ 340519 w 2543175"/>
                <a:gd name="connsiteY30" fmla="*/ 233362 h 1890712"/>
                <a:gd name="connsiteX31" fmla="*/ 354807 w 2543175"/>
                <a:gd name="connsiteY31" fmla="*/ 247650 h 1890712"/>
                <a:gd name="connsiteX32" fmla="*/ 366713 w 2543175"/>
                <a:gd name="connsiteY32" fmla="*/ 264319 h 1890712"/>
                <a:gd name="connsiteX33" fmla="*/ 371475 w 2543175"/>
                <a:gd name="connsiteY33" fmla="*/ 271462 h 1890712"/>
                <a:gd name="connsiteX34" fmla="*/ 378619 w 2543175"/>
                <a:gd name="connsiteY34" fmla="*/ 276225 h 1890712"/>
                <a:gd name="connsiteX35" fmla="*/ 385763 w 2543175"/>
                <a:gd name="connsiteY35" fmla="*/ 283369 h 1890712"/>
                <a:gd name="connsiteX36" fmla="*/ 395288 w 2543175"/>
                <a:gd name="connsiteY36" fmla="*/ 288131 h 1890712"/>
                <a:gd name="connsiteX37" fmla="*/ 404813 w 2543175"/>
                <a:gd name="connsiteY37" fmla="*/ 295275 h 1890712"/>
                <a:gd name="connsiteX38" fmla="*/ 411957 w 2543175"/>
                <a:gd name="connsiteY38" fmla="*/ 297656 h 1890712"/>
                <a:gd name="connsiteX39" fmla="*/ 421482 w 2543175"/>
                <a:gd name="connsiteY39" fmla="*/ 302419 h 1890712"/>
                <a:gd name="connsiteX40" fmla="*/ 447675 w 2543175"/>
                <a:gd name="connsiteY40" fmla="*/ 307181 h 1890712"/>
                <a:gd name="connsiteX41" fmla="*/ 461963 w 2543175"/>
                <a:gd name="connsiteY41" fmla="*/ 321469 h 1890712"/>
                <a:gd name="connsiteX42" fmla="*/ 466725 w 2543175"/>
                <a:gd name="connsiteY42" fmla="*/ 328612 h 1890712"/>
                <a:gd name="connsiteX43" fmla="*/ 476250 w 2543175"/>
                <a:gd name="connsiteY43" fmla="*/ 335756 h 1890712"/>
                <a:gd name="connsiteX44" fmla="*/ 481013 w 2543175"/>
                <a:gd name="connsiteY44" fmla="*/ 342900 h 1890712"/>
                <a:gd name="connsiteX45" fmla="*/ 490538 w 2543175"/>
                <a:gd name="connsiteY45" fmla="*/ 352425 h 1890712"/>
                <a:gd name="connsiteX46" fmla="*/ 495300 w 2543175"/>
                <a:gd name="connsiteY46" fmla="*/ 359569 h 1890712"/>
                <a:gd name="connsiteX47" fmla="*/ 509588 w 2543175"/>
                <a:gd name="connsiteY47" fmla="*/ 376237 h 1890712"/>
                <a:gd name="connsiteX48" fmla="*/ 514350 w 2543175"/>
                <a:gd name="connsiteY48" fmla="*/ 383381 h 1890712"/>
                <a:gd name="connsiteX49" fmla="*/ 531019 w 2543175"/>
                <a:gd name="connsiteY49" fmla="*/ 397669 h 1890712"/>
                <a:gd name="connsiteX50" fmla="*/ 538163 w 2543175"/>
                <a:gd name="connsiteY50" fmla="*/ 407194 h 1890712"/>
                <a:gd name="connsiteX51" fmla="*/ 554832 w 2543175"/>
                <a:gd name="connsiteY51" fmla="*/ 421481 h 1890712"/>
                <a:gd name="connsiteX52" fmla="*/ 564357 w 2543175"/>
                <a:gd name="connsiteY52" fmla="*/ 431006 h 1890712"/>
                <a:gd name="connsiteX53" fmla="*/ 573882 w 2543175"/>
                <a:gd name="connsiteY53" fmla="*/ 438150 h 1890712"/>
                <a:gd name="connsiteX54" fmla="*/ 595313 w 2543175"/>
                <a:gd name="connsiteY54" fmla="*/ 454819 h 1890712"/>
                <a:gd name="connsiteX55" fmla="*/ 602457 w 2543175"/>
                <a:gd name="connsiteY55" fmla="*/ 457200 h 1890712"/>
                <a:gd name="connsiteX56" fmla="*/ 628650 w 2543175"/>
                <a:gd name="connsiteY56" fmla="*/ 469106 h 1890712"/>
                <a:gd name="connsiteX57" fmla="*/ 645319 w 2543175"/>
                <a:gd name="connsiteY57" fmla="*/ 483394 h 1890712"/>
                <a:gd name="connsiteX58" fmla="*/ 654844 w 2543175"/>
                <a:gd name="connsiteY58" fmla="*/ 488156 h 1890712"/>
                <a:gd name="connsiteX59" fmla="*/ 661988 w 2543175"/>
                <a:gd name="connsiteY59" fmla="*/ 497681 h 1890712"/>
                <a:gd name="connsiteX60" fmla="*/ 683419 w 2543175"/>
                <a:gd name="connsiteY60" fmla="*/ 514350 h 1890712"/>
                <a:gd name="connsiteX61" fmla="*/ 700088 w 2543175"/>
                <a:gd name="connsiteY61" fmla="*/ 526256 h 1890712"/>
                <a:gd name="connsiteX62" fmla="*/ 709613 w 2543175"/>
                <a:gd name="connsiteY62" fmla="*/ 535781 h 1890712"/>
                <a:gd name="connsiteX63" fmla="*/ 719138 w 2543175"/>
                <a:gd name="connsiteY63" fmla="*/ 542925 h 1890712"/>
                <a:gd name="connsiteX64" fmla="*/ 733425 w 2543175"/>
                <a:gd name="connsiteY64" fmla="*/ 557212 h 1890712"/>
                <a:gd name="connsiteX65" fmla="*/ 750094 w 2543175"/>
                <a:gd name="connsiteY65" fmla="*/ 569119 h 1890712"/>
                <a:gd name="connsiteX66" fmla="*/ 769144 w 2543175"/>
                <a:gd name="connsiteY66" fmla="*/ 581025 h 1890712"/>
                <a:gd name="connsiteX67" fmla="*/ 785813 w 2543175"/>
                <a:gd name="connsiteY67" fmla="*/ 590550 h 1890712"/>
                <a:gd name="connsiteX68" fmla="*/ 792957 w 2543175"/>
                <a:gd name="connsiteY68" fmla="*/ 600075 h 1890712"/>
                <a:gd name="connsiteX69" fmla="*/ 809625 w 2543175"/>
                <a:gd name="connsiteY69" fmla="*/ 611981 h 1890712"/>
                <a:gd name="connsiteX70" fmla="*/ 816769 w 2543175"/>
                <a:gd name="connsiteY70" fmla="*/ 619125 h 1890712"/>
                <a:gd name="connsiteX71" fmla="*/ 826294 w 2543175"/>
                <a:gd name="connsiteY71" fmla="*/ 626269 h 1890712"/>
                <a:gd name="connsiteX72" fmla="*/ 840582 w 2543175"/>
                <a:gd name="connsiteY72" fmla="*/ 638175 h 1890712"/>
                <a:gd name="connsiteX73" fmla="*/ 847725 w 2543175"/>
                <a:gd name="connsiteY73" fmla="*/ 645319 h 1890712"/>
                <a:gd name="connsiteX74" fmla="*/ 857250 w 2543175"/>
                <a:gd name="connsiteY74" fmla="*/ 652462 h 1890712"/>
                <a:gd name="connsiteX75" fmla="*/ 864394 w 2543175"/>
                <a:gd name="connsiteY75" fmla="*/ 657225 h 1890712"/>
                <a:gd name="connsiteX76" fmla="*/ 888207 w 2543175"/>
                <a:gd name="connsiteY76" fmla="*/ 676275 h 1890712"/>
                <a:gd name="connsiteX77" fmla="*/ 895350 w 2543175"/>
                <a:gd name="connsiteY77" fmla="*/ 681037 h 1890712"/>
                <a:gd name="connsiteX78" fmla="*/ 907257 w 2543175"/>
                <a:gd name="connsiteY78" fmla="*/ 683419 h 1890712"/>
                <a:gd name="connsiteX79" fmla="*/ 928688 w 2543175"/>
                <a:gd name="connsiteY79" fmla="*/ 695325 h 1890712"/>
                <a:gd name="connsiteX80" fmla="*/ 942975 w 2543175"/>
                <a:gd name="connsiteY80" fmla="*/ 700087 h 1890712"/>
                <a:gd name="connsiteX81" fmla="*/ 964407 w 2543175"/>
                <a:gd name="connsiteY81" fmla="*/ 716756 h 1890712"/>
                <a:gd name="connsiteX82" fmla="*/ 971550 w 2543175"/>
                <a:gd name="connsiteY82" fmla="*/ 723900 h 1890712"/>
                <a:gd name="connsiteX83" fmla="*/ 983457 w 2543175"/>
                <a:gd name="connsiteY83" fmla="*/ 733425 h 1890712"/>
                <a:gd name="connsiteX84" fmla="*/ 990600 w 2543175"/>
                <a:gd name="connsiteY84" fmla="*/ 738187 h 1890712"/>
                <a:gd name="connsiteX85" fmla="*/ 1007269 w 2543175"/>
                <a:gd name="connsiteY85" fmla="*/ 752475 h 1890712"/>
                <a:gd name="connsiteX86" fmla="*/ 1031082 w 2543175"/>
                <a:gd name="connsiteY86" fmla="*/ 766762 h 1890712"/>
                <a:gd name="connsiteX87" fmla="*/ 1042988 w 2543175"/>
                <a:gd name="connsiteY87" fmla="*/ 773906 h 1890712"/>
                <a:gd name="connsiteX88" fmla="*/ 1071563 w 2543175"/>
                <a:gd name="connsiteY88" fmla="*/ 785812 h 1890712"/>
                <a:gd name="connsiteX89" fmla="*/ 1097757 w 2543175"/>
                <a:gd name="connsiteY89" fmla="*/ 807244 h 1890712"/>
                <a:gd name="connsiteX90" fmla="*/ 1104900 w 2543175"/>
                <a:gd name="connsiteY90" fmla="*/ 814387 h 1890712"/>
                <a:gd name="connsiteX91" fmla="*/ 1121569 w 2543175"/>
                <a:gd name="connsiteY91" fmla="*/ 823912 h 1890712"/>
                <a:gd name="connsiteX92" fmla="*/ 1138238 w 2543175"/>
                <a:gd name="connsiteY92" fmla="*/ 835819 h 1890712"/>
                <a:gd name="connsiteX93" fmla="*/ 1147763 w 2543175"/>
                <a:gd name="connsiteY93" fmla="*/ 842962 h 1890712"/>
                <a:gd name="connsiteX94" fmla="*/ 1157288 w 2543175"/>
                <a:gd name="connsiteY94" fmla="*/ 847725 h 1890712"/>
                <a:gd name="connsiteX95" fmla="*/ 1178719 w 2543175"/>
                <a:gd name="connsiteY95" fmla="*/ 859631 h 1890712"/>
                <a:gd name="connsiteX96" fmla="*/ 1188244 w 2543175"/>
                <a:gd name="connsiteY96" fmla="*/ 866775 h 1890712"/>
                <a:gd name="connsiteX97" fmla="*/ 1195388 w 2543175"/>
                <a:gd name="connsiteY97" fmla="*/ 871537 h 1890712"/>
                <a:gd name="connsiteX98" fmla="*/ 1212057 w 2543175"/>
                <a:gd name="connsiteY98" fmla="*/ 883444 h 1890712"/>
                <a:gd name="connsiteX99" fmla="*/ 1226344 w 2543175"/>
                <a:gd name="connsiteY99" fmla="*/ 895350 h 1890712"/>
                <a:gd name="connsiteX100" fmla="*/ 1245394 w 2543175"/>
                <a:gd name="connsiteY100" fmla="*/ 907256 h 1890712"/>
                <a:gd name="connsiteX101" fmla="*/ 1254919 w 2543175"/>
                <a:gd name="connsiteY101" fmla="*/ 914400 h 1890712"/>
                <a:gd name="connsiteX102" fmla="*/ 1269207 w 2543175"/>
                <a:gd name="connsiteY102" fmla="*/ 921544 h 1890712"/>
                <a:gd name="connsiteX103" fmla="*/ 1290638 w 2543175"/>
                <a:gd name="connsiteY103" fmla="*/ 935831 h 1890712"/>
                <a:gd name="connsiteX104" fmla="*/ 1307307 w 2543175"/>
                <a:gd name="connsiteY104" fmla="*/ 952500 h 1890712"/>
                <a:gd name="connsiteX105" fmla="*/ 1333500 w 2543175"/>
                <a:gd name="connsiteY105" fmla="*/ 971550 h 1890712"/>
                <a:gd name="connsiteX106" fmla="*/ 1359694 w 2543175"/>
                <a:gd name="connsiteY106" fmla="*/ 990600 h 1890712"/>
                <a:gd name="connsiteX107" fmla="*/ 1373982 w 2543175"/>
                <a:gd name="connsiteY107" fmla="*/ 997744 h 1890712"/>
                <a:gd name="connsiteX108" fmla="*/ 1388269 w 2543175"/>
                <a:gd name="connsiteY108" fmla="*/ 1007269 h 1890712"/>
                <a:gd name="connsiteX109" fmla="*/ 1414463 w 2543175"/>
                <a:gd name="connsiteY109" fmla="*/ 1019175 h 1890712"/>
                <a:gd name="connsiteX110" fmla="*/ 1428750 w 2543175"/>
                <a:gd name="connsiteY110" fmla="*/ 1026319 h 1890712"/>
                <a:gd name="connsiteX111" fmla="*/ 1471613 w 2543175"/>
                <a:gd name="connsiteY111" fmla="*/ 1059656 h 1890712"/>
                <a:gd name="connsiteX112" fmla="*/ 1495425 w 2543175"/>
                <a:gd name="connsiteY112" fmla="*/ 1088231 h 1890712"/>
                <a:gd name="connsiteX113" fmla="*/ 1547812 w 2543175"/>
                <a:gd name="connsiteY113" fmla="*/ 1133475 h 1890712"/>
                <a:gd name="connsiteX114" fmla="*/ 1597819 w 2543175"/>
                <a:gd name="connsiteY114" fmla="*/ 1154906 h 1890712"/>
                <a:gd name="connsiteX115" fmla="*/ 1604963 w 2543175"/>
                <a:gd name="connsiteY115" fmla="*/ 1162050 h 1890712"/>
                <a:gd name="connsiteX116" fmla="*/ 1612107 w 2543175"/>
                <a:gd name="connsiteY116" fmla="*/ 1166812 h 1890712"/>
                <a:gd name="connsiteX117" fmla="*/ 1628775 w 2543175"/>
                <a:gd name="connsiteY117" fmla="*/ 1183481 h 1890712"/>
                <a:gd name="connsiteX118" fmla="*/ 1662113 w 2543175"/>
                <a:gd name="connsiteY118" fmla="*/ 1209675 h 1890712"/>
                <a:gd name="connsiteX119" fmla="*/ 1678782 w 2543175"/>
                <a:gd name="connsiteY119" fmla="*/ 1226344 h 1890712"/>
                <a:gd name="connsiteX120" fmla="*/ 1700213 w 2543175"/>
                <a:gd name="connsiteY120" fmla="*/ 1247775 h 1890712"/>
                <a:gd name="connsiteX121" fmla="*/ 1712119 w 2543175"/>
                <a:gd name="connsiteY121" fmla="*/ 1259681 h 1890712"/>
                <a:gd name="connsiteX122" fmla="*/ 1733550 w 2543175"/>
                <a:gd name="connsiteY122" fmla="*/ 1273969 h 1890712"/>
                <a:gd name="connsiteX123" fmla="*/ 1743075 w 2543175"/>
                <a:gd name="connsiteY123" fmla="*/ 1283494 h 1890712"/>
                <a:gd name="connsiteX124" fmla="*/ 1754982 w 2543175"/>
                <a:gd name="connsiteY124" fmla="*/ 1290637 h 1890712"/>
                <a:gd name="connsiteX125" fmla="*/ 1766888 w 2543175"/>
                <a:gd name="connsiteY125" fmla="*/ 1300162 h 1890712"/>
                <a:gd name="connsiteX126" fmla="*/ 1783557 w 2543175"/>
                <a:gd name="connsiteY126" fmla="*/ 1307306 h 1890712"/>
                <a:gd name="connsiteX127" fmla="*/ 1790700 w 2543175"/>
                <a:gd name="connsiteY127" fmla="*/ 1312069 h 1890712"/>
                <a:gd name="connsiteX128" fmla="*/ 1800225 w 2543175"/>
                <a:gd name="connsiteY128" fmla="*/ 1319212 h 1890712"/>
                <a:gd name="connsiteX129" fmla="*/ 1807369 w 2543175"/>
                <a:gd name="connsiteY129" fmla="*/ 1321594 h 1890712"/>
                <a:gd name="connsiteX130" fmla="*/ 1824038 w 2543175"/>
                <a:gd name="connsiteY130" fmla="*/ 1333500 h 1890712"/>
                <a:gd name="connsiteX131" fmla="*/ 1843088 w 2543175"/>
                <a:gd name="connsiteY131" fmla="*/ 1352550 h 1890712"/>
                <a:gd name="connsiteX132" fmla="*/ 1852613 w 2543175"/>
                <a:gd name="connsiteY132" fmla="*/ 1359694 h 1890712"/>
                <a:gd name="connsiteX133" fmla="*/ 1859757 w 2543175"/>
                <a:gd name="connsiteY133" fmla="*/ 1366837 h 1890712"/>
                <a:gd name="connsiteX134" fmla="*/ 1869282 w 2543175"/>
                <a:gd name="connsiteY134" fmla="*/ 1371600 h 1890712"/>
                <a:gd name="connsiteX135" fmla="*/ 1883569 w 2543175"/>
                <a:gd name="connsiteY135" fmla="*/ 1388269 h 1890712"/>
                <a:gd name="connsiteX136" fmla="*/ 1893094 w 2543175"/>
                <a:gd name="connsiteY136" fmla="*/ 1395412 h 1890712"/>
                <a:gd name="connsiteX137" fmla="*/ 1902619 w 2543175"/>
                <a:gd name="connsiteY137" fmla="*/ 1404937 h 1890712"/>
                <a:gd name="connsiteX138" fmla="*/ 1912144 w 2543175"/>
                <a:gd name="connsiteY138" fmla="*/ 1409700 h 1890712"/>
                <a:gd name="connsiteX139" fmla="*/ 1931194 w 2543175"/>
                <a:gd name="connsiteY139" fmla="*/ 1421606 h 1890712"/>
                <a:gd name="connsiteX140" fmla="*/ 1935957 w 2543175"/>
                <a:gd name="connsiteY140" fmla="*/ 1428750 h 1890712"/>
                <a:gd name="connsiteX141" fmla="*/ 1952625 w 2543175"/>
                <a:gd name="connsiteY141" fmla="*/ 1438275 h 1890712"/>
                <a:gd name="connsiteX142" fmla="*/ 1971675 w 2543175"/>
                <a:gd name="connsiteY142" fmla="*/ 1450181 h 1890712"/>
                <a:gd name="connsiteX143" fmla="*/ 1981200 w 2543175"/>
                <a:gd name="connsiteY143" fmla="*/ 1454944 h 1890712"/>
                <a:gd name="connsiteX144" fmla="*/ 1997869 w 2543175"/>
                <a:gd name="connsiteY144" fmla="*/ 1471612 h 1890712"/>
                <a:gd name="connsiteX145" fmla="*/ 2007394 w 2543175"/>
                <a:gd name="connsiteY145" fmla="*/ 1478756 h 1890712"/>
                <a:gd name="connsiteX146" fmla="*/ 2016919 w 2543175"/>
                <a:gd name="connsiteY146" fmla="*/ 1483519 h 1890712"/>
                <a:gd name="connsiteX147" fmla="*/ 2024063 w 2543175"/>
                <a:gd name="connsiteY147" fmla="*/ 1490662 h 1890712"/>
                <a:gd name="connsiteX148" fmla="*/ 2033588 w 2543175"/>
                <a:gd name="connsiteY148" fmla="*/ 1495425 h 1890712"/>
                <a:gd name="connsiteX149" fmla="*/ 2040732 w 2543175"/>
                <a:gd name="connsiteY149" fmla="*/ 1502569 h 1890712"/>
                <a:gd name="connsiteX150" fmla="*/ 2047875 w 2543175"/>
                <a:gd name="connsiteY150" fmla="*/ 1507331 h 1890712"/>
                <a:gd name="connsiteX151" fmla="*/ 2057400 w 2543175"/>
                <a:gd name="connsiteY151" fmla="*/ 1514475 h 1890712"/>
                <a:gd name="connsiteX152" fmla="*/ 2064544 w 2543175"/>
                <a:gd name="connsiteY152" fmla="*/ 1519237 h 1890712"/>
                <a:gd name="connsiteX153" fmla="*/ 2071688 w 2543175"/>
                <a:gd name="connsiteY153" fmla="*/ 1526381 h 1890712"/>
                <a:gd name="connsiteX154" fmla="*/ 2081213 w 2543175"/>
                <a:gd name="connsiteY154" fmla="*/ 1531144 h 1890712"/>
                <a:gd name="connsiteX155" fmla="*/ 2090738 w 2543175"/>
                <a:gd name="connsiteY155" fmla="*/ 1538287 h 1890712"/>
                <a:gd name="connsiteX156" fmla="*/ 2109788 w 2543175"/>
                <a:gd name="connsiteY156" fmla="*/ 1547812 h 1890712"/>
                <a:gd name="connsiteX157" fmla="*/ 2131219 w 2543175"/>
                <a:gd name="connsiteY157" fmla="*/ 1562100 h 1890712"/>
                <a:gd name="connsiteX158" fmla="*/ 2140744 w 2543175"/>
                <a:gd name="connsiteY158" fmla="*/ 1566862 h 1890712"/>
                <a:gd name="connsiteX159" fmla="*/ 2152650 w 2543175"/>
                <a:gd name="connsiteY159" fmla="*/ 1576387 h 1890712"/>
                <a:gd name="connsiteX160" fmla="*/ 2181225 w 2543175"/>
                <a:gd name="connsiteY160" fmla="*/ 1590675 h 1890712"/>
                <a:gd name="connsiteX161" fmla="*/ 2200275 w 2543175"/>
                <a:gd name="connsiteY161" fmla="*/ 1607344 h 1890712"/>
                <a:gd name="connsiteX162" fmla="*/ 2207419 w 2543175"/>
                <a:gd name="connsiteY162" fmla="*/ 1612106 h 1890712"/>
                <a:gd name="connsiteX163" fmla="*/ 2216944 w 2543175"/>
                <a:gd name="connsiteY163" fmla="*/ 1619250 h 1890712"/>
                <a:gd name="connsiteX164" fmla="*/ 2224088 w 2543175"/>
                <a:gd name="connsiteY164" fmla="*/ 1624012 h 1890712"/>
                <a:gd name="connsiteX165" fmla="*/ 2247900 w 2543175"/>
                <a:gd name="connsiteY165" fmla="*/ 1643062 h 1890712"/>
                <a:gd name="connsiteX166" fmla="*/ 2255044 w 2543175"/>
                <a:gd name="connsiteY166" fmla="*/ 1650206 h 1890712"/>
                <a:gd name="connsiteX167" fmla="*/ 2281238 w 2543175"/>
                <a:gd name="connsiteY167" fmla="*/ 1664494 h 1890712"/>
                <a:gd name="connsiteX168" fmla="*/ 2297907 w 2543175"/>
                <a:gd name="connsiteY168" fmla="*/ 1674019 h 1890712"/>
                <a:gd name="connsiteX169" fmla="*/ 2312194 w 2543175"/>
                <a:gd name="connsiteY169" fmla="*/ 1685925 h 1890712"/>
                <a:gd name="connsiteX170" fmla="*/ 2328863 w 2543175"/>
                <a:gd name="connsiteY170" fmla="*/ 1697831 h 1890712"/>
                <a:gd name="connsiteX171" fmla="*/ 2350294 w 2543175"/>
                <a:gd name="connsiteY171" fmla="*/ 1712119 h 1890712"/>
                <a:gd name="connsiteX172" fmla="*/ 2369344 w 2543175"/>
                <a:gd name="connsiteY172" fmla="*/ 1724025 h 1890712"/>
                <a:gd name="connsiteX173" fmla="*/ 2428876 w 2543175"/>
                <a:gd name="connsiteY173" fmla="*/ 1785938 h 1890712"/>
                <a:gd name="connsiteX174" fmla="*/ 2466975 w 2543175"/>
                <a:gd name="connsiteY174" fmla="*/ 1783556 h 1890712"/>
                <a:gd name="connsiteX175" fmla="*/ 2481263 w 2543175"/>
                <a:gd name="connsiteY175" fmla="*/ 1795462 h 1890712"/>
                <a:gd name="connsiteX176" fmla="*/ 2486025 w 2543175"/>
                <a:gd name="connsiteY176" fmla="*/ 1802606 h 1890712"/>
                <a:gd name="connsiteX177" fmla="*/ 2514600 w 2543175"/>
                <a:gd name="connsiteY177" fmla="*/ 1850231 h 1890712"/>
                <a:gd name="connsiteX178" fmla="*/ 2519363 w 2543175"/>
                <a:gd name="connsiteY178" fmla="*/ 1857375 h 1890712"/>
                <a:gd name="connsiteX179" fmla="*/ 2540794 w 2543175"/>
                <a:gd name="connsiteY179" fmla="*/ 1883569 h 1890712"/>
                <a:gd name="connsiteX180" fmla="*/ 2543175 w 2543175"/>
                <a:gd name="connsiteY180" fmla="*/ 1890712 h 1890712"/>
                <a:gd name="connsiteX0" fmla="*/ 0 w 2543175"/>
                <a:gd name="connsiteY0" fmla="*/ 0 h 1890712"/>
                <a:gd name="connsiteX1" fmla="*/ 11907 w 2543175"/>
                <a:gd name="connsiteY1" fmla="*/ 11906 h 1890712"/>
                <a:gd name="connsiteX2" fmla="*/ 21432 w 2543175"/>
                <a:gd name="connsiteY2" fmla="*/ 16669 h 1890712"/>
                <a:gd name="connsiteX3" fmla="*/ 23813 w 2543175"/>
                <a:gd name="connsiteY3" fmla="*/ 23812 h 1890712"/>
                <a:gd name="connsiteX4" fmla="*/ 33338 w 2543175"/>
                <a:gd name="connsiteY4" fmla="*/ 33337 h 1890712"/>
                <a:gd name="connsiteX5" fmla="*/ 40482 w 2543175"/>
                <a:gd name="connsiteY5" fmla="*/ 42862 h 1890712"/>
                <a:gd name="connsiteX6" fmla="*/ 47625 w 2543175"/>
                <a:gd name="connsiteY6" fmla="*/ 47625 h 1890712"/>
                <a:gd name="connsiteX7" fmla="*/ 57150 w 2543175"/>
                <a:gd name="connsiteY7" fmla="*/ 54769 h 1890712"/>
                <a:gd name="connsiteX8" fmla="*/ 64294 w 2543175"/>
                <a:gd name="connsiteY8" fmla="*/ 59531 h 1890712"/>
                <a:gd name="connsiteX9" fmla="*/ 83344 w 2543175"/>
                <a:gd name="connsiteY9" fmla="*/ 73819 h 1890712"/>
                <a:gd name="connsiteX10" fmla="*/ 97632 w 2543175"/>
                <a:gd name="connsiteY10" fmla="*/ 80962 h 1890712"/>
                <a:gd name="connsiteX11" fmla="*/ 104775 w 2543175"/>
                <a:gd name="connsiteY11" fmla="*/ 85725 h 1890712"/>
                <a:gd name="connsiteX12" fmla="*/ 114300 w 2543175"/>
                <a:gd name="connsiteY12" fmla="*/ 95250 h 1890712"/>
                <a:gd name="connsiteX13" fmla="*/ 123825 w 2543175"/>
                <a:gd name="connsiteY13" fmla="*/ 97631 h 1890712"/>
                <a:gd name="connsiteX14" fmla="*/ 130969 w 2543175"/>
                <a:gd name="connsiteY14" fmla="*/ 104775 h 1890712"/>
                <a:gd name="connsiteX15" fmla="*/ 140494 w 2543175"/>
                <a:gd name="connsiteY15" fmla="*/ 111919 h 1890712"/>
                <a:gd name="connsiteX16" fmla="*/ 147638 w 2543175"/>
                <a:gd name="connsiteY16" fmla="*/ 116681 h 1890712"/>
                <a:gd name="connsiteX17" fmla="*/ 164307 w 2543175"/>
                <a:gd name="connsiteY17" fmla="*/ 128587 h 1890712"/>
                <a:gd name="connsiteX18" fmla="*/ 180975 w 2543175"/>
                <a:gd name="connsiteY18" fmla="*/ 140494 h 1890712"/>
                <a:gd name="connsiteX19" fmla="*/ 197644 w 2543175"/>
                <a:gd name="connsiteY19" fmla="*/ 152400 h 1890712"/>
                <a:gd name="connsiteX20" fmla="*/ 204788 w 2543175"/>
                <a:gd name="connsiteY20" fmla="*/ 157162 h 1890712"/>
                <a:gd name="connsiteX21" fmla="*/ 214313 w 2543175"/>
                <a:gd name="connsiteY21" fmla="*/ 164306 h 1890712"/>
                <a:gd name="connsiteX22" fmla="*/ 230982 w 2543175"/>
                <a:gd name="connsiteY22" fmla="*/ 180975 h 1890712"/>
                <a:gd name="connsiteX23" fmla="*/ 247650 w 2543175"/>
                <a:gd name="connsiteY23" fmla="*/ 185737 h 1890712"/>
                <a:gd name="connsiteX24" fmla="*/ 259557 w 2543175"/>
                <a:gd name="connsiteY24" fmla="*/ 188119 h 1890712"/>
                <a:gd name="connsiteX25" fmla="*/ 266700 w 2543175"/>
                <a:gd name="connsiteY25" fmla="*/ 190500 h 1890712"/>
                <a:gd name="connsiteX26" fmla="*/ 302419 w 2543175"/>
                <a:gd name="connsiteY26" fmla="*/ 204787 h 1890712"/>
                <a:gd name="connsiteX27" fmla="*/ 309563 w 2543175"/>
                <a:gd name="connsiteY27" fmla="*/ 209550 h 1890712"/>
                <a:gd name="connsiteX28" fmla="*/ 333375 w 2543175"/>
                <a:gd name="connsiteY28" fmla="*/ 228600 h 1890712"/>
                <a:gd name="connsiteX29" fmla="*/ 340519 w 2543175"/>
                <a:gd name="connsiteY29" fmla="*/ 233362 h 1890712"/>
                <a:gd name="connsiteX30" fmla="*/ 354807 w 2543175"/>
                <a:gd name="connsiteY30" fmla="*/ 247650 h 1890712"/>
                <a:gd name="connsiteX31" fmla="*/ 366713 w 2543175"/>
                <a:gd name="connsiteY31" fmla="*/ 264319 h 1890712"/>
                <a:gd name="connsiteX32" fmla="*/ 371475 w 2543175"/>
                <a:gd name="connsiteY32" fmla="*/ 271462 h 1890712"/>
                <a:gd name="connsiteX33" fmla="*/ 378619 w 2543175"/>
                <a:gd name="connsiteY33" fmla="*/ 276225 h 1890712"/>
                <a:gd name="connsiteX34" fmla="*/ 385763 w 2543175"/>
                <a:gd name="connsiteY34" fmla="*/ 283369 h 1890712"/>
                <a:gd name="connsiteX35" fmla="*/ 395288 w 2543175"/>
                <a:gd name="connsiteY35" fmla="*/ 288131 h 1890712"/>
                <a:gd name="connsiteX36" fmla="*/ 404813 w 2543175"/>
                <a:gd name="connsiteY36" fmla="*/ 295275 h 1890712"/>
                <a:gd name="connsiteX37" fmla="*/ 411957 w 2543175"/>
                <a:gd name="connsiteY37" fmla="*/ 297656 h 1890712"/>
                <a:gd name="connsiteX38" fmla="*/ 421482 w 2543175"/>
                <a:gd name="connsiteY38" fmla="*/ 302419 h 1890712"/>
                <a:gd name="connsiteX39" fmla="*/ 447675 w 2543175"/>
                <a:gd name="connsiteY39" fmla="*/ 307181 h 1890712"/>
                <a:gd name="connsiteX40" fmla="*/ 461963 w 2543175"/>
                <a:gd name="connsiteY40" fmla="*/ 321469 h 1890712"/>
                <a:gd name="connsiteX41" fmla="*/ 466725 w 2543175"/>
                <a:gd name="connsiteY41" fmla="*/ 328612 h 1890712"/>
                <a:gd name="connsiteX42" fmla="*/ 476250 w 2543175"/>
                <a:gd name="connsiteY42" fmla="*/ 335756 h 1890712"/>
                <a:gd name="connsiteX43" fmla="*/ 481013 w 2543175"/>
                <a:gd name="connsiteY43" fmla="*/ 342900 h 1890712"/>
                <a:gd name="connsiteX44" fmla="*/ 490538 w 2543175"/>
                <a:gd name="connsiteY44" fmla="*/ 352425 h 1890712"/>
                <a:gd name="connsiteX45" fmla="*/ 495300 w 2543175"/>
                <a:gd name="connsiteY45" fmla="*/ 359569 h 1890712"/>
                <a:gd name="connsiteX46" fmla="*/ 509588 w 2543175"/>
                <a:gd name="connsiteY46" fmla="*/ 376237 h 1890712"/>
                <a:gd name="connsiteX47" fmla="*/ 514350 w 2543175"/>
                <a:gd name="connsiteY47" fmla="*/ 383381 h 1890712"/>
                <a:gd name="connsiteX48" fmla="*/ 531019 w 2543175"/>
                <a:gd name="connsiteY48" fmla="*/ 397669 h 1890712"/>
                <a:gd name="connsiteX49" fmla="*/ 538163 w 2543175"/>
                <a:gd name="connsiteY49" fmla="*/ 407194 h 1890712"/>
                <a:gd name="connsiteX50" fmla="*/ 554832 w 2543175"/>
                <a:gd name="connsiteY50" fmla="*/ 421481 h 1890712"/>
                <a:gd name="connsiteX51" fmla="*/ 564357 w 2543175"/>
                <a:gd name="connsiteY51" fmla="*/ 431006 h 1890712"/>
                <a:gd name="connsiteX52" fmla="*/ 573882 w 2543175"/>
                <a:gd name="connsiteY52" fmla="*/ 438150 h 1890712"/>
                <a:gd name="connsiteX53" fmla="*/ 595313 w 2543175"/>
                <a:gd name="connsiteY53" fmla="*/ 454819 h 1890712"/>
                <a:gd name="connsiteX54" fmla="*/ 602457 w 2543175"/>
                <a:gd name="connsiteY54" fmla="*/ 457200 h 1890712"/>
                <a:gd name="connsiteX55" fmla="*/ 628650 w 2543175"/>
                <a:gd name="connsiteY55" fmla="*/ 469106 h 1890712"/>
                <a:gd name="connsiteX56" fmla="*/ 645319 w 2543175"/>
                <a:gd name="connsiteY56" fmla="*/ 483394 h 1890712"/>
                <a:gd name="connsiteX57" fmla="*/ 654844 w 2543175"/>
                <a:gd name="connsiteY57" fmla="*/ 488156 h 1890712"/>
                <a:gd name="connsiteX58" fmla="*/ 661988 w 2543175"/>
                <a:gd name="connsiteY58" fmla="*/ 497681 h 1890712"/>
                <a:gd name="connsiteX59" fmla="*/ 683419 w 2543175"/>
                <a:gd name="connsiteY59" fmla="*/ 514350 h 1890712"/>
                <a:gd name="connsiteX60" fmla="*/ 700088 w 2543175"/>
                <a:gd name="connsiteY60" fmla="*/ 526256 h 1890712"/>
                <a:gd name="connsiteX61" fmla="*/ 709613 w 2543175"/>
                <a:gd name="connsiteY61" fmla="*/ 535781 h 1890712"/>
                <a:gd name="connsiteX62" fmla="*/ 719138 w 2543175"/>
                <a:gd name="connsiteY62" fmla="*/ 542925 h 1890712"/>
                <a:gd name="connsiteX63" fmla="*/ 733425 w 2543175"/>
                <a:gd name="connsiteY63" fmla="*/ 557212 h 1890712"/>
                <a:gd name="connsiteX64" fmla="*/ 750094 w 2543175"/>
                <a:gd name="connsiteY64" fmla="*/ 569119 h 1890712"/>
                <a:gd name="connsiteX65" fmla="*/ 769144 w 2543175"/>
                <a:gd name="connsiteY65" fmla="*/ 581025 h 1890712"/>
                <a:gd name="connsiteX66" fmla="*/ 785813 w 2543175"/>
                <a:gd name="connsiteY66" fmla="*/ 590550 h 1890712"/>
                <a:gd name="connsiteX67" fmla="*/ 792957 w 2543175"/>
                <a:gd name="connsiteY67" fmla="*/ 600075 h 1890712"/>
                <a:gd name="connsiteX68" fmla="*/ 809625 w 2543175"/>
                <a:gd name="connsiteY68" fmla="*/ 611981 h 1890712"/>
                <a:gd name="connsiteX69" fmla="*/ 816769 w 2543175"/>
                <a:gd name="connsiteY69" fmla="*/ 619125 h 1890712"/>
                <a:gd name="connsiteX70" fmla="*/ 826294 w 2543175"/>
                <a:gd name="connsiteY70" fmla="*/ 626269 h 1890712"/>
                <a:gd name="connsiteX71" fmla="*/ 840582 w 2543175"/>
                <a:gd name="connsiteY71" fmla="*/ 638175 h 1890712"/>
                <a:gd name="connsiteX72" fmla="*/ 847725 w 2543175"/>
                <a:gd name="connsiteY72" fmla="*/ 645319 h 1890712"/>
                <a:gd name="connsiteX73" fmla="*/ 857250 w 2543175"/>
                <a:gd name="connsiteY73" fmla="*/ 652462 h 1890712"/>
                <a:gd name="connsiteX74" fmla="*/ 864394 w 2543175"/>
                <a:gd name="connsiteY74" fmla="*/ 657225 h 1890712"/>
                <a:gd name="connsiteX75" fmla="*/ 888207 w 2543175"/>
                <a:gd name="connsiteY75" fmla="*/ 676275 h 1890712"/>
                <a:gd name="connsiteX76" fmla="*/ 895350 w 2543175"/>
                <a:gd name="connsiteY76" fmla="*/ 681037 h 1890712"/>
                <a:gd name="connsiteX77" fmla="*/ 907257 w 2543175"/>
                <a:gd name="connsiteY77" fmla="*/ 683419 h 1890712"/>
                <a:gd name="connsiteX78" fmla="*/ 928688 w 2543175"/>
                <a:gd name="connsiteY78" fmla="*/ 695325 h 1890712"/>
                <a:gd name="connsiteX79" fmla="*/ 942975 w 2543175"/>
                <a:gd name="connsiteY79" fmla="*/ 700087 h 1890712"/>
                <a:gd name="connsiteX80" fmla="*/ 964407 w 2543175"/>
                <a:gd name="connsiteY80" fmla="*/ 716756 h 1890712"/>
                <a:gd name="connsiteX81" fmla="*/ 971550 w 2543175"/>
                <a:gd name="connsiteY81" fmla="*/ 723900 h 1890712"/>
                <a:gd name="connsiteX82" fmla="*/ 983457 w 2543175"/>
                <a:gd name="connsiteY82" fmla="*/ 733425 h 1890712"/>
                <a:gd name="connsiteX83" fmla="*/ 990600 w 2543175"/>
                <a:gd name="connsiteY83" fmla="*/ 738187 h 1890712"/>
                <a:gd name="connsiteX84" fmla="*/ 1007269 w 2543175"/>
                <a:gd name="connsiteY84" fmla="*/ 752475 h 1890712"/>
                <a:gd name="connsiteX85" fmla="*/ 1031082 w 2543175"/>
                <a:gd name="connsiteY85" fmla="*/ 766762 h 1890712"/>
                <a:gd name="connsiteX86" fmla="*/ 1042988 w 2543175"/>
                <a:gd name="connsiteY86" fmla="*/ 773906 h 1890712"/>
                <a:gd name="connsiteX87" fmla="*/ 1071563 w 2543175"/>
                <a:gd name="connsiteY87" fmla="*/ 785812 h 1890712"/>
                <a:gd name="connsiteX88" fmla="*/ 1097757 w 2543175"/>
                <a:gd name="connsiteY88" fmla="*/ 807244 h 1890712"/>
                <a:gd name="connsiteX89" fmla="*/ 1104900 w 2543175"/>
                <a:gd name="connsiteY89" fmla="*/ 814387 h 1890712"/>
                <a:gd name="connsiteX90" fmla="*/ 1121569 w 2543175"/>
                <a:gd name="connsiteY90" fmla="*/ 823912 h 1890712"/>
                <a:gd name="connsiteX91" fmla="*/ 1138238 w 2543175"/>
                <a:gd name="connsiteY91" fmla="*/ 835819 h 1890712"/>
                <a:gd name="connsiteX92" fmla="*/ 1147763 w 2543175"/>
                <a:gd name="connsiteY92" fmla="*/ 842962 h 1890712"/>
                <a:gd name="connsiteX93" fmla="*/ 1157288 w 2543175"/>
                <a:gd name="connsiteY93" fmla="*/ 847725 h 1890712"/>
                <a:gd name="connsiteX94" fmla="*/ 1178719 w 2543175"/>
                <a:gd name="connsiteY94" fmla="*/ 859631 h 1890712"/>
                <a:gd name="connsiteX95" fmla="*/ 1188244 w 2543175"/>
                <a:gd name="connsiteY95" fmla="*/ 866775 h 1890712"/>
                <a:gd name="connsiteX96" fmla="*/ 1195388 w 2543175"/>
                <a:gd name="connsiteY96" fmla="*/ 871537 h 1890712"/>
                <a:gd name="connsiteX97" fmla="*/ 1212057 w 2543175"/>
                <a:gd name="connsiteY97" fmla="*/ 883444 h 1890712"/>
                <a:gd name="connsiteX98" fmla="*/ 1226344 w 2543175"/>
                <a:gd name="connsiteY98" fmla="*/ 895350 h 1890712"/>
                <a:gd name="connsiteX99" fmla="*/ 1245394 w 2543175"/>
                <a:gd name="connsiteY99" fmla="*/ 907256 h 1890712"/>
                <a:gd name="connsiteX100" fmla="*/ 1254919 w 2543175"/>
                <a:gd name="connsiteY100" fmla="*/ 914400 h 1890712"/>
                <a:gd name="connsiteX101" fmla="*/ 1269207 w 2543175"/>
                <a:gd name="connsiteY101" fmla="*/ 921544 h 1890712"/>
                <a:gd name="connsiteX102" fmla="*/ 1290638 w 2543175"/>
                <a:gd name="connsiteY102" fmla="*/ 935831 h 1890712"/>
                <a:gd name="connsiteX103" fmla="*/ 1307307 w 2543175"/>
                <a:gd name="connsiteY103" fmla="*/ 952500 h 1890712"/>
                <a:gd name="connsiteX104" fmla="*/ 1333500 w 2543175"/>
                <a:gd name="connsiteY104" fmla="*/ 971550 h 1890712"/>
                <a:gd name="connsiteX105" fmla="*/ 1359694 w 2543175"/>
                <a:gd name="connsiteY105" fmla="*/ 990600 h 1890712"/>
                <a:gd name="connsiteX106" fmla="*/ 1373982 w 2543175"/>
                <a:gd name="connsiteY106" fmla="*/ 997744 h 1890712"/>
                <a:gd name="connsiteX107" fmla="*/ 1388269 w 2543175"/>
                <a:gd name="connsiteY107" fmla="*/ 1007269 h 1890712"/>
                <a:gd name="connsiteX108" fmla="*/ 1414463 w 2543175"/>
                <a:gd name="connsiteY108" fmla="*/ 1019175 h 1890712"/>
                <a:gd name="connsiteX109" fmla="*/ 1428750 w 2543175"/>
                <a:gd name="connsiteY109" fmla="*/ 1026319 h 1890712"/>
                <a:gd name="connsiteX110" fmla="*/ 1471613 w 2543175"/>
                <a:gd name="connsiteY110" fmla="*/ 1059656 h 1890712"/>
                <a:gd name="connsiteX111" fmla="*/ 1495425 w 2543175"/>
                <a:gd name="connsiteY111" fmla="*/ 1088231 h 1890712"/>
                <a:gd name="connsiteX112" fmla="*/ 1547812 w 2543175"/>
                <a:gd name="connsiteY112" fmla="*/ 1133475 h 1890712"/>
                <a:gd name="connsiteX113" fmla="*/ 1597819 w 2543175"/>
                <a:gd name="connsiteY113" fmla="*/ 1154906 h 1890712"/>
                <a:gd name="connsiteX114" fmla="*/ 1604963 w 2543175"/>
                <a:gd name="connsiteY114" fmla="*/ 1162050 h 1890712"/>
                <a:gd name="connsiteX115" fmla="*/ 1612107 w 2543175"/>
                <a:gd name="connsiteY115" fmla="*/ 1166812 h 1890712"/>
                <a:gd name="connsiteX116" fmla="*/ 1628775 w 2543175"/>
                <a:gd name="connsiteY116" fmla="*/ 1183481 h 1890712"/>
                <a:gd name="connsiteX117" fmla="*/ 1662113 w 2543175"/>
                <a:gd name="connsiteY117" fmla="*/ 1209675 h 1890712"/>
                <a:gd name="connsiteX118" fmla="*/ 1678782 w 2543175"/>
                <a:gd name="connsiteY118" fmla="*/ 1226344 h 1890712"/>
                <a:gd name="connsiteX119" fmla="*/ 1700213 w 2543175"/>
                <a:gd name="connsiteY119" fmla="*/ 1247775 h 1890712"/>
                <a:gd name="connsiteX120" fmla="*/ 1712119 w 2543175"/>
                <a:gd name="connsiteY120" fmla="*/ 1259681 h 1890712"/>
                <a:gd name="connsiteX121" fmla="*/ 1733550 w 2543175"/>
                <a:gd name="connsiteY121" fmla="*/ 1273969 h 1890712"/>
                <a:gd name="connsiteX122" fmla="*/ 1743075 w 2543175"/>
                <a:gd name="connsiteY122" fmla="*/ 1283494 h 1890712"/>
                <a:gd name="connsiteX123" fmla="*/ 1754982 w 2543175"/>
                <a:gd name="connsiteY123" fmla="*/ 1290637 h 1890712"/>
                <a:gd name="connsiteX124" fmla="*/ 1766888 w 2543175"/>
                <a:gd name="connsiteY124" fmla="*/ 1300162 h 1890712"/>
                <a:gd name="connsiteX125" fmla="*/ 1783557 w 2543175"/>
                <a:gd name="connsiteY125" fmla="*/ 1307306 h 1890712"/>
                <a:gd name="connsiteX126" fmla="*/ 1790700 w 2543175"/>
                <a:gd name="connsiteY126" fmla="*/ 1312069 h 1890712"/>
                <a:gd name="connsiteX127" fmla="*/ 1800225 w 2543175"/>
                <a:gd name="connsiteY127" fmla="*/ 1319212 h 1890712"/>
                <a:gd name="connsiteX128" fmla="*/ 1807369 w 2543175"/>
                <a:gd name="connsiteY128" fmla="*/ 1321594 h 1890712"/>
                <a:gd name="connsiteX129" fmla="*/ 1824038 w 2543175"/>
                <a:gd name="connsiteY129" fmla="*/ 1333500 h 1890712"/>
                <a:gd name="connsiteX130" fmla="*/ 1843088 w 2543175"/>
                <a:gd name="connsiteY130" fmla="*/ 1352550 h 1890712"/>
                <a:gd name="connsiteX131" fmla="*/ 1852613 w 2543175"/>
                <a:gd name="connsiteY131" fmla="*/ 1359694 h 1890712"/>
                <a:gd name="connsiteX132" fmla="*/ 1859757 w 2543175"/>
                <a:gd name="connsiteY132" fmla="*/ 1366837 h 1890712"/>
                <a:gd name="connsiteX133" fmla="*/ 1869282 w 2543175"/>
                <a:gd name="connsiteY133" fmla="*/ 1371600 h 1890712"/>
                <a:gd name="connsiteX134" fmla="*/ 1883569 w 2543175"/>
                <a:gd name="connsiteY134" fmla="*/ 1388269 h 1890712"/>
                <a:gd name="connsiteX135" fmla="*/ 1893094 w 2543175"/>
                <a:gd name="connsiteY135" fmla="*/ 1395412 h 1890712"/>
                <a:gd name="connsiteX136" fmla="*/ 1902619 w 2543175"/>
                <a:gd name="connsiteY136" fmla="*/ 1404937 h 1890712"/>
                <a:gd name="connsiteX137" fmla="*/ 1912144 w 2543175"/>
                <a:gd name="connsiteY137" fmla="*/ 1409700 h 1890712"/>
                <a:gd name="connsiteX138" fmla="*/ 1931194 w 2543175"/>
                <a:gd name="connsiteY138" fmla="*/ 1421606 h 1890712"/>
                <a:gd name="connsiteX139" fmla="*/ 1935957 w 2543175"/>
                <a:gd name="connsiteY139" fmla="*/ 1428750 h 1890712"/>
                <a:gd name="connsiteX140" fmla="*/ 1952625 w 2543175"/>
                <a:gd name="connsiteY140" fmla="*/ 1438275 h 1890712"/>
                <a:gd name="connsiteX141" fmla="*/ 1971675 w 2543175"/>
                <a:gd name="connsiteY141" fmla="*/ 1450181 h 1890712"/>
                <a:gd name="connsiteX142" fmla="*/ 1981200 w 2543175"/>
                <a:gd name="connsiteY142" fmla="*/ 1454944 h 1890712"/>
                <a:gd name="connsiteX143" fmla="*/ 1997869 w 2543175"/>
                <a:gd name="connsiteY143" fmla="*/ 1471612 h 1890712"/>
                <a:gd name="connsiteX144" fmla="*/ 2007394 w 2543175"/>
                <a:gd name="connsiteY144" fmla="*/ 1478756 h 1890712"/>
                <a:gd name="connsiteX145" fmla="*/ 2016919 w 2543175"/>
                <a:gd name="connsiteY145" fmla="*/ 1483519 h 1890712"/>
                <a:gd name="connsiteX146" fmla="*/ 2024063 w 2543175"/>
                <a:gd name="connsiteY146" fmla="*/ 1490662 h 1890712"/>
                <a:gd name="connsiteX147" fmla="*/ 2033588 w 2543175"/>
                <a:gd name="connsiteY147" fmla="*/ 1495425 h 1890712"/>
                <a:gd name="connsiteX148" fmla="*/ 2040732 w 2543175"/>
                <a:gd name="connsiteY148" fmla="*/ 1502569 h 1890712"/>
                <a:gd name="connsiteX149" fmla="*/ 2047875 w 2543175"/>
                <a:gd name="connsiteY149" fmla="*/ 1507331 h 1890712"/>
                <a:gd name="connsiteX150" fmla="*/ 2057400 w 2543175"/>
                <a:gd name="connsiteY150" fmla="*/ 1514475 h 1890712"/>
                <a:gd name="connsiteX151" fmla="*/ 2064544 w 2543175"/>
                <a:gd name="connsiteY151" fmla="*/ 1519237 h 1890712"/>
                <a:gd name="connsiteX152" fmla="*/ 2071688 w 2543175"/>
                <a:gd name="connsiteY152" fmla="*/ 1526381 h 1890712"/>
                <a:gd name="connsiteX153" fmla="*/ 2081213 w 2543175"/>
                <a:gd name="connsiteY153" fmla="*/ 1531144 h 1890712"/>
                <a:gd name="connsiteX154" fmla="*/ 2090738 w 2543175"/>
                <a:gd name="connsiteY154" fmla="*/ 1538287 h 1890712"/>
                <a:gd name="connsiteX155" fmla="*/ 2109788 w 2543175"/>
                <a:gd name="connsiteY155" fmla="*/ 1547812 h 1890712"/>
                <a:gd name="connsiteX156" fmla="*/ 2131219 w 2543175"/>
                <a:gd name="connsiteY156" fmla="*/ 1562100 h 1890712"/>
                <a:gd name="connsiteX157" fmla="*/ 2140744 w 2543175"/>
                <a:gd name="connsiteY157" fmla="*/ 1566862 h 1890712"/>
                <a:gd name="connsiteX158" fmla="*/ 2152650 w 2543175"/>
                <a:gd name="connsiteY158" fmla="*/ 1576387 h 1890712"/>
                <a:gd name="connsiteX159" fmla="*/ 2181225 w 2543175"/>
                <a:gd name="connsiteY159" fmla="*/ 1590675 h 1890712"/>
                <a:gd name="connsiteX160" fmla="*/ 2200275 w 2543175"/>
                <a:gd name="connsiteY160" fmla="*/ 1607344 h 1890712"/>
                <a:gd name="connsiteX161" fmla="*/ 2207419 w 2543175"/>
                <a:gd name="connsiteY161" fmla="*/ 1612106 h 1890712"/>
                <a:gd name="connsiteX162" fmla="*/ 2216944 w 2543175"/>
                <a:gd name="connsiteY162" fmla="*/ 1619250 h 1890712"/>
                <a:gd name="connsiteX163" fmla="*/ 2224088 w 2543175"/>
                <a:gd name="connsiteY163" fmla="*/ 1624012 h 1890712"/>
                <a:gd name="connsiteX164" fmla="*/ 2247900 w 2543175"/>
                <a:gd name="connsiteY164" fmla="*/ 1643062 h 1890712"/>
                <a:gd name="connsiteX165" fmla="*/ 2255044 w 2543175"/>
                <a:gd name="connsiteY165" fmla="*/ 1650206 h 1890712"/>
                <a:gd name="connsiteX166" fmla="*/ 2281238 w 2543175"/>
                <a:gd name="connsiteY166" fmla="*/ 1664494 h 1890712"/>
                <a:gd name="connsiteX167" fmla="*/ 2297907 w 2543175"/>
                <a:gd name="connsiteY167" fmla="*/ 1674019 h 1890712"/>
                <a:gd name="connsiteX168" fmla="*/ 2312194 w 2543175"/>
                <a:gd name="connsiteY168" fmla="*/ 1685925 h 1890712"/>
                <a:gd name="connsiteX169" fmla="*/ 2328863 w 2543175"/>
                <a:gd name="connsiteY169" fmla="*/ 1697831 h 1890712"/>
                <a:gd name="connsiteX170" fmla="*/ 2350294 w 2543175"/>
                <a:gd name="connsiteY170" fmla="*/ 1712119 h 1890712"/>
                <a:gd name="connsiteX171" fmla="*/ 2369344 w 2543175"/>
                <a:gd name="connsiteY171" fmla="*/ 1724025 h 1890712"/>
                <a:gd name="connsiteX172" fmla="*/ 2428876 w 2543175"/>
                <a:gd name="connsiteY172" fmla="*/ 1785938 h 1890712"/>
                <a:gd name="connsiteX173" fmla="*/ 2466975 w 2543175"/>
                <a:gd name="connsiteY173" fmla="*/ 1783556 h 1890712"/>
                <a:gd name="connsiteX174" fmla="*/ 2481263 w 2543175"/>
                <a:gd name="connsiteY174" fmla="*/ 1795462 h 1890712"/>
                <a:gd name="connsiteX175" fmla="*/ 2486025 w 2543175"/>
                <a:gd name="connsiteY175" fmla="*/ 1802606 h 1890712"/>
                <a:gd name="connsiteX176" fmla="*/ 2514600 w 2543175"/>
                <a:gd name="connsiteY176" fmla="*/ 1850231 h 1890712"/>
                <a:gd name="connsiteX177" fmla="*/ 2519363 w 2543175"/>
                <a:gd name="connsiteY177" fmla="*/ 1857375 h 1890712"/>
                <a:gd name="connsiteX178" fmla="*/ 2540794 w 2543175"/>
                <a:gd name="connsiteY178" fmla="*/ 1883569 h 1890712"/>
                <a:gd name="connsiteX179" fmla="*/ 2543175 w 2543175"/>
                <a:gd name="connsiteY179" fmla="*/ 1890712 h 1890712"/>
                <a:gd name="connsiteX0" fmla="*/ 0 w 2543175"/>
                <a:gd name="connsiteY0" fmla="*/ 0 h 1890712"/>
                <a:gd name="connsiteX1" fmla="*/ 11907 w 2543175"/>
                <a:gd name="connsiteY1" fmla="*/ 11906 h 1890712"/>
                <a:gd name="connsiteX2" fmla="*/ 21432 w 2543175"/>
                <a:gd name="connsiteY2" fmla="*/ 16669 h 1890712"/>
                <a:gd name="connsiteX3" fmla="*/ 23813 w 2543175"/>
                <a:gd name="connsiteY3" fmla="*/ 23812 h 1890712"/>
                <a:gd name="connsiteX4" fmla="*/ 33338 w 2543175"/>
                <a:gd name="connsiteY4" fmla="*/ 33337 h 1890712"/>
                <a:gd name="connsiteX5" fmla="*/ 40482 w 2543175"/>
                <a:gd name="connsiteY5" fmla="*/ 42862 h 1890712"/>
                <a:gd name="connsiteX6" fmla="*/ 47625 w 2543175"/>
                <a:gd name="connsiteY6" fmla="*/ 47625 h 1890712"/>
                <a:gd name="connsiteX7" fmla="*/ 57150 w 2543175"/>
                <a:gd name="connsiteY7" fmla="*/ 54769 h 1890712"/>
                <a:gd name="connsiteX8" fmla="*/ 64294 w 2543175"/>
                <a:gd name="connsiteY8" fmla="*/ 59531 h 1890712"/>
                <a:gd name="connsiteX9" fmla="*/ 83344 w 2543175"/>
                <a:gd name="connsiteY9" fmla="*/ 73819 h 1890712"/>
                <a:gd name="connsiteX10" fmla="*/ 97632 w 2543175"/>
                <a:gd name="connsiteY10" fmla="*/ 80962 h 1890712"/>
                <a:gd name="connsiteX11" fmla="*/ 104775 w 2543175"/>
                <a:gd name="connsiteY11" fmla="*/ 85725 h 1890712"/>
                <a:gd name="connsiteX12" fmla="*/ 114300 w 2543175"/>
                <a:gd name="connsiteY12" fmla="*/ 95250 h 1890712"/>
                <a:gd name="connsiteX13" fmla="*/ 123825 w 2543175"/>
                <a:gd name="connsiteY13" fmla="*/ 97631 h 1890712"/>
                <a:gd name="connsiteX14" fmla="*/ 130969 w 2543175"/>
                <a:gd name="connsiteY14" fmla="*/ 104775 h 1890712"/>
                <a:gd name="connsiteX15" fmla="*/ 140494 w 2543175"/>
                <a:gd name="connsiteY15" fmla="*/ 111919 h 1890712"/>
                <a:gd name="connsiteX16" fmla="*/ 147638 w 2543175"/>
                <a:gd name="connsiteY16" fmla="*/ 116681 h 1890712"/>
                <a:gd name="connsiteX17" fmla="*/ 164307 w 2543175"/>
                <a:gd name="connsiteY17" fmla="*/ 128587 h 1890712"/>
                <a:gd name="connsiteX18" fmla="*/ 180975 w 2543175"/>
                <a:gd name="connsiteY18" fmla="*/ 140494 h 1890712"/>
                <a:gd name="connsiteX19" fmla="*/ 197644 w 2543175"/>
                <a:gd name="connsiteY19" fmla="*/ 152400 h 1890712"/>
                <a:gd name="connsiteX20" fmla="*/ 204788 w 2543175"/>
                <a:gd name="connsiteY20" fmla="*/ 157162 h 1890712"/>
                <a:gd name="connsiteX21" fmla="*/ 214313 w 2543175"/>
                <a:gd name="connsiteY21" fmla="*/ 164306 h 1890712"/>
                <a:gd name="connsiteX22" fmla="*/ 230982 w 2543175"/>
                <a:gd name="connsiteY22" fmla="*/ 180975 h 1890712"/>
                <a:gd name="connsiteX23" fmla="*/ 247650 w 2543175"/>
                <a:gd name="connsiteY23" fmla="*/ 185737 h 1890712"/>
                <a:gd name="connsiteX24" fmla="*/ 259557 w 2543175"/>
                <a:gd name="connsiteY24" fmla="*/ 188119 h 1890712"/>
                <a:gd name="connsiteX25" fmla="*/ 302419 w 2543175"/>
                <a:gd name="connsiteY25" fmla="*/ 204787 h 1890712"/>
                <a:gd name="connsiteX26" fmla="*/ 309563 w 2543175"/>
                <a:gd name="connsiteY26" fmla="*/ 209550 h 1890712"/>
                <a:gd name="connsiteX27" fmla="*/ 333375 w 2543175"/>
                <a:gd name="connsiteY27" fmla="*/ 228600 h 1890712"/>
                <a:gd name="connsiteX28" fmla="*/ 340519 w 2543175"/>
                <a:gd name="connsiteY28" fmla="*/ 233362 h 1890712"/>
                <a:gd name="connsiteX29" fmla="*/ 354807 w 2543175"/>
                <a:gd name="connsiteY29" fmla="*/ 247650 h 1890712"/>
                <a:gd name="connsiteX30" fmla="*/ 366713 w 2543175"/>
                <a:gd name="connsiteY30" fmla="*/ 264319 h 1890712"/>
                <a:gd name="connsiteX31" fmla="*/ 371475 w 2543175"/>
                <a:gd name="connsiteY31" fmla="*/ 271462 h 1890712"/>
                <a:gd name="connsiteX32" fmla="*/ 378619 w 2543175"/>
                <a:gd name="connsiteY32" fmla="*/ 276225 h 1890712"/>
                <a:gd name="connsiteX33" fmla="*/ 385763 w 2543175"/>
                <a:gd name="connsiteY33" fmla="*/ 283369 h 1890712"/>
                <a:gd name="connsiteX34" fmla="*/ 395288 w 2543175"/>
                <a:gd name="connsiteY34" fmla="*/ 288131 h 1890712"/>
                <a:gd name="connsiteX35" fmla="*/ 404813 w 2543175"/>
                <a:gd name="connsiteY35" fmla="*/ 295275 h 1890712"/>
                <a:gd name="connsiteX36" fmla="*/ 411957 w 2543175"/>
                <a:gd name="connsiteY36" fmla="*/ 297656 h 1890712"/>
                <a:gd name="connsiteX37" fmla="*/ 421482 w 2543175"/>
                <a:gd name="connsiteY37" fmla="*/ 302419 h 1890712"/>
                <a:gd name="connsiteX38" fmla="*/ 447675 w 2543175"/>
                <a:gd name="connsiteY38" fmla="*/ 307181 h 1890712"/>
                <a:gd name="connsiteX39" fmla="*/ 461963 w 2543175"/>
                <a:gd name="connsiteY39" fmla="*/ 321469 h 1890712"/>
                <a:gd name="connsiteX40" fmla="*/ 466725 w 2543175"/>
                <a:gd name="connsiteY40" fmla="*/ 328612 h 1890712"/>
                <a:gd name="connsiteX41" fmla="*/ 476250 w 2543175"/>
                <a:gd name="connsiteY41" fmla="*/ 335756 h 1890712"/>
                <a:gd name="connsiteX42" fmla="*/ 481013 w 2543175"/>
                <a:gd name="connsiteY42" fmla="*/ 342900 h 1890712"/>
                <a:gd name="connsiteX43" fmla="*/ 490538 w 2543175"/>
                <a:gd name="connsiteY43" fmla="*/ 352425 h 1890712"/>
                <a:gd name="connsiteX44" fmla="*/ 495300 w 2543175"/>
                <a:gd name="connsiteY44" fmla="*/ 359569 h 1890712"/>
                <a:gd name="connsiteX45" fmla="*/ 509588 w 2543175"/>
                <a:gd name="connsiteY45" fmla="*/ 376237 h 1890712"/>
                <a:gd name="connsiteX46" fmla="*/ 514350 w 2543175"/>
                <a:gd name="connsiteY46" fmla="*/ 383381 h 1890712"/>
                <a:gd name="connsiteX47" fmla="*/ 531019 w 2543175"/>
                <a:gd name="connsiteY47" fmla="*/ 397669 h 1890712"/>
                <a:gd name="connsiteX48" fmla="*/ 538163 w 2543175"/>
                <a:gd name="connsiteY48" fmla="*/ 407194 h 1890712"/>
                <a:gd name="connsiteX49" fmla="*/ 554832 w 2543175"/>
                <a:gd name="connsiteY49" fmla="*/ 421481 h 1890712"/>
                <a:gd name="connsiteX50" fmla="*/ 564357 w 2543175"/>
                <a:gd name="connsiteY50" fmla="*/ 431006 h 1890712"/>
                <a:gd name="connsiteX51" fmla="*/ 573882 w 2543175"/>
                <a:gd name="connsiteY51" fmla="*/ 438150 h 1890712"/>
                <a:gd name="connsiteX52" fmla="*/ 595313 w 2543175"/>
                <a:gd name="connsiteY52" fmla="*/ 454819 h 1890712"/>
                <a:gd name="connsiteX53" fmla="*/ 602457 w 2543175"/>
                <a:gd name="connsiteY53" fmla="*/ 457200 h 1890712"/>
                <a:gd name="connsiteX54" fmla="*/ 628650 w 2543175"/>
                <a:gd name="connsiteY54" fmla="*/ 469106 h 1890712"/>
                <a:gd name="connsiteX55" fmla="*/ 645319 w 2543175"/>
                <a:gd name="connsiteY55" fmla="*/ 483394 h 1890712"/>
                <a:gd name="connsiteX56" fmla="*/ 654844 w 2543175"/>
                <a:gd name="connsiteY56" fmla="*/ 488156 h 1890712"/>
                <a:gd name="connsiteX57" fmla="*/ 661988 w 2543175"/>
                <a:gd name="connsiteY57" fmla="*/ 497681 h 1890712"/>
                <a:gd name="connsiteX58" fmla="*/ 683419 w 2543175"/>
                <a:gd name="connsiteY58" fmla="*/ 514350 h 1890712"/>
                <a:gd name="connsiteX59" fmla="*/ 700088 w 2543175"/>
                <a:gd name="connsiteY59" fmla="*/ 526256 h 1890712"/>
                <a:gd name="connsiteX60" fmla="*/ 709613 w 2543175"/>
                <a:gd name="connsiteY60" fmla="*/ 535781 h 1890712"/>
                <a:gd name="connsiteX61" fmla="*/ 719138 w 2543175"/>
                <a:gd name="connsiteY61" fmla="*/ 542925 h 1890712"/>
                <a:gd name="connsiteX62" fmla="*/ 733425 w 2543175"/>
                <a:gd name="connsiteY62" fmla="*/ 557212 h 1890712"/>
                <a:gd name="connsiteX63" fmla="*/ 750094 w 2543175"/>
                <a:gd name="connsiteY63" fmla="*/ 569119 h 1890712"/>
                <a:gd name="connsiteX64" fmla="*/ 769144 w 2543175"/>
                <a:gd name="connsiteY64" fmla="*/ 581025 h 1890712"/>
                <a:gd name="connsiteX65" fmla="*/ 785813 w 2543175"/>
                <a:gd name="connsiteY65" fmla="*/ 590550 h 1890712"/>
                <a:gd name="connsiteX66" fmla="*/ 792957 w 2543175"/>
                <a:gd name="connsiteY66" fmla="*/ 600075 h 1890712"/>
                <a:gd name="connsiteX67" fmla="*/ 809625 w 2543175"/>
                <a:gd name="connsiteY67" fmla="*/ 611981 h 1890712"/>
                <a:gd name="connsiteX68" fmla="*/ 816769 w 2543175"/>
                <a:gd name="connsiteY68" fmla="*/ 619125 h 1890712"/>
                <a:gd name="connsiteX69" fmla="*/ 826294 w 2543175"/>
                <a:gd name="connsiteY69" fmla="*/ 626269 h 1890712"/>
                <a:gd name="connsiteX70" fmla="*/ 840582 w 2543175"/>
                <a:gd name="connsiteY70" fmla="*/ 638175 h 1890712"/>
                <a:gd name="connsiteX71" fmla="*/ 847725 w 2543175"/>
                <a:gd name="connsiteY71" fmla="*/ 645319 h 1890712"/>
                <a:gd name="connsiteX72" fmla="*/ 857250 w 2543175"/>
                <a:gd name="connsiteY72" fmla="*/ 652462 h 1890712"/>
                <a:gd name="connsiteX73" fmla="*/ 864394 w 2543175"/>
                <a:gd name="connsiteY73" fmla="*/ 657225 h 1890712"/>
                <a:gd name="connsiteX74" fmla="*/ 888207 w 2543175"/>
                <a:gd name="connsiteY74" fmla="*/ 676275 h 1890712"/>
                <a:gd name="connsiteX75" fmla="*/ 895350 w 2543175"/>
                <a:gd name="connsiteY75" fmla="*/ 681037 h 1890712"/>
                <a:gd name="connsiteX76" fmla="*/ 907257 w 2543175"/>
                <a:gd name="connsiteY76" fmla="*/ 683419 h 1890712"/>
                <a:gd name="connsiteX77" fmla="*/ 928688 w 2543175"/>
                <a:gd name="connsiteY77" fmla="*/ 695325 h 1890712"/>
                <a:gd name="connsiteX78" fmla="*/ 942975 w 2543175"/>
                <a:gd name="connsiteY78" fmla="*/ 700087 h 1890712"/>
                <a:gd name="connsiteX79" fmla="*/ 964407 w 2543175"/>
                <a:gd name="connsiteY79" fmla="*/ 716756 h 1890712"/>
                <a:gd name="connsiteX80" fmla="*/ 971550 w 2543175"/>
                <a:gd name="connsiteY80" fmla="*/ 723900 h 1890712"/>
                <a:gd name="connsiteX81" fmla="*/ 983457 w 2543175"/>
                <a:gd name="connsiteY81" fmla="*/ 733425 h 1890712"/>
                <a:gd name="connsiteX82" fmla="*/ 990600 w 2543175"/>
                <a:gd name="connsiteY82" fmla="*/ 738187 h 1890712"/>
                <a:gd name="connsiteX83" fmla="*/ 1007269 w 2543175"/>
                <a:gd name="connsiteY83" fmla="*/ 752475 h 1890712"/>
                <a:gd name="connsiteX84" fmla="*/ 1031082 w 2543175"/>
                <a:gd name="connsiteY84" fmla="*/ 766762 h 1890712"/>
                <a:gd name="connsiteX85" fmla="*/ 1042988 w 2543175"/>
                <a:gd name="connsiteY85" fmla="*/ 773906 h 1890712"/>
                <a:gd name="connsiteX86" fmla="*/ 1071563 w 2543175"/>
                <a:gd name="connsiteY86" fmla="*/ 785812 h 1890712"/>
                <a:gd name="connsiteX87" fmla="*/ 1097757 w 2543175"/>
                <a:gd name="connsiteY87" fmla="*/ 807244 h 1890712"/>
                <a:gd name="connsiteX88" fmla="*/ 1104900 w 2543175"/>
                <a:gd name="connsiteY88" fmla="*/ 814387 h 1890712"/>
                <a:gd name="connsiteX89" fmla="*/ 1121569 w 2543175"/>
                <a:gd name="connsiteY89" fmla="*/ 823912 h 1890712"/>
                <a:gd name="connsiteX90" fmla="*/ 1138238 w 2543175"/>
                <a:gd name="connsiteY90" fmla="*/ 835819 h 1890712"/>
                <a:gd name="connsiteX91" fmla="*/ 1147763 w 2543175"/>
                <a:gd name="connsiteY91" fmla="*/ 842962 h 1890712"/>
                <a:gd name="connsiteX92" fmla="*/ 1157288 w 2543175"/>
                <a:gd name="connsiteY92" fmla="*/ 847725 h 1890712"/>
                <a:gd name="connsiteX93" fmla="*/ 1178719 w 2543175"/>
                <a:gd name="connsiteY93" fmla="*/ 859631 h 1890712"/>
                <a:gd name="connsiteX94" fmla="*/ 1188244 w 2543175"/>
                <a:gd name="connsiteY94" fmla="*/ 866775 h 1890712"/>
                <a:gd name="connsiteX95" fmla="*/ 1195388 w 2543175"/>
                <a:gd name="connsiteY95" fmla="*/ 871537 h 1890712"/>
                <a:gd name="connsiteX96" fmla="*/ 1212057 w 2543175"/>
                <a:gd name="connsiteY96" fmla="*/ 883444 h 1890712"/>
                <a:gd name="connsiteX97" fmla="*/ 1226344 w 2543175"/>
                <a:gd name="connsiteY97" fmla="*/ 895350 h 1890712"/>
                <a:gd name="connsiteX98" fmla="*/ 1245394 w 2543175"/>
                <a:gd name="connsiteY98" fmla="*/ 907256 h 1890712"/>
                <a:gd name="connsiteX99" fmla="*/ 1254919 w 2543175"/>
                <a:gd name="connsiteY99" fmla="*/ 914400 h 1890712"/>
                <a:gd name="connsiteX100" fmla="*/ 1269207 w 2543175"/>
                <a:gd name="connsiteY100" fmla="*/ 921544 h 1890712"/>
                <a:gd name="connsiteX101" fmla="*/ 1290638 w 2543175"/>
                <a:gd name="connsiteY101" fmla="*/ 935831 h 1890712"/>
                <a:gd name="connsiteX102" fmla="*/ 1307307 w 2543175"/>
                <a:gd name="connsiteY102" fmla="*/ 952500 h 1890712"/>
                <a:gd name="connsiteX103" fmla="*/ 1333500 w 2543175"/>
                <a:gd name="connsiteY103" fmla="*/ 971550 h 1890712"/>
                <a:gd name="connsiteX104" fmla="*/ 1359694 w 2543175"/>
                <a:gd name="connsiteY104" fmla="*/ 990600 h 1890712"/>
                <a:gd name="connsiteX105" fmla="*/ 1373982 w 2543175"/>
                <a:gd name="connsiteY105" fmla="*/ 997744 h 1890712"/>
                <a:gd name="connsiteX106" fmla="*/ 1388269 w 2543175"/>
                <a:gd name="connsiteY106" fmla="*/ 1007269 h 1890712"/>
                <a:gd name="connsiteX107" fmla="*/ 1414463 w 2543175"/>
                <a:gd name="connsiteY107" fmla="*/ 1019175 h 1890712"/>
                <a:gd name="connsiteX108" fmla="*/ 1428750 w 2543175"/>
                <a:gd name="connsiteY108" fmla="*/ 1026319 h 1890712"/>
                <a:gd name="connsiteX109" fmla="*/ 1471613 w 2543175"/>
                <a:gd name="connsiteY109" fmla="*/ 1059656 h 1890712"/>
                <a:gd name="connsiteX110" fmla="*/ 1495425 w 2543175"/>
                <a:gd name="connsiteY110" fmla="*/ 1088231 h 1890712"/>
                <a:gd name="connsiteX111" fmla="*/ 1547812 w 2543175"/>
                <a:gd name="connsiteY111" fmla="*/ 1133475 h 1890712"/>
                <a:gd name="connsiteX112" fmla="*/ 1597819 w 2543175"/>
                <a:gd name="connsiteY112" fmla="*/ 1154906 h 1890712"/>
                <a:gd name="connsiteX113" fmla="*/ 1604963 w 2543175"/>
                <a:gd name="connsiteY113" fmla="*/ 1162050 h 1890712"/>
                <a:gd name="connsiteX114" fmla="*/ 1612107 w 2543175"/>
                <a:gd name="connsiteY114" fmla="*/ 1166812 h 1890712"/>
                <a:gd name="connsiteX115" fmla="*/ 1628775 w 2543175"/>
                <a:gd name="connsiteY115" fmla="*/ 1183481 h 1890712"/>
                <a:gd name="connsiteX116" fmla="*/ 1662113 w 2543175"/>
                <a:gd name="connsiteY116" fmla="*/ 1209675 h 1890712"/>
                <a:gd name="connsiteX117" fmla="*/ 1678782 w 2543175"/>
                <a:gd name="connsiteY117" fmla="*/ 1226344 h 1890712"/>
                <a:gd name="connsiteX118" fmla="*/ 1700213 w 2543175"/>
                <a:gd name="connsiteY118" fmla="*/ 1247775 h 1890712"/>
                <a:gd name="connsiteX119" fmla="*/ 1712119 w 2543175"/>
                <a:gd name="connsiteY119" fmla="*/ 1259681 h 1890712"/>
                <a:gd name="connsiteX120" fmla="*/ 1733550 w 2543175"/>
                <a:gd name="connsiteY120" fmla="*/ 1273969 h 1890712"/>
                <a:gd name="connsiteX121" fmla="*/ 1743075 w 2543175"/>
                <a:gd name="connsiteY121" fmla="*/ 1283494 h 1890712"/>
                <a:gd name="connsiteX122" fmla="*/ 1754982 w 2543175"/>
                <a:gd name="connsiteY122" fmla="*/ 1290637 h 1890712"/>
                <a:gd name="connsiteX123" fmla="*/ 1766888 w 2543175"/>
                <a:gd name="connsiteY123" fmla="*/ 1300162 h 1890712"/>
                <a:gd name="connsiteX124" fmla="*/ 1783557 w 2543175"/>
                <a:gd name="connsiteY124" fmla="*/ 1307306 h 1890712"/>
                <a:gd name="connsiteX125" fmla="*/ 1790700 w 2543175"/>
                <a:gd name="connsiteY125" fmla="*/ 1312069 h 1890712"/>
                <a:gd name="connsiteX126" fmla="*/ 1800225 w 2543175"/>
                <a:gd name="connsiteY126" fmla="*/ 1319212 h 1890712"/>
                <a:gd name="connsiteX127" fmla="*/ 1807369 w 2543175"/>
                <a:gd name="connsiteY127" fmla="*/ 1321594 h 1890712"/>
                <a:gd name="connsiteX128" fmla="*/ 1824038 w 2543175"/>
                <a:gd name="connsiteY128" fmla="*/ 1333500 h 1890712"/>
                <a:gd name="connsiteX129" fmla="*/ 1843088 w 2543175"/>
                <a:gd name="connsiteY129" fmla="*/ 1352550 h 1890712"/>
                <a:gd name="connsiteX130" fmla="*/ 1852613 w 2543175"/>
                <a:gd name="connsiteY130" fmla="*/ 1359694 h 1890712"/>
                <a:gd name="connsiteX131" fmla="*/ 1859757 w 2543175"/>
                <a:gd name="connsiteY131" fmla="*/ 1366837 h 1890712"/>
                <a:gd name="connsiteX132" fmla="*/ 1869282 w 2543175"/>
                <a:gd name="connsiteY132" fmla="*/ 1371600 h 1890712"/>
                <a:gd name="connsiteX133" fmla="*/ 1883569 w 2543175"/>
                <a:gd name="connsiteY133" fmla="*/ 1388269 h 1890712"/>
                <a:gd name="connsiteX134" fmla="*/ 1893094 w 2543175"/>
                <a:gd name="connsiteY134" fmla="*/ 1395412 h 1890712"/>
                <a:gd name="connsiteX135" fmla="*/ 1902619 w 2543175"/>
                <a:gd name="connsiteY135" fmla="*/ 1404937 h 1890712"/>
                <a:gd name="connsiteX136" fmla="*/ 1912144 w 2543175"/>
                <a:gd name="connsiteY136" fmla="*/ 1409700 h 1890712"/>
                <a:gd name="connsiteX137" fmla="*/ 1931194 w 2543175"/>
                <a:gd name="connsiteY137" fmla="*/ 1421606 h 1890712"/>
                <a:gd name="connsiteX138" fmla="*/ 1935957 w 2543175"/>
                <a:gd name="connsiteY138" fmla="*/ 1428750 h 1890712"/>
                <a:gd name="connsiteX139" fmla="*/ 1952625 w 2543175"/>
                <a:gd name="connsiteY139" fmla="*/ 1438275 h 1890712"/>
                <a:gd name="connsiteX140" fmla="*/ 1971675 w 2543175"/>
                <a:gd name="connsiteY140" fmla="*/ 1450181 h 1890712"/>
                <a:gd name="connsiteX141" fmla="*/ 1981200 w 2543175"/>
                <a:gd name="connsiteY141" fmla="*/ 1454944 h 1890712"/>
                <a:gd name="connsiteX142" fmla="*/ 1997869 w 2543175"/>
                <a:gd name="connsiteY142" fmla="*/ 1471612 h 1890712"/>
                <a:gd name="connsiteX143" fmla="*/ 2007394 w 2543175"/>
                <a:gd name="connsiteY143" fmla="*/ 1478756 h 1890712"/>
                <a:gd name="connsiteX144" fmla="*/ 2016919 w 2543175"/>
                <a:gd name="connsiteY144" fmla="*/ 1483519 h 1890712"/>
                <a:gd name="connsiteX145" fmla="*/ 2024063 w 2543175"/>
                <a:gd name="connsiteY145" fmla="*/ 1490662 h 1890712"/>
                <a:gd name="connsiteX146" fmla="*/ 2033588 w 2543175"/>
                <a:gd name="connsiteY146" fmla="*/ 1495425 h 1890712"/>
                <a:gd name="connsiteX147" fmla="*/ 2040732 w 2543175"/>
                <a:gd name="connsiteY147" fmla="*/ 1502569 h 1890712"/>
                <a:gd name="connsiteX148" fmla="*/ 2047875 w 2543175"/>
                <a:gd name="connsiteY148" fmla="*/ 1507331 h 1890712"/>
                <a:gd name="connsiteX149" fmla="*/ 2057400 w 2543175"/>
                <a:gd name="connsiteY149" fmla="*/ 1514475 h 1890712"/>
                <a:gd name="connsiteX150" fmla="*/ 2064544 w 2543175"/>
                <a:gd name="connsiteY150" fmla="*/ 1519237 h 1890712"/>
                <a:gd name="connsiteX151" fmla="*/ 2071688 w 2543175"/>
                <a:gd name="connsiteY151" fmla="*/ 1526381 h 1890712"/>
                <a:gd name="connsiteX152" fmla="*/ 2081213 w 2543175"/>
                <a:gd name="connsiteY152" fmla="*/ 1531144 h 1890712"/>
                <a:gd name="connsiteX153" fmla="*/ 2090738 w 2543175"/>
                <a:gd name="connsiteY153" fmla="*/ 1538287 h 1890712"/>
                <a:gd name="connsiteX154" fmla="*/ 2109788 w 2543175"/>
                <a:gd name="connsiteY154" fmla="*/ 1547812 h 1890712"/>
                <a:gd name="connsiteX155" fmla="*/ 2131219 w 2543175"/>
                <a:gd name="connsiteY155" fmla="*/ 1562100 h 1890712"/>
                <a:gd name="connsiteX156" fmla="*/ 2140744 w 2543175"/>
                <a:gd name="connsiteY156" fmla="*/ 1566862 h 1890712"/>
                <a:gd name="connsiteX157" fmla="*/ 2152650 w 2543175"/>
                <a:gd name="connsiteY157" fmla="*/ 1576387 h 1890712"/>
                <a:gd name="connsiteX158" fmla="*/ 2181225 w 2543175"/>
                <a:gd name="connsiteY158" fmla="*/ 1590675 h 1890712"/>
                <a:gd name="connsiteX159" fmla="*/ 2200275 w 2543175"/>
                <a:gd name="connsiteY159" fmla="*/ 1607344 h 1890712"/>
                <a:gd name="connsiteX160" fmla="*/ 2207419 w 2543175"/>
                <a:gd name="connsiteY160" fmla="*/ 1612106 h 1890712"/>
                <a:gd name="connsiteX161" fmla="*/ 2216944 w 2543175"/>
                <a:gd name="connsiteY161" fmla="*/ 1619250 h 1890712"/>
                <a:gd name="connsiteX162" fmla="*/ 2224088 w 2543175"/>
                <a:gd name="connsiteY162" fmla="*/ 1624012 h 1890712"/>
                <a:gd name="connsiteX163" fmla="*/ 2247900 w 2543175"/>
                <a:gd name="connsiteY163" fmla="*/ 1643062 h 1890712"/>
                <a:gd name="connsiteX164" fmla="*/ 2255044 w 2543175"/>
                <a:gd name="connsiteY164" fmla="*/ 1650206 h 1890712"/>
                <a:gd name="connsiteX165" fmla="*/ 2281238 w 2543175"/>
                <a:gd name="connsiteY165" fmla="*/ 1664494 h 1890712"/>
                <a:gd name="connsiteX166" fmla="*/ 2297907 w 2543175"/>
                <a:gd name="connsiteY166" fmla="*/ 1674019 h 1890712"/>
                <a:gd name="connsiteX167" fmla="*/ 2312194 w 2543175"/>
                <a:gd name="connsiteY167" fmla="*/ 1685925 h 1890712"/>
                <a:gd name="connsiteX168" fmla="*/ 2328863 w 2543175"/>
                <a:gd name="connsiteY168" fmla="*/ 1697831 h 1890712"/>
                <a:gd name="connsiteX169" fmla="*/ 2350294 w 2543175"/>
                <a:gd name="connsiteY169" fmla="*/ 1712119 h 1890712"/>
                <a:gd name="connsiteX170" fmla="*/ 2369344 w 2543175"/>
                <a:gd name="connsiteY170" fmla="*/ 1724025 h 1890712"/>
                <a:gd name="connsiteX171" fmla="*/ 2428876 w 2543175"/>
                <a:gd name="connsiteY171" fmla="*/ 1785938 h 1890712"/>
                <a:gd name="connsiteX172" fmla="*/ 2466975 w 2543175"/>
                <a:gd name="connsiteY172" fmla="*/ 1783556 h 1890712"/>
                <a:gd name="connsiteX173" fmla="*/ 2481263 w 2543175"/>
                <a:gd name="connsiteY173" fmla="*/ 1795462 h 1890712"/>
                <a:gd name="connsiteX174" fmla="*/ 2486025 w 2543175"/>
                <a:gd name="connsiteY174" fmla="*/ 1802606 h 1890712"/>
                <a:gd name="connsiteX175" fmla="*/ 2514600 w 2543175"/>
                <a:gd name="connsiteY175" fmla="*/ 1850231 h 1890712"/>
                <a:gd name="connsiteX176" fmla="*/ 2519363 w 2543175"/>
                <a:gd name="connsiteY176" fmla="*/ 1857375 h 1890712"/>
                <a:gd name="connsiteX177" fmla="*/ 2540794 w 2543175"/>
                <a:gd name="connsiteY177" fmla="*/ 1883569 h 1890712"/>
                <a:gd name="connsiteX178" fmla="*/ 2543175 w 2543175"/>
                <a:gd name="connsiteY178" fmla="*/ 1890712 h 1890712"/>
                <a:gd name="connsiteX0" fmla="*/ 0 w 2543175"/>
                <a:gd name="connsiteY0" fmla="*/ 0 h 1890712"/>
                <a:gd name="connsiteX1" fmla="*/ 11907 w 2543175"/>
                <a:gd name="connsiteY1" fmla="*/ 11906 h 1890712"/>
                <a:gd name="connsiteX2" fmla="*/ 21432 w 2543175"/>
                <a:gd name="connsiteY2" fmla="*/ 16669 h 1890712"/>
                <a:gd name="connsiteX3" fmla="*/ 23813 w 2543175"/>
                <a:gd name="connsiteY3" fmla="*/ 23812 h 1890712"/>
                <a:gd name="connsiteX4" fmla="*/ 33338 w 2543175"/>
                <a:gd name="connsiteY4" fmla="*/ 33337 h 1890712"/>
                <a:gd name="connsiteX5" fmla="*/ 40482 w 2543175"/>
                <a:gd name="connsiteY5" fmla="*/ 42862 h 1890712"/>
                <a:gd name="connsiteX6" fmla="*/ 47625 w 2543175"/>
                <a:gd name="connsiteY6" fmla="*/ 47625 h 1890712"/>
                <a:gd name="connsiteX7" fmla="*/ 57150 w 2543175"/>
                <a:gd name="connsiteY7" fmla="*/ 54769 h 1890712"/>
                <a:gd name="connsiteX8" fmla="*/ 64294 w 2543175"/>
                <a:gd name="connsiteY8" fmla="*/ 59531 h 1890712"/>
                <a:gd name="connsiteX9" fmla="*/ 83344 w 2543175"/>
                <a:gd name="connsiteY9" fmla="*/ 73819 h 1890712"/>
                <a:gd name="connsiteX10" fmla="*/ 97632 w 2543175"/>
                <a:gd name="connsiteY10" fmla="*/ 80962 h 1890712"/>
                <a:gd name="connsiteX11" fmla="*/ 104775 w 2543175"/>
                <a:gd name="connsiteY11" fmla="*/ 85725 h 1890712"/>
                <a:gd name="connsiteX12" fmla="*/ 114300 w 2543175"/>
                <a:gd name="connsiteY12" fmla="*/ 95250 h 1890712"/>
                <a:gd name="connsiteX13" fmla="*/ 123825 w 2543175"/>
                <a:gd name="connsiteY13" fmla="*/ 97631 h 1890712"/>
                <a:gd name="connsiteX14" fmla="*/ 130969 w 2543175"/>
                <a:gd name="connsiteY14" fmla="*/ 104775 h 1890712"/>
                <a:gd name="connsiteX15" fmla="*/ 140494 w 2543175"/>
                <a:gd name="connsiteY15" fmla="*/ 111919 h 1890712"/>
                <a:gd name="connsiteX16" fmla="*/ 147638 w 2543175"/>
                <a:gd name="connsiteY16" fmla="*/ 116681 h 1890712"/>
                <a:gd name="connsiteX17" fmla="*/ 164307 w 2543175"/>
                <a:gd name="connsiteY17" fmla="*/ 128587 h 1890712"/>
                <a:gd name="connsiteX18" fmla="*/ 180975 w 2543175"/>
                <a:gd name="connsiteY18" fmla="*/ 140494 h 1890712"/>
                <a:gd name="connsiteX19" fmla="*/ 197644 w 2543175"/>
                <a:gd name="connsiteY19" fmla="*/ 152400 h 1890712"/>
                <a:gd name="connsiteX20" fmla="*/ 204788 w 2543175"/>
                <a:gd name="connsiteY20" fmla="*/ 157162 h 1890712"/>
                <a:gd name="connsiteX21" fmla="*/ 214313 w 2543175"/>
                <a:gd name="connsiteY21" fmla="*/ 164306 h 1890712"/>
                <a:gd name="connsiteX22" fmla="*/ 230982 w 2543175"/>
                <a:gd name="connsiteY22" fmla="*/ 180975 h 1890712"/>
                <a:gd name="connsiteX23" fmla="*/ 247650 w 2543175"/>
                <a:gd name="connsiteY23" fmla="*/ 185737 h 1890712"/>
                <a:gd name="connsiteX24" fmla="*/ 302419 w 2543175"/>
                <a:gd name="connsiteY24" fmla="*/ 204787 h 1890712"/>
                <a:gd name="connsiteX25" fmla="*/ 309563 w 2543175"/>
                <a:gd name="connsiteY25" fmla="*/ 209550 h 1890712"/>
                <a:gd name="connsiteX26" fmla="*/ 333375 w 2543175"/>
                <a:gd name="connsiteY26" fmla="*/ 228600 h 1890712"/>
                <a:gd name="connsiteX27" fmla="*/ 340519 w 2543175"/>
                <a:gd name="connsiteY27" fmla="*/ 233362 h 1890712"/>
                <a:gd name="connsiteX28" fmla="*/ 354807 w 2543175"/>
                <a:gd name="connsiteY28" fmla="*/ 247650 h 1890712"/>
                <a:gd name="connsiteX29" fmla="*/ 366713 w 2543175"/>
                <a:gd name="connsiteY29" fmla="*/ 264319 h 1890712"/>
                <a:gd name="connsiteX30" fmla="*/ 371475 w 2543175"/>
                <a:gd name="connsiteY30" fmla="*/ 271462 h 1890712"/>
                <a:gd name="connsiteX31" fmla="*/ 378619 w 2543175"/>
                <a:gd name="connsiteY31" fmla="*/ 276225 h 1890712"/>
                <a:gd name="connsiteX32" fmla="*/ 385763 w 2543175"/>
                <a:gd name="connsiteY32" fmla="*/ 283369 h 1890712"/>
                <a:gd name="connsiteX33" fmla="*/ 395288 w 2543175"/>
                <a:gd name="connsiteY33" fmla="*/ 288131 h 1890712"/>
                <a:gd name="connsiteX34" fmla="*/ 404813 w 2543175"/>
                <a:gd name="connsiteY34" fmla="*/ 295275 h 1890712"/>
                <a:gd name="connsiteX35" fmla="*/ 411957 w 2543175"/>
                <a:gd name="connsiteY35" fmla="*/ 297656 h 1890712"/>
                <a:gd name="connsiteX36" fmla="*/ 421482 w 2543175"/>
                <a:gd name="connsiteY36" fmla="*/ 302419 h 1890712"/>
                <a:gd name="connsiteX37" fmla="*/ 447675 w 2543175"/>
                <a:gd name="connsiteY37" fmla="*/ 307181 h 1890712"/>
                <a:gd name="connsiteX38" fmla="*/ 461963 w 2543175"/>
                <a:gd name="connsiteY38" fmla="*/ 321469 h 1890712"/>
                <a:gd name="connsiteX39" fmla="*/ 466725 w 2543175"/>
                <a:gd name="connsiteY39" fmla="*/ 328612 h 1890712"/>
                <a:gd name="connsiteX40" fmla="*/ 476250 w 2543175"/>
                <a:gd name="connsiteY40" fmla="*/ 335756 h 1890712"/>
                <a:gd name="connsiteX41" fmla="*/ 481013 w 2543175"/>
                <a:gd name="connsiteY41" fmla="*/ 342900 h 1890712"/>
                <a:gd name="connsiteX42" fmla="*/ 490538 w 2543175"/>
                <a:gd name="connsiteY42" fmla="*/ 352425 h 1890712"/>
                <a:gd name="connsiteX43" fmla="*/ 495300 w 2543175"/>
                <a:gd name="connsiteY43" fmla="*/ 359569 h 1890712"/>
                <a:gd name="connsiteX44" fmla="*/ 509588 w 2543175"/>
                <a:gd name="connsiteY44" fmla="*/ 376237 h 1890712"/>
                <a:gd name="connsiteX45" fmla="*/ 514350 w 2543175"/>
                <a:gd name="connsiteY45" fmla="*/ 383381 h 1890712"/>
                <a:gd name="connsiteX46" fmla="*/ 531019 w 2543175"/>
                <a:gd name="connsiteY46" fmla="*/ 397669 h 1890712"/>
                <a:gd name="connsiteX47" fmla="*/ 538163 w 2543175"/>
                <a:gd name="connsiteY47" fmla="*/ 407194 h 1890712"/>
                <a:gd name="connsiteX48" fmla="*/ 554832 w 2543175"/>
                <a:gd name="connsiteY48" fmla="*/ 421481 h 1890712"/>
                <a:gd name="connsiteX49" fmla="*/ 564357 w 2543175"/>
                <a:gd name="connsiteY49" fmla="*/ 431006 h 1890712"/>
                <a:gd name="connsiteX50" fmla="*/ 573882 w 2543175"/>
                <a:gd name="connsiteY50" fmla="*/ 438150 h 1890712"/>
                <a:gd name="connsiteX51" fmla="*/ 595313 w 2543175"/>
                <a:gd name="connsiteY51" fmla="*/ 454819 h 1890712"/>
                <a:gd name="connsiteX52" fmla="*/ 602457 w 2543175"/>
                <a:gd name="connsiteY52" fmla="*/ 457200 h 1890712"/>
                <a:gd name="connsiteX53" fmla="*/ 628650 w 2543175"/>
                <a:gd name="connsiteY53" fmla="*/ 469106 h 1890712"/>
                <a:gd name="connsiteX54" fmla="*/ 645319 w 2543175"/>
                <a:gd name="connsiteY54" fmla="*/ 483394 h 1890712"/>
                <a:gd name="connsiteX55" fmla="*/ 654844 w 2543175"/>
                <a:gd name="connsiteY55" fmla="*/ 488156 h 1890712"/>
                <a:gd name="connsiteX56" fmla="*/ 661988 w 2543175"/>
                <a:gd name="connsiteY56" fmla="*/ 497681 h 1890712"/>
                <a:gd name="connsiteX57" fmla="*/ 683419 w 2543175"/>
                <a:gd name="connsiteY57" fmla="*/ 514350 h 1890712"/>
                <a:gd name="connsiteX58" fmla="*/ 700088 w 2543175"/>
                <a:gd name="connsiteY58" fmla="*/ 526256 h 1890712"/>
                <a:gd name="connsiteX59" fmla="*/ 709613 w 2543175"/>
                <a:gd name="connsiteY59" fmla="*/ 535781 h 1890712"/>
                <a:gd name="connsiteX60" fmla="*/ 719138 w 2543175"/>
                <a:gd name="connsiteY60" fmla="*/ 542925 h 1890712"/>
                <a:gd name="connsiteX61" fmla="*/ 733425 w 2543175"/>
                <a:gd name="connsiteY61" fmla="*/ 557212 h 1890712"/>
                <a:gd name="connsiteX62" fmla="*/ 750094 w 2543175"/>
                <a:gd name="connsiteY62" fmla="*/ 569119 h 1890712"/>
                <a:gd name="connsiteX63" fmla="*/ 769144 w 2543175"/>
                <a:gd name="connsiteY63" fmla="*/ 581025 h 1890712"/>
                <a:gd name="connsiteX64" fmla="*/ 785813 w 2543175"/>
                <a:gd name="connsiteY64" fmla="*/ 590550 h 1890712"/>
                <a:gd name="connsiteX65" fmla="*/ 792957 w 2543175"/>
                <a:gd name="connsiteY65" fmla="*/ 600075 h 1890712"/>
                <a:gd name="connsiteX66" fmla="*/ 809625 w 2543175"/>
                <a:gd name="connsiteY66" fmla="*/ 611981 h 1890712"/>
                <a:gd name="connsiteX67" fmla="*/ 816769 w 2543175"/>
                <a:gd name="connsiteY67" fmla="*/ 619125 h 1890712"/>
                <a:gd name="connsiteX68" fmla="*/ 826294 w 2543175"/>
                <a:gd name="connsiteY68" fmla="*/ 626269 h 1890712"/>
                <a:gd name="connsiteX69" fmla="*/ 840582 w 2543175"/>
                <a:gd name="connsiteY69" fmla="*/ 638175 h 1890712"/>
                <a:gd name="connsiteX70" fmla="*/ 847725 w 2543175"/>
                <a:gd name="connsiteY70" fmla="*/ 645319 h 1890712"/>
                <a:gd name="connsiteX71" fmla="*/ 857250 w 2543175"/>
                <a:gd name="connsiteY71" fmla="*/ 652462 h 1890712"/>
                <a:gd name="connsiteX72" fmla="*/ 864394 w 2543175"/>
                <a:gd name="connsiteY72" fmla="*/ 657225 h 1890712"/>
                <a:gd name="connsiteX73" fmla="*/ 888207 w 2543175"/>
                <a:gd name="connsiteY73" fmla="*/ 676275 h 1890712"/>
                <a:gd name="connsiteX74" fmla="*/ 895350 w 2543175"/>
                <a:gd name="connsiteY74" fmla="*/ 681037 h 1890712"/>
                <a:gd name="connsiteX75" fmla="*/ 907257 w 2543175"/>
                <a:gd name="connsiteY75" fmla="*/ 683419 h 1890712"/>
                <a:gd name="connsiteX76" fmla="*/ 928688 w 2543175"/>
                <a:gd name="connsiteY76" fmla="*/ 695325 h 1890712"/>
                <a:gd name="connsiteX77" fmla="*/ 942975 w 2543175"/>
                <a:gd name="connsiteY77" fmla="*/ 700087 h 1890712"/>
                <a:gd name="connsiteX78" fmla="*/ 964407 w 2543175"/>
                <a:gd name="connsiteY78" fmla="*/ 716756 h 1890712"/>
                <a:gd name="connsiteX79" fmla="*/ 971550 w 2543175"/>
                <a:gd name="connsiteY79" fmla="*/ 723900 h 1890712"/>
                <a:gd name="connsiteX80" fmla="*/ 983457 w 2543175"/>
                <a:gd name="connsiteY80" fmla="*/ 733425 h 1890712"/>
                <a:gd name="connsiteX81" fmla="*/ 990600 w 2543175"/>
                <a:gd name="connsiteY81" fmla="*/ 738187 h 1890712"/>
                <a:gd name="connsiteX82" fmla="*/ 1007269 w 2543175"/>
                <a:gd name="connsiteY82" fmla="*/ 752475 h 1890712"/>
                <a:gd name="connsiteX83" fmla="*/ 1031082 w 2543175"/>
                <a:gd name="connsiteY83" fmla="*/ 766762 h 1890712"/>
                <a:gd name="connsiteX84" fmla="*/ 1042988 w 2543175"/>
                <a:gd name="connsiteY84" fmla="*/ 773906 h 1890712"/>
                <a:gd name="connsiteX85" fmla="*/ 1071563 w 2543175"/>
                <a:gd name="connsiteY85" fmla="*/ 785812 h 1890712"/>
                <a:gd name="connsiteX86" fmla="*/ 1097757 w 2543175"/>
                <a:gd name="connsiteY86" fmla="*/ 807244 h 1890712"/>
                <a:gd name="connsiteX87" fmla="*/ 1104900 w 2543175"/>
                <a:gd name="connsiteY87" fmla="*/ 814387 h 1890712"/>
                <a:gd name="connsiteX88" fmla="*/ 1121569 w 2543175"/>
                <a:gd name="connsiteY88" fmla="*/ 823912 h 1890712"/>
                <a:gd name="connsiteX89" fmla="*/ 1138238 w 2543175"/>
                <a:gd name="connsiteY89" fmla="*/ 835819 h 1890712"/>
                <a:gd name="connsiteX90" fmla="*/ 1147763 w 2543175"/>
                <a:gd name="connsiteY90" fmla="*/ 842962 h 1890712"/>
                <a:gd name="connsiteX91" fmla="*/ 1157288 w 2543175"/>
                <a:gd name="connsiteY91" fmla="*/ 847725 h 1890712"/>
                <a:gd name="connsiteX92" fmla="*/ 1178719 w 2543175"/>
                <a:gd name="connsiteY92" fmla="*/ 859631 h 1890712"/>
                <a:gd name="connsiteX93" fmla="*/ 1188244 w 2543175"/>
                <a:gd name="connsiteY93" fmla="*/ 866775 h 1890712"/>
                <a:gd name="connsiteX94" fmla="*/ 1195388 w 2543175"/>
                <a:gd name="connsiteY94" fmla="*/ 871537 h 1890712"/>
                <a:gd name="connsiteX95" fmla="*/ 1212057 w 2543175"/>
                <a:gd name="connsiteY95" fmla="*/ 883444 h 1890712"/>
                <a:gd name="connsiteX96" fmla="*/ 1226344 w 2543175"/>
                <a:gd name="connsiteY96" fmla="*/ 895350 h 1890712"/>
                <a:gd name="connsiteX97" fmla="*/ 1245394 w 2543175"/>
                <a:gd name="connsiteY97" fmla="*/ 907256 h 1890712"/>
                <a:gd name="connsiteX98" fmla="*/ 1254919 w 2543175"/>
                <a:gd name="connsiteY98" fmla="*/ 914400 h 1890712"/>
                <a:gd name="connsiteX99" fmla="*/ 1269207 w 2543175"/>
                <a:gd name="connsiteY99" fmla="*/ 921544 h 1890712"/>
                <a:gd name="connsiteX100" fmla="*/ 1290638 w 2543175"/>
                <a:gd name="connsiteY100" fmla="*/ 935831 h 1890712"/>
                <a:gd name="connsiteX101" fmla="*/ 1307307 w 2543175"/>
                <a:gd name="connsiteY101" fmla="*/ 952500 h 1890712"/>
                <a:gd name="connsiteX102" fmla="*/ 1333500 w 2543175"/>
                <a:gd name="connsiteY102" fmla="*/ 971550 h 1890712"/>
                <a:gd name="connsiteX103" fmla="*/ 1359694 w 2543175"/>
                <a:gd name="connsiteY103" fmla="*/ 990600 h 1890712"/>
                <a:gd name="connsiteX104" fmla="*/ 1373982 w 2543175"/>
                <a:gd name="connsiteY104" fmla="*/ 997744 h 1890712"/>
                <a:gd name="connsiteX105" fmla="*/ 1388269 w 2543175"/>
                <a:gd name="connsiteY105" fmla="*/ 1007269 h 1890712"/>
                <a:gd name="connsiteX106" fmla="*/ 1414463 w 2543175"/>
                <a:gd name="connsiteY106" fmla="*/ 1019175 h 1890712"/>
                <a:gd name="connsiteX107" fmla="*/ 1428750 w 2543175"/>
                <a:gd name="connsiteY107" fmla="*/ 1026319 h 1890712"/>
                <a:gd name="connsiteX108" fmla="*/ 1471613 w 2543175"/>
                <a:gd name="connsiteY108" fmla="*/ 1059656 h 1890712"/>
                <a:gd name="connsiteX109" fmla="*/ 1495425 w 2543175"/>
                <a:gd name="connsiteY109" fmla="*/ 1088231 h 1890712"/>
                <a:gd name="connsiteX110" fmla="*/ 1547812 w 2543175"/>
                <a:gd name="connsiteY110" fmla="*/ 1133475 h 1890712"/>
                <a:gd name="connsiteX111" fmla="*/ 1597819 w 2543175"/>
                <a:gd name="connsiteY111" fmla="*/ 1154906 h 1890712"/>
                <a:gd name="connsiteX112" fmla="*/ 1604963 w 2543175"/>
                <a:gd name="connsiteY112" fmla="*/ 1162050 h 1890712"/>
                <a:gd name="connsiteX113" fmla="*/ 1612107 w 2543175"/>
                <a:gd name="connsiteY113" fmla="*/ 1166812 h 1890712"/>
                <a:gd name="connsiteX114" fmla="*/ 1628775 w 2543175"/>
                <a:gd name="connsiteY114" fmla="*/ 1183481 h 1890712"/>
                <a:gd name="connsiteX115" fmla="*/ 1662113 w 2543175"/>
                <a:gd name="connsiteY115" fmla="*/ 1209675 h 1890712"/>
                <a:gd name="connsiteX116" fmla="*/ 1678782 w 2543175"/>
                <a:gd name="connsiteY116" fmla="*/ 1226344 h 1890712"/>
                <a:gd name="connsiteX117" fmla="*/ 1700213 w 2543175"/>
                <a:gd name="connsiteY117" fmla="*/ 1247775 h 1890712"/>
                <a:gd name="connsiteX118" fmla="*/ 1712119 w 2543175"/>
                <a:gd name="connsiteY118" fmla="*/ 1259681 h 1890712"/>
                <a:gd name="connsiteX119" fmla="*/ 1733550 w 2543175"/>
                <a:gd name="connsiteY119" fmla="*/ 1273969 h 1890712"/>
                <a:gd name="connsiteX120" fmla="*/ 1743075 w 2543175"/>
                <a:gd name="connsiteY120" fmla="*/ 1283494 h 1890712"/>
                <a:gd name="connsiteX121" fmla="*/ 1754982 w 2543175"/>
                <a:gd name="connsiteY121" fmla="*/ 1290637 h 1890712"/>
                <a:gd name="connsiteX122" fmla="*/ 1766888 w 2543175"/>
                <a:gd name="connsiteY122" fmla="*/ 1300162 h 1890712"/>
                <a:gd name="connsiteX123" fmla="*/ 1783557 w 2543175"/>
                <a:gd name="connsiteY123" fmla="*/ 1307306 h 1890712"/>
                <a:gd name="connsiteX124" fmla="*/ 1790700 w 2543175"/>
                <a:gd name="connsiteY124" fmla="*/ 1312069 h 1890712"/>
                <a:gd name="connsiteX125" fmla="*/ 1800225 w 2543175"/>
                <a:gd name="connsiteY125" fmla="*/ 1319212 h 1890712"/>
                <a:gd name="connsiteX126" fmla="*/ 1807369 w 2543175"/>
                <a:gd name="connsiteY126" fmla="*/ 1321594 h 1890712"/>
                <a:gd name="connsiteX127" fmla="*/ 1824038 w 2543175"/>
                <a:gd name="connsiteY127" fmla="*/ 1333500 h 1890712"/>
                <a:gd name="connsiteX128" fmla="*/ 1843088 w 2543175"/>
                <a:gd name="connsiteY128" fmla="*/ 1352550 h 1890712"/>
                <a:gd name="connsiteX129" fmla="*/ 1852613 w 2543175"/>
                <a:gd name="connsiteY129" fmla="*/ 1359694 h 1890712"/>
                <a:gd name="connsiteX130" fmla="*/ 1859757 w 2543175"/>
                <a:gd name="connsiteY130" fmla="*/ 1366837 h 1890712"/>
                <a:gd name="connsiteX131" fmla="*/ 1869282 w 2543175"/>
                <a:gd name="connsiteY131" fmla="*/ 1371600 h 1890712"/>
                <a:gd name="connsiteX132" fmla="*/ 1883569 w 2543175"/>
                <a:gd name="connsiteY132" fmla="*/ 1388269 h 1890712"/>
                <a:gd name="connsiteX133" fmla="*/ 1893094 w 2543175"/>
                <a:gd name="connsiteY133" fmla="*/ 1395412 h 1890712"/>
                <a:gd name="connsiteX134" fmla="*/ 1902619 w 2543175"/>
                <a:gd name="connsiteY134" fmla="*/ 1404937 h 1890712"/>
                <a:gd name="connsiteX135" fmla="*/ 1912144 w 2543175"/>
                <a:gd name="connsiteY135" fmla="*/ 1409700 h 1890712"/>
                <a:gd name="connsiteX136" fmla="*/ 1931194 w 2543175"/>
                <a:gd name="connsiteY136" fmla="*/ 1421606 h 1890712"/>
                <a:gd name="connsiteX137" fmla="*/ 1935957 w 2543175"/>
                <a:gd name="connsiteY137" fmla="*/ 1428750 h 1890712"/>
                <a:gd name="connsiteX138" fmla="*/ 1952625 w 2543175"/>
                <a:gd name="connsiteY138" fmla="*/ 1438275 h 1890712"/>
                <a:gd name="connsiteX139" fmla="*/ 1971675 w 2543175"/>
                <a:gd name="connsiteY139" fmla="*/ 1450181 h 1890712"/>
                <a:gd name="connsiteX140" fmla="*/ 1981200 w 2543175"/>
                <a:gd name="connsiteY140" fmla="*/ 1454944 h 1890712"/>
                <a:gd name="connsiteX141" fmla="*/ 1997869 w 2543175"/>
                <a:gd name="connsiteY141" fmla="*/ 1471612 h 1890712"/>
                <a:gd name="connsiteX142" fmla="*/ 2007394 w 2543175"/>
                <a:gd name="connsiteY142" fmla="*/ 1478756 h 1890712"/>
                <a:gd name="connsiteX143" fmla="*/ 2016919 w 2543175"/>
                <a:gd name="connsiteY143" fmla="*/ 1483519 h 1890712"/>
                <a:gd name="connsiteX144" fmla="*/ 2024063 w 2543175"/>
                <a:gd name="connsiteY144" fmla="*/ 1490662 h 1890712"/>
                <a:gd name="connsiteX145" fmla="*/ 2033588 w 2543175"/>
                <a:gd name="connsiteY145" fmla="*/ 1495425 h 1890712"/>
                <a:gd name="connsiteX146" fmla="*/ 2040732 w 2543175"/>
                <a:gd name="connsiteY146" fmla="*/ 1502569 h 1890712"/>
                <a:gd name="connsiteX147" fmla="*/ 2047875 w 2543175"/>
                <a:gd name="connsiteY147" fmla="*/ 1507331 h 1890712"/>
                <a:gd name="connsiteX148" fmla="*/ 2057400 w 2543175"/>
                <a:gd name="connsiteY148" fmla="*/ 1514475 h 1890712"/>
                <a:gd name="connsiteX149" fmla="*/ 2064544 w 2543175"/>
                <a:gd name="connsiteY149" fmla="*/ 1519237 h 1890712"/>
                <a:gd name="connsiteX150" fmla="*/ 2071688 w 2543175"/>
                <a:gd name="connsiteY150" fmla="*/ 1526381 h 1890712"/>
                <a:gd name="connsiteX151" fmla="*/ 2081213 w 2543175"/>
                <a:gd name="connsiteY151" fmla="*/ 1531144 h 1890712"/>
                <a:gd name="connsiteX152" fmla="*/ 2090738 w 2543175"/>
                <a:gd name="connsiteY152" fmla="*/ 1538287 h 1890712"/>
                <a:gd name="connsiteX153" fmla="*/ 2109788 w 2543175"/>
                <a:gd name="connsiteY153" fmla="*/ 1547812 h 1890712"/>
                <a:gd name="connsiteX154" fmla="*/ 2131219 w 2543175"/>
                <a:gd name="connsiteY154" fmla="*/ 1562100 h 1890712"/>
                <a:gd name="connsiteX155" fmla="*/ 2140744 w 2543175"/>
                <a:gd name="connsiteY155" fmla="*/ 1566862 h 1890712"/>
                <a:gd name="connsiteX156" fmla="*/ 2152650 w 2543175"/>
                <a:gd name="connsiteY156" fmla="*/ 1576387 h 1890712"/>
                <a:gd name="connsiteX157" fmla="*/ 2181225 w 2543175"/>
                <a:gd name="connsiteY157" fmla="*/ 1590675 h 1890712"/>
                <a:gd name="connsiteX158" fmla="*/ 2200275 w 2543175"/>
                <a:gd name="connsiteY158" fmla="*/ 1607344 h 1890712"/>
                <a:gd name="connsiteX159" fmla="*/ 2207419 w 2543175"/>
                <a:gd name="connsiteY159" fmla="*/ 1612106 h 1890712"/>
                <a:gd name="connsiteX160" fmla="*/ 2216944 w 2543175"/>
                <a:gd name="connsiteY160" fmla="*/ 1619250 h 1890712"/>
                <a:gd name="connsiteX161" fmla="*/ 2224088 w 2543175"/>
                <a:gd name="connsiteY161" fmla="*/ 1624012 h 1890712"/>
                <a:gd name="connsiteX162" fmla="*/ 2247900 w 2543175"/>
                <a:gd name="connsiteY162" fmla="*/ 1643062 h 1890712"/>
                <a:gd name="connsiteX163" fmla="*/ 2255044 w 2543175"/>
                <a:gd name="connsiteY163" fmla="*/ 1650206 h 1890712"/>
                <a:gd name="connsiteX164" fmla="*/ 2281238 w 2543175"/>
                <a:gd name="connsiteY164" fmla="*/ 1664494 h 1890712"/>
                <a:gd name="connsiteX165" fmla="*/ 2297907 w 2543175"/>
                <a:gd name="connsiteY165" fmla="*/ 1674019 h 1890712"/>
                <a:gd name="connsiteX166" fmla="*/ 2312194 w 2543175"/>
                <a:gd name="connsiteY166" fmla="*/ 1685925 h 1890712"/>
                <a:gd name="connsiteX167" fmla="*/ 2328863 w 2543175"/>
                <a:gd name="connsiteY167" fmla="*/ 1697831 h 1890712"/>
                <a:gd name="connsiteX168" fmla="*/ 2350294 w 2543175"/>
                <a:gd name="connsiteY168" fmla="*/ 1712119 h 1890712"/>
                <a:gd name="connsiteX169" fmla="*/ 2369344 w 2543175"/>
                <a:gd name="connsiteY169" fmla="*/ 1724025 h 1890712"/>
                <a:gd name="connsiteX170" fmla="*/ 2428876 w 2543175"/>
                <a:gd name="connsiteY170" fmla="*/ 1785938 h 1890712"/>
                <a:gd name="connsiteX171" fmla="*/ 2466975 w 2543175"/>
                <a:gd name="connsiteY171" fmla="*/ 1783556 h 1890712"/>
                <a:gd name="connsiteX172" fmla="*/ 2481263 w 2543175"/>
                <a:gd name="connsiteY172" fmla="*/ 1795462 h 1890712"/>
                <a:gd name="connsiteX173" fmla="*/ 2486025 w 2543175"/>
                <a:gd name="connsiteY173" fmla="*/ 1802606 h 1890712"/>
                <a:gd name="connsiteX174" fmla="*/ 2514600 w 2543175"/>
                <a:gd name="connsiteY174" fmla="*/ 1850231 h 1890712"/>
                <a:gd name="connsiteX175" fmla="*/ 2519363 w 2543175"/>
                <a:gd name="connsiteY175" fmla="*/ 1857375 h 1890712"/>
                <a:gd name="connsiteX176" fmla="*/ 2540794 w 2543175"/>
                <a:gd name="connsiteY176" fmla="*/ 1883569 h 1890712"/>
                <a:gd name="connsiteX177" fmla="*/ 2543175 w 2543175"/>
                <a:gd name="connsiteY177" fmla="*/ 1890712 h 1890712"/>
                <a:gd name="connsiteX0" fmla="*/ 0 w 2543175"/>
                <a:gd name="connsiteY0" fmla="*/ 0 h 1890712"/>
                <a:gd name="connsiteX1" fmla="*/ 11907 w 2543175"/>
                <a:gd name="connsiteY1" fmla="*/ 11906 h 1890712"/>
                <a:gd name="connsiteX2" fmla="*/ 21432 w 2543175"/>
                <a:gd name="connsiteY2" fmla="*/ 16669 h 1890712"/>
                <a:gd name="connsiteX3" fmla="*/ 23813 w 2543175"/>
                <a:gd name="connsiteY3" fmla="*/ 23812 h 1890712"/>
                <a:gd name="connsiteX4" fmla="*/ 33338 w 2543175"/>
                <a:gd name="connsiteY4" fmla="*/ 33337 h 1890712"/>
                <a:gd name="connsiteX5" fmla="*/ 40482 w 2543175"/>
                <a:gd name="connsiteY5" fmla="*/ 42862 h 1890712"/>
                <a:gd name="connsiteX6" fmla="*/ 47625 w 2543175"/>
                <a:gd name="connsiteY6" fmla="*/ 47625 h 1890712"/>
                <a:gd name="connsiteX7" fmla="*/ 57150 w 2543175"/>
                <a:gd name="connsiteY7" fmla="*/ 54769 h 1890712"/>
                <a:gd name="connsiteX8" fmla="*/ 64294 w 2543175"/>
                <a:gd name="connsiteY8" fmla="*/ 59531 h 1890712"/>
                <a:gd name="connsiteX9" fmla="*/ 83344 w 2543175"/>
                <a:gd name="connsiteY9" fmla="*/ 73819 h 1890712"/>
                <a:gd name="connsiteX10" fmla="*/ 97632 w 2543175"/>
                <a:gd name="connsiteY10" fmla="*/ 80962 h 1890712"/>
                <a:gd name="connsiteX11" fmla="*/ 104775 w 2543175"/>
                <a:gd name="connsiteY11" fmla="*/ 85725 h 1890712"/>
                <a:gd name="connsiteX12" fmla="*/ 114300 w 2543175"/>
                <a:gd name="connsiteY12" fmla="*/ 95250 h 1890712"/>
                <a:gd name="connsiteX13" fmla="*/ 123825 w 2543175"/>
                <a:gd name="connsiteY13" fmla="*/ 97631 h 1890712"/>
                <a:gd name="connsiteX14" fmla="*/ 130969 w 2543175"/>
                <a:gd name="connsiteY14" fmla="*/ 104775 h 1890712"/>
                <a:gd name="connsiteX15" fmla="*/ 140494 w 2543175"/>
                <a:gd name="connsiteY15" fmla="*/ 111919 h 1890712"/>
                <a:gd name="connsiteX16" fmla="*/ 147638 w 2543175"/>
                <a:gd name="connsiteY16" fmla="*/ 116681 h 1890712"/>
                <a:gd name="connsiteX17" fmla="*/ 164307 w 2543175"/>
                <a:gd name="connsiteY17" fmla="*/ 128587 h 1890712"/>
                <a:gd name="connsiteX18" fmla="*/ 180975 w 2543175"/>
                <a:gd name="connsiteY18" fmla="*/ 140494 h 1890712"/>
                <a:gd name="connsiteX19" fmla="*/ 197644 w 2543175"/>
                <a:gd name="connsiteY19" fmla="*/ 152400 h 1890712"/>
                <a:gd name="connsiteX20" fmla="*/ 204788 w 2543175"/>
                <a:gd name="connsiteY20" fmla="*/ 157162 h 1890712"/>
                <a:gd name="connsiteX21" fmla="*/ 214313 w 2543175"/>
                <a:gd name="connsiteY21" fmla="*/ 164306 h 1890712"/>
                <a:gd name="connsiteX22" fmla="*/ 230982 w 2543175"/>
                <a:gd name="connsiteY22" fmla="*/ 180975 h 1890712"/>
                <a:gd name="connsiteX23" fmla="*/ 247650 w 2543175"/>
                <a:gd name="connsiteY23" fmla="*/ 185737 h 1890712"/>
                <a:gd name="connsiteX24" fmla="*/ 302419 w 2543175"/>
                <a:gd name="connsiteY24" fmla="*/ 204787 h 1890712"/>
                <a:gd name="connsiteX25" fmla="*/ 333375 w 2543175"/>
                <a:gd name="connsiteY25" fmla="*/ 228600 h 1890712"/>
                <a:gd name="connsiteX26" fmla="*/ 340519 w 2543175"/>
                <a:gd name="connsiteY26" fmla="*/ 233362 h 1890712"/>
                <a:gd name="connsiteX27" fmla="*/ 354807 w 2543175"/>
                <a:gd name="connsiteY27" fmla="*/ 247650 h 1890712"/>
                <a:gd name="connsiteX28" fmla="*/ 366713 w 2543175"/>
                <a:gd name="connsiteY28" fmla="*/ 264319 h 1890712"/>
                <a:gd name="connsiteX29" fmla="*/ 371475 w 2543175"/>
                <a:gd name="connsiteY29" fmla="*/ 271462 h 1890712"/>
                <a:gd name="connsiteX30" fmla="*/ 378619 w 2543175"/>
                <a:gd name="connsiteY30" fmla="*/ 276225 h 1890712"/>
                <a:gd name="connsiteX31" fmla="*/ 385763 w 2543175"/>
                <a:gd name="connsiteY31" fmla="*/ 283369 h 1890712"/>
                <a:gd name="connsiteX32" fmla="*/ 395288 w 2543175"/>
                <a:gd name="connsiteY32" fmla="*/ 288131 h 1890712"/>
                <a:gd name="connsiteX33" fmla="*/ 404813 w 2543175"/>
                <a:gd name="connsiteY33" fmla="*/ 295275 h 1890712"/>
                <a:gd name="connsiteX34" fmla="*/ 411957 w 2543175"/>
                <a:gd name="connsiteY34" fmla="*/ 297656 h 1890712"/>
                <a:gd name="connsiteX35" fmla="*/ 421482 w 2543175"/>
                <a:gd name="connsiteY35" fmla="*/ 302419 h 1890712"/>
                <a:gd name="connsiteX36" fmla="*/ 447675 w 2543175"/>
                <a:gd name="connsiteY36" fmla="*/ 307181 h 1890712"/>
                <a:gd name="connsiteX37" fmla="*/ 461963 w 2543175"/>
                <a:gd name="connsiteY37" fmla="*/ 321469 h 1890712"/>
                <a:gd name="connsiteX38" fmla="*/ 466725 w 2543175"/>
                <a:gd name="connsiteY38" fmla="*/ 328612 h 1890712"/>
                <a:gd name="connsiteX39" fmla="*/ 476250 w 2543175"/>
                <a:gd name="connsiteY39" fmla="*/ 335756 h 1890712"/>
                <a:gd name="connsiteX40" fmla="*/ 481013 w 2543175"/>
                <a:gd name="connsiteY40" fmla="*/ 342900 h 1890712"/>
                <a:gd name="connsiteX41" fmla="*/ 490538 w 2543175"/>
                <a:gd name="connsiteY41" fmla="*/ 352425 h 1890712"/>
                <a:gd name="connsiteX42" fmla="*/ 495300 w 2543175"/>
                <a:gd name="connsiteY42" fmla="*/ 359569 h 1890712"/>
                <a:gd name="connsiteX43" fmla="*/ 509588 w 2543175"/>
                <a:gd name="connsiteY43" fmla="*/ 376237 h 1890712"/>
                <a:gd name="connsiteX44" fmla="*/ 514350 w 2543175"/>
                <a:gd name="connsiteY44" fmla="*/ 383381 h 1890712"/>
                <a:gd name="connsiteX45" fmla="*/ 531019 w 2543175"/>
                <a:gd name="connsiteY45" fmla="*/ 397669 h 1890712"/>
                <a:gd name="connsiteX46" fmla="*/ 538163 w 2543175"/>
                <a:gd name="connsiteY46" fmla="*/ 407194 h 1890712"/>
                <a:gd name="connsiteX47" fmla="*/ 554832 w 2543175"/>
                <a:gd name="connsiteY47" fmla="*/ 421481 h 1890712"/>
                <a:gd name="connsiteX48" fmla="*/ 564357 w 2543175"/>
                <a:gd name="connsiteY48" fmla="*/ 431006 h 1890712"/>
                <a:gd name="connsiteX49" fmla="*/ 573882 w 2543175"/>
                <a:gd name="connsiteY49" fmla="*/ 438150 h 1890712"/>
                <a:gd name="connsiteX50" fmla="*/ 595313 w 2543175"/>
                <a:gd name="connsiteY50" fmla="*/ 454819 h 1890712"/>
                <a:gd name="connsiteX51" fmla="*/ 602457 w 2543175"/>
                <a:gd name="connsiteY51" fmla="*/ 457200 h 1890712"/>
                <a:gd name="connsiteX52" fmla="*/ 628650 w 2543175"/>
                <a:gd name="connsiteY52" fmla="*/ 469106 h 1890712"/>
                <a:gd name="connsiteX53" fmla="*/ 645319 w 2543175"/>
                <a:gd name="connsiteY53" fmla="*/ 483394 h 1890712"/>
                <a:gd name="connsiteX54" fmla="*/ 654844 w 2543175"/>
                <a:gd name="connsiteY54" fmla="*/ 488156 h 1890712"/>
                <a:gd name="connsiteX55" fmla="*/ 661988 w 2543175"/>
                <a:gd name="connsiteY55" fmla="*/ 497681 h 1890712"/>
                <a:gd name="connsiteX56" fmla="*/ 683419 w 2543175"/>
                <a:gd name="connsiteY56" fmla="*/ 514350 h 1890712"/>
                <a:gd name="connsiteX57" fmla="*/ 700088 w 2543175"/>
                <a:gd name="connsiteY57" fmla="*/ 526256 h 1890712"/>
                <a:gd name="connsiteX58" fmla="*/ 709613 w 2543175"/>
                <a:gd name="connsiteY58" fmla="*/ 535781 h 1890712"/>
                <a:gd name="connsiteX59" fmla="*/ 719138 w 2543175"/>
                <a:gd name="connsiteY59" fmla="*/ 542925 h 1890712"/>
                <a:gd name="connsiteX60" fmla="*/ 733425 w 2543175"/>
                <a:gd name="connsiteY60" fmla="*/ 557212 h 1890712"/>
                <a:gd name="connsiteX61" fmla="*/ 750094 w 2543175"/>
                <a:gd name="connsiteY61" fmla="*/ 569119 h 1890712"/>
                <a:gd name="connsiteX62" fmla="*/ 769144 w 2543175"/>
                <a:gd name="connsiteY62" fmla="*/ 581025 h 1890712"/>
                <a:gd name="connsiteX63" fmla="*/ 785813 w 2543175"/>
                <a:gd name="connsiteY63" fmla="*/ 590550 h 1890712"/>
                <a:gd name="connsiteX64" fmla="*/ 792957 w 2543175"/>
                <a:gd name="connsiteY64" fmla="*/ 600075 h 1890712"/>
                <a:gd name="connsiteX65" fmla="*/ 809625 w 2543175"/>
                <a:gd name="connsiteY65" fmla="*/ 611981 h 1890712"/>
                <a:gd name="connsiteX66" fmla="*/ 816769 w 2543175"/>
                <a:gd name="connsiteY66" fmla="*/ 619125 h 1890712"/>
                <a:gd name="connsiteX67" fmla="*/ 826294 w 2543175"/>
                <a:gd name="connsiteY67" fmla="*/ 626269 h 1890712"/>
                <a:gd name="connsiteX68" fmla="*/ 840582 w 2543175"/>
                <a:gd name="connsiteY68" fmla="*/ 638175 h 1890712"/>
                <a:gd name="connsiteX69" fmla="*/ 847725 w 2543175"/>
                <a:gd name="connsiteY69" fmla="*/ 645319 h 1890712"/>
                <a:gd name="connsiteX70" fmla="*/ 857250 w 2543175"/>
                <a:gd name="connsiteY70" fmla="*/ 652462 h 1890712"/>
                <a:gd name="connsiteX71" fmla="*/ 864394 w 2543175"/>
                <a:gd name="connsiteY71" fmla="*/ 657225 h 1890712"/>
                <a:gd name="connsiteX72" fmla="*/ 888207 w 2543175"/>
                <a:gd name="connsiteY72" fmla="*/ 676275 h 1890712"/>
                <a:gd name="connsiteX73" fmla="*/ 895350 w 2543175"/>
                <a:gd name="connsiteY73" fmla="*/ 681037 h 1890712"/>
                <a:gd name="connsiteX74" fmla="*/ 907257 w 2543175"/>
                <a:gd name="connsiteY74" fmla="*/ 683419 h 1890712"/>
                <a:gd name="connsiteX75" fmla="*/ 928688 w 2543175"/>
                <a:gd name="connsiteY75" fmla="*/ 695325 h 1890712"/>
                <a:gd name="connsiteX76" fmla="*/ 942975 w 2543175"/>
                <a:gd name="connsiteY76" fmla="*/ 700087 h 1890712"/>
                <a:gd name="connsiteX77" fmla="*/ 964407 w 2543175"/>
                <a:gd name="connsiteY77" fmla="*/ 716756 h 1890712"/>
                <a:gd name="connsiteX78" fmla="*/ 971550 w 2543175"/>
                <a:gd name="connsiteY78" fmla="*/ 723900 h 1890712"/>
                <a:gd name="connsiteX79" fmla="*/ 983457 w 2543175"/>
                <a:gd name="connsiteY79" fmla="*/ 733425 h 1890712"/>
                <a:gd name="connsiteX80" fmla="*/ 990600 w 2543175"/>
                <a:gd name="connsiteY80" fmla="*/ 738187 h 1890712"/>
                <a:gd name="connsiteX81" fmla="*/ 1007269 w 2543175"/>
                <a:gd name="connsiteY81" fmla="*/ 752475 h 1890712"/>
                <a:gd name="connsiteX82" fmla="*/ 1031082 w 2543175"/>
                <a:gd name="connsiteY82" fmla="*/ 766762 h 1890712"/>
                <a:gd name="connsiteX83" fmla="*/ 1042988 w 2543175"/>
                <a:gd name="connsiteY83" fmla="*/ 773906 h 1890712"/>
                <a:gd name="connsiteX84" fmla="*/ 1071563 w 2543175"/>
                <a:gd name="connsiteY84" fmla="*/ 785812 h 1890712"/>
                <a:gd name="connsiteX85" fmla="*/ 1097757 w 2543175"/>
                <a:gd name="connsiteY85" fmla="*/ 807244 h 1890712"/>
                <a:gd name="connsiteX86" fmla="*/ 1104900 w 2543175"/>
                <a:gd name="connsiteY86" fmla="*/ 814387 h 1890712"/>
                <a:gd name="connsiteX87" fmla="*/ 1121569 w 2543175"/>
                <a:gd name="connsiteY87" fmla="*/ 823912 h 1890712"/>
                <a:gd name="connsiteX88" fmla="*/ 1138238 w 2543175"/>
                <a:gd name="connsiteY88" fmla="*/ 835819 h 1890712"/>
                <a:gd name="connsiteX89" fmla="*/ 1147763 w 2543175"/>
                <a:gd name="connsiteY89" fmla="*/ 842962 h 1890712"/>
                <a:gd name="connsiteX90" fmla="*/ 1157288 w 2543175"/>
                <a:gd name="connsiteY90" fmla="*/ 847725 h 1890712"/>
                <a:gd name="connsiteX91" fmla="*/ 1178719 w 2543175"/>
                <a:gd name="connsiteY91" fmla="*/ 859631 h 1890712"/>
                <a:gd name="connsiteX92" fmla="*/ 1188244 w 2543175"/>
                <a:gd name="connsiteY92" fmla="*/ 866775 h 1890712"/>
                <a:gd name="connsiteX93" fmla="*/ 1195388 w 2543175"/>
                <a:gd name="connsiteY93" fmla="*/ 871537 h 1890712"/>
                <a:gd name="connsiteX94" fmla="*/ 1212057 w 2543175"/>
                <a:gd name="connsiteY94" fmla="*/ 883444 h 1890712"/>
                <a:gd name="connsiteX95" fmla="*/ 1226344 w 2543175"/>
                <a:gd name="connsiteY95" fmla="*/ 895350 h 1890712"/>
                <a:gd name="connsiteX96" fmla="*/ 1245394 w 2543175"/>
                <a:gd name="connsiteY96" fmla="*/ 907256 h 1890712"/>
                <a:gd name="connsiteX97" fmla="*/ 1254919 w 2543175"/>
                <a:gd name="connsiteY97" fmla="*/ 914400 h 1890712"/>
                <a:gd name="connsiteX98" fmla="*/ 1269207 w 2543175"/>
                <a:gd name="connsiteY98" fmla="*/ 921544 h 1890712"/>
                <a:gd name="connsiteX99" fmla="*/ 1290638 w 2543175"/>
                <a:gd name="connsiteY99" fmla="*/ 935831 h 1890712"/>
                <a:gd name="connsiteX100" fmla="*/ 1307307 w 2543175"/>
                <a:gd name="connsiteY100" fmla="*/ 952500 h 1890712"/>
                <a:gd name="connsiteX101" fmla="*/ 1333500 w 2543175"/>
                <a:gd name="connsiteY101" fmla="*/ 971550 h 1890712"/>
                <a:gd name="connsiteX102" fmla="*/ 1359694 w 2543175"/>
                <a:gd name="connsiteY102" fmla="*/ 990600 h 1890712"/>
                <a:gd name="connsiteX103" fmla="*/ 1373982 w 2543175"/>
                <a:gd name="connsiteY103" fmla="*/ 997744 h 1890712"/>
                <a:gd name="connsiteX104" fmla="*/ 1388269 w 2543175"/>
                <a:gd name="connsiteY104" fmla="*/ 1007269 h 1890712"/>
                <a:gd name="connsiteX105" fmla="*/ 1414463 w 2543175"/>
                <a:gd name="connsiteY105" fmla="*/ 1019175 h 1890712"/>
                <a:gd name="connsiteX106" fmla="*/ 1428750 w 2543175"/>
                <a:gd name="connsiteY106" fmla="*/ 1026319 h 1890712"/>
                <a:gd name="connsiteX107" fmla="*/ 1471613 w 2543175"/>
                <a:gd name="connsiteY107" fmla="*/ 1059656 h 1890712"/>
                <a:gd name="connsiteX108" fmla="*/ 1495425 w 2543175"/>
                <a:gd name="connsiteY108" fmla="*/ 1088231 h 1890712"/>
                <a:gd name="connsiteX109" fmla="*/ 1547812 w 2543175"/>
                <a:gd name="connsiteY109" fmla="*/ 1133475 h 1890712"/>
                <a:gd name="connsiteX110" fmla="*/ 1597819 w 2543175"/>
                <a:gd name="connsiteY110" fmla="*/ 1154906 h 1890712"/>
                <a:gd name="connsiteX111" fmla="*/ 1604963 w 2543175"/>
                <a:gd name="connsiteY111" fmla="*/ 1162050 h 1890712"/>
                <a:gd name="connsiteX112" fmla="*/ 1612107 w 2543175"/>
                <a:gd name="connsiteY112" fmla="*/ 1166812 h 1890712"/>
                <a:gd name="connsiteX113" fmla="*/ 1628775 w 2543175"/>
                <a:gd name="connsiteY113" fmla="*/ 1183481 h 1890712"/>
                <a:gd name="connsiteX114" fmla="*/ 1662113 w 2543175"/>
                <a:gd name="connsiteY114" fmla="*/ 1209675 h 1890712"/>
                <a:gd name="connsiteX115" fmla="*/ 1678782 w 2543175"/>
                <a:gd name="connsiteY115" fmla="*/ 1226344 h 1890712"/>
                <a:gd name="connsiteX116" fmla="*/ 1700213 w 2543175"/>
                <a:gd name="connsiteY116" fmla="*/ 1247775 h 1890712"/>
                <a:gd name="connsiteX117" fmla="*/ 1712119 w 2543175"/>
                <a:gd name="connsiteY117" fmla="*/ 1259681 h 1890712"/>
                <a:gd name="connsiteX118" fmla="*/ 1733550 w 2543175"/>
                <a:gd name="connsiteY118" fmla="*/ 1273969 h 1890712"/>
                <a:gd name="connsiteX119" fmla="*/ 1743075 w 2543175"/>
                <a:gd name="connsiteY119" fmla="*/ 1283494 h 1890712"/>
                <a:gd name="connsiteX120" fmla="*/ 1754982 w 2543175"/>
                <a:gd name="connsiteY120" fmla="*/ 1290637 h 1890712"/>
                <a:gd name="connsiteX121" fmla="*/ 1766888 w 2543175"/>
                <a:gd name="connsiteY121" fmla="*/ 1300162 h 1890712"/>
                <a:gd name="connsiteX122" fmla="*/ 1783557 w 2543175"/>
                <a:gd name="connsiteY122" fmla="*/ 1307306 h 1890712"/>
                <a:gd name="connsiteX123" fmla="*/ 1790700 w 2543175"/>
                <a:gd name="connsiteY123" fmla="*/ 1312069 h 1890712"/>
                <a:gd name="connsiteX124" fmla="*/ 1800225 w 2543175"/>
                <a:gd name="connsiteY124" fmla="*/ 1319212 h 1890712"/>
                <a:gd name="connsiteX125" fmla="*/ 1807369 w 2543175"/>
                <a:gd name="connsiteY125" fmla="*/ 1321594 h 1890712"/>
                <a:gd name="connsiteX126" fmla="*/ 1824038 w 2543175"/>
                <a:gd name="connsiteY126" fmla="*/ 1333500 h 1890712"/>
                <a:gd name="connsiteX127" fmla="*/ 1843088 w 2543175"/>
                <a:gd name="connsiteY127" fmla="*/ 1352550 h 1890712"/>
                <a:gd name="connsiteX128" fmla="*/ 1852613 w 2543175"/>
                <a:gd name="connsiteY128" fmla="*/ 1359694 h 1890712"/>
                <a:gd name="connsiteX129" fmla="*/ 1859757 w 2543175"/>
                <a:gd name="connsiteY129" fmla="*/ 1366837 h 1890712"/>
                <a:gd name="connsiteX130" fmla="*/ 1869282 w 2543175"/>
                <a:gd name="connsiteY130" fmla="*/ 1371600 h 1890712"/>
                <a:gd name="connsiteX131" fmla="*/ 1883569 w 2543175"/>
                <a:gd name="connsiteY131" fmla="*/ 1388269 h 1890712"/>
                <a:gd name="connsiteX132" fmla="*/ 1893094 w 2543175"/>
                <a:gd name="connsiteY132" fmla="*/ 1395412 h 1890712"/>
                <a:gd name="connsiteX133" fmla="*/ 1902619 w 2543175"/>
                <a:gd name="connsiteY133" fmla="*/ 1404937 h 1890712"/>
                <a:gd name="connsiteX134" fmla="*/ 1912144 w 2543175"/>
                <a:gd name="connsiteY134" fmla="*/ 1409700 h 1890712"/>
                <a:gd name="connsiteX135" fmla="*/ 1931194 w 2543175"/>
                <a:gd name="connsiteY135" fmla="*/ 1421606 h 1890712"/>
                <a:gd name="connsiteX136" fmla="*/ 1935957 w 2543175"/>
                <a:gd name="connsiteY136" fmla="*/ 1428750 h 1890712"/>
                <a:gd name="connsiteX137" fmla="*/ 1952625 w 2543175"/>
                <a:gd name="connsiteY137" fmla="*/ 1438275 h 1890712"/>
                <a:gd name="connsiteX138" fmla="*/ 1971675 w 2543175"/>
                <a:gd name="connsiteY138" fmla="*/ 1450181 h 1890712"/>
                <a:gd name="connsiteX139" fmla="*/ 1981200 w 2543175"/>
                <a:gd name="connsiteY139" fmla="*/ 1454944 h 1890712"/>
                <a:gd name="connsiteX140" fmla="*/ 1997869 w 2543175"/>
                <a:gd name="connsiteY140" fmla="*/ 1471612 h 1890712"/>
                <a:gd name="connsiteX141" fmla="*/ 2007394 w 2543175"/>
                <a:gd name="connsiteY141" fmla="*/ 1478756 h 1890712"/>
                <a:gd name="connsiteX142" fmla="*/ 2016919 w 2543175"/>
                <a:gd name="connsiteY142" fmla="*/ 1483519 h 1890712"/>
                <a:gd name="connsiteX143" fmla="*/ 2024063 w 2543175"/>
                <a:gd name="connsiteY143" fmla="*/ 1490662 h 1890712"/>
                <a:gd name="connsiteX144" fmla="*/ 2033588 w 2543175"/>
                <a:gd name="connsiteY144" fmla="*/ 1495425 h 1890712"/>
                <a:gd name="connsiteX145" fmla="*/ 2040732 w 2543175"/>
                <a:gd name="connsiteY145" fmla="*/ 1502569 h 1890712"/>
                <a:gd name="connsiteX146" fmla="*/ 2047875 w 2543175"/>
                <a:gd name="connsiteY146" fmla="*/ 1507331 h 1890712"/>
                <a:gd name="connsiteX147" fmla="*/ 2057400 w 2543175"/>
                <a:gd name="connsiteY147" fmla="*/ 1514475 h 1890712"/>
                <a:gd name="connsiteX148" fmla="*/ 2064544 w 2543175"/>
                <a:gd name="connsiteY148" fmla="*/ 1519237 h 1890712"/>
                <a:gd name="connsiteX149" fmla="*/ 2071688 w 2543175"/>
                <a:gd name="connsiteY149" fmla="*/ 1526381 h 1890712"/>
                <a:gd name="connsiteX150" fmla="*/ 2081213 w 2543175"/>
                <a:gd name="connsiteY150" fmla="*/ 1531144 h 1890712"/>
                <a:gd name="connsiteX151" fmla="*/ 2090738 w 2543175"/>
                <a:gd name="connsiteY151" fmla="*/ 1538287 h 1890712"/>
                <a:gd name="connsiteX152" fmla="*/ 2109788 w 2543175"/>
                <a:gd name="connsiteY152" fmla="*/ 1547812 h 1890712"/>
                <a:gd name="connsiteX153" fmla="*/ 2131219 w 2543175"/>
                <a:gd name="connsiteY153" fmla="*/ 1562100 h 1890712"/>
                <a:gd name="connsiteX154" fmla="*/ 2140744 w 2543175"/>
                <a:gd name="connsiteY154" fmla="*/ 1566862 h 1890712"/>
                <a:gd name="connsiteX155" fmla="*/ 2152650 w 2543175"/>
                <a:gd name="connsiteY155" fmla="*/ 1576387 h 1890712"/>
                <a:gd name="connsiteX156" fmla="*/ 2181225 w 2543175"/>
                <a:gd name="connsiteY156" fmla="*/ 1590675 h 1890712"/>
                <a:gd name="connsiteX157" fmla="*/ 2200275 w 2543175"/>
                <a:gd name="connsiteY157" fmla="*/ 1607344 h 1890712"/>
                <a:gd name="connsiteX158" fmla="*/ 2207419 w 2543175"/>
                <a:gd name="connsiteY158" fmla="*/ 1612106 h 1890712"/>
                <a:gd name="connsiteX159" fmla="*/ 2216944 w 2543175"/>
                <a:gd name="connsiteY159" fmla="*/ 1619250 h 1890712"/>
                <a:gd name="connsiteX160" fmla="*/ 2224088 w 2543175"/>
                <a:gd name="connsiteY160" fmla="*/ 1624012 h 1890712"/>
                <a:gd name="connsiteX161" fmla="*/ 2247900 w 2543175"/>
                <a:gd name="connsiteY161" fmla="*/ 1643062 h 1890712"/>
                <a:gd name="connsiteX162" fmla="*/ 2255044 w 2543175"/>
                <a:gd name="connsiteY162" fmla="*/ 1650206 h 1890712"/>
                <a:gd name="connsiteX163" fmla="*/ 2281238 w 2543175"/>
                <a:gd name="connsiteY163" fmla="*/ 1664494 h 1890712"/>
                <a:gd name="connsiteX164" fmla="*/ 2297907 w 2543175"/>
                <a:gd name="connsiteY164" fmla="*/ 1674019 h 1890712"/>
                <a:gd name="connsiteX165" fmla="*/ 2312194 w 2543175"/>
                <a:gd name="connsiteY165" fmla="*/ 1685925 h 1890712"/>
                <a:gd name="connsiteX166" fmla="*/ 2328863 w 2543175"/>
                <a:gd name="connsiteY166" fmla="*/ 1697831 h 1890712"/>
                <a:gd name="connsiteX167" fmla="*/ 2350294 w 2543175"/>
                <a:gd name="connsiteY167" fmla="*/ 1712119 h 1890712"/>
                <a:gd name="connsiteX168" fmla="*/ 2369344 w 2543175"/>
                <a:gd name="connsiteY168" fmla="*/ 1724025 h 1890712"/>
                <a:gd name="connsiteX169" fmla="*/ 2428876 w 2543175"/>
                <a:gd name="connsiteY169" fmla="*/ 1785938 h 1890712"/>
                <a:gd name="connsiteX170" fmla="*/ 2466975 w 2543175"/>
                <a:gd name="connsiteY170" fmla="*/ 1783556 h 1890712"/>
                <a:gd name="connsiteX171" fmla="*/ 2481263 w 2543175"/>
                <a:gd name="connsiteY171" fmla="*/ 1795462 h 1890712"/>
                <a:gd name="connsiteX172" fmla="*/ 2486025 w 2543175"/>
                <a:gd name="connsiteY172" fmla="*/ 1802606 h 1890712"/>
                <a:gd name="connsiteX173" fmla="*/ 2514600 w 2543175"/>
                <a:gd name="connsiteY173" fmla="*/ 1850231 h 1890712"/>
                <a:gd name="connsiteX174" fmla="*/ 2519363 w 2543175"/>
                <a:gd name="connsiteY174" fmla="*/ 1857375 h 1890712"/>
                <a:gd name="connsiteX175" fmla="*/ 2540794 w 2543175"/>
                <a:gd name="connsiteY175" fmla="*/ 1883569 h 1890712"/>
                <a:gd name="connsiteX176" fmla="*/ 2543175 w 2543175"/>
                <a:gd name="connsiteY176" fmla="*/ 1890712 h 1890712"/>
                <a:gd name="connsiteX0" fmla="*/ 0 w 2543175"/>
                <a:gd name="connsiteY0" fmla="*/ 0 h 1890712"/>
                <a:gd name="connsiteX1" fmla="*/ 11907 w 2543175"/>
                <a:gd name="connsiteY1" fmla="*/ 11906 h 1890712"/>
                <a:gd name="connsiteX2" fmla="*/ 21432 w 2543175"/>
                <a:gd name="connsiteY2" fmla="*/ 16669 h 1890712"/>
                <a:gd name="connsiteX3" fmla="*/ 23813 w 2543175"/>
                <a:gd name="connsiteY3" fmla="*/ 23812 h 1890712"/>
                <a:gd name="connsiteX4" fmla="*/ 33338 w 2543175"/>
                <a:gd name="connsiteY4" fmla="*/ 33337 h 1890712"/>
                <a:gd name="connsiteX5" fmla="*/ 40482 w 2543175"/>
                <a:gd name="connsiteY5" fmla="*/ 42862 h 1890712"/>
                <a:gd name="connsiteX6" fmla="*/ 47625 w 2543175"/>
                <a:gd name="connsiteY6" fmla="*/ 47625 h 1890712"/>
                <a:gd name="connsiteX7" fmla="*/ 57150 w 2543175"/>
                <a:gd name="connsiteY7" fmla="*/ 54769 h 1890712"/>
                <a:gd name="connsiteX8" fmla="*/ 64294 w 2543175"/>
                <a:gd name="connsiteY8" fmla="*/ 59531 h 1890712"/>
                <a:gd name="connsiteX9" fmla="*/ 83344 w 2543175"/>
                <a:gd name="connsiteY9" fmla="*/ 73819 h 1890712"/>
                <a:gd name="connsiteX10" fmla="*/ 97632 w 2543175"/>
                <a:gd name="connsiteY10" fmla="*/ 80962 h 1890712"/>
                <a:gd name="connsiteX11" fmla="*/ 104775 w 2543175"/>
                <a:gd name="connsiteY11" fmla="*/ 85725 h 1890712"/>
                <a:gd name="connsiteX12" fmla="*/ 114300 w 2543175"/>
                <a:gd name="connsiteY12" fmla="*/ 95250 h 1890712"/>
                <a:gd name="connsiteX13" fmla="*/ 123825 w 2543175"/>
                <a:gd name="connsiteY13" fmla="*/ 97631 h 1890712"/>
                <a:gd name="connsiteX14" fmla="*/ 130969 w 2543175"/>
                <a:gd name="connsiteY14" fmla="*/ 104775 h 1890712"/>
                <a:gd name="connsiteX15" fmla="*/ 140494 w 2543175"/>
                <a:gd name="connsiteY15" fmla="*/ 111919 h 1890712"/>
                <a:gd name="connsiteX16" fmla="*/ 147638 w 2543175"/>
                <a:gd name="connsiteY16" fmla="*/ 116681 h 1890712"/>
                <a:gd name="connsiteX17" fmla="*/ 164307 w 2543175"/>
                <a:gd name="connsiteY17" fmla="*/ 128587 h 1890712"/>
                <a:gd name="connsiteX18" fmla="*/ 180975 w 2543175"/>
                <a:gd name="connsiteY18" fmla="*/ 140494 h 1890712"/>
                <a:gd name="connsiteX19" fmla="*/ 197644 w 2543175"/>
                <a:gd name="connsiteY19" fmla="*/ 152400 h 1890712"/>
                <a:gd name="connsiteX20" fmla="*/ 204788 w 2543175"/>
                <a:gd name="connsiteY20" fmla="*/ 157162 h 1890712"/>
                <a:gd name="connsiteX21" fmla="*/ 214313 w 2543175"/>
                <a:gd name="connsiteY21" fmla="*/ 164306 h 1890712"/>
                <a:gd name="connsiteX22" fmla="*/ 230982 w 2543175"/>
                <a:gd name="connsiteY22" fmla="*/ 180975 h 1890712"/>
                <a:gd name="connsiteX23" fmla="*/ 247650 w 2543175"/>
                <a:gd name="connsiteY23" fmla="*/ 185737 h 1890712"/>
                <a:gd name="connsiteX24" fmla="*/ 302419 w 2543175"/>
                <a:gd name="connsiteY24" fmla="*/ 204787 h 1890712"/>
                <a:gd name="connsiteX25" fmla="*/ 333375 w 2543175"/>
                <a:gd name="connsiteY25" fmla="*/ 228600 h 1890712"/>
                <a:gd name="connsiteX26" fmla="*/ 340519 w 2543175"/>
                <a:gd name="connsiteY26" fmla="*/ 233362 h 1890712"/>
                <a:gd name="connsiteX27" fmla="*/ 354807 w 2543175"/>
                <a:gd name="connsiteY27" fmla="*/ 247650 h 1890712"/>
                <a:gd name="connsiteX28" fmla="*/ 366713 w 2543175"/>
                <a:gd name="connsiteY28" fmla="*/ 264319 h 1890712"/>
                <a:gd name="connsiteX29" fmla="*/ 371475 w 2543175"/>
                <a:gd name="connsiteY29" fmla="*/ 271462 h 1890712"/>
                <a:gd name="connsiteX30" fmla="*/ 378619 w 2543175"/>
                <a:gd name="connsiteY30" fmla="*/ 276225 h 1890712"/>
                <a:gd name="connsiteX31" fmla="*/ 385763 w 2543175"/>
                <a:gd name="connsiteY31" fmla="*/ 283369 h 1890712"/>
                <a:gd name="connsiteX32" fmla="*/ 395288 w 2543175"/>
                <a:gd name="connsiteY32" fmla="*/ 288131 h 1890712"/>
                <a:gd name="connsiteX33" fmla="*/ 404813 w 2543175"/>
                <a:gd name="connsiteY33" fmla="*/ 295275 h 1890712"/>
                <a:gd name="connsiteX34" fmla="*/ 411957 w 2543175"/>
                <a:gd name="connsiteY34" fmla="*/ 297656 h 1890712"/>
                <a:gd name="connsiteX35" fmla="*/ 421482 w 2543175"/>
                <a:gd name="connsiteY35" fmla="*/ 302419 h 1890712"/>
                <a:gd name="connsiteX36" fmla="*/ 447675 w 2543175"/>
                <a:gd name="connsiteY36" fmla="*/ 307181 h 1890712"/>
                <a:gd name="connsiteX37" fmla="*/ 466725 w 2543175"/>
                <a:gd name="connsiteY37" fmla="*/ 328612 h 1890712"/>
                <a:gd name="connsiteX38" fmla="*/ 476250 w 2543175"/>
                <a:gd name="connsiteY38" fmla="*/ 335756 h 1890712"/>
                <a:gd name="connsiteX39" fmla="*/ 481013 w 2543175"/>
                <a:gd name="connsiteY39" fmla="*/ 342900 h 1890712"/>
                <a:gd name="connsiteX40" fmla="*/ 490538 w 2543175"/>
                <a:gd name="connsiteY40" fmla="*/ 352425 h 1890712"/>
                <a:gd name="connsiteX41" fmla="*/ 495300 w 2543175"/>
                <a:gd name="connsiteY41" fmla="*/ 359569 h 1890712"/>
                <a:gd name="connsiteX42" fmla="*/ 509588 w 2543175"/>
                <a:gd name="connsiteY42" fmla="*/ 376237 h 1890712"/>
                <a:gd name="connsiteX43" fmla="*/ 514350 w 2543175"/>
                <a:gd name="connsiteY43" fmla="*/ 383381 h 1890712"/>
                <a:gd name="connsiteX44" fmla="*/ 531019 w 2543175"/>
                <a:gd name="connsiteY44" fmla="*/ 397669 h 1890712"/>
                <a:gd name="connsiteX45" fmla="*/ 538163 w 2543175"/>
                <a:gd name="connsiteY45" fmla="*/ 407194 h 1890712"/>
                <a:gd name="connsiteX46" fmla="*/ 554832 w 2543175"/>
                <a:gd name="connsiteY46" fmla="*/ 421481 h 1890712"/>
                <a:gd name="connsiteX47" fmla="*/ 564357 w 2543175"/>
                <a:gd name="connsiteY47" fmla="*/ 431006 h 1890712"/>
                <a:gd name="connsiteX48" fmla="*/ 573882 w 2543175"/>
                <a:gd name="connsiteY48" fmla="*/ 438150 h 1890712"/>
                <a:gd name="connsiteX49" fmla="*/ 595313 w 2543175"/>
                <a:gd name="connsiteY49" fmla="*/ 454819 h 1890712"/>
                <a:gd name="connsiteX50" fmla="*/ 602457 w 2543175"/>
                <a:gd name="connsiteY50" fmla="*/ 457200 h 1890712"/>
                <a:gd name="connsiteX51" fmla="*/ 628650 w 2543175"/>
                <a:gd name="connsiteY51" fmla="*/ 469106 h 1890712"/>
                <a:gd name="connsiteX52" fmla="*/ 645319 w 2543175"/>
                <a:gd name="connsiteY52" fmla="*/ 483394 h 1890712"/>
                <a:gd name="connsiteX53" fmla="*/ 654844 w 2543175"/>
                <a:gd name="connsiteY53" fmla="*/ 488156 h 1890712"/>
                <a:gd name="connsiteX54" fmla="*/ 661988 w 2543175"/>
                <a:gd name="connsiteY54" fmla="*/ 497681 h 1890712"/>
                <a:gd name="connsiteX55" fmla="*/ 683419 w 2543175"/>
                <a:gd name="connsiteY55" fmla="*/ 514350 h 1890712"/>
                <a:gd name="connsiteX56" fmla="*/ 700088 w 2543175"/>
                <a:gd name="connsiteY56" fmla="*/ 526256 h 1890712"/>
                <a:gd name="connsiteX57" fmla="*/ 709613 w 2543175"/>
                <a:gd name="connsiteY57" fmla="*/ 535781 h 1890712"/>
                <a:gd name="connsiteX58" fmla="*/ 719138 w 2543175"/>
                <a:gd name="connsiteY58" fmla="*/ 542925 h 1890712"/>
                <a:gd name="connsiteX59" fmla="*/ 733425 w 2543175"/>
                <a:gd name="connsiteY59" fmla="*/ 557212 h 1890712"/>
                <a:gd name="connsiteX60" fmla="*/ 750094 w 2543175"/>
                <a:gd name="connsiteY60" fmla="*/ 569119 h 1890712"/>
                <a:gd name="connsiteX61" fmla="*/ 769144 w 2543175"/>
                <a:gd name="connsiteY61" fmla="*/ 581025 h 1890712"/>
                <a:gd name="connsiteX62" fmla="*/ 785813 w 2543175"/>
                <a:gd name="connsiteY62" fmla="*/ 590550 h 1890712"/>
                <a:gd name="connsiteX63" fmla="*/ 792957 w 2543175"/>
                <a:gd name="connsiteY63" fmla="*/ 600075 h 1890712"/>
                <a:gd name="connsiteX64" fmla="*/ 809625 w 2543175"/>
                <a:gd name="connsiteY64" fmla="*/ 611981 h 1890712"/>
                <a:gd name="connsiteX65" fmla="*/ 816769 w 2543175"/>
                <a:gd name="connsiteY65" fmla="*/ 619125 h 1890712"/>
                <a:gd name="connsiteX66" fmla="*/ 826294 w 2543175"/>
                <a:gd name="connsiteY66" fmla="*/ 626269 h 1890712"/>
                <a:gd name="connsiteX67" fmla="*/ 840582 w 2543175"/>
                <a:gd name="connsiteY67" fmla="*/ 638175 h 1890712"/>
                <a:gd name="connsiteX68" fmla="*/ 847725 w 2543175"/>
                <a:gd name="connsiteY68" fmla="*/ 645319 h 1890712"/>
                <a:gd name="connsiteX69" fmla="*/ 857250 w 2543175"/>
                <a:gd name="connsiteY69" fmla="*/ 652462 h 1890712"/>
                <a:gd name="connsiteX70" fmla="*/ 864394 w 2543175"/>
                <a:gd name="connsiteY70" fmla="*/ 657225 h 1890712"/>
                <a:gd name="connsiteX71" fmla="*/ 888207 w 2543175"/>
                <a:gd name="connsiteY71" fmla="*/ 676275 h 1890712"/>
                <a:gd name="connsiteX72" fmla="*/ 895350 w 2543175"/>
                <a:gd name="connsiteY72" fmla="*/ 681037 h 1890712"/>
                <a:gd name="connsiteX73" fmla="*/ 907257 w 2543175"/>
                <a:gd name="connsiteY73" fmla="*/ 683419 h 1890712"/>
                <a:gd name="connsiteX74" fmla="*/ 928688 w 2543175"/>
                <a:gd name="connsiteY74" fmla="*/ 695325 h 1890712"/>
                <a:gd name="connsiteX75" fmla="*/ 942975 w 2543175"/>
                <a:gd name="connsiteY75" fmla="*/ 700087 h 1890712"/>
                <a:gd name="connsiteX76" fmla="*/ 964407 w 2543175"/>
                <a:gd name="connsiteY76" fmla="*/ 716756 h 1890712"/>
                <a:gd name="connsiteX77" fmla="*/ 971550 w 2543175"/>
                <a:gd name="connsiteY77" fmla="*/ 723900 h 1890712"/>
                <a:gd name="connsiteX78" fmla="*/ 983457 w 2543175"/>
                <a:gd name="connsiteY78" fmla="*/ 733425 h 1890712"/>
                <a:gd name="connsiteX79" fmla="*/ 990600 w 2543175"/>
                <a:gd name="connsiteY79" fmla="*/ 738187 h 1890712"/>
                <a:gd name="connsiteX80" fmla="*/ 1007269 w 2543175"/>
                <a:gd name="connsiteY80" fmla="*/ 752475 h 1890712"/>
                <a:gd name="connsiteX81" fmla="*/ 1031082 w 2543175"/>
                <a:gd name="connsiteY81" fmla="*/ 766762 h 1890712"/>
                <a:gd name="connsiteX82" fmla="*/ 1042988 w 2543175"/>
                <a:gd name="connsiteY82" fmla="*/ 773906 h 1890712"/>
                <a:gd name="connsiteX83" fmla="*/ 1071563 w 2543175"/>
                <a:gd name="connsiteY83" fmla="*/ 785812 h 1890712"/>
                <a:gd name="connsiteX84" fmla="*/ 1097757 w 2543175"/>
                <a:gd name="connsiteY84" fmla="*/ 807244 h 1890712"/>
                <a:gd name="connsiteX85" fmla="*/ 1104900 w 2543175"/>
                <a:gd name="connsiteY85" fmla="*/ 814387 h 1890712"/>
                <a:gd name="connsiteX86" fmla="*/ 1121569 w 2543175"/>
                <a:gd name="connsiteY86" fmla="*/ 823912 h 1890712"/>
                <a:gd name="connsiteX87" fmla="*/ 1138238 w 2543175"/>
                <a:gd name="connsiteY87" fmla="*/ 835819 h 1890712"/>
                <a:gd name="connsiteX88" fmla="*/ 1147763 w 2543175"/>
                <a:gd name="connsiteY88" fmla="*/ 842962 h 1890712"/>
                <a:gd name="connsiteX89" fmla="*/ 1157288 w 2543175"/>
                <a:gd name="connsiteY89" fmla="*/ 847725 h 1890712"/>
                <a:gd name="connsiteX90" fmla="*/ 1178719 w 2543175"/>
                <a:gd name="connsiteY90" fmla="*/ 859631 h 1890712"/>
                <a:gd name="connsiteX91" fmla="*/ 1188244 w 2543175"/>
                <a:gd name="connsiteY91" fmla="*/ 866775 h 1890712"/>
                <a:gd name="connsiteX92" fmla="*/ 1195388 w 2543175"/>
                <a:gd name="connsiteY92" fmla="*/ 871537 h 1890712"/>
                <a:gd name="connsiteX93" fmla="*/ 1212057 w 2543175"/>
                <a:gd name="connsiteY93" fmla="*/ 883444 h 1890712"/>
                <a:gd name="connsiteX94" fmla="*/ 1226344 w 2543175"/>
                <a:gd name="connsiteY94" fmla="*/ 895350 h 1890712"/>
                <a:gd name="connsiteX95" fmla="*/ 1245394 w 2543175"/>
                <a:gd name="connsiteY95" fmla="*/ 907256 h 1890712"/>
                <a:gd name="connsiteX96" fmla="*/ 1254919 w 2543175"/>
                <a:gd name="connsiteY96" fmla="*/ 914400 h 1890712"/>
                <a:gd name="connsiteX97" fmla="*/ 1269207 w 2543175"/>
                <a:gd name="connsiteY97" fmla="*/ 921544 h 1890712"/>
                <a:gd name="connsiteX98" fmla="*/ 1290638 w 2543175"/>
                <a:gd name="connsiteY98" fmla="*/ 935831 h 1890712"/>
                <a:gd name="connsiteX99" fmla="*/ 1307307 w 2543175"/>
                <a:gd name="connsiteY99" fmla="*/ 952500 h 1890712"/>
                <a:gd name="connsiteX100" fmla="*/ 1333500 w 2543175"/>
                <a:gd name="connsiteY100" fmla="*/ 971550 h 1890712"/>
                <a:gd name="connsiteX101" fmla="*/ 1359694 w 2543175"/>
                <a:gd name="connsiteY101" fmla="*/ 990600 h 1890712"/>
                <a:gd name="connsiteX102" fmla="*/ 1373982 w 2543175"/>
                <a:gd name="connsiteY102" fmla="*/ 997744 h 1890712"/>
                <a:gd name="connsiteX103" fmla="*/ 1388269 w 2543175"/>
                <a:gd name="connsiteY103" fmla="*/ 1007269 h 1890712"/>
                <a:gd name="connsiteX104" fmla="*/ 1414463 w 2543175"/>
                <a:gd name="connsiteY104" fmla="*/ 1019175 h 1890712"/>
                <a:gd name="connsiteX105" fmla="*/ 1428750 w 2543175"/>
                <a:gd name="connsiteY105" fmla="*/ 1026319 h 1890712"/>
                <a:gd name="connsiteX106" fmla="*/ 1471613 w 2543175"/>
                <a:gd name="connsiteY106" fmla="*/ 1059656 h 1890712"/>
                <a:gd name="connsiteX107" fmla="*/ 1495425 w 2543175"/>
                <a:gd name="connsiteY107" fmla="*/ 1088231 h 1890712"/>
                <a:gd name="connsiteX108" fmla="*/ 1547812 w 2543175"/>
                <a:gd name="connsiteY108" fmla="*/ 1133475 h 1890712"/>
                <a:gd name="connsiteX109" fmla="*/ 1597819 w 2543175"/>
                <a:gd name="connsiteY109" fmla="*/ 1154906 h 1890712"/>
                <a:gd name="connsiteX110" fmla="*/ 1604963 w 2543175"/>
                <a:gd name="connsiteY110" fmla="*/ 1162050 h 1890712"/>
                <a:gd name="connsiteX111" fmla="*/ 1612107 w 2543175"/>
                <a:gd name="connsiteY111" fmla="*/ 1166812 h 1890712"/>
                <a:gd name="connsiteX112" fmla="*/ 1628775 w 2543175"/>
                <a:gd name="connsiteY112" fmla="*/ 1183481 h 1890712"/>
                <a:gd name="connsiteX113" fmla="*/ 1662113 w 2543175"/>
                <a:gd name="connsiteY113" fmla="*/ 1209675 h 1890712"/>
                <a:gd name="connsiteX114" fmla="*/ 1678782 w 2543175"/>
                <a:gd name="connsiteY114" fmla="*/ 1226344 h 1890712"/>
                <a:gd name="connsiteX115" fmla="*/ 1700213 w 2543175"/>
                <a:gd name="connsiteY115" fmla="*/ 1247775 h 1890712"/>
                <a:gd name="connsiteX116" fmla="*/ 1712119 w 2543175"/>
                <a:gd name="connsiteY116" fmla="*/ 1259681 h 1890712"/>
                <a:gd name="connsiteX117" fmla="*/ 1733550 w 2543175"/>
                <a:gd name="connsiteY117" fmla="*/ 1273969 h 1890712"/>
                <a:gd name="connsiteX118" fmla="*/ 1743075 w 2543175"/>
                <a:gd name="connsiteY118" fmla="*/ 1283494 h 1890712"/>
                <a:gd name="connsiteX119" fmla="*/ 1754982 w 2543175"/>
                <a:gd name="connsiteY119" fmla="*/ 1290637 h 1890712"/>
                <a:gd name="connsiteX120" fmla="*/ 1766888 w 2543175"/>
                <a:gd name="connsiteY120" fmla="*/ 1300162 h 1890712"/>
                <a:gd name="connsiteX121" fmla="*/ 1783557 w 2543175"/>
                <a:gd name="connsiteY121" fmla="*/ 1307306 h 1890712"/>
                <a:gd name="connsiteX122" fmla="*/ 1790700 w 2543175"/>
                <a:gd name="connsiteY122" fmla="*/ 1312069 h 1890712"/>
                <a:gd name="connsiteX123" fmla="*/ 1800225 w 2543175"/>
                <a:gd name="connsiteY123" fmla="*/ 1319212 h 1890712"/>
                <a:gd name="connsiteX124" fmla="*/ 1807369 w 2543175"/>
                <a:gd name="connsiteY124" fmla="*/ 1321594 h 1890712"/>
                <a:gd name="connsiteX125" fmla="*/ 1824038 w 2543175"/>
                <a:gd name="connsiteY125" fmla="*/ 1333500 h 1890712"/>
                <a:gd name="connsiteX126" fmla="*/ 1843088 w 2543175"/>
                <a:gd name="connsiteY126" fmla="*/ 1352550 h 1890712"/>
                <a:gd name="connsiteX127" fmla="*/ 1852613 w 2543175"/>
                <a:gd name="connsiteY127" fmla="*/ 1359694 h 1890712"/>
                <a:gd name="connsiteX128" fmla="*/ 1859757 w 2543175"/>
                <a:gd name="connsiteY128" fmla="*/ 1366837 h 1890712"/>
                <a:gd name="connsiteX129" fmla="*/ 1869282 w 2543175"/>
                <a:gd name="connsiteY129" fmla="*/ 1371600 h 1890712"/>
                <a:gd name="connsiteX130" fmla="*/ 1883569 w 2543175"/>
                <a:gd name="connsiteY130" fmla="*/ 1388269 h 1890712"/>
                <a:gd name="connsiteX131" fmla="*/ 1893094 w 2543175"/>
                <a:gd name="connsiteY131" fmla="*/ 1395412 h 1890712"/>
                <a:gd name="connsiteX132" fmla="*/ 1902619 w 2543175"/>
                <a:gd name="connsiteY132" fmla="*/ 1404937 h 1890712"/>
                <a:gd name="connsiteX133" fmla="*/ 1912144 w 2543175"/>
                <a:gd name="connsiteY133" fmla="*/ 1409700 h 1890712"/>
                <a:gd name="connsiteX134" fmla="*/ 1931194 w 2543175"/>
                <a:gd name="connsiteY134" fmla="*/ 1421606 h 1890712"/>
                <a:gd name="connsiteX135" fmla="*/ 1935957 w 2543175"/>
                <a:gd name="connsiteY135" fmla="*/ 1428750 h 1890712"/>
                <a:gd name="connsiteX136" fmla="*/ 1952625 w 2543175"/>
                <a:gd name="connsiteY136" fmla="*/ 1438275 h 1890712"/>
                <a:gd name="connsiteX137" fmla="*/ 1971675 w 2543175"/>
                <a:gd name="connsiteY137" fmla="*/ 1450181 h 1890712"/>
                <a:gd name="connsiteX138" fmla="*/ 1981200 w 2543175"/>
                <a:gd name="connsiteY138" fmla="*/ 1454944 h 1890712"/>
                <a:gd name="connsiteX139" fmla="*/ 1997869 w 2543175"/>
                <a:gd name="connsiteY139" fmla="*/ 1471612 h 1890712"/>
                <a:gd name="connsiteX140" fmla="*/ 2007394 w 2543175"/>
                <a:gd name="connsiteY140" fmla="*/ 1478756 h 1890712"/>
                <a:gd name="connsiteX141" fmla="*/ 2016919 w 2543175"/>
                <a:gd name="connsiteY141" fmla="*/ 1483519 h 1890712"/>
                <a:gd name="connsiteX142" fmla="*/ 2024063 w 2543175"/>
                <a:gd name="connsiteY142" fmla="*/ 1490662 h 1890712"/>
                <a:gd name="connsiteX143" fmla="*/ 2033588 w 2543175"/>
                <a:gd name="connsiteY143" fmla="*/ 1495425 h 1890712"/>
                <a:gd name="connsiteX144" fmla="*/ 2040732 w 2543175"/>
                <a:gd name="connsiteY144" fmla="*/ 1502569 h 1890712"/>
                <a:gd name="connsiteX145" fmla="*/ 2047875 w 2543175"/>
                <a:gd name="connsiteY145" fmla="*/ 1507331 h 1890712"/>
                <a:gd name="connsiteX146" fmla="*/ 2057400 w 2543175"/>
                <a:gd name="connsiteY146" fmla="*/ 1514475 h 1890712"/>
                <a:gd name="connsiteX147" fmla="*/ 2064544 w 2543175"/>
                <a:gd name="connsiteY147" fmla="*/ 1519237 h 1890712"/>
                <a:gd name="connsiteX148" fmla="*/ 2071688 w 2543175"/>
                <a:gd name="connsiteY148" fmla="*/ 1526381 h 1890712"/>
                <a:gd name="connsiteX149" fmla="*/ 2081213 w 2543175"/>
                <a:gd name="connsiteY149" fmla="*/ 1531144 h 1890712"/>
                <a:gd name="connsiteX150" fmla="*/ 2090738 w 2543175"/>
                <a:gd name="connsiteY150" fmla="*/ 1538287 h 1890712"/>
                <a:gd name="connsiteX151" fmla="*/ 2109788 w 2543175"/>
                <a:gd name="connsiteY151" fmla="*/ 1547812 h 1890712"/>
                <a:gd name="connsiteX152" fmla="*/ 2131219 w 2543175"/>
                <a:gd name="connsiteY152" fmla="*/ 1562100 h 1890712"/>
                <a:gd name="connsiteX153" fmla="*/ 2140744 w 2543175"/>
                <a:gd name="connsiteY153" fmla="*/ 1566862 h 1890712"/>
                <a:gd name="connsiteX154" fmla="*/ 2152650 w 2543175"/>
                <a:gd name="connsiteY154" fmla="*/ 1576387 h 1890712"/>
                <a:gd name="connsiteX155" fmla="*/ 2181225 w 2543175"/>
                <a:gd name="connsiteY155" fmla="*/ 1590675 h 1890712"/>
                <a:gd name="connsiteX156" fmla="*/ 2200275 w 2543175"/>
                <a:gd name="connsiteY156" fmla="*/ 1607344 h 1890712"/>
                <a:gd name="connsiteX157" fmla="*/ 2207419 w 2543175"/>
                <a:gd name="connsiteY157" fmla="*/ 1612106 h 1890712"/>
                <a:gd name="connsiteX158" fmla="*/ 2216944 w 2543175"/>
                <a:gd name="connsiteY158" fmla="*/ 1619250 h 1890712"/>
                <a:gd name="connsiteX159" fmla="*/ 2224088 w 2543175"/>
                <a:gd name="connsiteY159" fmla="*/ 1624012 h 1890712"/>
                <a:gd name="connsiteX160" fmla="*/ 2247900 w 2543175"/>
                <a:gd name="connsiteY160" fmla="*/ 1643062 h 1890712"/>
                <a:gd name="connsiteX161" fmla="*/ 2255044 w 2543175"/>
                <a:gd name="connsiteY161" fmla="*/ 1650206 h 1890712"/>
                <a:gd name="connsiteX162" fmla="*/ 2281238 w 2543175"/>
                <a:gd name="connsiteY162" fmla="*/ 1664494 h 1890712"/>
                <a:gd name="connsiteX163" fmla="*/ 2297907 w 2543175"/>
                <a:gd name="connsiteY163" fmla="*/ 1674019 h 1890712"/>
                <a:gd name="connsiteX164" fmla="*/ 2312194 w 2543175"/>
                <a:gd name="connsiteY164" fmla="*/ 1685925 h 1890712"/>
                <a:gd name="connsiteX165" fmla="*/ 2328863 w 2543175"/>
                <a:gd name="connsiteY165" fmla="*/ 1697831 h 1890712"/>
                <a:gd name="connsiteX166" fmla="*/ 2350294 w 2543175"/>
                <a:gd name="connsiteY166" fmla="*/ 1712119 h 1890712"/>
                <a:gd name="connsiteX167" fmla="*/ 2369344 w 2543175"/>
                <a:gd name="connsiteY167" fmla="*/ 1724025 h 1890712"/>
                <a:gd name="connsiteX168" fmla="*/ 2428876 w 2543175"/>
                <a:gd name="connsiteY168" fmla="*/ 1785938 h 1890712"/>
                <a:gd name="connsiteX169" fmla="*/ 2466975 w 2543175"/>
                <a:gd name="connsiteY169" fmla="*/ 1783556 h 1890712"/>
                <a:gd name="connsiteX170" fmla="*/ 2481263 w 2543175"/>
                <a:gd name="connsiteY170" fmla="*/ 1795462 h 1890712"/>
                <a:gd name="connsiteX171" fmla="*/ 2486025 w 2543175"/>
                <a:gd name="connsiteY171" fmla="*/ 1802606 h 1890712"/>
                <a:gd name="connsiteX172" fmla="*/ 2514600 w 2543175"/>
                <a:gd name="connsiteY172" fmla="*/ 1850231 h 1890712"/>
                <a:gd name="connsiteX173" fmla="*/ 2519363 w 2543175"/>
                <a:gd name="connsiteY173" fmla="*/ 1857375 h 1890712"/>
                <a:gd name="connsiteX174" fmla="*/ 2540794 w 2543175"/>
                <a:gd name="connsiteY174" fmla="*/ 1883569 h 1890712"/>
                <a:gd name="connsiteX175" fmla="*/ 2543175 w 2543175"/>
                <a:gd name="connsiteY175" fmla="*/ 1890712 h 1890712"/>
                <a:gd name="connsiteX0" fmla="*/ 0 w 2543175"/>
                <a:gd name="connsiteY0" fmla="*/ 0 h 1890712"/>
                <a:gd name="connsiteX1" fmla="*/ 11907 w 2543175"/>
                <a:gd name="connsiteY1" fmla="*/ 11906 h 1890712"/>
                <a:gd name="connsiteX2" fmla="*/ 21432 w 2543175"/>
                <a:gd name="connsiteY2" fmla="*/ 16669 h 1890712"/>
                <a:gd name="connsiteX3" fmla="*/ 23813 w 2543175"/>
                <a:gd name="connsiteY3" fmla="*/ 23812 h 1890712"/>
                <a:gd name="connsiteX4" fmla="*/ 33338 w 2543175"/>
                <a:gd name="connsiteY4" fmla="*/ 33337 h 1890712"/>
                <a:gd name="connsiteX5" fmla="*/ 40482 w 2543175"/>
                <a:gd name="connsiteY5" fmla="*/ 42862 h 1890712"/>
                <a:gd name="connsiteX6" fmla="*/ 47625 w 2543175"/>
                <a:gd name="connsiteY6" fmla="*/ 47625 h 1890712"/>
                <a:gd name="connsiteX7" fmla="*/ 57150 w 2543175"/>
                <a:gd name="connsiteY7" fmla="*/ 54769 h 1890712"/>
                <a:gd name="connsiteX8" fmla="*/ 64294 w 2543175"/>
                <a:gd name="connsiteY8" fmla="*/ 59531 h 1890712"/>
                <a:gd name="connsiteX9" fmla="*/ 83344 w 2543175"/>
                <a:gd name="connsiteY9" fmla="*/ 73819 h 1890712"/>
                <a:gd name="connsiteX10" fmla="*/ 97632 w 2543175"/>
                <a:gd name="connsiteY10" fmla="*/ 80962 h 1890712"/>
                <a:gd name="connsiteX11" fmla="*/ 104775 w 2543175"/>
                <a:gd name="connsiteY11" fmla="*/ 85725 h 1890712"/>
                <a:gd name="connsiteX12" fmla="*/ 114300 w 2543175"/>
                <a:gd name="connsiteY12" fmla="*/ 95250 h 1890712"/>
                <a:gd name="connsiteX13" fmla="*/ 123825 w 2543175"/>
                <a:gd name="connsiteY13" fmla="*/ 97631 h 1890712"/>
                <a:gd name="connsiteX14" fmla="*/ 130969 w 2543175"/>
                <a:gd name="connsiteY14" fmla="*/ 104775 h 1890712"/>
                <a:gd name="connsiteX15" fmla="*/ 140494 w 2543175"/>
                <a:gd name="connsiteY15" fmla="*/ 111919 h 1890712"/>
                <a:gd name="connsiteX16" fmla="*/ 147638 w 2543175"/>
                <a:gd name="connsiteY16" fmla="*/ 116681 h 1890712"/>
                <a:gd name="connsiteX17" fmla="*/ 164307 w 2543175"/>
                <a:gd name="connsiteY17" fmla="*/ 128587 h 1890712"/>
                <a:gd name="connsiteX18" fmla="*/ 180975 w 2543175"/>
                <a:gd name="connsiteY18" fmla="*/ 140494 h 1890712"/>
                <a:gd name="connsiteX19" fmla="*/ 197644 w 2543175"/>
                <a:gd name="connsiteY19" fmla="*/ 152400 h 1890712"/>
                <a:gd name="connsiteX20" fmla="*/ 204788 w 2543175"/>
                <a:gd name="connsiteY20" fmla="*/ 157162 h 1890712"/>
                <a:gd name="connsiteX21" fmla="*/ 214313 w 2543175"/>
                <a:gd name="connsiteY21" fmla="*/ 164306 h 1890712"/>
                <a:gd name="connsiteX22" fmla="*/ 230982 w 2543175"/>
                <a:gd name="connsiteY22" fmla="*/ 180975 h 1890712"/>
                <a:gd name="connsiteX23" fmla="*/ 247650 w 2543175"/>
                <a:gd name="connsiteY23" fmla="*/ 185737 h 1890712"/>
                <a:gd name="connsiteX24" fmla="*/ 302419 w 2543175"/>
                <a:gd name="connsiteY24" fmla="*/ 204787 h 1890712"/>
                <a:gd name="connsiteX25" fmla="*/ 333375 w 2543175"/>
                <a:gd name="connsiteY25" fmla="*/ 228600 h 1890712"/>
                <a:gd name="connsiteX26" fmla="*/ 340519 w 2543175"/>
                <a:gd name="connsiteY26" fmla="*/ 233362 h 1890712"/>
                <a:gd name="connsiteX27" fmla="*/ 354807 w 2543175"/>
                <a:gd name="connsiteY27" fmla="*/ 247650 h 1890712"/>
                <a:gd name="connsiteX28" fmla="*/ 366713 w 2543175"/>
                <a:gd name="connsiteY28" fmla="*/ 264319 h 1890712"/>
                <a:gd name="connsiteX29" fmla="*/ 371475 w 2543175"/>
                <a:gd name="connsiteY29" fmla="*/ 271462 h 1890712"/>
                <a:gd name="connsiteX30" fmla="*/ 378619 w 2543175"/>
                <a:gd name="connsiteY30" fmla="*/ 276225 h 1890712"/>
                <a:gd name="connsiteX31" fmla="*/ 385763 w 2543175"/>
                <a:gd name="connsiteY31" fmla="*/ 283369 h 1890712"/>
                <a:gd name="connsiteX32" fmla="*/ 395288 w 2543175"/>
                <a:gd name="connsiteY32" fmla="*/ 288131 h 1890712"/>
                <a:gd name="connsiteX33" fmla="*/ 404813 w 2543175"/>
                <a:gd name="connsiteY33" fmla="*/ 295275 h 1890712"/>
                <a:gd name="connsiteX34" fmla="*/ 411957 w 2543175"/>
                <a:gd name="connsiteY34" fmla="*/ 297656 h 1890712"/>
                <a:gd name="connsiteX35" fmla="*/ 421482 w 2543175"/>
                <a:gd name="connsiteY35" fmla="*/ 302419 h 1890712"/>
                <a:gd name="connsiteX36" fmla="*/ 466725 w 2543175"/>
                <a:gd name="connsiteY36" fmla="*/ 328612 h 1890712"/>
                <a:gd name="connsiteX37" fmla="*/ 476250 w 2543175"/>
                <a:gd name="connsiteY37" fmla="*/ 335756 h 1890712"/>
                <a:gd name="connsiteX38" fmla="*/ 481013 w 2543175"/>
                <a:gd name="connsiteY38" fmla="*/ 342900 h 1890712"/>
                <a:gd name="connsiteX39" fmla="*/ 490538 w 2543175"/>
                <a:gd name="connsiteY39" fmla="*/ 352425 h 1890712"/>
                <a:gd name="connsiteX40" fmla="*/ 495300 w 2543175"/>
                <a:gd name="connsiteY40" fmla="*/ 359569 h 1890712"/>
                <a:gd name="connsiteX41" fmla="*/ 509588 w 2543175"/>
                <a:gd name="connsiteY41" fmla="*/ 376237 h 1890712"/>
                <a:gd name="connsiteX42" fmla="*/ 514350 w 2543175"/>
                <a:gd name="connsiteY42" fmla="*/ 383381 h 1890712"/>
                <a:gd name="connsiteX43" fmla="*/ 531019 w 2543175"/>
                <a:gd name="connsiteY43" fmla="*/ 397669 h 1890712"/>
                <a:gd name="connsiteX44" fmla="*/ 538163 w 2543175"/>
                <a:gd name="connsiteY44" fmla="*/ 407194 h 1890712"/>
                <a:gd name="connsiteX45" fmla="*/ 554832 w 2543175"/>
                <a:gd name="connsiteY45" fmla="*/ 421481 h 1890712"/>
                <a:gd name="connsiteX46" fmla="*/ 564357 w 2543175"/>
                <a:gd name="connsiteY46" fmla="*/ 431006 h 1890712"/>
                <a:gd name="connsiteX47" fmla="*/ 573882 w 2543175"/>
                <a:gd name="connsiteY47" fmla="*/ 438150 h 1890712"/>
                <a:gd name="connsiteX48" fmla="*/ 595313 w 2543175"/>
                <a:gd name="connsiteY48" fmla="*/ 454819 h 1890712"/>
                <a:gd name="connsiteX49" fmla="*/ 602457 w 2543175"/>
                <a:gd name="connsiteY49" fmla="*/ 457200 h 1890712"/>
                <a:gd name="connsiteX50" fmla="*/ 628650 w 2543175"/>
                <a:gd name="connsiteY50" fmla="*/ 469106 h 1890712"/>
                <a:gd name="connsiteX51" fmla="*/ 645319 w 2543175"/>
                <a:gd name="connsiteY51" fmla="*/ 483394 h 1890712"/>
                <a:gd name="connsiteX52" fmla="*/ 654844 w 2543175"/>
                <a:gd name="connsiteY52" fmla="*/ 488156 h 1890712"/>
                <a:gd name="connsiteX53" fmla="*/ 661988 w 2543175"/>
                <a:gd name="connsiteY53" fmla="*/ 497681 h 1890712"/>
                <a:gd name="connsiteX54" fmla="*/ 683419 w 2543175"/>
                <a:gd name="connsiteY54" fmla="*/ 514350 h 1890712"/>
                <a:gd name="connsiteX55" fmla="*/ 700088 w 2543175"/>
                <a:gd name="connsiteY55" fmla="*/ 526256 h 1890712"/>
                <a:gd name="connsiteX56" fmla="*/ 709613 w 2543175"/>
                <a:gd name="connsiteY56" fmla="*/ 535781 h 1890712"/>
                <a:gd name="connsiteX57" fmla="*/ 719138 w 2543175"/>
                <a:gd name="connsiteY57" fmla="*/ 542925 h 1890712"/>
                <a:gd name="connsiteX58" fmla="*/ 733425 w 2543175"/>
                <a:gd name="connsiteY58" fmla="*/ 557212 h 1890712"/>
                <a:gd name="connsiteX59" fmla="*/ 750094 w 2543175"/>
                <a:gd name="connsiteY59" fmla="*/ 569119 h 1890712"/>
                <a:gd name="connsiteX60" fmla="*/ 769144 w 2543175"/>
                <a:gd name="connsiteY60" fmla="*/ 581025 h 1890712"/>
                <a:gd name="connsiteX61" fmla="*/ 785813 w 2543175"/>
                <a:gd name="connsiteY61" fmla="*/ 590550 h 1890712"/>
                <a:gd name="connsiteX62" fmla="*/ 792957 w 2543175"/>
                <a:gd name="connsiteY62" fmla="*/ 600075 h 1890712"/>
                <a:gd name="connsiteX63" fmla="*/ 809625 w 2543175"/>
                <a:gd name="connsiteY63" fmla="*/ 611981 h 1890712"/>
                <a:gd name="connsiteX64" fmla="*/ 816769 w 2543175"/>
                <a:gd name="connsiteY64" fmla="*/ 619125 h 1890712"/>
                <a:gd name="connsiteX65" fmla="*/ 826294 w 2543175"/>
                <a:gd name="connsiteY65" fmla="*/ 626269 h 1890712"/>
                <a:gd name="connsiteX66" fmla="*/ 840582 w 2543175"/>
                <a:gd name="connsiteY66" fmla="*/ 638175 h 1890712"/>
                <a:gd name="connsiteX67" fmla="*/ 847725 w 2543175"/>
                <a:gd name="connsiteY67" fmla="*/ 645319 h 1890712"/>
                <a:gd name="connsiteX68" fmla="*/ 857250 w 2543175"/>
                <a:gd name="connsiteY68" fmla="*/ 652462 h 1890712"/>
                <a:gd name="connsiteX69" fmla="*/ 864394 w 2543175"/>
                <a:gd name="connsiteY69" fmla="*/ 657225 h 1890712"/>
                <a:gd name="connsiteX70" fmla="*/ 888207 w 2543175"/>
                <a:gd name="connsiteY70" fmla="*/ 676275 h 1890712"/>
                <a:gd name="connsiteX71" fmla="*/ 895350 w 2543175"/>
                <a:gd name="connsiteY71" fmla="*/ 681037 h 1890712"/>
                <a:gd name="connsiteX72" fmla="*/ 907257 w 2543175"/>
                <a:gd name="connsiteY72" fmla="*/ 683419 h 1890712"/>
                <a:gd name="connsiteX73" fmla="*/ 928688 w 2543175"/>
                <a:gd name="connsiteY73" fmla="*/ 695325 h 1890712"/>
                <a:gd name="connsiteX74" fmla="*/ 942975 w 2543175"/>
                <a:gd name="connsiteY74" fmla="*/ 700087 h 1890712"/>
                <a:gd name="connsiteX75" fmla="*/ 964407 w 2543175"/>
                <a:gd name="connsiteY75" fmla="*/ 716756 h 1890712"/>
                <a:gd name="connsiteX76" fmla="*/ 971550 w 2543175"/>
                <a:gd name="connsiteY76" fmla="*/ 723900 h 1890712"/>
                <a:gd name="connsiteX77" fmla="*/ 983457 w 2543175"/>
                <a:gd name="connsiteY77" fmla="*/ 733425 h 1890712"/>
                <a:gd name="connsiteX78" fmla="*/ 990600 w 2543175"/>
                <a:gd name="connsiteY78" fmla="*/ 738187 h 1890712"/>
                <a:gd name="connsiteX79" fmla="*/ 1007269 w 2543175"/>
                <a:gd name="connsiteY79" fmla="*/ 752475 h 1890712"/>
                <a:gd name="connsiteX80" fmla="*/ 1031082 w 2543175"/>
                <a:gd name="connsiteY80" fmla="*/ 766762 h 1890712"/>
                <a:gd name="connsiteX81" fmla="*/ 1042988 w 2543175"/>
                <a:gd name="connsiteY81" fmla="*/ 773906 h 1890712"/>
                <a:gd name="connsiteX82" fmla="*/ 1071563 w 2543175"/>
                <a:gd name="connsiteY82" fmla="*/ 785812 h 1890712"/>
                <a:gd name="connsiteX83" fmla="*/ 1097757 w 2543175"/>
                <a:gd name="connsiteY83" fmla="*/ 807244 h 1890712"/>
                <a:gd name="connsiteX84" fmla="*/ 1104900 w 2543175"/>
                <a:gd name="connsiteY84" fmla="*/ 814387 h 1890712"/>
                <a:gd name="connsiteX85" fmla="*/ 1121569 w 2543175"/>
                <a:gd name="connsiteY85" fmla="*/ 823912 h 1890712"/>
                <a:gd name="connsiteX86" fmla="*/ 1138238 w 2543175"/>
                <a:gd name="connsiteY86" fmla="*/ 835819 h 1890712"/>
                <a:gd name="connsiteX87" fmla="*/ 1147763 w 2543175"/>
                <a:gd name="connsiteY87" fmla="*/ 842962 h 1890712"/>
                <a:gd name="connsiteX88" fmla="*/ 1157288 w 2543175"/>
                <a:gd name="connsiteY88" fmla="*/ 847725 h 1890712"/>
                <a:gd name="connsiteX89" fmla="*/ 1178719 w 2543175"/>
                <a:gd name="connsiteY89" fmla="*/ 859631 h 1890712"/>
                <a:gd name="connsiteX90" fmla="*/ 1188244 w 2543175"/>
                <a:gd name="connsiteY90" fmla="*/ 866775 h 1890712"/>
                <a:gd name="connsiteX91" fmla="*/ 1195388 w 2543175"/>
                <a:gd name="connsiteY91" fmla="*/ 871537 h 1890712"/>
                <a:gd name="connsiteX92" fmla="*/ 1212057 w 2543175"/>
                <a:gd name="connsiteY92" fmla="*/ 883444 h 1890712"/>
                <a:gd name="connsiteX93" fmla="*/ 1226344 w 2543175"/>
                <a:gd name="connsiteY93" fmla="*/ 895350 h 1890712"/>
                <a:gd name="connsiteX94" fmla="*/ 1245394 w 2543175"/>
                <a:gd name="connsiteY94" fmla="*/ 907256 h 1890712"/>
                <a:gd name="connsiteX95" fmla="*/ 1254919 w 2543175"/>
                <a:gd name="connsiteY95" fmla="*/ 914400 h 1890712"/>
                <a:gd name="connsiteX96" fmla="*/ 1269207 w 2543175"/>
                <a:gd name="connsiteY96" fmla="*/ 921544 h 1890712"/>
                <a:gd name="connsiteX97" fmla="*/ 1290638 w 2543175"/>
                <a:gd name="connsiteY97" fmla="*/ 935831 h 1890712"/>
                <a:gd name="connsiteX98" fmla="*/ 1307307 w 2543175"/>
                <a:gd name="connsiteY98" fmla="*/ 952500 h 1890712"/>
                <a:gd name="connsiteX99" fmla="*/ 1333500 w 2543175"/>
                <a:gd name="connsiteY99" fmla="*/ 971550 h 1890712"/>
                <a:gd name="connsiteX100" fmla="*/ 1359694 w 2543175"/>
                <a:gd name="connsiteY100" fmla="*/ 990600 h 1890712"/>
                <a:gd name="connsiteX101" fmla="*/ 1373982 w 2543175"/>
                <a:gd name="connsiteY101" fmla="*/ 997744 h 1890712"/>
                <a:gd name="connsiteX102" fmla="*/ 1388269 w 2543175"/>
                <a:gd name="connsiteY102" fmla="*/ 1007269 h 1890712"/>
                <a:gd name="connsiteX103" fmla="*/ 1414463 w 2543175"/>
                <a:gd name="connsiteY103" fmla="*/ 1019175 h 1890712"/>
                <a:gd name="connsiteX104" fmla="*/ 1428750 w 2543175"/>
                <a:gd name="connsiteY104" fmla="*/ 1026319 h 1890712"/>
                <a:gd name="connsiteX105" fmla="*/ 1471613 w 2543175"/>
                <a:gd name="connsiteY105" fmla="*/ 1059656 h 1890712"/>
                <a:gd name="connsiteX106" fmla="*/ 1495425 w 2543175"/>
                <a:gd name="connsiteY106" fmla="*/ 1088231 h 1890712"/>
                <a:gd name="connsiteX107" fmla="*/ 1547812 w 2543175"/>
                <a:gd name="connsiteY107" fmla="*/ 1133475 h 1890712"/>
                <a:gd name="connsiteX108" fmla="*/ 1597819 w 2543175"/>
                <a:gd name="connsiteY108" fmla="*/ 1154906 h 1890712"/>
                <a:gd name="connsiteX109" fmla="*/ 1604963 w 2543175"/>
                <a:gd name="connsiteY109" fmla="*/ 1162050 h 1890712"/>
                <a:gd name="connsiteX110" fmla="*/ 1612107 w 2543175"/>
                <a:gd name="connsiteY110" fmla="*/ 1166812 h 1890712"/>
                <a:gd name="connsiteX111" fmla="*/ 1628775 w 2543175"/>
                <a:gd name="connsiteY111" fmla="*/ 1183481 h 1890712"/>
                <a:gd name="connsiteX112" fmla="*/ 1662113 w 2543175"/>
                <a:gd name="connsiteY112" fmla="*/ 1209675 h 1890712"/>
                <a:gd name="connsiteX113" fmla="*/ 1678782 w 2543175"/>
                <a:gd name="connsiteY113" fmla="*/ 1226344 h 1890712"/>
                <a:gd name="connsiteX114" fmla="*/ 1700213 w 2543175"/>
                <a:gd name="connsiteY114" fmla="*/ 1247775 h 1890712"/>
                <a:gd name="connsiteX115" fmla="*/ 1712119 w 2543175"/>
                <a:gd name="connsiteY115" fmla="*/ 1259681 h 1890712"/>
                <a:gd name="connsiteX116" fmla="*/ 1733550 w 2543175"/>
                <a:gd name="connsiteY116" fmla="*/ 1273969 h 1890712"/>
                <a:gd name="connsiteX117" fmla="*/ 1743075 w 2543175"/>
                <a:gd name="connsiteY117" fmla="*/ 1283494 h 1890712"/>
                <a:gd name="connsiteX118" fmla="*/ 1754982 w 2543175"/>
                <a:gd name="connsiteY118" fmla="*/ 1290637 h 1890712"/>
                <a:gd name="connsiteX119" fmla="*/ 1766888 w 2543175"/>
                <a:gd name="connsiteY119" fmla="*/ 1300162 h 1890712"/>
                <a:gd name="connsiteX120" fmla="*/ 1783557 w 2543175"/>
                <a:gd name="connsiteY120" fmla="*/ 1307306 h 1890712"/>
                <a:gd name="connsiteX121" fmla="*/ 1790700 w 2543175"/>
                <a:gd name="connsiteY121" fmla="*/ 1312069 h 1890712"/>
                <a:gd name="connsiteX122" fmla="*/ 1800225 w 2543175"/>
                <a:gd name="connsiteY122" fmla="*/ 1319212 h 1890712"/>
                <a:gd name="connsiteX123" fmla="*/ 1807369 w 2543175"/>
                <a:gd name="connsiteY123" fmla="*/ 1321594 h 1890712"/>
                <a:gd name="connsiteX124" fmla="*/ 1824038 w 2543175"/>
                <a:gd name="connsiteY124" fmla="*/ 1333500 h 1890712"/>
                <a:gd name="connsiteX125" fmla="*/ 1843088 w 2543175"/>
                <a:gd name="connsiteY125" fmla="*/ 1352550 h 1890712"/>
                <a:gd name="connsiteX126" fmla="*/ 1852613 w 2543175"/>
                <a:gd name="connsiteY126" fmla="*/ 1359694 h 1890712"/>
                <a:gd name="connsiteX127" fmla="*/ 1859757 w 2543175"/>
                <a:gd name="connsiteY127" fmla="*/ 1366837 h 1890712"/>
                <a:gd name="connsiteX128" fmla="*/ 1869282 w 2543175"/>
                <a:gd name="connsiteY128" fmla="*/ 1371600 h 1890712"/>
                <a:gd name="connsiteX129" fmla="*/ 1883569 w 2543175"/>
                <a:gd name="connsiteY129" fmla="*/ 1388269 h 1890712"/>
                <a:gd name="connsiteX130" fmla="*/ 1893094 w 2543175"/>
                <a:gd name="connsiteY130" fmla="*/ 1395412 h 1890712"/>
                <a:gd name="connsiteX131" fmla="*/ 1902619 w 2543175"/>
                <a:gd name="connsiteY131" fmla="*/ 1404937 h 1890712"/>
                <a:gd name="connsiteX132" fmla="*/ 1912144 w 2543175"/>
                <a:gd name="connsiteY132" fmla="*/ 1409700 h 1890712"/>
                <a:gd name="connsiteX133" fmla="*/ 1931194 w 2543175"/>
                <a:gd name="connsiteY133" fmla="*/ 1421606 h 1890712"/>
                <a:gd name="connsiteX134" fmla="*/ 1935957 w 2543175"/>
                <a:gd name="connsiteY134" fmla="*/ 1428750 h 1890712"/>
                <a:gd name="connsiteX135" fmla="*/ 1952625 w 2543175"/>
                <a:gd name="connsiteY135" fmla="*/ 1438275 h 1890712"/>
                <a:gd name="connsiteX136" fmla="*/ 1971675 w 2543175"/>
                <a:gd name="connsiteY136" fmla="*/ 1450181 h 1890712"/>
                <a:gd name="connsiteX137" fmla="*/ 1981200 w 2543175"/>
                <a:gd name="connsiteY137" fmla="*/ 1454944 h 1890712"/>
                <a:gd name="connsiteX138" fmla="*/ 1997869 w 2543175"/>
                <a:gd name="connsiteY138" fmla="*/ 1471612 h 1890712"/>
                <a:gd name="connsiteX139" fmla="*/ 2007394 w 2543175"/>
                <a:gd name="connsiteY139" fmla="*/ 1478756 h 1890712"/>
                <a:gd name="connsiteX140" fmla="*/ 2016919 w 2543175"/>
                <a:gd name="connsiteY140" fmla="*/ 1483519 h 1890712"/>
                <a:gd name="connsiteX141" fmla="*/ 2024063 w 2543175"/>
                <a:gd name="connsiteY141" fmla="*/ 1490662 h 1890712"/>
                <a:gd name="connsiteX142" fmla="*/ 2033588 w 2543175"/>
                <a:gd name="connsiteY142" fmla="*/ 1495425 h 1890712"/>
                <a:gd name="connsiteX143" fmla="*/ 2040732 w 2543175"/>
                <a:gd name="connsiteY143" fmla="*/ 1502569 h 1890712"/>
                <a:gd name="connsiteX144" fmla="*/ 2047875 w 2543175"/>
                <a:gd name="connsiteY144" fmla="*/ 1507331 h 1890712"/>
                <a:gd name="connsiteX145" fmla="*/ 2057400 w 2543175"/>
                <a:gd name="connsiteY145" fmla="*/ 1514475 h 1890712"/>
                <a:gd name="connsiteX146" fmla="*/ 2064544 w 2543175"/>
                <a:gd name="connsiteY146" fmla="*/ 1519237 h 1890712"/>
                <a:gd name="connsiteX147" fmla="*/ 2071688 w 2543175"/>
                <a:gd name="connsiteY147" fmla="*/ 1526381 h 1890712"/>
                <a:gd name="connsiteX148" fmla="*/ 2081213 w 2543175"/>
                <a:gd name="connsiteY148" fmla="*/ 1531144 h 1890712"/>
                <a:gd name="connsiteX149" fmla="*/ 2090738 w 2543175"/>
                <a:gd name="connsiteY149" fmla="*/ 1538287 h 1890712"/>
                <a:gd name="connsiteX150" fmla="*/ 2109788 w 2543175"/>
                <a:gd name="connsiteY150" fmla="*/ 1547812 h 1890712"/>
                <a:gd name="connsiteX151" fmla="*/ 2131219 w 2543175"/>
                <a:gd name="connsiteY151" fmla="*/ 1562100 h 1890712"/>
                <a:gd name="connsiteX152" fmla="*/ 2140744 w 2543175"/>
                <a:gd name="connsiteY152" fmla="*/ 1566862 h 1890712"/>
                <a:gd name="connsiteX153" fmla="*/ 2152650 w 2543175"/>
                <a:gd name="connsiteY153" fmla="*/ 1576387 h 1890712"/>
                <a:gd name="connsiteX154" fmla="*/ 2181225 w 2543175"/>
                <a:gd name="connsiteY154" fmla="*/ 1590675 h 1890712"/>
                <a:gd name="connsiteX155" fmla="*/ 2200275 w 2543175"/>
                <a:gd name="connsiteY155" fmla="*/ 1607344 h 1890712"/>
                <a:gd name="connsiteX156" fmla="*/ 2207419 w 2543175"/>
                <a:gd name="connsiteY156" fmla="*/ 1612106 h 1890712"/>
                <a:gd name="connsiteX157" fmla="*/ 2216944 w 2543175"/>
                <a:gd name="connsiteY157" fmla="*/ 1619250 h 1890712"/>
                <a:gd name="connsiteX158" fmla="*/ 2224088 w 2543175"/>
                <a:gd name="connsiteY158" fmla="*/ 1624012 h 1890712"/>
                <a:gd name="connsiteX159" fmla="*/ 2247900 w 2543175"/>
                <a:gd name="connsiteY159" fmla="*/ 1643062 h 1890712"/>
                <a:gd name="connsiteX160" fmla="*/ 2255044 w 2543175"/>
                <a:gd name="connsiteY160" fmla="*/ 1650206 h 1890712"/>
                <a:gd name="connsiteX161" fmla="*/ 2281238 w 2543175"/>
                <a:gd name="connsiteY161" fmla="*/ 1664494 h 1890712"/>
                <a:gd name="connsiteX162" fmla="*/ 2297907 w 2543175"/>
                <a:gd name="connsiteY162" fmla="*/ 1674019 h 1890712"/>
                <a:gd name="connsiteX163" fmla="*/ 2312194 w 2543175"/>
                <a:gd name="connsiteY163" fmla="*/ 1685925 h 1890712"/>
                <a:gd name="connsiteX164" fmla="*/ 2328863 w 2543175"/>
                <a:gd name="connsiteY164" fmla="*/ 1697831 h 1890712"/>
                <a:gd name="connsiteX165" fmla="*/ 2350294 w 2543175"/>
                <a:gd name="connsiteY165" fmla="*/ 1712119 h 1890712"/>
                <a:gd name="connsiteX166" fmla="*/ 2369344 w 2543175"/>
                <a:gd name="connsiteY166" fmla="*/ 1724025 h 1890712"/>
                <a:gd name="connsiteX167" fmla="*/ 2428876 w 2543175"/>
                <a:gd name="connsiteY167" fmla="*/ 1785938 h 1890712"/>
                <a:gd name="connsiteX168" fmla="*/ 2466975 w 2543175"/>
                <a:gd name="connsiteY168" fmla="*/ 1783556 h 1890712"/>
                <a:gd name="connsiteX169" fmla="*/ 2481263 w 2543175"/>
                <a:gd name="connsiteY169" fmla="*/ 1795462 h 1890712"/>
                <a:gd name="connsiteX170" fmla="*/ 2486025 w 2543175"/>
                <a:gd name="connsiteY170" fmla="*/ 1802606 h 1890712"/>
                <a:gd name="connsiteX171" fmla="*/ 2514600 w 2543175"/>
                <a:gd name="connsiteY171" fmla="*/ 1850231 h 1890712"/>
                <a:gd name="connsiteX172" fmla="*/ 2519363 w 2543175"/>
                <a:gd name="connsiteY172" fmla="*/ 1857375 h 1890712"/>
                <a:gd name="connsiteX173" fmla="*/ 2540794 w 2543175"/>
                <a:gd name="connsiteY173" fmla="*/ 1883569 h 1890712"/>
                <a:gd name="connsiteX174" fmla="*/ 2543175 w 2543175"/>
                <a:gd name="connsiteY174" fmla="*/ 1890712 h 1890712"/>
                <a:gd name="connsiteX0" fmla="*/ 0 w 2543175"/>
                <a:gd name="connsiteY0" fmla="*/ 0 h 1890712"/>
                <a:gd name="connsiteX1" fmla="*/ 11907 w 2543175"/>
                <a:gd name="connsiteY1" fmla="*/ 11906 h 1890712"/>
                <a:gd name="connsiteX2" fmla="*/ 21432 w 2543175"/>
                <a:gd name="connsiteY2" fmla="*/ 16669 h 1890712"/>
                <a:gd name="connsiteX3" fmla="*/ 23813 w 2543175"/>
                <a:gd name="connsiteY3" fmla="*/ 23812 h 1890712"/>
                <a:gd name="connsiteX4" fmla="*/ 33338 w 2543175"/>
                <a:gd name="connsiteY4" fmla="*/ 33337 h 1890712"/>
                <a:gd name="connsiteX5" fmla="*/ 40482 w 2543175"/>
                <a:gd name="connsiteY5" fmla="*/ 42862 h 1890712"/>
                <a:gd name="connsiteX6" fmla="*/ 47625 w 2543175"/>
                <a:gd name="connsiteY6" fmla="*/ 47625 h 1890712"/>
                <a:gd name="connsiteX7" fmla="*/ 57150 w 2543175"/>
                <a:gd name="connsiteY7" fmla="*/ 54769 h 1890712"/>
                <a:gd name="connsiteX8" fmla="*/ 64294 w 2543175"/>
                <a:gd name="connsiteY8" fmla="*/ 59531 h 1890712"/>
                <a:gd name="connsiteX9" fmla="*/ 83344 w 2543175"/>
                <a:gd name="connsiteY9" fmla="*/ 73819 h 1890712"/>
                <a:gd name="connsiteX10" fmla="*/ 97632 w 2543175"/>
                <a:gd name="connsiteY10" fmla="*/ 80962 h 1890712"/>
                <a:gd name="connsiteX11" fmla="*/ 104775 w 2543175"/>
                <a:gd name="connsiteY11" fmla="*/ 85725 h 1890712"/>
                <a:gd name="connsiteX12" fmla="*/ 114300 w 2543175"/>
                <a:gd name="connsiteY12" fmla="*/ 95250 h 1890712"/>
                <a:gd name="connsiteX13" fmla="*/ 123825 w 2543175"/>
                <a:gd name="connsiteY13" fmla="*/ 97631 h 1890712"/>
                <a:gd name="connsiteX14" fmla="*/ 130969 w 2543175"/>
                <a:gd name="connsiteY14" fmla="*/ 104775 h 1890712"/>
                <a:gd name="connsiteX15" fmla="*/ 140494 w 2543175"/>
                <a:gd name="connsiteY15" fmla="*/ 111919 h 1890712"/>
                <a:gd name="connsiteX16" fmla="*/ 147638 w 2543175"/>
                <a:gd name="connsiteY16" fmla="*/ 116681 h 1890712"/>
                <a:gd name="connsiteX17" fmla="*/ 164307 w 2543175"/>
                <a:gd name="connsiteY17" fmla="*/ 128587 h 1890712"/>
                <a:gd name="connsiteX18" fmla="*/ 180975 w 2543175"/>
                <a:gd name="connsiteY18" fmla="*/ 140494 h 1890712"/>
                <a:gd name="connsiteX19" fmla="*/ 197644 w 2543175"/>
                <a:gd name="connsiteY19" fmla="*/ 152400 h 1890712"/>
                <a:gd name="connsiteX20" fmla="*/ 204788 w 2543175"/>
                <a:gd name="connsiteY20" fmla="*/ 157162 h 1890712"/>
                <a:gd name="connsiteX21" fmla="*/ 214313 w 2543175"/>
                <a:gd name="connsiteY21" fmla="*/ 164306 h 1890712"/>
                <a:gd name="connsiteX22" fmla="*/ 230982 w 2543175"/>
                <a:gd name="connsiteY22" fmla="*/ 180975 h 1890712"/>
                <a:gd name="connsiteX23" fmla="*/ 247650 w 2543175"/>
                <a:gd name="connsiteY23" fmla="*/ 185737 h 1890712"/>
                <a:gd name="connsiteX24" fmla="*/ 302419 w 2543175"/>
                <a:gd name="connsiteY24" fmla="*/ 204787 h 1890712"/>
                <a:gd name="connsiteX25" fmla="*/ 333375 w 2543175"/>
                <a:gd name="connsiteY25" fmla="*/ 228600 h 1890712"/>
                <a:gd name="connsiteX26" fmla="*/ 340519 w 2543175"/>
                <a:gd name="connsiteY26" fmla="*/ 233362 h 1890712"/>
                <a:gd name="connsiteX27" fmla="*/ 354807 w 2543175"/>
                <a:gd name="connsiteY27" fmla="*/ 247650 h 1890712"/>
                <a:gd name="connsiteX28" fmla="*/ 366713 w 2543175"/>
                <a:gd name="connsiteY28" fmla="*/ 264319 h 1890712"/>
                <a:gd name="connsiteX29" fmla="*/ 371475 w 2543175"/>
                <a:gd name="connsiteY29" fmla="*/ 271462 h 1890712"/>
                <a:gd name="connsiteX30" fmla="*/ 378619 w 2543175"/>
                <a:gd name="connsiteY30" fmla="*/ 276225 h 1890712"/>
                <a:gd name="connsiteX31" fmla="*/ 385763 w 2543175"/>
                <a:gd name="connsiteY31" fmla="*/ 283369 h 1890712"/>
                <a:gd name="connsiteX32" fmla="*/ 395288 w 2543175"/>
                <a:gd name="connsiteY32" fmla="*/ 288131 h 1890712"/>
                <a:gd name="connsiteX33" fmla="*/ 404813 w 2543175"/>
                <a:gd name="connsiteY33" fmla="*/ 295275 h 1890712"/>
                <a:gd name="connsiteX34" fmla="*/ 411957 w 2543175"/>
                <a:gd name="connsiteY34" fmla="*/ 297656 h 1890712"/>
                <a:gd name="connsiteX35" fmla="*/ 466725 w 2543175"/>
                <a:gd name="connsiteY35" fmla="*/ 328612 h 1890712"/>
                <a:gd name="connsiteX36" fmla="*/ 476250 w 2543175"/>
                <a:gd name="connsiteY36" fmla="*/ 335756 h 1890712"/>
                <a:gd name="connsiteX37" fmla="*/ 481013 w 2543175"/>
                <a:gd name="connsiteY37" fmla="*/ 342900 h 1890712"/>
                <a:gd name="connsiteX38" fmla="*/ 490538 w 2543175"/>
                <a:gd name="connsiteY38" fmla="*/ 352425 h 1890712"/>
                <a:gd name="connsiteX39" fmla="*/ 495300 w 2543175"/>
                <a:gd name="connsiteY39" fmla="*/ 359569 h 1890712"/>
                <a:gd name="connsiteX40" fmla="*/ 509588 w 2543175"/>
                <a:gd name="connsiteY40" fmla="*/ 376237 h 1890712"/>
                <a:gd name="connsiteX41" fmla="*/ 514350 w 2543175"/>
                <a:gd name="connsiteY41" fmla="*/ 383381 h 1890712"/>
                <a:gd name="connsiteX42" fmla="*/ 531019 w 2543175"/>
                <a:gd name="connsiteY42" fmla="*/ 397669 h 1890712"/>
                <a:gd name="connsiteX43" fmla="*/ 538163 w 2543175"/>
                <a:gd name="connsiteY43" fmla="*/ 407194 h 1890712"/>
                <a:gd name="connsiteX44" fmla="*/ 554832 w 2543175"/>
                <a:gd name="connsiteY44" fmla="*/ 421481 h 1890712"/>
                <a:gd name="connsiteX45" fmla="*/ 564357 w 2543175"/>
                <a:gd name="connsiteY45" fmla="*/ 431006 h 1890712"/>
                <a:gd name="connsiteX46" fmla="*/ 573882 w 2543175"/>
                <a:gd name="connsiteY46" fmla="*/ 438150 h 1890712"/>
                <a:gd name="connsiteX47" fmla="*/ 595313 w 2543175"/>
                <a:gd name="connsiteY47" fmla="*/ 454819 h 1890712"/>
                <a:gd name="connsiteX48" fmla="*/ 602457 w 2543175"/>
                <a:gd name="connsiteY48" fmla="*/ 457200 h 1890712"/>
                <a:gd name="connsiteX49" fmla="*/ 628650 w 2543175"/>
                <a:gd name="connsiteY49" fmla="*/ 469106 h 1890712"/>
                <a:gd name="connsiteX50" fmla="*/ 645319 w 2543175"/>
                <a:gd name="connsiteY50" fmla="*/ 483394 h 1890712"/>
                <a:gd name="connsiteX51" fmla="*/ 654844 w 2543175"/>
                <a:gd name="connsiteY51" fmla="*/ 488156 h 1890712"/>
                <a:gd name="connsiteX52" fmla="*/ 661988 w 2543175"/>
                <a:gd name="connsiteY52" fmla="*/ 497681 h 1890712"/>
                <a:gd name="connsiteX53" fmla="*/ 683419 w 2543175"/>
                <a:gd name="connsiteY53" fmla="*/ 514350 h 1890712"/>
                <a:gd name="connsiteX54" fmla="*/ 700088 w 2543175"/>
                <a:gd name="connsiteY54" fmla="*/ 526256 h 1890712"/>
                <a:gd name="connsiteX55" fmla="*/ 709613 w 2543175"/>
                <a:gd name="connsiteY55" fmla="*/ 535781 h 1890712"/>
                <a:gd name="connsiteX56" fmla="*/ 719138 w 2543175"/>
                <a:gd name="connsiteY56" fmla="*/ 542925 h 1890712"/>
                <a:gd name="connsiteX57" fmla="*/ 733425 w 2543175"/>
                <a:gd name="connsiteY57" fmla="*/ 557212 h 1890712"/>
                <a:gd name="connsiteX58" fmla="*/ 750094 w 2543175"/>
                <a:gd name="connsiteY58" fmla="*/ 569119 h 1890712"/>
                <a:gd name="connsiteX59" fmla="*/ 769144 w 2543175"/>
                <a:gd name="connsiteY59" fmla="*/ 581025 h 1890712"/>
                <a:gd name="connsiteX60" fmla="*/ 785813 w 2543175"/>
                <a:gd name="connsiteY60" fmla="*/ 590550 h 1890712"/>
                <a:gd name="connsiteX61" fmla="*/ 792957 w 2543175"/>
                <a:gd name="connsiteY61" fmla="*/ 600075 h 1890712"/>
                <a:gd name="connsiteX62" fmla="*/ 809625 w 2543175"/>
                <a:gd name="connsiteY62" fmla="*/ 611981 h 1890712"/>
                <a:gd name="connsiteX63" fmla="*/ 816769 w 2543175"/>
                <a:gd name="connsiteY63" fmla="*/ 619125 h 1890712"/>
                <a:gd name="connsiteX64" fmla="*/ 826294 w 2543175"/>
                <a:gd name="connsiteY64" fmla="*/ 626269 h 1890712"/>
                <a:gd name="connsiteX65" fmla="*/ 840582 w 2543175"/>
                <a:gd name="connsiteY65" fmla="*/ 638175 h 1890712"/>
                <a:gd name="connsiteX66" fmla="*/ 847725 w 2543175"/>
                <a:gd name="connsiteY66" fmla="*/ 645319 h 1890712"/>
                <a:gd name="connsiteX67" fmla="*/ 857250 w 2543175"/>
                <a:gd name="connsiteY67" fmla="*/ 652462 h 1890712"/>
                <a:gd name="connsiteX68" fmla="*/ 864394 w 2543175"/>
                <a:gd name="connsiteY68" fmla="*/ 657225 h 1890712"/>
                <a:gd name="connsiteX69" fmla="*/ 888207 w 2543175"/>
                <a:gd name="connsiteY69" fmla="*/ 676275 h 1890712"/>
                <a:gd name="connsiteX70" fmla="*/ 895350 w 2543175"/>
                <a:gd name="connsiteY70" fmla="*/ 681037 h 1890712"/>
                <a:gd name="connsiteX71" fmla="*/ 907257 w 2543175"/>
                <a:gd name="connsiteY71" fmla="*/ 683419 h 1890712"/>
                <a:gd name="connsiteX72" fmla="*/ 928688 w 2543175"/>
                <a:gd name="connsiteY72" fmla="*/ 695325 h 1890712"/>
                <a:gd name="connsiteX73" fmla="*/ 942975 w 2543175"/>
                <a:gd name="connsiteY73" fmla="*/ 700087 h 1890712"/>
                <a:gd name="connsiteX74" fmla="*/ 964407 w 2543175"/>
                <a:gd name="connsiteY74" fmla="*/ 716756 h 1890712"/>
                <a:gd name="connsiteX75" fmla="*/ 971550 w 2543175"/>
                <a:gd name="connsiteY75" fmla="*/ 723900 h 1890712"/>
                <a:gd name="connsiteX76" fmla="*/ 983457 w 2543175"/>
                <a:gd name="connsiteY76" fmla="*/ 733425 h 1890712"/>
                <a:gd name="connsiteX77" fmla="*/ 990600 w 2543175"/>
                <a:gd name="connsiteY77" fmla="*/ 738187 h 1890712"/>
                <a:gd name="connsiteX78" fmla="*/ 1007269 w 2543175"/>
                <a:gd name="connsiteY78" fmla="*/ 752475 h 1890712"/>
                <a:gd name="connsiteX79" fmla="*/ 1031082 w 2543175"/>
                <a:gd name="connsiteY79" fmla="*/ 766762 h 1890712"/>
                <a:gd name="connsiteX80" fmla="*/ 1042988 w 2543175"/>
                <a:gd name="connsiteY80" fmla="*/ 773906 h 1890712"/>
                <a:gd name="connsiteX81" fmla="*/ 1071563 w 2543175"/>
                <a:gd name="connsiteY81" fmla="*/ 785812 h 1890712"/>
                <a:gd name="connsiteX82" fmla="*/ 1097757 w 2543175"/>
                <a:gd name="connsiteY82" fmla="*/ 807244 h 1890712"/>
                <a:gd name="connsiteX83" fmla="*/ 1104900 w 2543175"/>
                <a:gd name="connsiteY83" fmla="*/ 814387 h 1890712"/>
                <a:gd name="connsiteX84" fmla="*/ 1121569 w 2543175"/>
                <a:gd name="connsiteY84" fmla="*/ 823912 h 1890712"/>
                <a:gd name="connsiteX85" fmla="*/ 1138238 w 2543175"/>
                <a:gd name="connsiteY85" fmla="*/ 835819 h 1890712"/>
                <a:gd name="connsiteX86" fmla="*/ 1147763 w 2543175"/>
                <a:gd name="connsiteY86" fmla="*/ 842962 h 1890712"/>
                <a:gd name="connsiteX87" fmla="*/ 1157288 w 2543175"/>
                <a:gd name="connsiteY87" fmla="*/ 847725 h 1890712"/>
                <a:gd name="connsiteX88" fmla="*/ 1178719 w 2543175"/>
                <a:gd name="connsiteY88" fmla="*/ 859631 h 1890712"/>
                <a:gd name="connsiteX89" fmla="*/ 1188244 w 2543175"/>
                <a:gd name="connsiteY89" fmla="*/ 866775 h 1890712"/>
                <a:gd name="connsiteX90" fmla="*/ 1195388 w 2543175"/>
                <a:gd name="connsiteY90" fmla="*/ 871537 h 1890712"/>
                <a:gd name="connsiteX91" fmla="*/ 1212057 w 2543175"/>
                <a:gd name="connsiteY91" fmla="*/ 883444 h 1890712"/>
                <a:gd name="connsiteX92" fmla="*/ 1226344 w 2543175"/>
                <a:gd name="connsiteY92" fmla="*/ 895350 h 1890712"/>
                <a:gd name="connsiteX93" fmla="*/ 1245394 w 2543175"/>
                <a:gd name="connsiteY93" fmla="*/ 907256 h 1890712"/>
                <a:gd name="connsiteX94" fmla="*/ 1254919 w 2543175"/>
                <a:gd name="connsiteY94" fmla="*/ 914400 h 1890712"/>
                <a:gd name="connsiteX95" fmla="*/ 1269207 w 2543175"/>
                <a:gd name="connsiteY95" fmla="*/ 921544 h 1890712"/>
                <a:gd name="connsiteX96" fmla="*/ 1290638 w 2543175"/>
                <a:gd name="connsiteY96" fmla="*/ 935831 h 1890712"/>
                <a:gd name="connsiteX97" fmla="*/ 1307307 w 2543175"/>
                <a:gd name="connsiteY97" fmla="*/ 952500 h 1890712"/>
                <a:gd name="connsiteX98" fmla="*/ 1333500 w 2543175"/>
                <a:gd name="connsiteY98" fmla="*/ 971550 h 1890712"/>
                <a:gd name="connsiteX99" fmla="*/ 1359694 w 2543175"/>
                <a:gd name="connsiteY99" fmla="*/ 990600 h 1890712"/>
                <a:gd name="connsiteX100" fmla="*/ 1373982 w 2543175"/>
                <a:gd name="connsiteY100" fmla="*/ 997744 h 1890712"/>
                <a:gd name="connsiteX101" fmla="*/ 1388269 w 2543175"/>
                <a:gd name="connsiteY101" fmla="*/ 1007269 h 1890712"/>
                <a:gd name="connsiteX102" fmla="*/ 1414463 w 2543175"/>
                <a:gd name="connsiteY102" fmla="*/ 1019175 h 1890712"/>
                <a:gd name="connsiteX103" fmla="*/ 1428750 w 2543175"/>
                <a:gd name="connsiteY103" fmla="*/ 1026319 h 1890712"/>
                <a:gd name="connsiteX104" fmla="*/ 1471613 w 2543175"/>
                <a:gd name="connsiteY104" fmla="*/ 1059656 h 1890712"/>
                <a:gd name="connsiteX105" fmla="*/ 1495425 w 2543175"/>
                <a:gd name="connsiteY105" fmla="*/ 1088231 h 1890712"/>
                <a:gd name="connsiteX106" fmla="*/ 1547812 w 2543175"/>
                <a:gd name="connsiteY106" fmla="*/ 1133475 h 1890712"/>
                <a:gd name="connsiteX107" fmla="*/ 1597819 w 2543175"/>
                <a:gd name="connsiteY107" fmla="*/ 1154906 h 1890712"/>
                <a:gd name="connsiteX108" fmla="*/ 1604963 w 2543175"/>
                <a:gd name="connsiteY108" fmla="*/ 1162050 h 1890712"/>
                <a:gd name="connsiteX109" fmla="*/ 1612107 w 2543175"/>
                <a:gd name="connsiteY109" fmla="*/ 1166812 h 1890712"/>
                <a:gd name="connsiteX110" fmla="*/ 1628775 w 2543175"/>
                <a:gd name="connsiteY110" fmla="*/ 1183481 h 1890712"/>
                <a:gd name="connsiteX111" fmla="*/ 1662113 w 2543175"/>
                <a:gd name="connsiteY111" fmla="*/ 1209675 h 1890712"/>
                <a:gd name="connsiteX112" fmla="*/ 1678782 w 2543175"/>
                <a:gd name="connsiteY112" fmla="*/ 1226344 h 1890712"/>
                <a:gd name="connsiteX113" fmla="*/ 1700213 w 2543175"/>
                <a:gd name="connsiteY113" fmla="*/ 1247775 h 1890712"/>
                <a:gd name="connsiteX114" fmla="*/ 1712119 w 2543175"/>
                <a:gd name="connsiteY114" fmla="*/ 1259681 h 1890712"/>
                <a:gd name="connsiteX115" fmla="*/ 1733550 w 2543175"/>
                <a:gd name="connsiteY115" fmla="*/ 1273969 h 1890712"/>
                <a:gd name="connsiteX116" fmla="*/ 1743075 w 2543175"/>
                <a:gd name="connsiteY116" fmla="*/ 1283494 h 1890712"/>
                <a:gd name="connsiteX117" fmla="*/ 1754982 w 2543175"/>
                <a:gd name="connsiteY117" fmla="*/ 1290637 h 1890712"/>
                <a:gd name="connsiteX118" fmla="*/ 1766888 w 2543175"/>
                <a:gd name="connsiteY118" fmla="*/ 1300162 h 1890712"/>
                <a:gd name="connsiteX119" fmla="*/ 1783557 w 2543175"/>
                <a:gd name="connsiteY119" fmla="*/ 1307306 h 1890712"/>
                <a:gd name="connsiteX120" fmla="*/ 1790700 w 2543175"/>
                <a:gd name="connsiteY120" fmla="*/ 1312069 h 1890712"/>
                <a:gd name="connsiteX121" fmla="*/ 1800225 w 2543175"/>
                <a:gd name="connsiteY121" fmla="*/ 1319212 h 1890712"/>
                <a:gd name="connsiteX122" fmla="*/ 1807369 w 2543175"/>
                <a:gd name="connsiteY122" fmla="*/ 1321594 h 1890712"/>
                <a:gd name="connsiteX123" fmla="*/ 1824038 w 2543175"/>
                <a:gd name="connsiteY123" fmla="*/ 1333500 h 1890712"/>
                <a:gd name="connsiteX124" fmla="*/ 1843088 w 2543175"/>
                <a:gd name="connsiteY124" fmla="*/ 1352550 h 1890712"/>
                <a:gd name="connsiteX125" fmla="*/ 1852613 w 2543175"/>
                <a:gd name="connsiteY125" fmla="*/ 1359694 h 1890712"/>
                <a:gd name="connsiteX126" fmla="*/ 1859757 w 2543175"/>
                <a:gd name="connsiteY126" fmla="*/ 1366837 h 1890712"/>
                <a:gd name="connsiteX127" fmla="*/ 1869282 w 2543175"/>
                <a:gd name="connsiteY127" fmla="*/ 1371600 h 1890712"/>
                <a:gd name="connsiteX128" fmla="*/ 1883569 w 2543175"/>
                <a:gd name="connsiteY128" fmla="*/ 1388269 h 1890712"/>
                <a:gd name="connsiteX129" fmla="*/ 1893094 w 2543175"/>
                <a:gd name="connsiteY129" fmla="*/ 1395412 h 1890712"/>
                <a:gd name="connsiteX130" fmla="*/ 1902619 w 2543175"/>
                <a:gd name="connsiteY130" fmla="*/ 1404937 h 1890712"/>
                <a:gd name="connsiteX131" fmla="*/ 1912144 w 2543175"/>
                <a:gd name="connsiteY131" fmla="*/ 1409700 h 1890712"/>
                <a:gd name="connsiteX132" fmla="*/ 1931194 w 2543175"/>
                <a:gd name="connsiteY132" fmla="*/ 1421606 h 1890712"/>
                <a:gd name="connsiteX133" fmla="*/ 1935957 w 2543175"/>
                <a:gd name="connsiteY133" fmla="*/ 1428750 h 1890712"/>
                <a:gd name="connsiteX134" fmla="*/ 1952625 w 2543175"/>
                <a:gd name="connsiteY134" fmla="*/ 1438275 h 1890712"/>
                <a:gd name="connsiteX135" fmla="*/ 1971675 w 2543175"/>
                <a:gd name="connsiteY135" fmla="*/ 1450181 h 1890712"/>
                <a:gd name="connsiteX136" fmla="*/ 1981200 w 2543175"/>
                <a:gd name="connsiteY136" fmla="*/ 1454944 h 1890712"/>
                <a:gd name="connsiteX137" fmla="*/ 1997869 w 2543175"/>
                <a:gd name="connsiteY137" fmla="*/ 1471612 h 1890712"/>
                <a:gd name="connsiteX138" fmla="*/ 2007394 w 2543175"/>
                <a:gd name="connsiteY138" fmla="*/ 1478756 h 1890712"/>
                <a:gd name="connsiteX139" fmla="*/ 2016919 w 2543175"/>
                <a:gd name="connsiteY139" fmla="*/ 1483519 h 1890712"/>
                <a:gd name="connsiteX140" fmla="*/ 2024063 w 2543175"/>
                <a:gd name="connsiteY140" fmla="*/ 1490662 h 1890712"/>
                <a:gd name="connsiteX141" fmla="*/ 2033588 w 2543175"/>
                <a:gd name="connsiteY141" fmla="*/ 1495425 h 1890712"/>
                <a:gd name="connsiteX142" fmla="*/ 2040732 w 2543175"/>
                <a:gd name="connsiteY142" fmla="*/ 1502569 h 1890712"/>
                <a:gd name="connsiteX143" fmla="*/ 2047875 w 2543175"/>
                <a:gd name="connsiteY143" fmla="*/ 1507331 h 1890712"/>
                <a:gd name="connsiteX144" fmla="*/ 2057400 w 2543175"/>
                <a:gd name="connsiteY144" fmla="*/ 1514475 h 1890712"/>
                <a:gd name="connsiteX145" fmla="*/ 2064544 w 2543175"/>
                <a:gd name="connsiteY145" fmla="*/ 1519237 h 1890712"/>
                <a:gd name="connsiteX146" fmla="*/ 2071688 w 2543175"/>
                <a:gd name="connsiteY146" fmla="*/ 1526381 h 1890712"/>
                <a:gd name="connsiteX147" fmla="*/ 2081213 w 2543175"/>
                <a:gd name="connsiteY147" fmla="*/ 1531144 h 1890712"/>
                <a:gd name="connsiteX148" fmla="*/ 2090738 w 2543175"/>
                <a:gd name="connsiteY148" fmla="*/ 1538287 h 1890712"/>
                <a:gd name="connsiteX149" fmla="*/ 2109788 w 2543175"/>
                <a:gd name="connsiteY149" fmla="*/ 1547812 h 1890712"/>
                <a:gd name="connsiteX150" fmla="*/ 2131219 w 2543175"/>
                <a:gd name="connsiteY150" fmla="*/ 1562100 h 1890712"/>
                <a:gd name="connsiteX151" fmla="*/ 2140744 w 2543175"/>
                <a:gd name="connsiteY151" fmla="*/ 1566862 h 1890712"/>
                <a:gd name="connsiteX152" fmla="*/ 2152650 w 2543175"/>
                <a:gd name="connsiteY152" fmla="*/ 1576387 h 1890712"/>
                <a:gd name="connsiteX153" fmla="*/ 2181225 w 2543175"/>
                <a:gd name="connsiteY153" fmla="*/ 1590675 h 1890712"/>
                <a:gd name="connsiteX154" fmla="*/ 2200275 w 2543175"/>
                <a:gd name="connsiteY154" fmla="*/ 1607344 h 1890712"/>
                <a:gd name="connsiteX155" fmla="*/ 2207419 w 2543175"/>
                <a:gd name="connsiteY155" fmla="*/ 1612106 h 1890712"/>
                <a:gd name="connsiteX156" fmla="*/ 2216944 w 2543175"/>
                <a:gd name="connsiteY156" fmla="*/ 1619250 h 1890712"/>
                <a:gd name="connsiteX157" fmla="*/ 2224088 w 2543175"/>
                <a:gd name="connsiteY157" fmla="*/ 1624012 h 1890712"/>
                <a:gd name="connsiteX158" fmla="*/ 2247900 w 2543175"/>
                <a:gd name="connsiteY158" fmla="*/ 1643062 h 1890712"/>
                <a:gd name="connsiteX159" fmla="*/ 2255044 w 2543175"/>
                <a:gd name="connsiteY159" fmla="*/ 1650206 h 1890712"/>
                <a:gd name="connsiteX160" fmla="*/ 2281238 w 2543175"/>
                <a:gd name="connsiteY160" fmla="*/ 1664494 h 1890712"/>
                <a:gd name="connsiteX161" fmla="*/ 2297907 w 2543175"/>
                <a:gd name="connsiteY161" fmla="*/ 1674019 h 1890712"/>
                <a:gd name="connsiteX162" fmla="*/ 2312194 w 2543175"/>
                <a:gd name="connsiteY162" fmla="*/ 1685925 h 1890712"/>
                <a:gd name="connsiteX163" fmla="*/ 2328863 w 2543175"/>
                <a:gd name="connsiteY163" fmla="*/ 1697831 h 1890712"/>
                <a:gd name="connsiteX164" fmla="*/ 2350294 w 2543175"/>
                <a:gd name="connsiteY164" fmla="*/ 1712119 h 1890712"/>
                <a:gd name="connsiteX165" fmla="*/ 2369344 w 2543175"/>
                <a:gd name="connsiteY165" fmla="*/ 1724025 h 1890712"/>
                <a:gd name="connsiteX166" fmla="*/ 2428876 w 2543175"/>
                <a:gd name="connsiteY166" fmla="*/ 1785938 h 1890712"/>
                <a:gd name="connsiteX167" fmla="*/ 2466975 w 2543175"/>
                <a:gd name="connsiteY167" fmla="*/ 1783556 h 1890712"/>
                <a:gd name="connsiteX168" fmla="*/ 2481263 w 2543175"/>
                <a:gd name="connsiteY168" fmla="*/ 1795462 h 1890712"/>
                <a:gd name="connsiteX169" fmla="*/ 2486025 w 2543175"/>
                <a:gd name="connsiteY169" fmla="*/ 1802606 h 1890712"/>
                <a:gd name="connsiteX170" fmla="*/ 2514600 w 2543175"/>
                <a:gd name="connsiteY170" fmla="*/ 1850231 h 1890712"/>
                <a:gd name="connsiteX171" fmla="*/ 2519363 w 2543175"/>
                <a:gd name="connsiteY171" fmla="*/ 1857375 h 1890712"/>
                <a:gd name="connsiteX172" fmla="*/ 2540794 w 2543175"/>
                <a:gd name="connsiteY172" fmla="*/ 1883569 h 1890712"/>
                <a:gd name="connsiteX173" fmla="*/ 2543175 w 2543175"/>
                <a:gd name="connsiteY173" fmla="*/ 1890712 h 1890712"/>
                <a:gd name="connsiteX0" fmla="*/ 0 w 2543175"/>
                <a:gd name="connsiteY0" fmla="*/ 0 h 1890712"/>
                <a:gd name="connsiteX1" fmla="*/ 11907 w 2543175"/>
                <a:gd name="connsiteY1" fmla="*/ 11906 h 1890712"/>
                <a:gd name="connsiteX2" fmla="*/ 21432 w 2543175"/>
                <a:gd name="connsiteY2" fmla="*/ 16669 h 1890712"/>
                <a:gd name="connsiteX3" fmla="*/ 23813 w 2543175"/>
                <a:gd name="connsiteY3" fmla="*/ 23812 h 1890712"/>
                <a:gd name="connsiteX4" fmla="*/ 33338 w 2543175"/>
                <a:gd name="connsiteY4" fmla="*/ 33337 h 1890712"/>
                <a:gd name="connsiteX5" fmla="*/ 40482 w 2543175"/>
                <a:gd name="connsiteY5" fmla="*/ 42862 h 1890712"/>
                <a:gd name="connsiteX6" fmla="*/ 47625 w 2543175"/>
                <a:gd name="connsiteY6" fmla="*/ 47625 h 1890712"/>
                <a:gd name="connsiteX7" fmla="*/ 57150 w 2543175"/>
                <a:gd name="connsiteY7" fmla="*/ 54769 h 1890712"/>
                <a:gd name="connsiteX8" fmla="*/ 64294 w 2543175"/>
                <a:gd name="connsiteY8" fmla="*/ 59531 h 1890712"/>
                <a:gd name="connsiteX9" fmla="*/ 83344 w 2543175"/>
                <a:gd name="connsiteY9" fmla="*/ 73819 h 1890712"/>
                <a:gd name="connsiteX10" fmla="*/ 97632 w 2543175"/>
                <a:gd name="connsiteY10" fmla="*/ 80962 h 1890712"/>
                <a:gd name="connsiteX11" fmla="*/ 104775 w 2543175"/>
                <a:gd name="connsiteY11" fmla="*/ 85725 h 1890712"/>
                <a:gd name="connsiteX12" fmla="*/ 114300 w 2543175"/>
                <a:gd name="connsiteY12" fmla="*/ 95250 h 1890712"/>
                <a:gd name="connsiteX13" fmla="*/ 123825 w 2543175"/>
                <a:gd name="connsiteY13" fmla="*/ 97631 h 1890712"/>
                <a:gd name="connsiteX14" fmla="*/ 130969 w 2543175"/>
                <a:gd name="connsiteY14" fmla="*/ 104775 h 1890712"/>
                <a:gd name="connsiteX15" fmla="*/ 140494 w 2543175"/>
                <a:gd name="connsiteY15" fmla="*/ 111919 h 1890712"/>
                <a:gd name="connsiteX16" fmla="*/ 147638 w 2543175"/>
                <a:gd name="connsiteY16" fmla="*/ 116681 h 1890712"/>
                <a:gd name="connsiteX17" fmla="*/ 164307 w 2543175"/>
                <a:gd name="connsiteY17" fmla="*/ 128587 h 1890712"/>
                <a:gd name="connsiteX18" fmla="*/ 180975 w 2543175"/>
                <a:gd name="connsiteY18" fmla="*/ 140494 h 1890712"/>
                <a:gd name="connsiteX19" fmla="*/ 197644 w 2543175"/>
                <a:gd name="connsiteY19" fmla="*/ 152400 h 1890712"/>
                <a:gd name="connsiteX20" fmla="*/ 204788 w 2543175"/>
                <a:gd name="connsiteY20" fmla="*/ 157162 h 1890712"/>
                <a:gd name="connsiteX21" fmla="*/ 214313 w 2543175"/>
                <a:gd name="connsiteY21" fmla="*/ 164306 h 1890712"/>
                <a:gd name="connsiteX22" fmla="*/ 230982 w 2543175"/>
                <a:gd name="connsiteY22" fmla="*/ 180975 h 1890712"/>
                <a:gd name="connsiteX23" fmla="*/ 247650 w 2543175"/>
                <a:gd name="connsiteY23" fmla="*/ 185737 h 1890712"/>
                <a:gd name="connsiteX24" fmla="*/ 302419 w 2543175"/>
                <a:gd name="connsiteY24" fmla="*/ 204787 h 1890712"/>
                <a:gd name="connsiteX25" fmla="*/ 333375 w 2543175"/>
                <a:gd name="connsiteY25" fmla="*/ 228600 h 1890712"/>
                <a:gd name="connsiteX26" fmla="*/ 340519 w 2543175"/>
                <a:gd name="connsiteY26" fmla="*/ 233362 h 1890712"/>
                <a:gd name="connsiteX27" fmla="*/ 354807 w 2543175"/>
                <a:gd name="connsiteY27" fmla="*/ 247650 h 1890712"/>
                <a:gd name="connsiteX28" fmla="*/ 366713 w 2543175"/>
                <a:gd name="connsiteY28" fmla="*/ 264319 h 1890712"/>
                <a:gd name="connsiteX29" fmla="*/ 371475 w 2543175"/>
                <a:gd name="connsiteY29" fmla="*/ 271462 h 1890712"/>
                <a:gd name="connsiteX30" fmla="*/ 378619 w 2543175"/>
                <a:gd name="connsiteY30" fmla="*/ 276225 h 1890712"/>
                <a:gd name="connsiteX31" fmla="*/ 385763 w 2543175"/>
                <a:gd name="connsiteY31" fmla="*/ 283369 h 1890712"/>
                <a:gd name="connsiteX32" fmla="*/ 404813 w 2543175"/>
                <a:gd name="connsiteY32" fmla="*/ 295275 h 1890712"/>
                <a:gd name="connsiteX33" fmla="*/ 411957 w 2543175"/>
                <a:gd name="connsiteY33" fmla="*/ 297656 h 1890712"/>
                <a:gd name="connsiteX34" fmla="*/ 466725 w 2543175"/>
                <a:gd name="connsiteY34" fmla="*/ 328612 h 1890712"/>
                <a:gd name="connsiteX35" fmla="*/ 476250 w 2543175"/>
                <a:gd name="connsiteY35" fmla="*/ 335756 h 1890712"/>
                <a:gd name="connsiteX36" fmla="*/ 481013 w 2543175"/>
                <a:gd name="connsiteY36" fmla="*/ 342900 h 1890712"/>
                <a:gd name="connsiteX37" fmla="*/ 490538 w 2543175"/>
                <a:gd name="connsiteY37" fmla="*/ 352425 h 1890712"/>
                <a:gd name="connsiteX38" fmla="*/ 495300 w 2543175"/>
                <a:gd name="connsiteY38" fmla="*/ 359569 h 1890712"/>
                <a:gd name="connsiteX39" fmla="*/ 509588 w 2543175"/>
                <a:gd name="connsiteY39" fmla="*/ 376237 h 1890712"/>
                <a:gd name="connsiteX40" fmla="*/ 514350 w 2543175"/>
                <a:gd name="connsiteY40" fmla="*/ 383381 h 1890712"/>
                <a:gd name="connsiteX41" fmla="*/ 531019 w 2543175"/>
                <a:gd name="connsiteY41" fmla="*/ 397669 h 1890712"/>
                <a:gd name="connsiteX42" fmla="*/ 538163 w 2543175"/>
                <a:gd name="connsiteY42" fmla="*/ 407194 h 1890712"/>
                <a:gd name="connsiteX43" fmla="*/ 554832 w 2543175"/>
                <a:gd name="connsiteY43" fmla="*/ 421481 h 1890712"/>
                <a:gd name="connsiteX44" fmla="*/ 564357 w 2543175"/>
                <a:gd name="connsiteY44" fmla="*/ 431006 h 1890712"/>
                <a:gd name="connsiteX45" fmla="*/ 573882 w 2543175"/>
                <a:gd name="connsiteY45" fmla="*/ 438150 h 1890712"/>
                <a:gd name="connsiteX46" fmla="*/ 595313 w 2543175"/>
                <a:gd name="connsiteY46" fmla="*/ 454819 h 1890712"/>
                <a:gd name="connsiteX47" fmla="*/ 602457 w 2543175"/>
                <a:gd name="connsiteY47" fmla="*/ 457200 h 1890712"/>
                <a:gd name="connsiteX48" fmla="*/ 628650 w 2543175"/>
                <a:gd name="connsiteY48" fmla="*/ 469106 h 1890712"/>
                <a:gd name="connsiteX49" fmla="*/ 645319 w 2543175"/>
                <a:gd name="connsiteY49" fmla="*/ 483394 h 1890712"/>
                <a:gd name="connsiteX50" fmla="*/ 654844 w 2543175"/>
                <a:gd name="connsiteY50" fmla="*/ 488156 h 1890712"/>
                <a:gd name="connsiteX51" fmla="*/ 661988 w 2543175"/>
                <a:gd name="connsiteY51" fmla="*/ 497681 h 1890712"/>
                <a:gd name="connsiteX52" fmla="*/ 683419 w 2543175"/>
                <a:gd name="connsiteY52" fmla="*/ 514350 h 1890712"/>
                <a:gd name="connsiteX53" fmla="*/ 700088 w 2543175"/>
                <a:gd name="connsiteY53" fmla="*/ 526256 h 1890712"/>
                <a:gd name="connsiteX54" fmla="*/ 709613 w 2543175"/>
                <a:gd name="connsiteY54" fmla="*/ 535781 h 1890712"/>
                <a:gd name="connsiteX55" fmla="*/ 719138 w 2543175"/>
                <a:gd name="connsiteY55" fmla="*/ 542925 h 1890712"/>
                <a:gd name="connsiteX56" fmla="*/ 733425 w 2543175"/>
                <a:gd name="connsiteY56" fmla="*/ 557212 h 1890712"/>
                <a:gd name="connsiteX57" fmla="*/ 750094 w 2543175"/>
                <a:gd name="connsiteY57" fmla="*/ 569119 h 1890712"/>
                <a:gd name="connsiteX58" fmla="*/ 769144 w 2543175"/>
                <a:gd name="connsiteY58" fmla="*/ 581025 h 1890712"/>
                <a:gd name="connsiteX59" fmla="*/ 785813 w 2543175"/>
                <a:gd name="connsiteY59" fmla="*/ 590550 h 1890712"/>
                <a:gd name="connsiteX60" fmla="*/ 792957 w 2543175"/>
                <a:gd name="connsiteY60" fmla="*/ 600075 h 1890712"/>
                <a:gd name="connsiteX61" fmla="*/ 809625 w 2543175"/>
                <a:gd name="connsiteY61" fmla="*/ 611981 h 1890712"/>
                <a:gd name="connsiteX62" fmla="*/ 816769 w 2543175"/>
                <a:gd name="connsiteY62" fmla="*/ 619125 h 1890712"/>
                <a:gd name="connsiteX63" fmla="*/ 826294 w 2543175"/>
                <a:gd name="connsiteY63" fmla="*/ 626269 h 1890712"/>
                <a:gd name="connsiteX64" fmla="*/ 840582 w 2543175"/>
                <a:gd name="connsiteY64" fmla="*/ 638175 h 1890712"/>
                <a:gd name="connsiteX65" fmla="*/ 847725 w 2543175"/>
                <a:gd name="connsiteY65" fmla="*/ 645319 h 1890712"/>
                <a:gd name="connsiteX66" fmla="*/ 857250 w 2543175"/>
                <a:gd name="connsiteY66" fmla="*/ 652462 h 1890712"/>
                <a:gd name="connsiteX67" fmla="*/ 864394 w 2543175"/>
                <a:gd name="connsiteY67" fmla="*/ 657225 h 1890712"/>
                <a:gd name="connsiteX68" fmla="*/ 888207 w 2543175"/>
                <a:gd name="connsiteY68" fmla="*/ 676275 h 1890712"/>
                <a:gd name="connsiteX69" fmla="*/ 895350 w 2543175"/>
                <a:gd name="connsiteY69" fmla="*/ 681037 h 1890712"/>
                <a:gd name="connsiteX70" fmla="*/ 907257 w 2543175"/>
                <a:gd name="connsiteY70" fmla="*/ 683419 h 1890712"/>
                <a:gd name="connsiteX71" fmla="*/ 928688 w 2543175"/>
                <a:gd name="connsiteY71" fmla="*/ 695325 h 1890712"/>
                <a:gd name="connsiteX72" fmla="*/ 942975 w 2543175"/>
                <a:gd name="connsiteY72" fmla="*/ 700087 h 1890712"/>
                <a:gd name="connsiteX73" fmla="*/ 964407 w 2543175"/>
                <a:gd name="connsiteY73" fmla="*/ 716756 h 1890712"/>
                <a:gd name="connsiteX74" fmla="*/ 971550 w 2543175"/>
                <a:gd name="connsiteY74" fmla="*/ 723900 h 1890712"/>
                <a:gd name="connsiteX75" fmla="*/ 983457 w 2543175"/>
                <a:gd name="connsiteY75" fmla="*/ 733425 h 1890712"/>
                <a:gd name="connsiteX76" fmla="*/ 990600 w 2543175"/>
                <a:gd name="connsiteY76" fmla="*/ 738187 h 1890712"/>
                <a:gd name="connsiteX77" fmla="*/ 1007269 w 2543175"/>
                <a:gd name="connsiteY77" fmla="*/ 752475 h 1890712"/>
                <a:gd name="connsiteX78" fmla="*/ 1031082 w 2543175"/>
                <a:gd name="connsiteY78" fmla="*/ 766762 h 1890712"/>
                <a:gd name="connsiteX79" fmla="*/ 1042988 w 2543175"/>
                <a:gd name="connsiteY79" fmla="*/ 773906 h 1890712"/>
                <a:gd name="connsiteX80" fmla="*/ 1071563 w 2543175"/>
                <a:gd name="connsiteY80" fmla="*/ 785812 h 1890712"/>
                <a:gd name="connsiteX81" fmla="*/ 1097757 w 2543175"/>
                <a:gd name="connsiteY81" fmla="*/ 807244 h 1890712"/>
                <a:gd name="connsiteX82" fmla="*/ 1104900 w 2543175"/>
                <a:gd name="connsiteY82" fmla="*/ 814387 h 1890712"/>
                <a:gd name="connsiteX83" fmla="*/ 1121569 w 2543175"/>
                <a:gd name="connsiteY83" fmla="*/ 823912 h 1890712"/>
                <a:gd name="connsiteX84" fmla="*/ 1138238 w 2543175"/>
                <a:gd name="connsiteY84" fmla="*/ 835819 h 1890712"/>
                <a:gd name="connsiteX85" fmla="*/ 1147763 w 2543175"/>
                <a:gd name="connsiteY85" fmla="*/ 842962 h 1890712"/>
                <a:gd name="connsiteX86" fmla="*/ 1157288 w 2543175"/>
                <a:gd name="connsiteY86" fmla="*/ 847725 h 1890712"/>
                <a:gd name="connsiteX87" fmla="*/ 1178719 w 2543175"/>
                <a:gd name="connsiteY87" fmla="*/ 859631 h 1890712"/>
                <a:gd name="connsiteX88" fmla="*/ 1188244 w 2543175"/>
                <a:gd name="connsiteY88" fmla="*/ 866775 h 1890712"/>
                <a:gd name="connsiteX89" fmla="*/ 1195388 w 2543175"/>
                <a:gd name="connsiteY89" fmla="*/ 871537 h 1890712"/>
                <a:gd name="connsiteX90" fmla="*/ 1212057 w 2543175"/>
                <a:gd name="connsiteY90" fmla="*/ 883444 h 1890712"/>
                <a:gd name="connsiteX91" fmla="*/ 1226344 w 2543175"/>
                <a:gd name="connsiteY91" fmla="*/ 895350 h 1890712"/>
                <a:gd name="connsiteX92" fmla="*/ 1245394 w 2543175"/>
                <a:gd name="connsiteY92" fmla="*/ 907256 h 1890712"/>
                <a:gd name="connsiteX93" fmla="*/ 1254919 w 2543175"/>
                <a:gd name="connsiteY93" fmla="*/ 914400 h 1890712"/>
                <a:gd name="connsiteX94" fmla="*/ 1269207 w 2543175"/>
                <a:gd name="connsiteY94" fmla="*/ 921544 h 1890712"/>
                <a:gd name="connsiteX95" fmla="*/ 1290638 w 2543175"/>
                <a:gd name="connsiteY95" fmla="*/ 935831 h 1890712"/>
                <a:gd name="connsiteX96" fmla="*/ 1307307 w 2543175"/>
                <a:gd name="connsiteY96" fmla="*/ 952500 h 1890712"/>
                <a:gd name="connsiteX97" fmla="*/ 1333500 w 2543175"/>
                <a:gd name="connsiteY97" fmla="*/ 971550 h 1890712"/>
                <a:gd name="connsiteX98" fmla="*/ 1359694 w 2543175"/>
                <a:gd name="connsiteY98" fmla="*/ 990600 h 1890712"/>
                <a:gd name="connsiteX99" fmla="*/ 1373982 w 2543175"/>
                <a:gd name="connsiteY99" fmla="*/ 997744 h 1890712"/>
                <a:gd name="connsiteX100" fmla="*/ 1388269 w 2543175"/>
                <a:gd name="connsiteY100" fmla="*/ 1007269 h 1890712"/>
                <a:gd name="connsiteX101" fmla="*/ 1414463 w 2543175"/>
                <a:gd name="connsiteY101" fmla="*/ 1019175 h 1890712"/>
                <a:gd name="connsiteX102" fmla="*/ 1428750 w 2543175"/>
                <a:gd name="connsiteY102" fmla="*/ 1026319 h 1890712"/>
                <a:gd name="connsiteX103" fmla="*/ 1471613 w 2543175"/>
                <a:gd name="connsiteY103" fmla="*/ 1059656 h 1890712"/>
                <a:gd name="connsiteX104" fmla="*/ 1495425 w 2543175"/>
                <a:gd name="connsiteY104" fmla="*/ 1088231 h 1890712"/>
                <a:gd name="connsiteX105" fmla="*/ 1547812 w 2543175"/>
                <a:gd name="connsiteY105" fmla="*/ 1133475 h 1890712"/>
                <a:gd name="connsiteX106" fmla="*/ 1597819 w 2543175"/>
                <a:gd name="connsiteY106" fmla="*/ 1154906 h 1890712"/>
                <a:gd name="connsiteX107" fmla="*/ 1604963 w 2543175"/>
                <a:gd name="connsiteY107" fmla="*/ 1162050 h 1890712"/>
                <a:gd name="connsiteX108" fmla="*/ 1612107 w 2543175"/>
                <a:gd name="connsiteY108" fmla="*/ 1166812 h 1890712"/>
                <a:gd name="connsiteX109" fmla="*/ 1628775 w 2543175"/>
                <a:gd name="connsiteY109" fmla="*/ 1183481 h 1890712"/>
                <a:gd name="connsiteX110" fmla="*/ 1662113 w 2543175"/>
                <a:gd name="connsiteY110" fmla="*/ 1209675 h 1890712"/>
                <a:gd name="connsiteX111" fmla="*/ 1678782 w 2543175"/>
                <a:gd name="connsiteY111" fmla="*/ 1226344 h 1890712"/>
                <a:gd name="connsiteX112" fmla="*/ 1700213 w 2543175"/>
                <a:gd name="connsiteY112" fmla="*/ 1247775 h 1890712"/>
                <a:gd name="connsiteX113" fmla="*/ 1712119 w 2543175"/>
                <a:gd name="connsiteY113" fmla="*/ 1259681 h 1890712"/>
                <a:gd name="connsiteX114" fmla="*/ 1733550 w 2543175"/>
                <a:gd name="connsiteY114" fmla="*/ 1273969 h 1890712"/>
                <a:gd name="connsiteX115" fmla="*/ 1743075 w 2543175"/>
                <a:gd name="connsiteY115" fmla="*/ 1283494 h 1890712"/>
                <a:gd name="connsiteX116" fmla="*/ 1754982 w 2543175"/>
                <a:gd name="connsiteY116" fmla="*/ 1290637 h 1890712"/>
                <a:gd name="connsiteX117" fmla="*/ 1766888 w 2543175"/>
                <a:gd name="connsiteY117" fmla="*/ 1300162 h 1890712"/>
                <a:gd name="connsiteX118" fmla="*/ 1783557 w 2543175"/>
                <a:gd name="connsiteY118" fmla="*/ 1307306 h 1890712"/>
                <a:gd name="connsiteX119" fmla="*/ 1790700 w 2543175"/>
                <a:gd name="connsiteY119" fmla="*/ 1312069 h 1890712"/>
                <a:gd name="connsiteX120" fmla="*/ 1800225 w 2543175"/>
                <a:gd name="connsiteY120" fmla="*/ 1319212 h 1890712"/>
                <a:gd name="connsiteX121" fmla="*/ 1807369 w 2543175"/>
                <a:gd name="connsiteY121" fmla="*/ 1321594 h 1890712"/>
                <a:gd name="connsiteX122" fmla="*/ 1824038 w 2543175"/>
                <a:gd name="connsiteY122" fmla="*/ 1333500 h 1890712"/>
                <a:gd name="connsiteX123" fmla="*/ 1843088 w 2543175"/>
                <a:gd name="connsiteY123" fmla="*/ 1352550 h 1890712"/>
                <a:gd name="connsiteX124" fmla="*/ 1852613 w 2543175"/>
                <a:gd name="connsiteY124" fmla="*/ 1359694 h 1890712"/>
                <a:gd name="connsiteX125" fmla="*/ 1859757 w 2543175"/>
                <a:gd name="connsiteY125" fmla="*/ 1366837 h 1890712"/>
                <a:gd name="connsiteX126" fmla="*/ 1869282 w 2543175"/>
                <a:gd name="connsiteY126" fmla="*/ 1371600 h 1890712"/>
                <a:gd name="connsiteX127" fmla="*/ 1883569 w 2543175"/>
                <a:gd name="connsiteY127" fmla="*/ 1388269 h 1890712"/>
                <a:gd name="connsiteX128" fmla="*/ 1893094 w 2543175"/>
                <a:gd name="connsiteY128" fmla="*/ 1395412 h 1890712"/>
                <a:gd name="connsiteX129" fmla="*/ 1902619 w 2543175"/>
                <a:gd name="connsiteY129" fmla="*/ 1404937 h 1890712"/>
                <a:gd name="connsiteX130" fmla="*/ 1912144 w 2543175"/>
                <a:gd name="connsiteY130" fmla="*/ 1409700 h 1890712"/>
                <a:gd name="connsiteX131" fmla="*/ 1931194 w 2543175"/>
                <a:gd name="connsiteY131" fmla="*/ 1421606 h 1890712"/>
                <a:gd name="connsiteX132" fmla="*/ 1935957 w 2543175"/>
                <a:gd name="connsiteY132" fmla="*/ 1428750 h 1890712"/>
                <a:gd name="connsiteX133" fmla="*/ 1952625 w 2543175"/>
                <a:gd name="connsiteY133" fmla="*/ 1438275 h 1890712"/>
                <a:gd name="connsiteX134" fmla="*/ 1971675 w 2543175"/>
                <a:gd name="connsiteY134" fmla="*/ 1450181 h 1890712"/>
                <a:gd name="connsiteX135" fmla="*/ 1981200 w 2543175"/>
                <a:gd name="connsiteY135" fmla="*/ 1454944 h 1890712"/>
                <a:gd name="connsiteX136" fmla="*/ 1997869 w 2543175"/>
                <a:gd name="connsiteY136" fmla="*/ 1471612 h 1890712"/>
                <a:gd name="connsiteX137" fmla="*/ 2007394 w 2543175"/>
                <a:gd name="connsiteY137" fmla="*/ 1478756 h 1890712"/>
                <a:gd name="connsiteX138" fmla="*/ 2016919 w 2543175"/>
                <a:gd name="connsiteY138" fmla="*/ 1483519 h 1890712"/>
                <a:gd name="connsiteX139" fmla="*/ 2024063 w 2543175"/>
                <a:gd name="connsiteY139" fmla="*/ 1490662 h 1890712"/>
                <a:gd name="connsiteX140" fmla="*/ 2033588 w 2543175"/>
                <a:gd name="connsiteY140" fmla="*/ 1495425 h 1890712"/>
                <a:gd name="connsiteX141" fmla="*/ 2040732 w 2543175"/>
                <a:gd name="connsiteY141" fmla="*/ 1502569 h 1890712"/>
                <a:gd name="connsiteX142" fmla="*/ 2047875 w 2543175"/>
                <a:gd name="connsiteY142" fmla="*/ 1507331 h 1890712"/>
                <a:gd name="connsiteX143" fmla="*/ 2057400 w 2543175"/>
                <a:gd name="connsiteY143" fmla="*/ 1514475 h 1890712"/>
                <a:gd name="connsiteX144" fmla="*/ 2064544 w 2543175"/>
                <a:gd name="connsiteY144" fmla="*/ 1519237 h 1890712"/>
                <a:gd name="connsiteX145" fmla="*/ 2071688 w 2543175"/>
                <a:gd name="connsiteY145" fmla="*/ 1526381 h 1890712"/>
                <a:gd name="connsiteX146" fmla="*/ 2081213 w 2543175"/>
                <a:gd name="connsiteY146" fmla="*/ 1531144 h 1890712"/>
                <a:gd name="connsiteX147" fmla="*/ 2090738 w 2543175"/>
                <a:gd name="connsiteY147" fmla="*/ 1538287 h 1890712"/>
                <a:gd name="connsiteX148" fmla="*/ 2109788 w 2543175"/>
                <a:gd name="connsiteY148" fmla="*/ 1547812 h 1890712"/>
                <a:gd name="connsiteX149" fmla="*/ 2131219 w 2543175"/>
                <a:gd name="connsiteY149" fmla="*/ 1562100 h 1890712"/>
                <a:gd name="connsiteX150" fmla="*/ 2140744 w 2543175"/>
                <a:gd name="connsiteY150" fmla="*/ 1566862 h 1890712"/>
                <a:gd name="connsiteX151" fmla="*/ 2152650 w 2543175"/>
                <a:gd name="connsiteY151" fmla="*/ 1576387 h 1890712"/>
                <a:gd name="connsiteX152" fmla="*/ 2181225 w 2543175"/>
                <a:gd name="connsiteY152" fmla="*/ 1590675 h 1890712"/>
                <a:gd name="connsiteX153" fmla="*/ 2200275 w 2543175"/>
                <a:gd name="connsiteY153" fmla="*/ 1607344 h 1890712"/>
                <a:gd name="connsiteX154" fmla="*/ 2207419 w 2543175"/>
                <a:gd name="connsiteY154" fmla="*/ 1612106 h 1890712"/>
                <a:gd name="connsiteX155" fmla="*/ 2216944 w 2543175"/>
                <a:gd name="connsiteY155" fmla="*/ 1619250 h 1890712"/>
                <a:gd name="connsiteX156" fmla="*/ 2224088 w 2543175"/>
                <a:gd name="connsiteY156" fmla="*/ 1624012 h 1890712"/>
                <a:gd name="connsiteX157" fmla="*/ 2247900 w 2543175"/>
                <a:gd name="connsiteY157" fmla="*/ 1643062 h 1890712"/>
                <a:gd name="connsiteX158" fmla="*/ 2255044 w 2543175"/>
                <a:gd name="connsiteY158" fmla="*/ 1650206 h 1890712"/>
                <a:gd name="connsiteX159" fmla="*/ 2281238 w 2543175"/>
                <a:gd name="connsiteY159" fmla="*/ 1664494 h 1890712"/>
                <a:gd name="connsiteX160" fmla="*/ 2297907 w 2543175"/>
                <a:gd name="connsiteY160" fmla="*/ 1674019 h 1890712"/>
                <a:gd name="connsiteX161" fmla="*/ 2312194 w 2543175"/>
                <a:gd name="connsiteY161" fmla="*/ 1685925 h 1890712"/>
                <a:gd name="connsiteX162" fmla="*/ 2328863 w 2543175"/>
                <a:gd name="connsiteY162" fmla="*/ 1697831 h 1890712"/>
                <a:gd name="connsiteX163" fmla="*/ 2350294 w 2543175"/>
                <a:gd name="connsiteY163" fmla="*/ 1712119 h 1890712"/>
                <a:gd name="connsiteX164" fmla="*/ 2369344 w 2543175"/>
                <a:gd name="connsiteY164" fmla="*/ 1724025 h 1890712"/>
                <a:gd name="connsiteX165" fmla="*/ 2428876 w 2543175"/>
                <a:gd name="connsiteY165" fmla="*/ 1785938 h 1890712"/>
                <a:gd name="connsiteX166" fmla="*/ 2466975 w 2543175"/>
                <a:gd name="connsiteY166" fmla="*/ 1783556 h 1890712"/>
                <a:gd name="connsiteX167" fmla="*/ 2481263 w 2543175"/>
                <a:gd name="connsiteY167" fmla="*/ 1795462 h 1890712"/>
                <a:gd name="connsiteX168" fmla="*/ 2486025 w 2543175"/>
                <a:gd name="connsiteY168" fmla="*/ 1802606 h 1890712"/>
                <a:gd name="connsiteX169" fmla="*/ 2514600 w 2543175"/>
                <a:gd name="connsiteY169" fmla="*/ 1850231 h 1890712"/>
                <a:gd name="connsiteX170" fmla="*/ 2519363 w 2543175"/>
                <a:gd name="connsiteY170" fmla="*/ 1857375 h 1890712"/>
                <a:gd name="connsiteX171" fmla="*/ 2540794 w 2543175"/>
                <a:gd name="connsiteY171" fmla="*/ 1883569 h 1890712"/>
                <a:gd name="connsiteX172" fmla="*/ 2543175 w 2543175"/>
                <a:gd name="connsiteY172" fmla="*/ 1890712 h 1890712"/>
                <a:gd name="connsiteX0" fmla="*/ 0 w 2543175"/>
                <a:gd name="connsiteY0" fmla="*/ 0 h 1890712"/>
                <a:gd name="connsiteX1" fmla="*/ 11907 w 2543175"/>
                <a:gd name="connsiteY1" fmla="*/ 11906 h 1890712"/>
                <a:gd name="connsiteX2" fmla="*/ 21432 w 2543175"/>
                <a:gd name="connsiteY2" fmla="*/ 16669 h 1890712"/>
                <a:gd name="connsiteX3" fmla="*/ 23813 w 2543175"/>
                <a:gd name="connsiteY3" fmla="*/ 23812 h 1890712"/>
                <a:gd name="connsiteX4" fmla="*/ 33338 w 2543175"/>
                <a:gd name="connsiteY4" fmla="*/ 33337 h 1890712"/>
                <a:gd name="connsiteX5" fmla="*/ 40482 w 2543175"/>
                <a:gd name="connsiteY5" fmla="*/ 42862 h 1890712"/>
                <a:gd name="connsiteX6" fmla="*/ 47625 w 2543175"/>
                <a:gd name="connsiteY6" fmla="*/ 47625 h 1890712"/>
                <a:gd name="connsiteX7" fmla="*/ 57150 w 2543175"/>
                <a:gd name="connsiteY7" fmla="*/ 54769 h 1890712"/>
                <a:gd name="connsiteX8" fmla="*/ 64294 w 2543175"/>
                <a:gd name="connsiteY8" fmla="*/ 59531 h 1890712"/>
                <a:gd name="connsiteX9" fmla="*/ 83344 w 2543175"/>
                <a:gd name="connsiteY9" fmla="*/ 73819 h 1890712"/>
                <a:gd name="connsiteX10" fmla="*/ 97632 w 2543175"/>
                <a:gd name="connsiteY10" fmla="*/ 80962 h 1890712"/>
                <a:gd name="connsiteX11" fmla="*/ 104775 w 2543175"/>
                <a:gd name="connsiteY11" fmla="*/ 85725 h 1890712"/>
                <a:gd name="connsiteX12" fmla="*/ 114300 w 2543175"/>
                <a:gd name="connsiteY12" fmla="*/ 95250 h 1890712"/>
                <a:gd name="connsiteX13" fmla="*/ 123825 w 2543175"/>
                <a:gd name="connsiteY13" fmla="*/ 97631 h 1890712"/>
                <a:gd name="connsiteX14" fmla="*/ 130969 w 2543175"/>
                <a:gd name="connsiteY14" fmla="*/ 104775 h 1890712"/>
                <a:gd name="connsiteX15" fmla="*/ 140494 w 2543175"/>
                <a:gd name="connsiteY15" fmla="*/ 111919 h 1890712"/>
                <a:gd name="connsiteX16" fmla="*/ 147638 w 2543175"/>
                <a:gd name="connsiteY16" fmla="*/ 116681 h 1890712"/>
                <a:gd name="connsiteX17" fmla="*/ 164307 w 2543175"/>
                <a:gd name="connsiteY17" fmla="*/ 128587 h 1890712"/>
                <a:gd name="connsiteX18" fmla="*/ 180975 w 2543175"/>
                <a:gd name="connsiteY18" fmla="*/ 140494 h 1890712"/>
                <a:gd name="connsiteX19" fmla="*/ 197644 w 2543175"/>
                <a:gd name="connsiteY19" fmla="*/ 152400 h 1890712"/>
                <a:gd name="connsiteX20" fmla="*/ 204788 w 2543175"/>
                <a:gd name="connsiteY20" fmla="*/ 157162 h 1890712"/>
                <a:gd name="connsiteX21" fmla="*/ 214313 w 2543175"/>
                <a:gd name="connsiteY21" fmla="*/ 164306 h 1890712"/>
                <a:gd name="connsiteX22" fmla="*/ 230982 w 2543175"/>
                <a:gd name="connsiteY22" fmla="*/ 180975 h 1890712"/>
                <a:gd name="connsiteX23" fmla="*/ 247650 w 2543175"/>
                <a:gd name="connsiteY23" fmla="*/ 185737 h 1890712"/>
                <a:gd name="connsiteX24" fmla="*/ 302419 w 2543175"/>
                <a:gd name="connsiteY24" fmla="*/ 204787 h 1890712"/>
                <a:gd name="connsiteX25" fmla="*/ 333375 w 2543175"/>
                <a:gd name="connsiteY25" fmla="*/ 228600 h 1890712"/>
                <a:gd name="connsiteX26" fmla="*/ 340519 w 2543175"/>
                <a:gd name="connsiteY26" fmla="*/ 233362 h 1890712"/>
                <a:gd name="connsiteX27" fmla="*/ 354807 w 2543175"/>
                <a:gd name="connsiteY27" fmla="*/ 247650 h 1890712"/>
                <a:gd name="connsiteX28" fmla="*/ 366713 w 2543175"/>
                <a:gd name="connsiteY28" fmla="*/ 264319 h 1890712"/>
                <a:gd name="connsiteX29" fmla="*/ 371475 w 2543175"/>
                <a:gd name="connsiteY29" fmla="*/ 271462 h 1890712"/>
                <a:gd name="connsiteX30" fmla="*/ 385763 w 2543175"/>
                <a:gd name="connsiteY30" fmla="*/ 283369 h 1890712"/>
                <a:gd name="connsiteX31" fmla="*/ 404813 w 2543175"/>
                <a:gd name="connsiteY31" fmla="*/ 295275 h 1890712"/>
                <a:gd name="connsiteX32" fmla="*/ 411957 w 2543175"/>
                <a:gd name="connsiteY32" fmla="*/ 297656 h 1890712"/>
                <a:gd name="connsiteX33" fmla="*/ 466725 w 2543175"/>
                <a:gd name="connsiteY33" fmla="*/ 328612 h 1890712"/>
                <a:gd name="connsiteX34" fmla="*/ 476250 w 2543175"/>
                <a:gd name="connsiteY34" fmla="*/ 335756 h 1890712"/>
                <a:gd name="connsiteX35" fmla="*/ 481013 w 2543175"/>
                <a:gd name="connsiteY35" fmla="*/ 342900 h 1890712"/>
                <a:gd name="connsiteX36" fmla="*/ 490538 w 2543175"/>
                <a:gd name="connsiteY36" fmla="*/ 352425 h 1890712"/>
                <a:gd name="connsiteX37" fmla="*/ 495300 w 2543175"/>
                <a:gd name="connsiteY37" fmla="*/ 359569 h 1890712"/>
                <a:gd name="connsiteX38" fmla="*/ 509588 w 2543175"/>
                <a:gd name="connsiteY38" fmla="*/ 376237 h 1890712"/>
                <a:gd name="connsiteX39" fmla="*/ 514350 w 2543175"/>
                <a:gd name="connsiteY39" fmla="*/ 383381 h 1890712"/>
                <a:gd name="connsiteX40" fmla="*/ 531019 w 2543175"/>
                <a:gd name="connsiteY40" fmla="*/ 397669 h 1890712"/>
                <a:gd name="connsiteX41" fmla="*/ 538163 w 2543175"/>
                <a:gd name="connsiteY41" fmla="*/ 407194 h 1890712"/>
                <a:gd name="connsiteX42" fmla="*/ 554832 w 2543175"/>
                <a:gd name="connsiteY42" fmla="*/ 421481 h 1890712"/>
                <a:gd name="connsiteX43" fmla="*/ 564357 w 2543175"/>
                <a:gd name="connsiteY43" fmla="*/ 431006 h 1890712"/>
                <a:gd name="connsiteX44" fmla="*/ 573882 w 2543175"/>
                <a:gd name="connsiteY44" fmla="*/ 438150 h 1890712"/>
                <a:gd name="connsiteX45" fmla="*/ 595313 w 2543175"/>
                <a:gd name="connsiteY45" fmla="*/ 454819 h 1890712"/>
                <a:gd name="connsiteX46" fmla="*/ 602457 w 2543175"/>
                <a:gd name="connsiteY46" fmla="*/ 457200 h 1890712"/>
                <a:gd name="connsiteX47" fmla="*/ 628650 w 2543175"/>
                <a:gd name="connsiteY47" fmla="*/ 469106 h 1890712"/>
                <a:gd name="connsiteX48" fmla="*/ 645319 w 2543175"/>
                <a:gd name="connsiteY48" fmla="*/ 483394 h 1890712"/>
                <a:gd name="connsiteX49" fmla="*/ 654844 w 2543175"/>
                <a:gd name="connsiteY49" fmla="*/ 488156 h 1890712"/>
                <a:gd name="connsiteX50" fmla="*/ 661988 w 2543175"/>
                <a:gd name="connsiteY50" fmla="*/ 497681 h 1890712"/>
                <a:gd name="connsiteX51" fmla="*/ 683419 w 2543175"/>
                <a:gd name="connsiteY51" fmla="*/ 514350 h 1890712"/>
                <a:gd name="connsiteX52" fmla="*/ 700088 w 2543175"/>
                <a:gd name="connsiteY52" fmla="*/ 526256 h 1890712"/>
                <a:gd name="connsiteX53" fmla="*/ 709613 w 2543175"/>
                <a:gd name="connsiteY53" fmla="*/ 535781 h 1890712"/>
                <a:gd name="connsiteX54" fmla="*/ 719138 w 2543175"/>
                <a:gd name="connsiteY54" fmla="*/ 542925 h 1890712"/>
                <a:gd name="connsiteX55" fmla="*/ 733425 w 2543175"/>
                <a:gd name="connsiteY55" fmla="*/ 557212 h 1890712"/>
                <a:gd name="connsiteX56" fmla="*/ 750094 w 2543175"/>
                <a:gd name="connsiteY56" fmla="*/ 569119 h 1890712"/>
                <a:gd name="connsiteX57" fmla="*/ 769144 w 2543175"/>
                <a:gd name="connsiteY57" fmla="*/ 581025 h 1890712"/>
                <a:gd name="connsiteX58" fmla="*/ 785813 w 2543175"/>
                <a:gd name="connsiteY58" fmla="*/ 590550 h 1890712"/>
                <a:gd name="connsiteX59" fmla="*/ 792957 w 2543175"/>
                <a:gd name="connsiteY59" fmla="*/ 600075 h 1890712"/>
                <a:gd name="connsiteX60" fmla="*/ 809625 w 2543175"/>
                <a:gd name="connsiteY60" fmla="*/ 611981 h 1890712"/>
                <a:gd name="connsiteX61" fmla="*/ 816769 w 2543175"/>
                <a:gd name="connsiteY61" fmla="*/ 619125 h 1890712"/>
                <a:gd name="connsiteX62" fmla="*/ 826294 w 2543175"/>
                <a:gd name="connsiteY62" fmla="*/ 626269 h 1890712"/>
                <a:gd name="connsiteX63" fmla="*/ 840582 w 2543175"/>
                <a:gd name="connsiteY63" fmla="*/ 638175 h 1890712"/>
                <a:gd name="connsiteX64" fmla="*/ 847725 w 2543175"/>
                <a:gd name="connsiteY64" fmla="*/ 645319 h 1890712"/>
                <a:gd name="connsiteX65" fmla="*/ 857250 w 2543175"/>
                <a:gd name="connsiteY65" fmla="*/ 652462 h 1890712"/>
                <a:gd name="connsiteX66" fmla="*/ 864394 w 2543175"/>
                <a:gd name="connsiteY66" fmla="*/ 657225 h 1890712"/>
                <a:gd name="connsiteX67" fmla="*/ 888207 w 2543175"/>
                <a:gd name="connsiteY67" fmla="*/ 676275 h 1890712"/>
                <a:gd name="connsiteX68" fmla="*/ 895350 w 2543175"/>
                <a:gd name="connsiteY68" fmla="*/ 681037 h 1890712"/>
                <a:gd name="connsiteX69" fmla="*/ 907257 w 2543175"/>
                <a:gd name="connsiteY69" fmla="*/ 683419 h 1890712"/>
                <a:gd name="connsiteX70" fmla="*/ 928688 w 2543175"/>
                <a:gd name="connsiteY70" fmla="*/ 695325 h 1890712"/>
                <a:gd name="connsiteX71" fmla="*/ 942975 w 2543175"/>
                <a:gd name="connsiteY71" fmla="*/ 700087 h 1890712"/>
                <a:gd name="connsiteX72" fmla="*/ 964407 w 2543175"/>
                <a:gd name="connsiteY72" fmla="*/ 716756 h 1890712"/>
                <a:gd name="connsiteX73" fmla="*/ 971550 w 2543175"/>
                <a:gd name="connsiteY73" fmla="*/ 723900 h 1890712"/>
                <a:gd name="connsiteX74" fmla="*/ 983457 w 2543175"/>
                <a:gd name="connsiteY74" fmla="*/ 733425 h 1890712"/>
                <a:gd name="connsiteX75" fmla="*/ 990600 w 2543175"/>
                <a:gd name="connsiteY75" fmla="*/ 738187 h 1890712"/>
                <a:gd name="connsiteX76" fmla="*/ 1007269 w 2543175"/>
                <a:gd name="connsiteY76" fmla="*/ 752475 h 1890712"/>
                <a:gd name="connsiteX77" fmla="*/ 1031082 w 2543175"/>
                <a:gd name="connsiteY77" fmla="*/ 766762 h 1890712"/>
                <a:gd name="connsiteX78" fmla="*/ 1042988 w 2543175"/>
                <a:gd name="connsiteY78" fmla="*/ 773906 h 1890712"/>
                <a:gd name="connsiteX79" fmla="*/ 1071563 w 2543175"/>
                <a:gd name="connsiteY79" fmla="*/ 785812 h 1890712"/>
                <a:gd name="connsiteX80" fmla="*/ 1097757 w 2543175"/>
                <a:gd name="connsiteY80" fmla="*/ 807244 h 1890712"/>
                <a:gd name="connsiteX81" fmla="*/ 1104900 w 2543175"/>
                <a:gd name="connsiteY81" fmla="*/ 814387 h 1890712"/>
                <a:gd name="connsiteX82" fmla="*/ 1121569 w 2543175"/>
                <a:gd name="connsiteY82" fmla="*/ 823912 h 1890712"/>
                <a:gd name="connsiteX83" fmla="*/ 1138238 w 2543175"/>
                <a:gd name="connsiteY83" fmla="*/ 835819 h 1890712"/>
                <a:gd name="connsiteX84" fmla="*/ 1147763 w 2543175"/>
                <a:gd name="connsiteY84" fmla="*/ 842962 h 1890712"/>
                <a:gd name="connsiteX85" fmla="*/ 1157288 w 2543175"/>
                <a:gd name="connsiteY85" fmla="*/ 847725 h 1890712"/>
                <a:gd name="connsiteX86" fmla="*/ 1178719 w 2543175"/>
                <a:gd name="connsiteY86" fmla="*/ 859631 h 1890712"/>
                <a:gd name="connsiteX87" fmla="*/ 1188244 w 2543175"/>
                <a:gd name="connsiteY87" fmla="*/ 866775 h 1890712"/>
                <a:gd name="connsiteX88" fmla="*/ 1195388 w 2543175"/>
                <a:gd name="connsiteY88" fmla="*/ 871537 h 1890712"/>
                <a:gd name="connsiteX89" fmla="*/ 1212057 w 2543175"/>
                <a:gd name="connsiteY89" fmla="*/ 883444 h 1890712"/>
                <a:gd name="connsiteX90" fmla="*/ 1226344 w 2543175"/>
                <a:gd name="connsiteY90" fmla="*/ 895350 h 1890712"/>
                <a:gd name="connsiteX91" fmla="*/ 1245394 w 2543175"/>
                <a:gd name="connsiteY91" fmla="*/ 907256 h 1890712"/>
                <a:gd name="connsiteX92" fmla="*/ 1254919 w 2543175"/>
                <a:gd name="connsiteY92" fmla="*/ 914400 h 1890712"/>
                <a:gd name="connsiteX93" fmla="*/ 1269207 w 2543175"/>
                <a:gd name="connsiteY93" fmla="*/ 921544 h 1890712"/>
                <a:gd name="connsiteX94" fmla="*/ 1290638 w 2543175"/>
                <a:gd name="connsiteY94" fmla="*/ 935831 h 1890712"/>
                <a:gd name="connsiteX95" fmla="*/ 1307307 w 2543175"/>
                <a:gd name="connsiteY95" fmla="*/ 952500 h 1890712"/>
                <a:gd name="connsiteX96" fmla="*/ 1333500 w 2543175"/>
                <a:gd name="connsiteY96" fmla="*/ 971550 h 1890712"/>
                <a:gd name="connsiteX97" fmla="*/ 1359694 w 2543175"/>
                <a:gd name="connsiteY97" fmla="*/ 990600 h 1890712"/>
                <a:gd name="connsiteX98" fmla="*/ 1373982 w 2543175"/>
                <a:gd name="connsiteY98" fmla="*/ 997744 h 1890712"/>
                <a:gd name="connsiteX99" fmla="*/ 1388269 w 2543175"/>
                <a:gd name="connsiteY99" fmla="*/ 1007269 h 1890712"/>
                <a:gd name="connsiteX100" fmla="*/ 1414463 w 2543175"/>
                <a:gd name="connsiteY100" fmla="*/ 1019175 h 1890712"/>
                <a:gd name="connsiteX101" fmla="*/ 1428750 w 2543175"/>
                <a:gd name="connsiteY101" fmla="*/ 1026319 h 1890712"/>
                <a:gd name="connsiteX102" fmla="*/ 1471613 w 2543175"/>
                <a:gd name="connsiteY102" fmla="*/ 1059656 h 1890712"/>
                <a:gd name="connsiteX103" fmla="*/ 1495425 w 2543175"/>
                <a:gd name="connsiteY103" fmla="*/ 1088231 h 1890712"/>
                <a:gd name="connsiteX104" fmla="*/ 1547812 w 2543175"/>
                <a:gd name="connsiteY104" fmla="*/ 1133475 h 1890712"/>
                <a:gd name="connsiteX105" fmla="*/ 1597819 w 2543175"/>
                <a:gd name="connsiteY105" fmla="*/ 1154906 h 1890712"/>
                <a:gd name="connsiteX106" fmla="*/ 1604963 w 2543175"/>
                <a:gd name="connsiteY106" fmla="*/ 1162050 h 1890712"/>
                <a:gd name="connsiteX107" fmla="*/ 1612107 w 2543175"/>
                <a:gd name="connsiteY107" fmla="*/ 1166812 h 1890712"/>
                <a:gd name="connsiteX108" fmla="*/ 1628775 w 2543175"/>
                <a:gd name="connsiteY108" fmla="*/ 1183481 h 1890712"/>
                <a:gd name="connsiteX109" fmla="*/ 1662113 w 2543175"/>
                <a:gd name="connsiteY109" fmla="*/ 1209675 h 1890712"/>
                <a:gd name="connsiteX110" fmla="*/ 1678782 w 2543175"/>
                <a:gd name="connsiteY110" fmla="*/ 1226344 h 1890712"/>
                <a:gd name="connsiteX111" fmla="*/ 1700213 w 2543175"/>
                <a:gd name="connsiteY111" fmla="*/ 1247775 h 1890712"/>
                <a:gd name="connsiteX112" fmla="*/ 1712119 w 2543175"/>
                <a:gd name="connsiteY112" fmla="*/ 1259681 h 1890712"/>
                <a:gd name="connsiteX113" fmla="*/ 1733550 w 2543175"/>
                <a:gd name="connsiteY113" fmla="*/ 1273969 h 1890712"/>
                <a:gd name="connsiteX114" fmla="*/ 1743075 w 2543175"/>
                <a:gd name="connsiteY114" fmla="*/ 1283494 h 1890712"/>
                <a:gd name="connsiteX115" fmla="*/ 1754982 w 2543175"/>
                <a:gd name="connsiteY115" fmla="*/ 1290637 h 1890712"/>
                <a:gd name="connsiteX116" fmla="*/ 1766888 w 2543175"/>
                <a:gd name="connsiteY116" fmla="*/ 1300162 h 1890712"/>
                <a:gd name="connsiteX117" fmla="*/ 1783557 w 2543175"/>
                <a:gd name="connsiteY117" fmla="*/ 1307306 h 1890712"/>
                <a:gd name="connsiteX118" fmla="*/ 1790700 w 2543175"/>
                <a:gd name="connsiteY118" fmla="*/ 1312069 h 1890712"/>
                <a:gd name="connsiteX119" fmla="*/ 1800225 w 2543175"/>
                <a:gd name="connsiteY119" fmla="*/ 1319212 h 1890712"/>
                <a:gd name="connsiteX120" fmla="*/ 1807369 w 2543175"/>
                <a:gd name="connsiteY120" fmla="*/ 1321594 h 1890712"/>
                <a:gd name="connsiteX121" fmla="*/ 1824038 w 2543175"/>
                <a:gd name="connsiteY121" fmla="*/ 1333500 h 1890712"/>
                <a:gd name="connsiteX122" fmla="*/ 1843088 w 2543175"/>
                <a:gd name="connsiteY122" fmla="*/ 1352550 h 1890712"/>
                <a:gd name="connsiteX123" fmla="*/ 1852613 w 2543175"/>
                <a:gd name="connsiteY123" fmla="*/ 1359694 h 1890712"/>
                <a:gd name="connsiteX124" fmla="*/ 1859757 w 2543175"/>
                <a:gd name="connsiteY124" fmla="*/ 1366837 h 1890712"/>
                <a:gd name="connsiteX125" fmla="*/ 1869282 w 2543175"/>
                <a:gd name="connsiteY125" fmla="*/ 1371600 h 1890712"/>
                <a:gd name="connsiteX126" fmla="*/ 1883569 w 2543175"/>
                <a:gd name="connsiteY126" fmla="*/ 1388269 h 1890712"/>
                <a:gd name="connsiteX127" fmla="*/ 1893094 w 2543175"/>
                <a:gd name="connsiteY127" fmla="*/ 1395412 h 1890712"/>
                <a:gd name="connsiteX128" fmla="*/ 1902619 w 2543175"/>
                <a:gd name="connsiteY128" fmla="*/ 1404937 h 1890712"/>
                <a:gd name="connsiteX129" fmla="*/ 1912144 w 2543175"/>
                <a:gd name="connsiteY129" fmla="*/ 1409700 h 1890712"/>
                <a:gd name="connsiteX130" fmla="*/ 1931194 w 2543175"/>
                <a:gd name="connsiteY130" fmla="*/ 1421606 h 1890712"/>
                <a:gd name="connsiteX131" fmla="*/ 1935957 w 2543175"/>
                <a:gd name="connsiteY131" fmla="*/ 1428750 h 1890712"/>
                <a:gd name="connsiteX132" fmla="*/ 1952625 w 2543175"/>
                <a:gd name="connsiteY132" fmla="*/ 1438275 h 1890712"/>
                <a:gd name="connsiteX133" fmla="*/ 1971675 w 2543175"/>
                <a:gd name="connsiteY133" fmla="*/ 1450181 h 1890712"/>
                <a:gd name="connsiteX134" fmla="*/ 1981200 w 2543175"/>
                <a:gd name="connsiteY134" fmla="*/ 1454944 h 1890712"/>
                <a:gd name="connsiteX135" fmla="*/ 1997869 w 2543175"/>
                <a:gd name="connsiteY135" fmla="*/ 1471612 h 1890712"/>
                <a:gd name="connsiteX136" fmla="*/ 2007394 w 2543175"/>
                <a:gd name="connsiteY136" fmla="*/ 1478756 h 1890712"/>
                <a:gd name="connsiteX137" fmla="*/ 2016919 w 2543175"/>
                <a:gd name="connsiteY137" fmla="*/ 1483519 h 1890712"/>
                <a:gd name="connsiteX138" fmla="*/ 2024063 w 2543175"/>
                <a:gd name="connsiteY138" fmla="*/ 1490662 h 1890712"/>
                <a:gd name="connsiteX139" fmla="*/ 2033588 w 2543175"/>
                <a:gd name="connsiteY139" fmla="*/ 1495425 h 1890712"/>
                <a:gd name="connsiteX140" fmla="*/ 2040732 w 2543175"/>
                <a:gd name="connsiteY140" fmla="*/ 1502569 h 1890712"/>
                <a:gd name="connsiteX141" fmla="*/ 2047875 w 2543175"/>
                <a:gd name="connsiteY141" fmla="*/ 1507331 h 1890712"/>
                <a:gd name="connsiteX142" fmla="*/ 2057400 w 2543175"/>
                <a:gd name="connsiteY142" fmla="*/ 1514475 h 1890712"/>
                <a:gd name="connsiteX143" fmla="*/ 2064544 w 2543175"/>
                <a:gd name="connsiteY143" fmla="*/ 1519237 h 1890712"/>
                <a:gd name="connsiteX144" fmla="*/ 2071688 w 2543175"/>
                <a:gd name="connsiteY144" fmla="*/ 1526381 h 1890712"/>
                <a:gd name="connsiteX145" fmla="*/ 2081213 w 2543175"/>
                <a:gd name="connsiteY145" fmla="*/ 1531144 h 1890712"/>
                <a:gd name="connsiteX146" fmla="*/ 2090738 w 2543175"/>
                <a:gd name="connsiteY146" fmla="*/ 1538287 h 1890712"/>
                <a:gd name="connsiteX147" fmla="*/ 2109788 w 2543175"/>
                <a:gd name="connsiteY147" fmla="*/ 1547812 h 1890712"/>
                <a:gd name="connsiteX148" fmla="*/ 2131219 w 2543175"/>
                <a:gd name="connsiteY148" fmla="*/ 1562100 h 1890712"/>
                <a:gd name="connsiteX149" fmla="*/ 2140744 w 2543175"/>
                <a:gd name="connsiteY149" fmla="*/ 1566862 h 1890712"/>
                <a:gd name="connsiteX150" fmla="*/ 2152650 w 2543175"/>
                <a:gd name="connsiteY150" fmla="*/ 1576387 h 1890712"/>
                <a:gd name="connsiteX151" fmla="*/ 2181225 w 2543175"/>
                <a:gd name="connsiteY151" fmla="*/ 1590675 h 1890712"/>
                <a:gd name="connsiteX152" fmla="*/ 2200275 w 2543175"/>
                <a:gd name="connsiteY152" fmla="*/ 1607344 h 1890712"/>
                <a:gd name="connsiteX153" fmla="*/ 2207419 w 2543175"/>
                <a:gd name="connsiteY153" fmla="*/ 1612106 h 1890712"/>
                <a:gd name="connsiteX154" fmla="*/ 2216944 w 2543175"/>
                <a:gd name="connsiteY154" fmla="*/ 1619250 h 1890712"/>
                <a:gd name="connsiteX155" fmla="*/ 2224088 w 2543175"/>
                <a:gd name="connsiteY155" fmla="*/ 1624012 h 1890712"/>
                <a:gd name="connsiteX156" fmla="*/ 2247900 w 2543175"/>
                <a:gd name="connsiteY156" fmla="*/ 1643062 h 1890712"/>
                <a:gd name="connsiteX157" fmla="*/ 2255044 w 2543175"/>
                <a:gd name="connsiteY157" fmla="*/ 1650206 h 1890712"/>
                <a:gd name="connsiteX158" fmla="*/ 2281238 w 2543175"/>
                <a:gd name="connsiteY158" fmla="*/ 1664494 h 1890712"/>
                <a:gd name="connsiteX159" fmla="*/ 2297907 w 2543175"/>
                <a:gd name="connsiteY159" fmla="*/ 1674019 h 1890712"/>
                <a:gd name="connsiteX160" fmla="*/ 2312194 w 2543175"/>
                <a:gd name="connsiteY160" fmla="*/ 1685925 h 1890712"/>
                <a:gd name="connsiteX161" fmla="*/ 2328863 w 2543175"/>
                <a:gd name="connsiteY161" fmla="*/ 1697831 h 1890712"/>
                <a:gd name="connsiteX162" fmla="*/ 2350294 w 2543175"/>
                <a:gd name="connsiteY162" fmla="*/ 1712119 h 1890712"/>
                <a:gd name="connsiteX163" fmla="*/ 2369344 w 2543175"/>
                <a:gd name="connsiteY163" fmla="*/ 1724025 h 1890712"/>
                <a:gd name="connsiteX164" fmla="*/ 2428876 w 2543175"/>
                <a:gd name="connsiteY164" fmla="*/ 1785938 h 1890712"/>
                <a:gd name="connsiteX165" fmla="*/ 2466975 w 2543175"/>
                <a:gd name="connsiteY165" fmla="*/ 1783556 h 1890712"/>
                <a:gd name="connsiteX166" fmla="*/ 2481263 w 2543175"/>
                <a:gd name="connsiteY166" fmla="*/ 1795462 h 1890712"/>
                <a:gd name="connsiteX167" fmla="*/ 2486025 w 2543175"/>
                <a:gd name="connsiteY167" fmla="*/ 1802606 h 1890712"/>
                <a:gd name="connsiteX168" fmla="*/ 2514600 w 2543175"/>
                <a:gd name="connsiteY168" fmla="*/ 1850231 h 1890712"/>
                <a:gd name="connsiteX169" fmla="*/ 2519363 w 2543175"/>
                <a:gd name="connsiteY169" fmla="*/ 1857375 h 1890712"/>
                <a:gd name="connsiteX170" fmla="*/ 2540794 w 2543175"/>
                <a:gd name="connsiteY170" fmla="*/ 1883569 h 1890712"/>
                <a:gd name="connsiteX171" fmla="*/ 2543175 w 2543175"/>
                <a:gd name="connsiteY171" fmla="*/ 1890712 h 1890712"/>
                <a:gd name="connsiteX0" fmla="*/ 0 w 2543175"/>
                <a:gd name="connsiteY0" fmla="*/ 0 h 1890712"/>
                <a:gd name="connsiteX1" fmla="*/ 11907 w 2543175"/>
                <a:gd name="connsiteY1" fmla="*/ 11906 h 1890712"/>
                <a:gd name="connsiteX2" fmla="*/ 21432 w 2543175"/>
                <a:gd name="connsiteY2" fmla="*/ 16669 h 1890712"/>
                <a:gd name="connsiteX3" fmla="*/ 23813 w 2543175"/>
                <a:gd name="connsiteY3" fmla="*/ 23812 h 1890712"/>
                <a:gd name="connsiteX4" fmla="*/ 33338 w 2543175"/>
                <a:gd name="connsiteY4" fmla="*/ 33337 h 1890712"/>
                <a:gd name="connsiteX5" fmla="*/ 40482 w 2543175"/>
                <a:gd name="connsiteY5" fmla="*/ 42862 h 1890712"/>
                <a:gd name="connsiteX6" fmla="*/ 47625 w 2543175"/>
                <a:gd name="connsiteY6" fmla="*/ 47625 h 1890712"/>
                <a:gd name="connsiteX7" fmla="*/ 57150 w 2543175"/>
                <a:gd name="connsiteY7" fmla="*/ 54769 h 1890712"/>
                <a:gd name="connsiteX8" fmla="*/ 64294 w 2543175"/>
                <a:gd name="connsiteY8" fmla="*/ 59531 h 1890712"/>
                <a:gd name="connsiteX9" fmla="*/ 83344 w 2543175"/>
                <a:gd name="connsiteY9" fmla="*/ 73819 h 1890712"/>
                <a:gd name="connsiteX10" fmla="*/ 97632 w 2543175"/>
                <a:gd name="connsiteY10" fmla="*/ 80962 h 1890712"/>
                <a:gd name="connsiteX11" fmla="*/ 104775 w 2543175"/>
                <a:gd name="connsiteY11" fmla="*/ 85725 h 1890712"/>
                <a:gd name="connsiteX12" fmla="*/ 114300 w 2543175"/>
                <a:gd name="connsiteY12" fmla="*/ 95250 h 1890712"/>
                <a:gd name="connsiteX13" fmla="*/ 123825 w 2543175"/>
                <a:gd name="connsiteY13" fmla="*/ 97631 h 1890712"/>
                <a:gd name="connsiteX14" fmla="*/ 130969 w 2543175"/>
                <a:gd name="connsiteY14" fmla="*/ 104775 h 1890712"/>
                <a:gd name="connsiteX15" fmla="*/ 140494 w 2543175"/>
                <a:gd name="connsiteY15" fmla="*/ 111919 h 1890712"/>
                <a:gd name="connsiteX16" fmla="*/ 147638 w 2543175"/>
                <a:gd name="connsiteY16" fmla="*/ 116681 h 1890712"/>
                <a:gd name="connsiteX17" fmla="*/ 164307 w 2543175"/>
                <a:gd name="connsiteY17" fmla="*/ 128587 h 1890712"/>
                <a:gd name="connsiteX18" fmla="*/ 180975 w 2543175"/>
                <a:gd name="connsiteY18" fmla="*/ 140494 h 1890712"/>
                <a:gd name="connsiteX19" fmla="*/ 197644 w 2543175"/>
                <a:gd name="connsiteY19" fmla="*/ 152400 h 1890712"/>
                <a:gd name="connsiteX20" fmla="*/ 204788 w 2543175"/>
                <a:gd name="connsiteY20" fmla="*/ 157162 h 1890712"/>
                <a:gd name="connsiteX21" fmla="*/ 214313 w 2543175"/>
                <a:gd name="connsiteY21" fmla="*/ 164306 h 1890712"/>
                <a:gd name="connsiteX22" fmla="*/ 230982 w 2543175"/>
                <a:gd name="connsiteY22" fmla="*/ 180975 h 1890712"/>
                <a:gd name="connsiteX23" fmla="*/ 247650 w 2543175"/>
                <a:gd name="connsiteY23" fmla="*/ 185737 h 1890712"/>
                <a:gd name="connsiteX24" fmla="*/ 302419 w 2543175"/>
                <a:gd name="connsiteY24" fmla="*/ 204787 h 1890712"/>
                <a:gd name="connsiteX25" fmla="*/ 333375 w 2543175"/>
                <a:gd name="connsiteY25" fmla="*/ 228600 h 1890712"/>
                <a:gd name="connsiteX26" fmla="*/ 354807 w 2543175"/>
                <a:gd name="connsiteY26" fmla="*/ 247650 h 1890712"/>
                <a:gd name="connsiteX27" fmla="*/ 366713 w 2543175"/>
                <a:gd name="connsiteY27" fmla="*/ 264319 h 1890712"/>
                <a:gd name="connsiteX28" fmla="*/ 371475 w 2543175"/>
                <a:gd name="connsiteY28" fmla="*/ 271462 h 1890712"/>
                <a:gd name="connsiteX29" fmla="*/ 385763 w 2543175"/>
                <a:gd name="connsiteY29" fmla="*/ 283369 h 1890712"/>
                <a:gd name="connsiteX30" fmla="*/ 404813 w 2543175"/>
                <a:gd name="connsiteY30" fmla="*/ 295275 h 1890712"/>
                <a:gd name="connsiteX31" fmla="*/ 411957 w 2543175"/>
                <a:gd name="connsiteY31" fmla="*/ 297656 h 1890712"/>
                <a:gd name="connsiteX32" fmla="*/ 466725 w 2543175"/>
                <a:gd name="connsiteY32" fmla="*/ 328612 h 1890712"/>
                <a:gd name="connsiteX33" fmla="*/ 476250 w 2543175"/>
                <a:gd name="connsiteY33" fmla="*/ 335756 h 1890712"/>
                <a:gd name="connsiteX34" fmla="*/ 481013 w 2543175"/>
                <a:gd name="connsiteY34" fmla="*/ 342900 h 1890712"/>
                <a:gd name="connsiteX35" fmla="*/ 490538 w 2543175"/>
                <a:gd name="connsiteY35" fmla="*/ 352425 h 1890712"/>
                <a:gd name="connsiteX36" fmla="*/ 495300 w 2543175"/>
                <a:gd name="connsiteY36" fmla="*/ 359569 h 1890712"/>
                <a:gd name="connsiteX37" fmla="*/ 509588 w 2543175"/>
                <a:gd name="connsiteY37" fmla="*/ 376237 h 1890712"/>
                <a:gd name="connsiteX38" fmla="*/ 514350 w 2543175"/>
                <a:gd name="connsiteY38" fmla="*/ 383381 h 1890712"/>
                <a:gd name="connsiteX39" fmla="*/ 531019 w 2543175"/>
                <a:gd name="connsiteY39" fmla="*/ 397669 h 1890712"/>
                <a:gd name="connsiteX40" fmla="*/ 538163 w 2543175"/>
                <a:gd name="connsiteY40" fmla="*/ 407194 h 1890712"/>
                <a:gd name="connsiteX41" fmla="*/ 554832 w 2543175"/>
                <a:gd name="connsiteY41" fmla="*/ 421481 h 1890712"/>
                <a:gd name="connsiteX42" fmla="*/ 564357 w 2543175"/>
                <a:gd name="connsiteY42" fmla="*/ 431006 h 1890712"/>
                <a:gd name="connsiteX43" fmla="*/ 573882 w 2543175"/>
                <a:gd name="connsiteY43" fmla="*/ 438150 h 1890712"/>
                <a:gd name="connsiteX44" fmla="*/ 595313 w 2543175"/>
                <a:gd name="connsiteY44" fmla="*/ 454819 h 1890712"/>
                <a:gd name="connsiteX45" fmla="*/ 602457 w 2543175"/>
                <a:gd name="connsiteY45" fmla="*/ 457200 h 1890712"/>
                <a:gd name="connsiteX46" fmla="*/ 628650 w 2543175"/>
                <a:gd name="connsiteY46" fmla="*/ 469106 h 1890712"/>
                <a:gd name="connsiteX47" fmla="*/ 645319 w 2543175"/>
                <a:gd name="connsiteY47" fmla="*/ 483394 h 1890712"/>
                <a:gd name="connsiteX48" fmla="*/ 654844 w 2543175"/>
                <a:gd name="connsiteY48" fmla="*/ 488156 h 1890712"/>
                <a:gd name="connsiteX49" fmla="*/ 661988 w 2543175"/>
                <a:gd name="connsiteY49" fmla="*/ 497681 h 1890712"/>
                <a:gd name="connsiteX50" fmla="*/ 683419 w 2543175"/>
                <a:gd name="connsiteY50" fmla="*/ 514350 h 1890712"/>
                <a:gd name="connsiteX51" fmla="*/ 700088 w 2543175"/>
                <a:gd name="connsiteY51" fmla="*/ 526256 h 1890712"/>
                <a:gd name="connsiteX52" fmla="*/ 709613 w 2543175"/>
                <a:gd name="connsiteY52" fmla="*/ 535781 h 1890712"/>
                <a:gd name="connsiteX53" fmla="*/ 719138 w 2543175"/>
                <a:gd name="connsiteY53" fmla="*/ 542925 h 1890712"/>
                <a:gd name="connsiteX54" fmla="*/ 733425 w 2543175"/>
                <a:gd name="connsiteY54" fmla="*/ 557212 h 1890712"/>
                <a:gd name="connsiteX55" fmla="*/ 750094 w 2543175"/>
                <a:gd name="connsiteY55" fmla="*/ 569119 h 1890712"/>
                <a:gd name="connsiteX56" fmla="*/ 769144 w 2543175"/>
                <a:gd name="connsiteY56" fmla="*/ 581025 h 1890712"/>
                <a:gd name="connsiteX57" fmla="*/ 785813 w 2543175"/>
                <a:gd name="connsiteY57" fmla="*/ 590550 h 1890712"/>
                <a:gd name="connsiteX58" fmla="*/ 792957 w 2543175"/>
                <a:gd name="connsiteY58" fmla="*/ 600075 h 1890712"/>
                <a:gd name="connsiteX59" fmla="*/ 809625 w 2543175"/>
                <a:gd name="connsiteY59" fmla="*/ 611981 h 1890712"/>
                <a:gd name="connsiteX60" fmla="*/ 816769 w 2543175"/>
                <a:gd name="connsiteY60" fmla="*/ 619125 h 1890712"/>
                <a:gd name="connsiteX61" fmla="*/ 826294 w 2543175"/>
                <a:gd name="connsiteY61" fmla="*/ 626269 h 1890712"/>
                <a:gd name="connsiteX62" fmla="*/ 840582 w 2543175"/>
                <a:gd name="connsiteY62" fmla="*/ 638175 h 1890712"/>
                <a:gd name="connsiteX63" fmla="*/ 847725 w 2543175"/>
                <a:gd name="connsiteY63" fmla="*/ 645319 h 1890712"/>
                <a:gd name="connsiteX64" fmla="*/ 857250 w 2543175"/>
                <a:gd name="connsiteY64" fmla="*/ 652462 h 1890712"/>
                <a:gd name="connsiteX65" fmla="*/ 864394 w 2543175"/>
                <a:gd name="connsiteY65" fmla="*/ 657225 h 1890712"/>
                <a:gd name="connsiteX66" fmla="*/ 888207 w 2543175"/>
                <a:gd name="connsiteY66" fmla="*/ 676275 h 1890712"/>
                <a:gd name="connsiteX67" fmla="*/ 895350 w 2543175"/>
                <a:gd name="connsiteY67" fmla="*/ 681037 h 1890712"/>
                <a:gd name="connsiteX68" fmla="*/ 907257 w 2543175"/>
                <a:gd name="connsiteY68" fmla="*/ 683419 h 1890712"/>
                <a:gd name="connsiteX69" fmla="*/ 928688 w 2543175"/>
                <a:gd name="connsiteY69" fmla="*/ 695325 h 1890712"/>
                <a:gd name="connsiteX70" fmla="*/ 942975 w 2543175"/>
                <a:gd name="connsiteY70" fmla="*/ 700087 h 1890712"/>
                <a:gd name="connsiteX71" fmla="*/ 964407 w 2543175"/>
                <a:gd name="connsiteY71" fmla="*/ 716756 h 1890712"/>
                <a:gd name="connsiteX72" fmla="*/ 971550 w 2543175"/>
                <a:gd name="connsiteY72" fmla="*/ 723900 h 1890712"/>
                <a:gd name="connsiteX73" fmla="*/ 983457 w 2543175"/>
                <a:gd name="connsiteY73" fmla="*/ 733425 h 1890712"/>
                <a:gd name="connsiteX74" fmla="*/ 990600 w 2543175"/>
                <a:gd name="connsiteY74" fmla="*/ 738187 h 1890712"/>
                <a:gd name="connsiteX75" fmla="*/ 1007269 w 2543175"/>
                <a:gd name="connsiteY75" fmla="*/ 752475 h 1890712"/>
                <a:gd name="connsiteX76" fmla="*/ 1031082 w 2543175"/>
                <a:gd name="connsiteY76" fmla="*/ 766762 h 1890712"/>
                <a:gd name="connsiteX77" fmla="*/ 1042988 w 2543175"/>
                <a:gd name="connsiteY77" fmla="*/ 773906 h 1890712"/>
                <a:gd name="connsiteX78" fmla="*/ 1071563 w 2543175"/>
                <a:gd name="connsiteY78" fmla="*/ 785812 h 1890712"/>
                <a:gd name="connsiteX79" fmla="*/ 1097757 w 2543175"/>
                <a:gd name="connsiteY79" fmla="*/ 807244 h 1890712"/>
                <a:gd name="connsiteX80" fmla="*/ 1104900 w 2543175"/>
                <a:gd name="connsiteY80" fmla="*/ 814387 h 1890712"/>
                <a:gd name="connsiteX81" fmla="*/ 1121569 w 2543175"/>
                <a:gd name="connsiteY81" fmla="*/ 823912 h 1890712"/>
                <a:gd name="connsiteX82" fmla="*/ 1138238 w 2543175"/>
                <a:gd name="connsiteY82" fmla="*/ 835819 h 1890712"/>
                <a:gd name="connsiteX83" fmla="*/ 1147763 w 2543175"/>
                <a:gd name="connsiteY83" fmla="*/ 842962 h 1890712"/>
                <a:gd name="connsiteX84" fmla="*/ 1157288 w 2543175"/>
                <a:gd name="connsiteY84" fmla="*/ 847725 h 1890712"/>
                <a:gd name="connsiteX85" fmla="*/ 1178719 w 2543175"/>
                <a:gd name="connsiteY85" fmla="*/ 859631 h 1890712"/>
                <a:gd name="connsiteX86" fmla="*/ 1188244 w 2543175"/>
                <a:gd name="connsiteY86" fmla="*/ 866775 h 1890712"/>
                <a:gd name="connsiteX87" fmla="*/ 1195388 w 2543175"/>
                <a:gd name="connsiteY87" fmla="*/ 871537 h 1890712"/>
                <a:gd name="connsiteX88" fmla="*/ 1212057 w 2543175"/>
                <a:gd name="connsiteY88" fmla="*/ 883444 h 1890712"/>
                <a:gd name="connsiteX89" fmla="*/ 1226344 w 2543175"/>
                <a:gd name="connsiteY89" fmla="*/ 895350 h 1890712"/>
                <a:gd name="connsiteX90" fmla="*/ 1245394 w 2543175"/>
                <a:gd name="connsiteY90" fmla="*/ 907256 h 1890712"/>
                <a:gd name="connsiteX91" fmla="*/ 1254919 w 2543175"/>
                <a:gd name="connsiteY91" fmla="*/ 914400 h 1890712"/>
                <a:gd name="connsiteX92" fmla="*/ 1269207 w 2543175"/>
                <a:gd name="connsiteY92" fmla="*/ 921544 h 1890712"/>
                <a:gd name="connsiteX93" fmla="*/ 1290638 w 2543175"/>
                <a:gd name="connsiteY93" fmla="*/ 935831 h 1890712"/>
                <a:gd name="connsiteX94" fmla="*/ 1307307 w 2543175"/>
                <a:gd name="connsiteY94" fmla="*/ 952500 h 1890712"/>
                <a:gd name="connsiteX95" fmla="*/ 1333500 w 2543175"/>
                <a:gd name="connsiteY95" fmla="*/ 971550 h 1890712"/>
                <a:gd name="connsiteX96" fmla="*/ 1359694 w 2543175"/>
                <a:gd name="connsiteY96" fmla="*/ 990600 h 1890712"/>
                <a:gd name="connsiteX97" fmla="*/ 1373982 w 2543175"/>
                <a:gd name="connsiteY97" fmla="*/ 997744 h 1890712"/>
                <a:gd name="connsiteX98" fmla="*/ 1388269 w 2543175"/>
                <a:gd name="connsiteY98" fmla="*/ 1007269 h 1890712"/>
                <a:gd name="connsiteX99" fmla="*/ 1414463 w 2543175"/>
                <a:gd name="connsiteY99" fmla="*/ 1019175 h 1890712"/>
                <a:gd name="connsiteX100" fmla="*/ 1428750 w 2543175"/>
                <a:gd name="connsiteY100" fmla="*/ 1026319 h 1890712"/>
                <a:gd name="connsiteX101" fmla="*/ 1471613 w 2543175"/>
                <a:gd name="connsiteY101" fmla="*/ 1059656 h 1890712"/>
                <a:gd name="connsiteX102" fmla="*/ 1495425 w 2543175"/>
                <a:gd name="connsiteY102" fmla="*/ 1088231 h 1890712"/>
                <a:gd name="connsiteX103" fmla="*/ 1547812 w 2543175"/>
                <a:gd name="connsiteY103" fmla="*/ 1133475 h 1890712"/>
                <a:gd name="connsiteX104" fmla="*/ 1597819 w 2543175"/>
                <a:gd name="connsiteY104" fmla="*/ 1154906 h 1890712"/>
                <a:gd name="connsiteX105" fmla="*/ 1604963 w 2543175"/>
                <a:gd name="connsiteY105" fmla="*/ 1162050 h 1890712"/>
                <a:gd name="connsiteX106" fmla="*/ 1612107 w 2543175"/>
                <a:gd name="connsiteY106" fmla="*/ 1166812 h 1890712"/>
                <a:gd name="connsiteX107" fmla="*/ 1628775 w 2543175"/>
                <a:gd name="connsiteY107" fmla="*/ 1183481 h 1890712"/>
                <a:gd name="connsiteX108" fmla="*/ 1662113 w 2543175"/>
                <a:gd name="connsiteY108" fmla="*/ 1209675 h 1890712"/>
                <a:gd name="connsiteX109" fmla="*/ 1678782 w 2543175"/>
                <a:gd name="connsiteY109" fmla="*/ 1226344 h 1890712"/>
                <a:gd name="connsiteX110" fmla="*/ 1700213 w 2543175"/>
                <a:gd name="connsiteY110" fmla="*/ 1247775 h 1890712"/>
                <a:gd name="connsiteX111" fmla="*/ 1712119 w 2543175"/>
                <a:gd name="connsiteY111" fmla="*/ 1259681 h 1890712"/>
                <a:gd name="connsiteX112" fmla="*/ 1733550 w 2543175"/>
                <a:gd name="connsiteY112" fmla="*/ 1273969 h 1890712"/>
                <a:gd name="connsiteX113" fmla="*/ 1743075 w 2543175"/>
                <a:gd name="connsiteY113" fmla="*/ 1283494 h 1890712"/>
                <a:gd name="connsiteX114" fmla="*/ 1754982 w 2543175"/>
                <a:gd name="connsiteY114" fmla="*/ 1290637 h 1890712"/>
                <a:gd name="connsiteX115" fmla="*/ 1766888 w 2543175"/>
                <a:gd name="connsiteY115" fmla="*/ 1300162 h 1890712"/>
                <a:gd name="connsiteX116" fmla="*/ 1783557 w 2543175"/>
                <a:gd name="connsiteY116" fmla="*/ 1307306 h 1890712"/>
                <a:gd name="connsiteX117" fmla="*/ 1790700 w 2543175"/>
                <a:gd name="connsiteY117" fmla="*/ 1312069 h 1890712"/>
                <a:gd name="connsiteX118" fmla="*/ 1800225 w 2543175"/>
                <a:gd name="connsiteY118" fmla="*/ 1319212 h 1890712"/>
                <a:gd name="connsiteX119" fmla="*/ 1807369 w 2543175"/>
                <a:gd name="connsiteY119" fmla="*/ 1321594 h 1890712"/>
                <a:gd name="connsiteX120" fmla="*/ 1824038 w 2543175"/>
                <a:gd name="connsiteY120" fmla="*/ 1333500 h 1890712"/>
                <a:gd name="connsiteX121" fmla="*/ 1843088 w 2543175"/>
                <a:gd name="connsiteY121" fmla="*/ 1352550 h 1890712"/>
                <a:gd name="connsiteX122" fmla="*/ 1852613 w 2543175"/>
                <a:gd name="connsiteY122" fmla="*/ 1359694 h 1890712"/>
                <a:gd name="connsiteX123" fmla="*/ 1859757 w 2543175"/>
                <a:gd name="connsiteY123" fmla="*/ 1366837 h 1890712"/>
                <a:gd name="connsiteX124" fmla="*/ 1869282 w 2543175"/>
                <a:gd name="connsiteY124" fmla="*/ 1371600 h 1890712"/>
                <a:gd name="connsiteX125" fmla="*/ 1883569 w 2543175"/>
                <a:gd name="connsiteY125" fmla="*/ 1388269 h 1890712"/>
                <a:gd name="connsiteX126" fmla="*/ 1893094 w 2543175"/>
                <a:gd name="connsiteY126" fmla="*/ 1395412 h 1890712"/>
                <a:gd name="connsiteX127" fmla="*/ 1902619 w 2543175"/>
                <a:gd name="connsiteY127" fmla="*/ 1404937 h 1890712"/>
                <a:gd name="connsiteX128" fmla="*/ 1912144 w 2543175"/>
                <a:gd name="connsiteY128" fmla="*/ 1409700 h 1890712"/>
                <a:gd name="connsiteX129" fmla="*/ 1931194 w 2543175"/>
                <a:gd name="connsiteY129" fmla="*/ 1421606 h 1890712"/>
                <a:gd name="connsiteX130" fmla="*/ 1935957 w 2543175"/>
                <a:gd name="connsiteY130" fmla="*/ 1428750 h 1890712"/>
                <a:gd name="connsiteX131" fmla="*/ 1952625 w 2543175"/>
                <a:gd name="connsiteY131" fmla="*/ 1438275 h 1890712"/>
                <a:gd name="connsiteX132" fmla="*/ 1971675 w 2543175"/>
                <a:gd name="connsiteY132" fmla="*/ 1450181 h 1890712"/>
                <a:gd name="connsiteX133" fmla="*/ 1981200 w 2543175"/>
                <a:gd name="connsiteY133" fmla="*/ 1454944 h 1890712"/>
                <a:gd name="connsiteX134" fmla="*/ 1997869 w 2543175"/>
                <a:gd name="connsiteY134" fmla="*/ 1471612 h 1890712"/>
                <a:gd name="connsiteX135" fmla="*/ 2007394 w 2543175"/>
                <a:gd name="connsiteY135" fmla="*/ 1478756 h 1890712"/>
                <a:gd name="connsiteX136" fmla="*/ 2016919 w 2543175"/>
                <a:gd name="connsiteY136" fmla="*/ 1483519 h 1890712"/>
                <a:gd name="connsiteX137" fmla="*/ 2024063 w 2543175"/>
                <a:gd name="connsiteY137" fmla="*/ 1490662 h 1890712"/>
                <a:gd name="connsiteX138" fmla="*/ 2033588 w 2543175"/>
                <a:gd name="connsiteY138" fmla="*/ 1495425 h 1890712"/>
                <a:gd name="connsiteX139" fmla="*/ 2040732 w 2543175"/>
                <a:gd name="connsiteY139" fmla="*/ 1502569 h 1890712"/>
                <a:gd name="connsiteX140" fmla="*/ 2047875 w 2543175"/>
                <a:gd name="connsiteY140" fmla="*/ 1507331 h 1890712"/>
                <a:gd name="connsiteX141" fmla="*/ 2057400 w 2543175"/>
                <a:gd name="connsiteY141" fmla="*/ 1514475 h 1890712"/>
                <a:gd name="connsiteX142" fmla="*/ 2064544 w 2543175"/>
                <a:gd name="connsiteY142" fmla="*/ 1519237 h 1890712"/>
                <a:gd name="connsiteX143" fmla="*/ 2071688 w 2543175"/>
                <a:gd name="connsiteY143" fmla="*/ 1526381 h 1890712"/>
                <a:gd name="connsiteX144" fmla="*/ 2081213 w 2543175"/>
                <a:gd name="connsiteY144" fmla="*/ 1531144 h 1890712"/>
                <a:gd name="connsiteX145" fmla="*/ 2090738 w 2543175"/>
                <a:gd name="connsiteY145" fmla="*/ 1538287 h 1890712"/>
                <a:gd name="connsiteX146" fmla="*/ 2109788 w 2543175"/>
                <a:gd name="connsiteY146" fmla="*/ 1547812 h 1890712"/>
                <a:gd name="connsiteX147" fmla="*/ 2131219 w 2543175"/>
                <a:gd name="connsiteY147" fmla="*/ 1562100 h 1890712"/>
                <a:gd name="connsiteX148" fmla="*/ 2140744 w 2543175"/>
                <a:gd name="connsiteY148" fmla="*/ 1566862 h 1890712"/>
                <a:gd name="connsiteX149" fmla="*/ 2152650 w 2543175"/>
                <a:gd name="connsiteY149" fmla="*/ 1576387 h 1890712"/>
                <a:gd name="connsiteX150" fmla="*/ 2181225 w 2543175"/>
                <a:gd name="connsiteY150" fmla="*/ 1590675 h 1890712"/>
                <a:gd name="connsiteX151" fmla="*/ 2200275 w 2543175"/>
                <a:gd name="connsiteY151" fmla="*/ 1607344 h 1890712"/>
                <a:gd name="connsiteX152" fmla="*/ 2207419 w 2543175"/>
                <a:gd name="connsiteY152" fmla="*/ 1612106 h 1890712"/>
                <a:gd name="connsiteX153" fmla="*/ 2216944 w 2543175"/>
                <a:gd name="connsiteY153" fmla="*/ 1619250 h 1890712"/>
                <a:gd name="connsiteX154" fmla="*/ 2224088 w 2543175"/>
                <a:gd name="connsiteY154" fmla="*/ 1624012 h 1890712"/>
                <a:gd name="connsiteX155" fmla="*/ 2247900 w 2543175"/>
                <a:gd name="connsiteY155" fmla="*/ 1643062 h 1890712"/>
                <a:gd name="connsiteX156" fmla="*/ 2255044 w 2543175"/>
                <a:gd name="connsiteY156" fmla="*/ 1650206 h 1890712"/>
                <a:gd name="connsiteX157" fmla="*/ 2281238 w 2543175"/>
                <a:gd name="connsiteY157" fmla="*/ 1664494 h 1890712"/>
                <a:gd name="connsiteX158" fmla="*/ 2297907 w 2543175"/>
                <a:gd name="connsiteY158" fmla="*/ 1674019 h 1890712"/>
                <a:gd name="connsiteX159" fmla="*/ 2312194 w 2543175"/>
                <a:gd name="connsiteY159" fmla="*/ 1685925 h 1890712"/>
                <a:gd name="connsiteX160" fmla="*/ 2328863 w 2543175"/>
                <a:gd name="connsiteY160" fmla="*/ 1697831 h 1890712"/>
                <a:gd name="connsiteX161" fmla="*/ 2350294 w 2543175"/>
                <a:gd name="connsiteY161" fmla="*/ 1712119 h 1890712"/>
                <a:gd name="connsiteX162" fmla="*/ 2369344 w 2543175"/>
                <a:gd name="connsiteY162" fmla="*/ 1724025 h 1890712"/>
                <a:gd name="connsiteX163" fmla="*/ 2428876 w 2543175"/>
                <a:gd name="connsiteY163" fmla="*/ 1785938 h 1890712"/>
                <a:gd name="connsiteX164" fmla="*/ 2466975 w 2543175"/>
                <a:gd name="connsiteY164" fmla="*/ 1783556 h 1890712"/>
                <a:gd name="connsiteX165" fmla="*/ 2481263 w 2543175"/>
                <a:gd name="connsiteY165" fmla="*/ 1795462 h 1890712"/>
                <a:gd name="connsiteX166" fmla="*/ 2486025 w 2543175"/>
                <a:gd name="connsiteY166" fmla="*/ 1802606 h 1890712"/>
                <a:gd name="connsiteX167" fmla="*/ 2514600 w 2543175"/>
                <a:gd name="connsiteY167" fmla="*/ 1850231 h 1890712"/>
                <a:gd name="connsiteX168" fmla="*/ 2519363 w 2543175"/>
                <a:gd name="connsiteY168" fmla="*/ 1857375 h 1890712"/>
                <a:gd name="connsiteX169" fmla="*/ 2540794 w 2543175"/>
                <a:gd name="connsiteY169" fmla="*/ 1883569 h 1890712"/>
                <a:gd name="connsiteX170" fmla="*/ 2543175 w 2543175"/>
                <a:gd name="connsiteY170" fmla="*/ 1890712 h 1890712"/>
                <a:gd name="connsiteX0" fmla="*/ 0 w 2543175"/>
                <a:gd name="connsiteY0" fmla="*/ 0 h 1890712"/>
                <a:gd name="connsiteX1" fmla="*/ 11907 w 2543175"/>
                <a:gd name="connsiteY1" fmla="*/ 11906 h 1890712"/>
                <a:gd name="connsiteX2" fmla="*/ 21432 w 2543175"/>
                <a:gd name="connsiteY2" fmla="*/ 16669 h 1890712"/>
                <a:gd name="connsiteX3" fmla="*/ 23813 w 2543175"/>
                <a:gd name="connsiteY3" fmla="*/ 23812 h 1890712"/>
                <a:gd name="connsiteX4" fmla="*/ 33338 w 2543175"/>
                <a:gd name="connsiteY4" fmla="*/ 33337 h 1890712"/>
                <a:gd name="connsiteX5" fmla="*/ 40482 w 2543175"/>
                <a:gd name="connsiteY5" fmla="*/ 42862 h 1890712"/>
                <a:gd name="connsiteX6" fmla="*/ 47625 w 2543175"/>
                <a:gd name="connsiteY6" fmla="*/ 47625 h 1890712"/>
                <a:gd name="connsiteX7" fmla="*/ 57150 w 2543175"/>
                <a:gd name="connsiteY7" fmla="*/ 54769 h 1890712"/>
                <a:gd name="connsiteX8" fmla="*/ 64294 w 2543175"/>
                <a:gd name="connsiteY8" fmla="*/ 59531 h 1890712"/>
                <a:gd name="connsiteX9" fmla="*/ 83344 w 2543175"/>
                <a:gd name="connsiteY9" fmla="*/ 73819 h 1890712"/>
                <a:gd name="connsiteX10" fmla="*/ 97632 w 2543175"/>
                <a:gd name="connsiteY10" fmla="*/ 80962 h 1890712"/>
                <a:gd name="connsiteX11" fmla="*/ 104775 w 2543175"/>
                <a:gd name="connsiteY11" fmla="*/ 85725 h 1890712"/>
                <a:gd name="connsiteX12" fmla="*/ 114300 w 2543175"/>
                <a:gd name="connsiteY12" fmla="*/ 95250 h 1890712"/>
                <a:gd name="connsiteX13" fmla="*/ 123825 w 2543175"/>
                <a:gd name="connsiteY13" fmla="*/ 97631 h 1890712"/>
                <a:gd name="connsiteX14" fmla="*/ 130969 w 2543175"/>
                <a:gd name="connsiteY14" fmla="*/ 104775 h 1890712"/>
                <a:gd name="connsiteX15" fmla="*/ 140494 w 2543175"/>
                <a:gd name="connsiteY15" fmla="*/ 111919 h 1890712"/>
                <a:gd name="connsiteX16" fmla="*/ 147638 w 2543175"/>
                <a:gd name="connsiteY16" fmla="*/ 116681 h 1890712"/>
                <a:gd name="connsiteX17" fmla="*/ 164307 w 2543175"/>
                <a:gd name="connsiteY17" fmla="*/ 128587 h 1890712"/>
                <a:gd name="connsiteX18" fmla="*/ 180975 w 2543175"/>
                <a:gd name="connsiteY18" fmla="*/ 140494 h 1890712"/>
                <a:gd name="connsiteX19" fmla="*/ 197644 w 2543175"/>
                <a:gd name="connsiteY19" fmla="*/ 152400 h 1890712"/>
                <a:gd name="connsiteX20" fmla="*/ 204788 w 2543175"/>
                <a:gd name="connsiteY20" fmla="*/ 157162 h 1890712"/>
                <a:gd name="connsiteX21" fmla="*/ 214313 w 2543175"/>
                <a:gd name="connsiteY21" fmla="*/ 164306 h 1890712"/>
                <a:gd name="connsiteX22" fmla="*/ 230982 w 2543175"/>
                <a:gd name="connsiteY22" fmla="*/ 180975 h 1890712"/>
                <a:gd name="connsiteX23" fmla="*/ 247650 w 2543175"/>
                <a:gd name="connsiteY23" fmla="*/ 185737 h 1890712"/>
                <a:gd name="connsiteX24" fmla="*/ 300038 w 2543175"/>
                <a:gd name="connsiteY24" fmla="*/ 219075 h 1890712"/>
                <a:gd name="connsiteX25" fmla="*/ 333375 w 2543175"/>
                <a:gd name="connsiteY25" fmla="*/ 228600 h 1890712"/>
                <a:gd name="connsiteX26" fmla="*/ 354807 w 2543175"/>
                <a:gd name="connsiteY26" fmla="*/ 247650 h 1890712"/>
                <a:gd name="connsiteX27" fmla="*/ 366713 w 2543175"/>
                <a:gd name="connsiteY27" fmla="*/ 264319 h 1890712"/>
                <a:gd name="connsiteX28" fmla="*/ 371475 w 2543175"/>
                <a:gd name="connsiteY28" fmla="*/ 271462 h 1890712"/>
                <a:gd name="connsiteX29" fmla="*/ 385763 w 2543175"/>
                <a:gd name="connsiteY29" fmla="*/ 283369 h 1890712"/>
                <a:gd name="connsiteX30" fmla="*/ 404813 w 2543175"/>
                <a:gd name="connsiteY30" fmla="*/ 295275 h 1890712"/>
                <a:gd name="connsiteX31" fmla="*/ 411957 w 2543175"/>
                <a:gd name="connsiteY31" fmla="*/ 297656 h 1890712"/>
                <a:gd name="connsiteX32" fmla="*/ 466725 w 2543175"/>
                <a:gd name="connsiteY32" fmla="*/ 328612 h 1890712"/>
                <a:gd name="connsiteX33" fmla="*/ 476250 w 2543175"/>
                <a:gd name="connsiteY33" fmla="*/ 335756 h 1890712"/>
                <a:gd name="connsiteX34" fmla="*/ 481013 w 2543175"/>
                <a:gd name="connsiteY34" fmla="*/ 342900 h 1890712"/>
                <a:gd name="connsiteX35" fmla="*/ 490538 w 2543175"/>
                <a:gd name="connsiteY35" fmla="*/ 352425 h 1890712"/>
                <a:gd name="connsiteX36" fmla="*/ 495300 w 2543175"/>
                <a:gd name="connsiteY36" fmla="*/ 359569 h 1890712"/>
                <a:gd name="connsiteX37" fmla="*/ 509588 w 2543175"/>
                <a:gd name="connsiteY37" fmla="*/ 376237 h 1890712"/>
                <a:gd name="connsiteX38" fmla="*/ 514350 w 2543175"/>
                <a:gd name="connsiteY38" fmla="*/ 383381 h 1890712"/>
                <a:gd name="connsiteX39" fmla="*/ 531019 w 2543175"/>
                <a:gd name="connsiteY39" fmla="*/ 397669 h 1890712"/>
                <a:gd name="connsiteX40" fmla="*/ 538163 w 2543175"/>
                <a:gd name="connsiteY40" fmla="*/ 407194 h 1890712"/>
                <a:gd name="connsiteX41" fmla="*/ 554832 w 2543175"/>
                <a:gd name="connsiteY41" fmla="*/ 421481 h 1890712"/>
                <a:gd name="connsiteX42" fmla="*/ 564357 w 2543175"/>
                <a:gd name="connsiteY42" fmla="*/ 431006 h 1890712"/>
                <a:gd name="connsiteX43" fmla="*/ 573882 w 2543175"/>
                <a:gd name="connsiteY43" fmla="*/ 438150 h 1890712"/>
                <a:gd name="connsiteX44" fmla="*/ 595313 w 2543175"/>
                <a:gd name="connsiteY44" fmla="*/ 454819 h 1890712"/>
                <a:gd name="connsiteX45" fmla="*/ 602457 w 2543175"/>
                <a:gd name="connsiteY45" fmla="*/ 457200 h 1890712"/>
                <a:gd name="connsiteX46" fmla="*/ 628650 w 2543175"/>
                <a:gd name="connsiteY46" fmla="*/ 469106 h 1890712"/>
                <a:gd name="connsiteX47" fmla="*/ 645319 w 2543175"/>
                <a:gd name="connsiteY47" fmla="*/ 483394 h 1890712"/>
                <a:gd name="connsiteX48" fmla="*/ 654844 w 2543175"/>
                <a:gd name="connsiteY48" fmla="*/ 488156 h 1890712"/>
                <a:gd name="connsiteX49" fmla="*/ 661988 w 2543175"/>
                <a:gd name="connsiteY49" fmla="*/ 497681 h 1890712"/>
                <a:gd name="connsiteX50" fmla="*/ 683419 w 2543175"/>
                <a:gd name="connsiteY50" fmla="*/ 514350 h 1890712"/>
                <a:gd name="connsiteX51" fmla="*/ 700088 w 2543175"/>
                <a:gd name="connsiteY51" fmla="*/ 526256 h 1890712"/>
                <a:gd name="connsiteX52" fmla="*/ 709613 w 2543175"/>
                <a:gd name="connsiteY52" fmla="*/ 535781 h 1890712"/>
                <a:gd name="connsiteX53" fmla="*/ 719138 w 2543175"/>
                <a:gd name="connsiteY53" fmla="*/ 542925 h 1890712"/>
                <a:gd name="connsiteX54" fmla="*/ 733425 w 2543175"/>
                <a:gd name="connsiteY54" fmla="*/ 557212 h 1890712"/>
                <a:gd name="connsiteX55" fmla="*/ 750094 w 2543175"/>
                <a:gd name="connsiteY55" fmla="*/ 569119 h 1890712"/>
                <a:gd name="connsiteX56" fmla="*/ 769144 w 2543175"/>
                <a:gd name="connsiteY56" fmla="*/ 581025 h 1890712"/>
                <a:gd name="connsiteX57" fmla="*/ 785813 w 2543175"/>
                <a:gd name="connsiteY57" fmla="*/ 590550 h 1890712"/>
                <a:gd name="connsiteX58" fmla="*/ 792957 w 2543175"/>
                <a:gd name="connsiteY58" fmla="*/ 600075 h 1890712"/>
                <a:gd name="connsiteX59" fmla="*/ 809625 w 2543175"/>
                <a:gd name="connsiteY59" fmla="*/ 611981 h 1890712"/>
                <a:gd name="connsiteX60" fmla="*/ 816769 w 2543175"/>
                <a:gd name="connsiteY60" fmla="*/ 619125 h 1890712"/>
                <a:gd name="connsiteX61" fmla="*/ 826294 w 2543175"/>
                <a:gd name="connsiteY61" fmla="*/ 626269 h 1890712"/>
                <a:gd name="connsiteX62" fmla="*/ 840582 w 2543175"/>
                <a:gd name="connsiteY62" fmla="*/ 638175 h 1890712"/>
                <a:gd name="connsiteX63" fmla="*/ 847725 w 2543175"/>
                <a:gd name="connsiteY63" fmla="*/ 645319 h 1890712"/>
                <a:gd name="connsiteX64" fmla="*/ 857250 w 2543175"/>
                <a:gd name="connsiteY64" fmla="*/ 652462 h 1890712"/>
                <a:gd name="connsiteX65" fmla="*/ 864394 w 2543175"/>
                <a:gd name="connsiteY65" fmla="*/ 657225 h 1890712"/>
                <a:gd name="connsiteX66" fmla="*/ 888207 w 2543175"/>
                <a:gd name="connsiteY66" fmla="*/ 676275 h 1890712"/>
                <a:gd name="connsiteX67" fmla="*/ 895350 w 2543175"/>
                <a:gd name="connsiteY67" fmla="*/ 681037 h 1890712"/>
                <a:gd name="connsiteX68" fmla="*/ 907257 w 2543175"/>
                <a:gd name="connsiteY68" fmla="*/ 683419 h 1890712"/>
                <a:gd name="connsiteX69" fmla="*/ 928688 w 2543175"/>
                <a:gd name="connsiteY69" fmla="*/ 695325 h 1890712"/>
                <a:gd name="connsiteX70" fmla="*/ 942975 w 2543175"/>
                <a:gd name="connsiteY70" fmla="*/ 700087 h 1890712"/>
                <a:gd name="connsiteX71" fmla="*/ 964407 w 2543175"/>
                <a:gd name="connsiteY71" fmla="*/ 716756 h 1890712"/>
                <a:gd name="connsiteX72" fmla="*/ 971550 w 2543175"/>
                <a:gd name="connsiteY72" fmla="*/ 723900 h 1890712"/>
                <a:gd name="connsiteX73" fmla="*/ 983457 w 2543175"/>
                <a:gd name="connsiteY73" fmla="*/ 733425 h 1890712"/>
                <a:gd name="connsiteX74" fmla="*/ 990600 w 2543175"/>
                <a:gd name="connsiteY74" fmla="*/ 738187 h 1890712"/>
                <a:gd name="connsiteX75" fmla="*/ 1007269 w 2543175"/>
                <a:gd name="connsiteY75" fmla="*/ 752475 h 1890712"/>
                <a:gd name="connsiteX76" fmla="*/ 1031082 w 2543175"/>
                <a:gd name="connsiteY76" fmla="*/ 766762 h 1890712"/>
                <a:gd name="connsiteX77" fmla="*/ 1042988 w 2543175"/>
                <a:gd name="connsiteY77" fmla="*/ 773906 h 1890712"/>
                <a:gd name="connsiteX78" fmla="*/ 1071563 w 2543175"/>
                <a:gd name="connsiteY78" fmla="*/ 785812 h 1890712"/>
                <a:gd name="connsiteX79" fmla="*/ 1097757 w 2543175"/>
                <a:gd name="connsiteY79" fmla="*/ 807244 h 1890712"/>
                <a:gd name="connsiteX80" fmla="*/ 1104900 w 2543175"/>
                <a:gd name="connsiteY80" fmla="*/ 814387 h 1890712"/>
                <a:gd name="connsiteX81" fmla="*/ 1121569 w 2543175"/>
                <a:gd name="connsiteY81" fmla="*/ 823912 h 1890712"/>
                <a:gd name="connsiteX82" fmla="*/ 1138238 w 2543175"/>
                <a:gd name="connsiteY82" fmla="*/ 835819 h 1890712"/>
                <a:gd name="connsiteX83" fmla="*/ 1147763 w 2543175"/>
                <a:gd name="connsiteY83" fmla="*/ 842962 h 1890712"/>
                <a:gd name="connsiteX84" fmla="*/ 1157288 w 2543175"/>
                <a:gd name="connsiteY84" fmla="*/ 847725 h 1890712"/>
                <a:gd name="connsiteX85" fmla="*/ 1178719 w 2543175"/>
                <a:gd name="connsiteY85" fmla="*/ 859631 h 1890712"/>
                <a:gd name="connsiteX86" fmla="*/ 1188244 w 2543175"/>
                <a:gd name="connsiteY86" fmla="*/ 866775 h 1890712"/>
                <a:gd name="connsiteX87" fmla="*/ 1195388 w 2543175"/>
                <a:gd name="connsiteY87" fmla="*/ 871537 h 1890712"/>
                <a:gd name="connsiteX88" fmla="*/ 1212057 w 2543175"/>
                <a:gd name="connsiteY88" fmla="*/ 883444 h 1890712"/>
                <a:gd name="connsiteX89" fmla="*/ 1226344 w 2543175"/>
                <a:gd name="connsiteY89" fmla="*/ 895350 h 1890712"/>
                <a:gd name="connsiteX90" fmla="*/ 1245394 w 2543175"/>
                <a:gd name="connsiteY90" fmla="*/ 907256 h 1890712"/>
                <a:gd name="connsiteX91" fmla="*/ 1254919 w 2543175"/>
                <a:gd name="connsiteY91" fmla="*/ 914400 h 1890712"/>
                <a:gd name="connsiteX92" fmla="*/ 1269207 w 2543175"/>
                <a:gd name="connsiteY92" fmla="*/ 921544 h 1890712"/>
                <a:gd name="connsiteX93" fmla="*/ 1290638 w 2543175"/>
                <a:gd name="connsiteY93" fmla="*/ 935831 h 1890712"/>
                <a:gd name="connsiteX94" fmla="*/ 1307307 w 2543175"/>
                <a:gd name="connsiteY94" fmla="*/ 952500 h 1890712"/>
                <a:gd name="connsiteX95" fmla="*/ 1333500 w 2543175"/>
                <a:gd name="connsiteY95" fmla="*/ 971550 h 1890712"/>
                <a:gd name="connsiteX96" fmla="*/ 1359694 w 2543175"/>
                <a:gd name="connsiteY96" fmla="*/ 990600 h 1890712"/>
                <a:gd name="connsiteX97" fmla="*/ 1373982 w 2543175"/>
                <a:gd name="connsiteY97" fmla="*/ 997744 h 1890712"/>
                <a:gd name="connsiteX98" fmla="*/ 1388269 w 2543175"/>
                <a:gd name="connsiteY98" fmla="*/ 1007269 h 1890712"/>
                <a:gd name="connsiteX99" fmla="*/ 1414463 w 2543175"/>
                <a:gd name="connsiteY99" fmla="*/ 1019175 h 1890712"/>
                <a:gd name="connsiteX100" fmla="*/ 1428750 w 2543175"/>
                <a:gd name="connsiteY100" fmla="*/ 1026319 h 1890712"/>
                <a:gd name="connsiteX101" fmla="*/ 1471613 w 2543175"/>
                <a:gd name="connsiteY101" fmla="*/ 1059656 h 1890712"/>
                <a:gd name="connsiteX102" fmla="*/ 1495425 w 2543175"/>
                <a:gd name="connsiteY102" fmla="*/ 1088231 h 1890712"/>
                <a:gd name="connsiteX103" fmla="*/ 1547812 w 2543175"/>
                <a:gd name="connsiteY103" fmla="*/ 1133475 h 1890712"/>
                <a:gd name="connsiteX104" fmla="*/ 1597819 w 2543175"/>
                <a:gd name="connsiteY104" fmla="*/ 1154906 h 1890712"/>
                <a:gd name="connsiteX105" fmla="*/ 1604963 w 2543175"/>
                <a:gd name="connsiteY105" fmla="*/ 1162050 h 1890712"/>
                <a:gd name="connsiteX106" fmla="*/ 1612107 w 2543175"/>
                <a:gd name="connsiteY106" fmla="*/ 1166812 h 1890712"/>
                <a:gd name="connsiteX107" fmla="*/ 1628775 w 2543175"/>
                <a:gd name="connsiteY107" fmla="*/ 1183481 h 1890712"/>
                <a:gd name="connsiteX108" fmla="*/ 1662113 w 2543175"/>
                <a:gd name="connsiteY108" fmla="*/ 1209675 h 1890712"/>
                <a:gd name="connsiteX109" fmla="*/ 1678782 w 2543175"/>
                <a:gd name="connsiteY109" fmla="*/ 1226344 h 1890712"/>
                <a:gd name="connsiteX110" fmla="*/ 1700213 w 2543175"/>
                <a:gd name="connsiteY110" fmla="*/ 1247775 h 1890712"/>
                <a:gd name="connsiteX111" fmla="*/ 1712119 w 2543175"/>
                <a:gd name="connsiteY111" fmla="*/ 1259681 h 1890712"/>
                <a:gd name="connsiteX112" fmla="*/ 1733550 w 2543175"/>
                <a:gd name="connsiteY112" fmla="*/ 1273969 h 1890712"/>
                <a:gd name="connsiteX113" fmla="*/ 1743075 w 2543175"/>
                <a:gd name="connsiteY113" fmla="*/ 1283494 h 1890712"/>
                <a:gd name="connsiteX114" fmla="*/ 1754982 w 2543175"/>
                <a:gd name="connsiteY114" fmla="*/ 1290637 h 1890712"/>
                <a:gd name="connsiteX115" fmla="*/ 1766888 w 2543175"/>
                <a:gd name="connsiteY115" fmla="*/ 1300162 h 1890712"/>
                <a:gd name="connsiteX116" fmla="*/ 1783557 w 2543175"/>
                <a:gd name="connsiteY116" fmla="*/ 1307306 h 1890712"/>
                <a:gd name="connsiteX117" fmla="*/ 1790700 w 2543175"/>
                <a:gd name="connsiteY117" fmla="*/ 1312069 h 1890712"/>
                <a:gd name="connsiteX118" fmla="*/ 1800225 w 2543175"/>
                <a:gd name="connsiteY118" fmla="*/ 1319212 h 1890712"/>
                <a:gd name="connsiteX119" fmla="*/ 1807369 w 2543175"/>
                <a:gd name="connsiteY119" fmla="*/ 1321594 h 1890712"/>
                <a:gd name="connsiteX120" fmla="*/ 1824038 w 2543175"/>
                <a:gd name="connsiteY120" fmla="*/ 1333500 h 1890712"/>
                <a:gd name="connsiteX121" fmla="*/ 1843088 w 2543175"/>
                <a:gd name="connsiteY121" fmla="*/ 1352550 h 1890712"/>
                <a:gd name="connsiteX122" fmla="*/ 1852613 w 2543175"/>
                <a:gd name="connsiteY122" fmla="*/ 1359694 h 1890712"/>
                <a:gd name="connsiteX123" fmla="*/ 1859757 w 2543175"/>
                <a:gd name="connsiteY123" fmla="*/ 1366837 h 1890712"/>
                <a:gd name="connsiteX124" fmla="*/ 1869282 w 2543175"/>
                <a:gd name="connsiteY124" fmla="*/ 1371600 h 1890712"/>
                <a:gd name="connsiteX125" fmla="*/ 1883569 w 2543175"/>
                <a:gd name="connsiteY125" fmla="*/ 1388269 h 1890712"/>
                <a:gd name="connsiteX126" fmla="*/ 1893094 w 2543175"/>
                <a:gd name="connsiteY126" fmla="*/ 1395412 h 1890712"/>
                <a:gd name="connsiteX127" fmla="*/ 1902619 w 2543175"/>
                <a:gd name="connsiteY127" fmla="*/ 1404937 h 1890712"/>
                <a:gd name="connsiteX128" fmla="*/ 1912144 w 2543175"/>
                <a:gd name="connsiteY128" fmla="*/ 1409700 h 1890712"/>
                <a:gd name="connsiteX129" fmla="*/ 1931194 w 2543175"/>
                <a:gd name="connsiteY129" fmla="*/ 1421606 h 1890712"/>
                <a:gd name="connsiteX130" fmla="*/ 1935957 w 2543175"/>
                <a:gd name="connsiteY130" fmla="*/ 1428750 h 1890712"/>
                <a:gd name="connsiteX131" fmla="*/ 1952625 w 2543175"/>
                <a:gd name="connsiteY131" fmla="*/ 1438275 h 1890712"/>
                <a:gd name="connsiteX132" fmla="*/ 1971675 w 2543175"/>
                <a:gd name="connsiteY132" fmla="*/ 1450181 h 1890712"/>
                <a:gd name="connsiteX133" fmla="*/ 1981200 w 2543175"/>
                <a:gd name="connsiteY133" fmla="*/ 1454944 h 1890712"/>
                <a:gd name="connsiteX134" fmla="*/ 1997869 w 2543175"/>
                <a:gd name="connsiteY134" fmla="*/ 1471612 h 1890712"/>
                <a:gd name="connsiteX135" fmla="*/ 2007394 w 2543175"/>
                <a:gd name="connsiteY135" fmla="*/ 1478756 h 1890712"/>
                <a:gd name="connsiteX136" fmla="*/ 2016919 w 2543175"/>
                <a:gd name="connsiteY136" fmla="*/ 1483519 h 1890712"/>
                <a:gd name="connsiteX137" fmla="*/ 2024063 w 2543175"/>
                <a:gd name="connsiteY137" fmla="*/ 1490662 h 1890712"/>
                <a:gd name="connsiteX138" fmla="*/ 2033588 w 2543175"/>
                <a:gd name="connsiteY138" fmla="*/ 1495425 h 1890712"/>
                <a:gd name="connsiteX139" fmla="*/ 2040732 w 2543175"/>
                <a:gd name="connsiteY139" fmla="*/ 1502569 h 1890712"/>
                <a:gd name="connsiteX140" fmla="*/ 2047875 w 2543175"/>
                <a:gd name="connsiteY140" fmla="*/ 1507331 h 1890712"/>
                <a:gd name="connsiteX141" fmla="*/ 2057400 w 2543175"/>
                <a:gd name="connsiteY141" fmla="*/ 1514475 h 1890712"/>
                <a:gd name="connsiteX142" fmla="*/ 2064544 w 2543175"/>
                <a:gd name="connsiteY142" fmla="*/ 1519237 h 1890712"/>
                <a:gd name="connsiteX143" fmla="*/ 2071688 w 2543175"/>
                <a:gd name="connsiteY143" fmla="*/ 1526381 h 1890712"/>
                <a:gd name="connsiteX144" fmla="*/ 2081213 w 2543175"/>
                <a:gd name="connsiteY144" fmla="*/ 1531144 h 1890712"/>
                <a:gd name="connsiteX145" fmla="*/ 2090738 w 2543175"/>
                <a:gd name="connsiteY145" fmla="*/ 1538287 h 1890712"/>
                <a:gd name="connsiteX146" fmla="*/ 2109788 w 2543175"/>
                <a:gd name="connsiteY146" fmla="*/ 1547812 h 1890712"/>
                <a:gd name="connsiteX147" fmla="*/ 2131219 w 2543175"/>
                <a:gd name="connsiteY147" fmla="*/ 1562100 h 1890712"/>
                <a:gd name="connsiteX148" fmla="*/ 2140744 w 2543175"/>
                <a:gd name="connsiteY148" fmla="*/ 1566862 h 1890712"/>
                <a:gd name="connsiteX149" fmla="*/ 2152650 w 2543175"/>
                <a:gd name="connsiteY149" fmla="*/ 1576387 h 1890712"/>
                <a:gd name="connsiteX150" fmla="*/ 2181225 w 2543175"/>
                <a:gd name="connsiteY150" fmla="*/ 1590675 h 1890712"/>
                <a:gd name="connsiteX151" fmla="*/ 2200275 w 2543175"/>
                <a:gd name="connsiteY151" fmla="*/ 1607344 h 1890712"/>
                <a:gd name="connsiteX152" fmla="*/ 2207419 w 2543175"/>
                <a:gd name="connsiteY152" fmla="*/ 1612106 h 1890712"/>
                <a:gd name="connsiteX153" fmla="*/ 2216944 w 2543175"/>
                <a:gd name="connsiteY153" fmla="*/ 1619250 h 1890712"/>
                <a:gd name="connsiteX154" fmla="*/ 2224088 w 2543175"/>
                <a:gd name="connsiteY154" fmla="*/ 1624012 h 1890712"/>
                <a:gd name="connsiteX155" fmla="*/ 2247900 w 2543175"/>
                <a:gd name="connsiteY155" fmla="*/ 1643062 h 1890712"/>
                <a:gd name="connsiteX156" fmla="*/ 2255044 w 2543175"/>
                <a:gd name="connsiteY156" fmla="*/ 1650206 h 1890712"/>
                <a:gd name="connsiteX157" fmla="*/ 2281238 w 2543175"/>
                <a:gd name="connsiteY157" fmla="*/ 1664494 h 1890712"/>
                <a:gd name="connsiteX158" fmla="*/ 2297907 w 2543175"/>
                <a:gd name="connsiteY158" fmla="*/ 1674019 h 1890712"/>
                <a:gd name="connsiteX159" fmla="*/ 2312194 w 2543175"/>
                <a:gd name="connsiteY159" fmla="*/ 1685925 h 1890712"/>
                <a:gd name="connsiteX160" fmla="*/ 2328863 w 2543175"/>
                <a:gd name="connsiteY160" fmla="*/ 1697831 h 1890712"/>
                <a:gd name="connsiteX161" fmla="*/ 2350294 w 2543175"/>
                <a:gd name="connsiteY161" fmla="*/ 1712119 h 1890712"/>
                <a:gd name="connsiteX162" fmla="*/ 2369344 w 2543175"/>
                <a:gd name="connsiteY162" fmla="*/ 1724025 h 1890712"/>
                <a:gd name="connsiteX163" fmla="*/ 2428876 w 2543175"/>
                <a:gd name="connsiteY163" fmla="*/ 1785938 h 1890712"/>
                <a:gd name="connsiteX164" fmla="*/ 2466975 w 2543175"/>
                <a:gd name="connsiteY164" fmla="*/ 1783556 h 1890712"/>
                <a:gd name="connsiteX165" fmla="*/ 2481263 w 2543175"/>
                <a:gd name="connsiteY165" fmla="*/ 1795462 h 1890712"/>
                <a:gd name="connsiteX166" fmla="*/ 2486025 w 2543175"/>
                <a:gd name="connsiteY166" fmla="*/ 1802606 h 1890712"/>
                <a:gd name="connsiteX167" fmla="*/ 2514600 w 2543175"/>
                <a:gd name="connsiteY167" fmla="*/ 1850231 h 1890712"/>
                <a:gd name="connsiteX168" fmla="*/ 2519363 w 2543175"/>
                <a:gd name="connsiteY168" fmla="*/ 1857375 h 1890712"/>
                <a:gd name="connsiteX169" fmla="*/ 2540794 w 2543175"/>
                <a:gd name="connsiteY169" fmla="*/ 1883569 h 1890712"/>
                <a:gd name="connsiteX170" fmla="*/ 2543175 w 2543175"/>
                <a:gd name="connsiteY170" fmla="*/ 1890712 h 1890712"/>
                <a:gd name="connsiteX0" fmla="*/ 0 w 2543175"/>
                <a:gd name="connsiteY0" fmla="*/ 0 h 1890712"/>
                <a:gd name="connsiteX1" fmla="*/ 11907 w 2543175"/>
                <a:gd name="connsiteY1" fmla="*/ 11906 h 1890712"/>
                <a:gd name="connsiteX2" fmla="*/ 21432 w 2543175"/>
                <a:gd name="connsiteY2" fmla="*/ 16669 h 1890712"/>
                <a:gd name="connsiteX3" fmla="*/ 23813 w 2543175"/>
                <a:gd name="connsiteY3" fmla="*/ 23812 h 1890712"/>
                <a:gd name="connsiteX4" fmla="*/ 33338 w 2543175"/>
                <a:gd name="connsiteY4" fmla="*/ 33337 h 1890712"/>
                <a:gd name="connsiteX5" fmla="*/ 40482 w 2543175"/>
                <a:gd name="connsiteY5" fmla="*/ 42862 h 1890712"/>
                <a:gd name="connsiteX6" fmla="*/ 47625 w 2543175"/>
                <a:gd name="connsiteY6" fmla="*/ 47625 h 1890712"/>
                <a:gd name="connsiteX7" fmla="*/ 57150 w 2543175"/>
                <a:gd name="connsiteY7" fmla="*/ 54769 h 1890712"/>
                <a:gd name="connsiteX8" fmla="*/ 64294 w 2543175"/>
                <a:gd name="connsiteY8" fmla="*/ 59531 h 1890712"/>
                <a:gd name="connsiteX9" fmla="*/ 83344 w 2543175"/>
                <a:gd name="connsiteY9" fmla="*/ 73819 h 1890712"/>
                <a:gd name="connsiteX10" fmla="*/ 97632 w 2543175"/>
                <a:gd name="connsiteY10" fmla="*/ 80962 h 1890712"/>
                <a:gd name="connsiteX11" fmla="*/ 104775 w 2543175"/>
                <a:gd name="connsiteY11" fmla="*/ 85725 h 1890712"/>
                <a:gd name="connsiteX12" fmla="*/ 114300 w 2543175"/>
                <a:gd name="connsiteY12" fmla="*/ 95250 h 1890712"/>
                <a:gd name="connsiteX13" fmla="*/ 123825 w 2543175"/>
                <a:gd name="connsiteY13" fmla="*/ 97631 h 1890712"/>
                <a:gd name="connsiteX14" fmla="*/ 130969 w 2543175"/>
                <a:gd name="connsiteY14" fmla="*/ 104775 h 1890712"/>
                <a:gd name="connsiteX15" fmla="*/ 140494 w 2543175"/>
                <a:gd name="connsiteY15" fmla="*/ 111919 h 1890712"/>
                <a:gd name="connsiteX16" fmla="*/ 147638 w 2543175"/>
                <a:gd name="connsiteY16" fmla="*/ 116681 h 1890712"/>
                <a:gd name="connsiteX17" fmla="*/ 164307 w 2543175"/>
                <a:gd name="connsiteY17" fmla="*/ 128587 h 1890712"/>
                <a:gd name="connsiteX18" fmla="*/ 180975 w 2543175"/>
                <a:gd name="connsiteY18" fmla="*/ 140494 h 1890712"/>
                <a:gd name="connsiteX19" fmla="*/ 197644 w 2543175"/>
                <a:gd name="connsiteY19" fmla="*/ 152400 h 1890712"/>
                <a:gd name="connsiteX20" fmla="*/ 204788 w 2543175"/>
                <a:gd name="connsiteY20" fmla="*/ 157162 h 1890712"/>
                <a:gd name="connsiteX21" fmla="*/ 214313 w 2543175"/>
                <a:gd name="connsiteY21" fmla="*/ 164306 h 1890712"/>
                <a:gd name="connsiteX22" fmla="*/ 230982 w 2543175"/>
                <a:gd name="connsiteY22" fmla="*/ 180975 h 1890712"/>
                <a:gd name="connsiteX23" fmla="*/ 247650 w 2543175"/>
                <a:gd name="connsiteY23" fmla="*/ 185737 h 1890712"/>
                <a:gd name="connsiteX24" fmla="*/ 300038 w 2543175"/>
                <a:gd name="connsiteY24" fmla="*/ 219075 h 1890712"/>
                <a:gd name="connsiteX25" fmla="*/ 354807 w 2543175"/>
                <a:gd name="connsiteY25" fmla="*/ 247650 h 1890712"/>
                <a:gd name="connsiteX26" fmla="*/ 366713 w 2543175"/>
                <a:gd name="connsiteY26" fmla="*/ 264319 h 1890712"/>
                <a:gd name="connsiteX27" fmla="*/ 371475 w 2543175"/>
                <a:gd name="connsiteY27" fmla="*/ 271462 h 1890712"/>
                <a:gd name="connsiteX28" fmla="*/ 385763 w 2543175"/>
                <a:gd name="connsiteY28" fmla="*/ 283369 h 1890712"/>
                <a:gd name="connsiteX29" fmla="*/ 404813 w 2543175"/>
                <a:gd name="connsiteY29" fmla="*/ 295275 h 1890712"/>
                <a:gd name="connsiteX30" fmla="*/ 411957 w 2543175"/>
                <a:gd name="connsiteY30" fmla="*/ 297656 h 1890712"/>
                <a:gd name="connsiteX31" fmla="*/ 466725 w 2543175"/>
                <a:gd name="connsiteY31" fmla="*/ 328612 h 1890712"/>
                <a:gd name="connsiteX32" fmla="*/ 476250 w 2543175"/>
                <a:gd name="connsiteY32" fmla="*/ 335756 h 1890712"/>
                <a:gd name="connsiteX33" fmla="*/ 481013 w 2543175"/>
                <a:gd name="connsiteY33" fmla="*/ 342900 h 1890712"/>
                <a:gd name="connsiteX34" fmla="*/ 490538 w 2543175"/>
                <a:gd name="connsiteY34" fmla="*/ 352425 h 1890712"/>
                <a:gd name="connsiteX35" fmla="*/ 495300 w 2543175"/>
                <a:gd name="connsiteY35" fmla="*/ 359569 h 1890712"/>
                <a:gd name="connsiteX36" fmla="*/ 509588 w 2543175"/>
                <a:gd name="connsiteY36" fmla="*/ 376237 h 1890712"/>
                <a:gd name="connsiteX37" fmla="*/ 514350 w 2543175"/>
                <a:gd name="connsiteY37" fmla="*/ 383381 h 1890712"/>
                <a:gd name="connsiteX38" fmla="*/ 531019 w 2543175"/>
                <a:gd name="connsiteY38" fmla="*/ 397669 h 1890712"/>
                <a:gd name="connsiteX39" fmla="*/ 538163 w 2543175"/>
                <a:gd name="connsiteY39" fmla="*/ 407194 h 1890712"/>
                <a:gd name="connsiteX40" fmla="*/ 554832 w 2543175"/>
                <a:gd name="connsiteY40" fmla="*/ 421481 h 1890712"/>
                <a:gd name="connsiteX41" fmla="*/ 564357 w 2543175"/>
                <a:gd name="connsiteY41" fmla="*/ 431006 h 1890712"/>
                <a:gd name="connsiteX42" fmla="*/ 573882 w 2543175"/>
                <a:gd name="connsiteY42" fmla="*/ 438150 h 1890712"/>
                <a:gd name="connsiteX43" fmla="*/ 595313 w 2543175"/>
                <a:gd name="connsiteY43" fmla="*/ 454819 h 1890712"/>
                <a:gd name="connsiteX44" fmla="*/ 602457 w 2543175"/>
                <a:gd name="connsiteY44" fmla="*/ 457200 h 1890712"/>
                <a:gd name="connsiteX45" fmla="*/ 628650 w 2543175"/>
                <a:gd name="connsiteY45" fmla="*/ 469106 h 1890712"/>
                <a:gd name="connsiteX46" fmla="*/ 645319 w 2543175"/>
                <a:gd name="connsiteY46" fmla="*/ 483394 h 1890712"/>
                <a:gd name="connsiteX47" fmla="*/ 654844 w 2543175"/>
                <a:gd name="connsiteY47" fmla="*/ 488156 h 1890712"/>
                <a:gd name="connsiteX48" fmla="*/ 661988 w 2543175"/>
                <a:gd name="connsiteY48" fmla="*/ 497681 h 1890712"/>
                <a:gd name="connsiteX49" fmla="*/ 683419 w 2543175"/>
                <a:gd name="connsiteY49" fmla="*/ 514350 h 1890712"/>
                <a:gd name="connsiteX50" fmla="*/ 700088 w 2543175"/>
                <a:gd name="connsiteY50" fmla="*/ 526256 h 1890712"/>
                <a:gd name="connsiteX51" fmla="*/ 709613 w 2543175"/>
                <a:gd name="connsiteY51" fmla="*/ 535781 h 1890712"/>
                <a:gd name="connsiteX52" fmla="*/ 719138 w 2543175"/>
                <a:gd name="connsiteY52" fmla="*/ 542925 h 1890712"/>
                <a:gd name="connsiteX53" fmla="*/ 733425 w 2543175"/>
                <a:gd name="connsiteY53" fmla="*/ 557212 h 1890712"/>
                <a:gd name="connsiteX54" fmla="*/ 750094 w 2543175"/>
                <a:gd name="connsiteY54" fmla="*/ 569119 h 1890712"/>
                <a:gd name="connsiteX55" fmla="*/ 769144 w 2543175"/>
                <a:gd name="connsiteY55" fmla="*/ 581025 h 1890712"/>
                <a:gd name="connsiteX56" fmla="*/ 785813 w 2543175"/>
                <a:gd name="connsiteY56" fmla="*/ 590550 h 1890712"/>
                <a:gd name="connsiteX57" fmla="*/ 792957 w 2543175"/>
                <a:gd name="connsiteY57" fmla="*/ 600075 h 1890712"/>
                <a:gd name="connsiteX58" fmla="*/ 809625 w 2543175"/>
                <a:gd name="connsiteY58" fmla="*/ 611981 h 1890712"/>
                <a:gd name="connsiteX59" fmla="*/ 816769 w 2543175"/>
                <a:gd name="connsiteY59" fmla="*/ 619125 h 1890712"/>
                <a:gd name="connsiteX60" fmla="*/ 826294 w 2543175"/>
                <a:gd name="connsiteY60" fmla="*/ 626269 h 1890712"/>
                <a:gd name="connsiteX61" fmla="*/ 840582 w 2543175"/>
                <a:gd name="connsiteY61" fmla="*/ 638175 h 1890712"/>
                <a:gd name="connsiteX62" fmla="*/ 847725 w 2543175"/>
                <a:gd name="connsiteY62" fmla="*/ 645319 h 1890712"/>
                <a:gd name="connsiteX63" fmla="*/ 857250 w 2543175"/>
                <a:gd name="connsiteY63" fmla="*/ 652462 h 1890712"/>
                <a:gd name="connsiteX64" fmla="*/ 864394 w 2543175"/>
                <a:gd name="connsiteY64" fmla="*/ 657225 h 1890712"/>
                <a:gd name="connsiteX65" fmla="*/ 888207 w 2543175"/>
                <a:gd name="connsiteY65" fmla="*/ 676275 h 1890712"/>
                <a:gd name="connsiteX66" fmla="*/ 895350 w 2543175"/>
                <a:gd name="connsiteY66" fmla="*/ 681037 h 1890712"/>
                <a:gd name="connsiteX67" fmla="*/ 907257 w 2543175"/>
                <a:gd name="connsiteY67" fmla="*/ 683419 h 1890712"/>
                <a:gd name="connsiteX68" fmla="*/ 928688 w 2543175"/>
                <a:gd name="connsiteY68" fmla="*/ 695325 h 1890712"/>
                <a:gd name="connsiteX69" fmla="*/ 942975 w 2543175"/>
                <a:gd name="connsiteY69" fmla="*/ 700087 h 1890712"/>
                <a:gd name="connsiteX70" fmla="*/ 964407 w 2543175"/>
                <a:gd name="connsiteY70" fmla="*/ 716756 h 1890712"/>
                <a:gd name="connsiteX71" fmla="*/ 971550 w 2543175"/>
                <a:gd name="connsiteY71" fmla="*/ 723900 h 1890712"/>
                <a:gd name="connsiteX72" fmla="*/ 983457 w 2543175"/>
                <a:gd name="connsiteY72" fmla="*/ 733425 h 1890712"/>
                <a:gd name="connsiteX73" fmla="*/ 990600 w 2543175"/>
                <a:gd name="connsiteY73" fmla="*/ 738187 h 1890712"/>
                <a:gd name="connsiteX74" fmla="*/ 1007269 w 2543175"/>
                <a:gd name="connsiteY74" fmla="*/ 752475 h 1890712"/>
                <a:gd name="connsiteX75" fmla="*/ 1031082 w 2543175"/>
                <a:gd name="connsiteY75" fmla="*/ 766762 h 1890712"/>
                <a:gd name="connsiteX76" fmla="*/ 1042988 w 2543175"/>
                <a:gd name="connsiteY76" fmla="*/ 773906 h 1890712"/>
                <a:gd name="connsiteX77" fmla="*/ 1071563 w 2543175"/>
                <a:gd name="connsiteY77" fmla="*/ 785812 h 1890712"/>
                <a:gd name="connsiteX78" fmla="*/ 1097757 w 2543175"/>
                <a:gd name="connsiteY78" fmla="*/ 807244 h 1890712"/>
                <a:gd name="connsiteX79" fmla="*/ 1104900 w 2543175"/>
                <a:gd name="connsiteY79" fmla="*/ 814387 h 1890712"/>
                <a:gd name="connsiteX80" fmla="*/ 1121569 w 2543175"/>
                <a:gd name="connsiteY80" fmla="*/ 823912 h 1890712"/>
                <a:gd name="connsiteX81" fmla="*/ 1138238 w 2543175"/>
                <a:gd name="connsiteY81" fmla="*/ 835819 h 1890712"/>
                <a:gd name="connsiteX82" fmla="*/ 1147763 w 2543175"/>
                <a:gd name="connsiteY82" fmla="*/ 842962 h 1890712"/>
                <a:gd name="connsiteX83" fmla="*/ 1157288 w 2543175"/>
                <a:gd name="connsiteY83" fmla="*/ 847725 h 1890712"/>
                <a:gd name="connsiteX84" fmla="*/ 1178719 w 2543175"/>
                <a:gd name="connsiteY84" fmla="*/ 859631 h 1890712"/>
                <a:gd name="connsiteX85" fmla="*/ 1188244 w 2543175"/>
                <a:gd name="connsiteY85" fmla="*/ 866775 h 1890712"/>
                <a:gd name="connsiteX86" fmla="*/ 1195388 w 2543175"/>
                <a:gd name="connsiteY86" fmla="*/ 871537 h 1890712"/>
                <a:gd name="connsiteX87" fmla="*/ 1212057 w 2543175"/>
                <a:gd name="connsiteY87" fmla="*/ 883444 h 1890712"/>
                <a:gd name="connsiteX88" fmla="*/ 1226344 w 2543175"/>
                <a:gd name="connsiteY88" fmla="*/ 895350 h 1890712"/>
                <a:gd name="connsiteX89" fmla="*/ 1245394 w 2543175"/>
                <a:gd name="connsiteY89" fmla="*/ 907256 h 1890712"/>
                <a:gd name="connsiteX90" fmla="*/ 1254919 w 2543175"/>
                <a:gd name="connsiteY90" fmla="*/ 914400 h 1890712"/>
                <a:gd name="connsiteX91" fmla="*/ 1269207 w 2543175"/>
                <a:gd name="connsiteY91" fmla="*/ 921544 h 1890712"/>
                <a:gd name="connsiteX92" fmla="*/ 1290638 w 2543175"/>
                <a:gd name="connsiteY92" fmla="*/ 935831 h 1890712"/>
                <a:gd name="connsiteX93" fmla="*/ 1307307 w 2543175"/>
                <a:gd name="connsiteY93" fmla="*/ 952500 h 1890712"/>
                <a:gd name="connsiteX94" fmla="*/ 1333500 w 2543175"/>
                <a:gd name="connsiteY94" fmla="*/ 971550 h 1890712"/>
                <a:gd name="connsiteX95" fmla="*/ 1359694 w 2543175"/>
                <a:gd name="connsiteY95" fmla="*/ 990600 h 1890712"/>
                <a:gd name="connsiteX96" fmla="*/ 1373982 w 2543175"/>
                <a:gd name="connsiteY96" fmla="*/ 997744 h 1890712"/>
                <a:gd name="connsiteX97" fmla="*/ 1388269 w 2543175"/>
                <a:gd name="connsiteY97" fmla="*/ 1007269 h 1890712"/>
                <a:gd name="connsiteX98" fmla="*/ 1414463 w 2543175"/>
                <a:gd name="connsiteY98" fmla="*/ 1019175 h 1890712"/>
                <a:gd name="connsiteX99" fmla="*/ 1428750 w 2543175"/>
                <a:gd name="connsiteY99" fmla="*/ 1026319 h 1890712"/>
                <a:gd name="connsiteX100" fmla="*/ 1471613 w 2543175"/>
                <a:gd name="connsiteY100" fmla="*/ 1059656 h 1890712"/>
                <a:gd name="connsiteX101" fmla="*/ 1495425 w 2543175"/>
                <a:gd name="connsiteY101" fmla="*/ 1088231 h 1890712"/>
                <a:gd name="connsiteX102" fmla="*/ 1547812 w 2543175"/>
                <a:gd name="connsiteY102" fmla="*/ 1133475 h 1890712"/>
                <a:gd name="connsiteX103" fmla="*/ 1597819 w 2543175"/>
                <a:gd name="connsiteY103" fmla="*/ 1154906 h 1890712"/>
                <a:gd name="connsiteX104" fmla="*/ 1604963 w 2543175"/>
                <a:gd name="connsiteY104" fmla="*/ 1162050 h 1890712"/>
                <a:gd name="connsiteX105" fmla="*/ 1612107 w 2543175"/>
                <a:gd name="connsiteY105" fmla="*/ 1166812 h 1890712"/>
                <a:gd name="connsiteX106" fmla="*/ 1628775 w 2543175"/>
                <a:gd name="connsiteY106" fmla="*/ 1183481 h 1890712"/>
                <a:gd name="connsiteX107" fmla="*/ 1662113 w 2543175"/>
                <a:gd name="connsiteY107" fmla="*/ 1209675 h 1890712"/>
                <a:gd name="connsiteX108" fmla="*/ 1678782 w 2543175"/>
                <a:gd name="connsiteY108" fmla="*/ 1226344 h 1890712"/>
                <a:gd name="connsiteX109" fmla="*/ 1700213 w 2543175"/>
                <a:gd name="connsiteY109" fmla="*/ 1247775 h 1890712"/>
                <a:gd name="connsiteX110" fmla="*/ 1712119 w 2543175"/>
                <a:gd name="connsiteY110" fmla="*/ 1259681 h 1890712"/>
                <a:gd name="connsiteX111" fmla="*/ 1733550 w 2543175"/>
                <a:gd name="connsiteY111" fmla="*/ 1273969 h 1890712"/>
                <a:gd name="connsiteX112" fmla="*/ 1743075 w 2543175"/>
                <a:gd name="connsiteY112" fmla="*/ 1283494 h 1890712"/>
                <a:gd name="connsiteX113" fmla="*/ 1754982 w 2543175"/>
                <a:gd name="connsiteY113" fmla="*/ 1290637 h 1890712"/>
                <a:gd name="connsiteX114" fmla="*/ 1766888 w 2543175"/>
                <a:gd name="connsiteY114" fmla="*/ 1300162 h 1890712"/>
                <a:gd name="connsiteX115" fmla="*/ 1783557 w 2543175"/>
                <a:gd name="connsiteY115" fmla="*/ 1307306 h 1890712"/>
                <a:gd name="connsiteX116" fmla="*/ 1790700 w 2543175"/>
                <a:gd name="connsiteY116" fmla="*/ 1312069 h 1890712"/>
                <a:gd name="connsiteX117" fmla="*/ 1800225 w 2543175"/>
                <a:gd name="connsiteY117" fmla="*/ 1319212 h 1890712"/>
                <a:gd name="connsiteX118" fmla="*/ 1807369 w 2543175"/>
                <a:gd name="connsiteY118" fmla="*/ 1321594 h 1890712"/>
                <a:gd name="connsiteX119" fmla="*/ 1824038 w 2543175"/>
                <a:gd name="connsiteY119" fmla="*/ 1333500 h 1890712"/>
                <a:gd name="connsiteX120" fmla="*/ 1843088 w 2543175"/>
                <a:gd name="connsiteY120" fmla="*/ 1352550 h 1890712"/>
                <a:gd name="connsiteX121" fmla="*/ 1852613 w 2543175"/>
                <a:gd name="connsiteY121" fmla="*/ 1359694 h 1890712"/>
                <a:gd name="connsiteX122" fmla="*/ 1859757 w 2543175"/>
                <a:gd name="connsiteY122" fmla="*/ 1366837 h 1890712"/>
                <a:gd name="connsiteX123" fmla="*/ 1869282 w 2543175"/>
                <a:gd name="connsiteY123" fmla="*/ 1371600 h 1890712"/>
                <a:gd name="connsiteX124" fmla="*/ 1883569 w 2543175"/>
                <a:gd name="connsiteY124" fmla="*/ 1388269 h 1890712"/>
                <a:gd name="connsiteX125" fmla="*/ 1893094 w 2543175"/>
                <a:gd name="connsiteY125" fmla="*/ 1395412 h 1890712"/>
                <a:gd name="connsiteX126" fmla="*/ 1902619 w 2543175"/>
                <a:gd name="connsiteY126" fmla="*/ 1404937 h 1890712"/>
                <a:gd name="connsiteX127" fmla="*/ 1912144 w 2543175"/>
                <a:gd name="connsiteY127" fmla="*/ 1409700 h 1890712"/>
                <a:gd name="connsiteX128" fmla="*/ 1931194 w 2543175"/>
                <a:gd name="connsiteY128" fmla="*/ 1421606 h 1890712"/>
                <a:gd name="connsiteX129" fmla="*/ 1935957 w 2543175"/>
                <a:gd name="connsiteY129" fmla="*/ 1428750 h 1890712"/>
                <a:gd name="connsiteX130" fmla="*/ 1952625 w 2543175"/>
                <a:gd name="connsiteY130" fmla="*/ 1438275 h 1890712"/>
                <a:gd name="connsiteX131" fmla="*/ 1971675 w 2543175"/>
                <a:gd name="connsiteY131" fmla="*/ 1450181 h 1890712"/>
                <a:gd name="connsiteX132" fmla="*/ 1981200 w 2543175"/>
                <a:gd name="connsiteY132" fmla="*/ 1454944 h 1890712"/>
                <a:gd name="connsiteX133" fmla="*/ 1997869 w 2543175"/>
                <a:gd name="connsiteY133" fmla="*/ 1471612 h 1890712"/>
                <a:gd name="connsiteX134" fmla="*/ 2007394 w 2543175"/>
                <a:gd name="connsiteY134" fmla="*/ 1478756 h 1890712"/>
                <a:gd name="connsiteX135" fmla="*/ 2016919 w 2543175"/>
                <a:gd name="connsiteY135" fmla="*/ 1483519 h 1890712"/>
                <a:gd name="connsiteX136" fmla="*/ 2024063 w 2543175"/>
                <a:gd name="connsiteY136" fmla="*/ 1490662 h 1890712"/>
                <a:gd name="connsiteX137" fmla="*/ 2033588 w 2543175"/>
                <a:gd name="connsiteY137" fmla="*/ 1495425 h 1890712"/>
                <a:gd name="connsiteX138" fmla="*/ 2040732 w 2543175"/>
                <a:gd name="connsiteY138" fmla="*/ 1502569 h 1890712"/>
                <a:gd name="connsiteX139" fmla="*/ 2047875 w 2543175"/>
                <a:gd name="connsiteY139" fmla="*/ 1507331 h 1890712"/>
                <a:gd name="connsiteX140" fmla="*/ 2057400 w 2543175"/>
                <a:gd name="connsiteY140" fmla="*/ 1514475 h 1890712"/>
                <a:gd name="connsiteX141" fmla="*/ 2064544 w 2543175"/>
                <a:gd name="connsiteY141" fmla="*/ 1519237 h 1890712"/>
                <a:gd name="connsiteX142" fmla="*/ 2071688 w 2543175"/>
                <a:gd name="connsiteY142" fmla="*/ 1526381 h 1890712"/>
                <a:gd name="connsiteX143" fmla="*/ 2081213 w 2543175"/>
                <a:gd name="connsiteY143" fmla="*/ 1531144 h 1890712"/>
                <a:gd name="connsiteX144" fmla="*/ 2090738 w 2543175"/>
                <a:gd name="connsiteY144" fmla="*/ 1538287 h 1890712"/>
                <a:gd name="connsiteX145" fmla="*/ 2109788 w 2543175"/>
                <a:gd name="connsiteY145" fmla="*/ 1547812 h 1890712"/>
                <a:gd name="connsiteX146" fmla="*/ 2131219 w 2543175"/>
                <a:gd name="connsiteY146" fmla="*/ 1562100 h 1890712"/>
                <a:gd name="connsiteX147" fmla="*/ 2140744 w 2543175"/>
                <a:gd name="connsiteY147" fmla="*/ 1566862 h 1890712"/>
                <a:gd name="connsiteX148" fmla="*/ 2152650 w 2543175"/>
                <a:gd name="connsiteY148" fmla="*/ 1576387 h 1890712"/>
                <a:gd name="connsiteX149" fmla="*/ 2181225 w 2543175"/>
                <a:gd name="connsiteY149" fmla="*/ 1590675 h 1890712"/>
                <a:gd name="connsiteX150" fmla="*/ 2200275 w 2543175"/>
                <a:gd name="connsiteY150" fmla="*/ 1607344 h 1890712"/>
                <a:gd name="connsiteX151" fmla="*/ 2207419 w 2543175"/>
                <a:gd name="connsiteY151" fmla="*/ 1612106 h 1890712"/>
                <a:gd name="connsiteX152" fmla="*/ 2216944 w 2543175"/>
                <a:gd name="connsiteY152" fmla="*/ 1619250 h 1890712"/>
                <a:gd name="connsiteX153" fmla="*/ 2224088 w 2543175"/>
                <a:gd name="connsiteY153" fmla="*/ 1624012 h 1890712"/>
                <a:gd name="connsiteX154" fmla="*/ 2247900 w 2543175"/>
                <a:gd name="connsiteY154" fmla="*/ 1643062 h 1890712"/>
                <a:gd name="connsiteX155" fmla="*/ 2255044 w 2543175"/>
                <a:gd name="connsiteY155" fmla="*/ 1650206 h 1890712"/>
                <a:gd name="connsiteX156" fmla="*/ 2281238 w 2543175"/>
                <a:gd name="connsiteY156" fmla="*/ 1664494 h 1890712"/>
                <a:gd name="connsiteX157" fmla="*/ 2297907 w 2543175"/>
                <a:gd name="connsiteY157" fmla="*/ 1674019 h 1890712"/>
                <a:gd name="connsiteX158" fmla="*/ 2312194 w 2543175"/>
                <a:gd name="connsiteY158" fmla="*/ 1685925 h 1890712"/>
                <a:gd name="connsiteX159" fmla="*/ 2328863 w 2543175"/>
                <a:gd name="connsiteY159" fmla="*/ 1697831 h 1890712"/>
                <a:gd name="connsiteX160" fmla="*/ 2350294 w 2543175"/>
                <a:gd name="connsiteY160" fmla="*/ 1712119 h 1890712"/>
                <a:gd name="connsiteX161" fmla="*/ 2369344 w 2543175"/>
                <a:gd name="connsiteY161" fmla="*/ 1724025 h 1890712"/>
                <a:gd name="connsiteX162" fmla="*/ 2428876 w 2543175"/>
                <a:gd name="connsiteY162" fmla="*/ 1785938 h 1890712"/>
                <a:gd name="connsiteX163" fmla="*/ 2466975 w 2543175"/>
                <a:gd name="connsiteY163" fmla="*/ 1783556 h 1890712"/>
                <a:gd name="connsiteX164" fmla="*/ 2481263 w 2543175"/>
                <a:gd name="connsiteY164" fmla="*/ 1795462 h 1890712"/>
                <a:gd name="connsiteX165" fmla="*/ 2486025 w 2543175"/>
                <a:gd name="connsiteY165" fmla="*/ 1802606 h 1890712"/>
                <a:gd name="connsiteX166" fmla="*/ 2514600 w 2543175"/>
                <a:gd name="connsiteY166" fmla="*/ 1850231 h 1890712"/>
                <a:gd name="connsiteX167" fmla="*/ 2519363 w 2543175"/>
                <a:gd name="connsiteY167" fmla="*/ 1857375 h 1890712"/>
                <a:gd name="connsiteX168" fmla="*/ 2540794 w 2543175"/>
                <a:gd name="connsiteY168" fmla="*/ 1883569 h 1890712"/>
                <a:gd name="connsiteX169" fmla="*/ 2543175 w 2543175"/>
                <a:gd name="connsiteY169" fmla="*/ 1890712 h 1890712"/>
                <a:gd name="connsiteX0" fmla="*/ 0 w 2543175"/>
                <a:gd name="connsiteY0" fmla="*/ 0 h 1890712"/>
                <a:gd name="connsiteX1" fmla="*/ 11907 w 2543175"/>
                <a:gd name="connsiteY1" fmla="*/ 11906 h 1890712"/>
                <a:gd name="connsiteX2" fmla="*/ 21432 w 2543175"/>
                <a:gd name="connsiteY2" fmla="*/ 16669 h 1890712"/>
                <a:gd name="connsiteX3" fmla="*/ 23813 w 2543175"/>
                <a:gd name="connsiteY3" fmla="*/ 23812 h 1890712"/>
                <a:gd name="connsiteX4" fmla="*/ 33338 w 2543175"/>
                <a:gd name="connsiteY4" fmla="*/ 33337 h 1890712"/>
                <a:gd name="connsiteX5" fmla="*/ 40482 w 2543175"/>
                <a:gd name="connsiteY5" fmla="*/ 42862 h 1890712"/>
                <a:gd name="connsiteX6" fmla="*/ 47625 w 2543175"/>
                <a:gd name="connsiteY6" fmla="*/ 47625 h 1890712"/>
                <a:gd name="connsiteX7" fmla="*/ 57150 w 2543175"/>
                <a:gd name="connsiteY7" fmla="*/ 54769 h 1890712"/>
                <a:gd name="connsiteX8" fmla="*/ 64294 w 2543175"/>
                <a:gd name="connsiteY8" fmla="*/ 59531 h 1890712"/>
                <a:gd name="connsiteX9" fmla="*/ 83344 w 2543175"/>
                <a:gd name="connsiteY9" fmla="*/ 73819 h 1890712"/>
                <a:gd name="connsiteX10" fmla="*/ 97632 w 2543175"/>
                <a:gd name="connsiteY10" fmla="*/ 80962 h 1890712"/>
                <a:gd name="connsiteX11" fmla="*/ 104775 w 2543175"/>
                <a:gd name="connsiteY11" fmla="*/ 85725 h 1890712"/>
                <a:gd name="connsiteX12" fmla="*/ 114300 w 2543175"/>
                <a:gd name="connsiteY12" fmla="*/ 95250 h 1890712"/>
                <a:gd name="connsiteX13" fmla="*/ 123825 w 2543175"/>
                <a:gd name="connsiteY13" fmla="*/ 97631 h 1890712"/>
                <a:gd name="connsiteX14" fmla="*/ 130969 w 2543175"/>
                <a:gd name="connsiteY14" fmla="*/ 104775 h 1890712"/>
                <a:gd name="connsiteX15" fmla="*/ 140494 w 2543175"/>
                <a:gd name="connsiteY15" fmla="*/ 111919 h 1890712"/>
                <a:gd name="connsiteX16" fmla="*/ 147638 w 2543175"/>
                <a:gd name="connsiteY16" fmla="*/ 116681 h 1890712"/>
                <a:gd name="connsiteX17" fmla="*/ 164307 w 2543175"/>
                <a:gd name="connsiteY17" fmla="*/ 128587 h 1890712"/>
                <a:gd name="connsiteX18" fmla="*/ 180975 w 2543175"/>
                <a:gd name="connsiteY18" fmla="*/ 140494 h 1890712"/>
                <a:gd name="connsiteX19" fmla="*/ 197644 w 2543175"/>
                <a:gd name="connsiteY19" fmla="*/ 152400 h 1890712"/>
                <a:gd name="connsiteX20" fmla="*/ 204788 w 2543175"/>
                <a:gd name="connsiteY20" fmla="*/ 157162 h 1890712"/>
                <a:gd name="connsiteX21" fmla="*/ 214313 w 2543175"/>
                <a:gd name="connsiteY21" fmla="*/ 164306 h 1890712"/>
                <a:gd name="connsiteX22" fmla="*/ 230982 w 2543175"/>
                <a:gd name="connsiteY22" fmla="*/ 180975 h 1890712"/>
                <a:gd name="connsiteX23" fmla="*/ 247650 w 2543175"/>
                <a:gd name="connsiteY23" fmla="*/ 185737 h 1890712"/>
                <a:gd name="connsiteX24" fmla="*/ 300038 w 2543175"/>
                <a:gd name="connsiteY24" fmla="*/ 219075 h 1890712"/>
                <a:gd name="connsiteX25" fmla="*/ 342900 w 2543175"/>
                <a:gd name="connsiteY25" fmla="*/ 254794 h 1890712"/>
                <a:gd name="connsiteX26" fmla="*/ 366713 w 2543175"/>
                <a:gd name="connsiteY26" fmla="*/ 264319 h 1890712"/>
                <a:gd name="connsiteX27" fmla="*/ 371475 w 2543175"/>
                <a:gd name="connsiteY27" fmla="*/ 271462 h 1890712"/>
                <a:gd name="connsiteX28" fmla="*/ 385763 w 2543175"/>
                <a:gd name="connsiteY28" fmla="*/ 283369 h 1890712"/>
                <a:gd name="connsiteX29" fmla="*/ 404813 w 2543175"/>
                <a:gd name="connsiteY29" fmla="*/ 295275 h 1890712"/>
                <a:gd name="connsiteX30" fmla="*/ 411957 w 2543175"/>
                <a:gd name="connsiteY30" fmla="*/ 297656 h 1890712"/>
                <a:gd name="connsiteX31" fmla="*/ 466725 w 2543175"/>
                <a:gd name="connsiteY31" fmla="*/ 328612 h 1890712"/>
                <a:gd name="connsiteX32" fmla="*/ 476250 w 2543175"/>
                <a:gd name="connsiteY32" fmla="*/ 335756 h 1890712"/>
                <a:gd name="connsiteX33" fmla="*/ 481013 w 2543175"/>
                <a:gd name="connsiteY33" fmla="*/ 342900 h 1890712"/>
                <a:gd name="connsiteX34" fmla="*/ 490538 w 2543175"/>
                <a:gd name="connsiteY34" fmla="*/ 352425 h 1890712"/>
                <a:gd name="connsiteX35" fmla="*/ 495300 w 2543175"/>
                <a:gd name="connsiteY35" fmla="*/ 359569 h 1890712"/>
                <a:gd name="connsiteX36" fmla="*/ 509588 w 2543175"/>
                <a:gd name="connsiteY36" fmla="*/ 376237 h 1890712"/>
                <a:gd name="connsiteX37" fmla="*/ 514350 w 2543175"/>
                <a:gd name="connsiteY37" fmla="*/ 383381 h 1890712"/>
                <a:gd name="connsiteX38" fmla="*/ 531019 w 2543175"/>
                <a:gd name="connsiteY38" fmla="*/ 397669 h 1890712"/>
                <a:gd name="connsiteX39" fmla="*/ 538163 w 2543175"/>
                <a:gd name="connsiteY39" fmla="*/ 407194 h 1890712"/>
                <a:gd name="connsiteX40" fmla="*/ 554832 w 2543175"/>
                <a:gd name="connsiteY40" fmla="*/ 421481 h 1890712"/>
                <a:gd name="connsiteX41" fmla="*/ 564357 w 2543175"/>
                <a:gd name="connsiteY41" fmla="*/ 431006 h 1890712"/>
                <a:gd name="connsiteX42" fmla="*/ 573882 w 2543175"/>
                <a:gd name="connsiteY42" fmla="*/ 438150 h 1890712"/>
                <a:gd name="connsiteX43" fmla="*/ 595313 w 2543175"/>
                <a:gd name="connsiteY43" fmla="*/ 454819 h 1890712"/>
                <a:gd name="connsiteX44" fmla="*/ 602457 w 2543175"/>
                <a:gd name="connsiteY44" fmla="*/ 457200 h 1890712"/>
                <a:gd name="connsiteX45" fmla="*/ 628650 w 2543175"/>
                <a:gd name="connsiteY45" fmla="*/ 469106 h 1890712"/>
                <a:gd name="connsiteX46" fmla="*/ 645319 w 2543175"/>
                <a:gd name="connsiteY46" fmla="*/ 483394 h 1890712"/>
                <a:gd name="connsiteX47" fmla="*/ 654844 w 2543175"/>
                <a:gd name="connsiteY47" fmla="*/ 488156 h 1890712"/>
                <a:gd name="connsiteX48" fmla="*/ 661988 w 2543175"/>
                <a:gd name="connsiteY48" fmla="*/ 497681 h 1890712"/>
                <a:gd name="connsiteX49" fmla="*/ 683419 w 2543175"/>
                <a:gd name="connsiteY49" fmla="*/ 514350 h 1890712"/>
                <a:gd name="connsiteX50" fmla="*/ 700088 w 2543175"/>
                <a:gd name="connsiteY50" fmla="*/ 526256 h 1890712"/>
                <a:gd name="connsiteX51" fmla="*/ 709613 w 2543175"/>
                <a:gd name="connsiteY51" fmla="*/ 535781 h 1890712"/>
                <a:gd name="connsiteX52" fmla="*/ 719138 w 2543175"/>
                <a:gd name="connsiteY52" fmla="*/ 542925 h 1890712"/>
                <a:gd name="connsiteX53" fmla="*/ 733425 w 2543175"/>
                <a:gd name="connsiteY53" fmla="*/ 557212 h 1890712"/>
                <a:gd name="connsiteX54" fmla="*/ 750094 w 2543175"/>
                <a:gd name="connsiteY54" fmla="*/ 569119 h 1890712"/>
                <a:gd name="connsiteX55" fmla="*/ 769144 w 2543175"/>
                <a:gd name="connsiteY55" fmla="*/ 581025 h 1890712"/>
                <a:gd name="connsiteX56" fmla="*/ 785813 w 2543175"/>
                <a:gd name="connsiteY56" fmla="*/ 590550 h 1890712"/>
                <a:gd name="connsiteX57" fmla="*/ 792957 w 2543175"/>
                <a:gd name="connsiteY57" fmla="*/ 600075 h 1890712"/>
                <a:gd name="connsiteX58" fmla="*/ 809625 w 2543175"/>
                <a:gd name="connsiteY58" fmla="*/ 611981 h 1890712"/>
                <a:gd name="connsiteX59" fmla="*/ 816769 w 2543175"/>
                <a:gd name="connsiteY59" fmla="*/ 619125 h 1890712"/>
                <a:gd name="connsiteX60" fmla="*/ 826294 w 2543175"/>
                <a:gd name="connsiteY60" fmla="*/ 626269 h 1890712"/>
                <a:gd name="connsiteX61" fmla="*/ 840582 w 2543175"/>
                <a:gd name="connsiteY61" fmla="*/ 638175 h 1890712"/>
                <a:gd name="connsiteX62" fmla="*/ 847725 w 2543175"/>
                <a:gd name="connsiteY62" fmla="*/ 645319 h 1890712"/>
                <a:gd name="connsiteX63" fmla="*/ 857250 w 2543175"/>
                <a:gd name="connsiteY63" fmla="*/ 652462 h 1890712"/>
                <a:gd name="connsiteX64" fmla="*/ 864394 w 2543175"/>
                <a:gd name="connsiteY64" fmla="*/ 657225 h 1890712"/>
                <a:gd name="connsiteX65" fmla="*/ 888207 w 2543175"/>
                <a:gd name="connsiteY65" fmla="*/ 676275 h 1890712"/>
                <a:gd name="connsiteX66" fmla="*/ 895350 w 2543175"/>
                <a:gd name="connsiteY66" fmla="*/ 681037 h 1890712"/>
                <a:gd name="connsiteX67" fmla="*/ 907257 w 2543175"/>
                <a:gd name="connsiteY67" fmla="*/ 683419 h 1890712"/>
                <a:gd name="connsiteX68" fmla="*/ 928688 w 2543175"/>
                <a:gd name="connsiteY68" fmla="*/ 695325 h 1890712"/>
                <a:gd name="connsiteX69" fmla="*/ 942975 w 2543175"/>
                <a:gd name="connsiteY69" fmla="*/ 700087 h 1890712"/>
                <a:gd name="connsiteX70" fmla="*/ 964407 w 2543175"/>
                <a:gd name="connsiteY70" fmla="*/ 716756 h 1890712"/>
                <a:gd name="connsiteX71" fmla="*/ 971550 w 2543175"/>
                <a:gd name="connsiteY71" fmla="*/ 723900 h 1890712"/>
                <a:gd name="connsiteX72" fmla="*/ 983457 w 2543175"/>
                <a:gd name="connsiteY72" fmla="*/ 733425 h 1890712"/>
                <a:gd name="connsiteX73" fmla="*/ 990600 w 2543175"/>
                <a:gd name="connsiteY73" fmla="*/ 738187 h 1890712"/>
                <a:gd name="connsiteX74" fmla="*/ 1007269 w 2543175"/>
                <a:gd name="connsiteY74" fmla="*/ 752475 h 1890712"/>
                <a:gd name="connsiteX75" fmla="*/ 1031082 w 2543175"/>
                <a:gd name="connsiteY75" fmla="*/ 766762 h 1890712"/>
                <a:gd name="connsiteX76" fmla="*/ 1042988 w 2543175"/>
                <a:gd name="connsiteY76" fmla="*/ 773906 h 1890712"/>
                <a:gd name="connsiteX77" fmla="*/ 1071563 w 2543175"/>
                <a:gd name="connsiteY77" fmla="*/ 785812 h 1890712"/>
                <a:gd name="connsiteX78" fmla="*/ 1097757 w 2543175"/>
                <a:gd name="connsiteY78" fmla="*/ 807244 h 1890712"/>
                <a:gd name="connsiteX79" fmla="*/ 1104900 w 2543175"/>
                <a:gd name="connsiteY79" fmla="*/ 814387 h 1890712"/>
                <a:gd name="connsiteX80" fmla="*/ 1121569 w 2543175"/>
                <a:gd name="connsiteY80" fmla="*/ 823912 h 1890712"/>
                <a:gd name="connsiteX81" fmla="*/ 1138238 w 2543175"/>
                <a:gd name="connsiteY81" fmla="*/ 835819 h 1890712"/>
                <a:gd name="connsiteX82" fmla="*/ 1147763 w 2543175"/>
                <a:gd name="connsiteY82" fmla="*/ 842962 h 1890712"/>
                <a:gd name="connsiteX83" fmla="*/ 1157288 w 2543175"/>
                <a:gd name="connsiteY83" fmla="*/ 847725 h 1890712"/>
                <a:gd name="connsiteX84" fmla="*/ 1178719 w 2543175"/>
                <a:gd name="connsiteY84" fmla="*/ 859631 h 1890712"/>
                <a:gd name="connsiteX85" fmla="*/ 1188244 w 2543175"/>
                <a:gd name="connsiteY85" fmla="*/ 866775 h 1890712"/>
                <a:gd name="connsiteX86" fmla="*/ 1195388 w 2543175"/>
                <a:gd name="connsiteY86" fmla="*/ 871537 h 1890712"/>
                <a:gd name="connsiteX87" fmla="*/ 1212057 w 2543175"/>
                <a:gd name="connsiteY87" fmla="*/ 883444 h 1890712"/>
                <a:gd name="connsiteX88" fmla="*/ 1226344 w 2543175"/>
                <a:gd name="connsiteY88" fmla="*/ 895350 h 1890712"/>
                <a:gd name="connsiteX89" fmla="*/ 1245394 w 2543175"/>
                <a:gd name="connsiteY89" fmla="*/ 907256 h 1890712"/>
                <a:gd name="connsiteX90" fmla="*/ 1254919 w 2543175"/>
                <a:gd name="connsiteY90" fmla="*/ 914400 h 1890712"/>
                <a:gd name="connsiteX91" fmla="*/ 1269207 w 2543175"/>
                <a:gd name="connsiteY91" fmla="*/ 921544 h 1890712"/>
                <a:gd name="connsiteX92" fmla="*/ 1290638 w 2543175"/>
                <a:gd name="connsiteY92" fmla="*/ 935831 h 1890712"/>
                <a:gd name="connsiteX93" fmla="*/ 1307307 w 2543175"/>
                <a:gd name="connsiteY93" fmla="*/ 952500 h 1890712"/>
                <a:gd name="connsiteX94" fmla="*/ 1333500 w 2543175"/>
                <a:gd name="connsiteY94" fmla="*/ 971550 h 1890712"/>
                <a:gd name="connsiteX95" fmla="*/ 1359694 w 2543175"/>
                <a:gd name="connsiteY95" fmla="*/ 990600 h 1890712"/>
                <a:gd name="connsiteX96" fmla="*/ 1373982 w 2543175"/>
                <a:gd name="connsiteY96" fmla="*/ 997744 h 1890712"/>
                <a:gd name="connsiteX97" fmla="*/ 1388269 w 2543175"/>
                <a:gd name="connsiteY97" fmla="*/ 1007269 h 1890712"/>
                <a:gd name="connsiteX98" fmla="*/ 1414463 w 2543175"/>
                <a:gd name="connsiteY98" fmla="*/ 1019175 h 1890712"/>
                <a:gd name="connsiteX99" fmla="*/ 1428750 w 2543175"/>
                <a:gd name="connsiteY99" fmla="*/ 1026319 h 1890712"/>
                <a:gd name="connsiteX100" fmla="*/ 1471613 w 2543175"/>
                <a:gd name="connsiteY100" fmla="*/ 1059656 h 1890712"/>
                <a:gd name="connsiteX101" fmla="*/ 1495425 w 2543175"/>
                <a:gd name="connsiteY101" fmla="*/ 1088231 h 1890712"/>
                <a:gd name="connsiteX102" fmla="*/ 1547812 w 2543175"/>
                <a:gd name="connsiteY102" fmla="*/ 1133475 h 1890712"/>
                <a:gd name="connsiteX103" fmla="*/ 1597819 w 2543175"/>
                <a:gd name="connsiteY103" fmla="*/ 1154906 h 1890712"/>
                <a:gd name="connsiteX104" fmla="*/ 1604963 w 2543175"/>
                <a:gd name="connsiteY104" fmla="*/ 1162050 h 1890712"/>
                <a:gd name="connsiteX105" fmla="*/ 1612107 w 2543175"/>
                <a:gd name="connsiteY105" fmla="*/ 1166812 h 1890712"/>
                <a:gd name="connsiteX106" fmla="*/ 1628775 w 2543175"/>
                <a:gd name="connsiteY106" fmla="*/ 1183481 h 1890712"/>
                <a:gd name="connsiteX107" fmla="*/ 1662113 w 2543175"/>
                <a:gd name="connsiteY107" fmla="*/ 1209675 h 1890712"/>
                <a:gd name="connsiteX108" fmla="*/ 1678782 w 2543175"/>
                <a:gd name="connsiteY108" fmla="*/ 1226344 h 1890712"/>
                <a:gd name="connsiteX109" fmla="*/ 1700213 w 2543175"/>
                <a:gd name="connsiteY109" fmla="*/ 1247775 h 1890712"/>
                <a:gd name="connsiteX110" fmla="*/ 1712119 w 2543175"/>
                <a:gd name="connsiteY110" fmla="*/ 1259681 h 1890712"/>
                <a:gd name="connsiteX111" fmla="*/ 1733550 w 2543175"/>
                <a:gd name="connsiteY111" fmla="*/ 1273969 h 1890712"/>
                <a:gd name="connsiteX112" fmla="*/ 1743075 w 2543175"/>
                <a:gd name="connsiteY112" fmla="*/ 1283494 h 1890712"/>
                <a:gd name="connsiteX113" fmla="*/ 1754982 w 2543175"/>
                <a:gd name="connsiteY113" fmla="*/ 1290637 h 1890712"/>
                <a:gd name="connsiteX114" fmla="*/ 1766888 w 2543175"/>
                <a:gd name="connsiteY114" fmla="*/ 1300162 h 1890712"/>
                <a:gd name="connsiteX115" fmla="*/ 1783557 w 2543175"/>
                <a:gd name="connsiteY115" fmla="*/ 1307306 h 1890712"/>
                <a:gd name="connsiteX116" fmla="*/ 1790700 w 2543175"/>
                <a:gd name="connsiteY116" fmla="*/ 1312069 h 1890712"/>
                <a:gd name="connsiteX117" fmla="*/ 1800225 w 2543175"/>
                <a:gd name="connsiteY117" fmla="*/ 1319212 h 1890712"/>
                <a:gd name="connsiteX118" fmla="*/ 1807369 w 2543175"/>
                <a:gd name="connsiteY118" fmla="*/ 1321594 h 1890712"/>
                <a:gd name="connsiteX119" fmla="*/ 1824038 w 2543175"/>
                <a:gd name="connsiteY119" fmla="*/ 1333500 h 1890712"/>
                <a:gd name="connsiteX120" fmla="*/ 1843088 w 2543175"/>
                <a:gd name="connsiteY120" fmla="*/ 1352550 h 1890712"/>
                <a:gd name="connsiteX121" fmla="*/ 1852613 w 2543175"/>
                <a:gd name="connsiteY121" fmla="*/ 1359694 h 1890712"/>
                <a:gd name="connsiteX122" fmla="*/ 1859757 w 2543175"/>
                <a:gd name="connsiteY122" fmla="*/ 1366837 h 1890712"/>
                <a:gd name="connsiteX123" fmla="*/ 1869282 w 2543175"/>
                <a:gd name="connsiteY123" fmla="*/ 1371600 h 1890712"/>
                <a:gd name="connsiteX124" fmla="*/ 1883569 w 2543175"/>
                <a:gd name="connsiteY124" fmla="*/ 1388269 h 1890712"/>
                <a:gd name="connsiteX125" fmla="*/ 1893094 w 2543175"/>
                <a:gd name="connsiteY125" fmla="*/ 1395412 h 1890712"/>
                <a:gd name="connsiteX126" fmla="*/ 1902619 w 2543175"/>
                <a:gd name="connsiteY126" fmla="*/ 1404937 h 1890712"/>
                <a:gd name="connsiteX127" fmla="*/ 1912144 w 2543175"/>
                <a:gd name="connsiteY127" fmla="*/ 1409700 h 1890712"/>
                <a:gd name="connsiteX128" fmla="*/ 1931194 w 2543175"/>
                <a:gd name="connsiteY128" fmla="*/ 1421606 h 1890712"/>
                <a:gd name="connsiteX129" fmla="*/ 1935957 w 2543175"/>
                <a:gd name="connsiteY129" fmla="*/ 1428750 h 1890712"/>
                <a:gd name="connsiteX130" fmla="*/ 1952625 w 2543175"/>
                <a:gd name="connsiteY130" fmla="*/ 1438275 h 1890712"/>
                <a:gd name="connsiteX131" fmla="*/ 1971675 w 2543175"/>
                <a:gd name="connsiteY131" fmla="*/ 1450181 h 1890712"/>
                <a:gd name="connsiteX132" fmla="*/ 1981200 w 2543175"/>
                <a:gd name="connsiteY132" fmla="*/ 1454944 h 1890712"/>
                <a:gd name="connsiteX133" fmla="*/ 1997869 w 2543175"/>
                <a:gd name="connsiteY133" fmla="*/ 1471612 h 1890712"/>
                <a:gd name="connsiteX134" fmla="*/ 2007394 w 2543175"/>
                <a:gd name="connsiteY134" fmla="*/ 1478756 h 1890712"/>
                <a:gd name="connsiteX135" fmla="*/ 2016919 w 2543175"/>
                <a:gd name="connsiteY135" fmla="*/ 1483519 h 1890712"/>
                <a:gd name="connsiteX136" fmla="*/ 2024063 w 2543175"/>
                <a:gd name="connsiteY136" fmla="*/ 1490662 h 1890712"/>
                <a:gd name="connsiteX137" fmla="*/ 2033588 w 2543175"/>
                <a:gd name="connsiteY137" fmla="*/ 1495425 h 1890712"/>
                <a:gd name="connsiteX138" fmla="*/ 2040732 w 2543175"/>
                <a:gd name="connsiteY138" fmla="*/ 1502569 h 1890712"/>
                <a:gd name="connsiteX139" fmla="*/ 2047875 w 2543175"/>
                <a:gd name="connsiteY139" fmla="*/ 1507331 h 1890712"/>
                <a:gd name="connsiteX140" fmla="*/ 2057400 w 2543175"/>
                <a:gd name="connsiteY140" fmla="*/ 1514475 h 1890712"/>
                <a:gd name="connsiteX141" fmla="*/ 2064544 w 2543175"/>
                <a:gd name="connsiteY141" fmla="*/ 1519237 h 1890712"/>
                <a:gd name="connsiteX142" fmla="*/ 2071688 w 2543175"/>
                <a:gd name="connsiteY142" fmla="*/ 1526381 h 1890712"/>
                <a:gd name="connsiteX143" fmla="*/ 2081213 w 2543175"/>
                <a:gd name="connsiteY143" fmla="*/ 1531144 h 1890712"/>
                <a:gd name="connsiteX144" fmla="*/ 2090738 w 2543175"/>
                <a:gd name="connsiteY144" fmla="*/ 1538287 h 1890712"/>
                <a:gd name="connsiteX145" fmla="*/ 2109788 w 2543175"/>
                <a:gd name="connsiteY145" fmla="*/ 1547812 h 1890712"/>
                <a:gd name="connsiteX146" fmla="*/ 2131219 w 2543175"/>
                <a:gd name="connsiteY146" fmla="*/ 1562100 h 1890712"/>
                <a:gd name="connsiteX147" fmla="*/ 2140744 w 2543175"/>
                <a:gd name="connsiteY147" fmla="*/ 1566862 h 1890712"/>
                <a:gd name="connsiteX148" fmla="*/ 2152650 w 2543175"/>
                <a:gd name="connsiteY148" fmla="*/ 1576387 h 1890712"/>
                <a:gd name="connsiteX149" fmla="*/ 2181225 w 2543175"/>
                <a:gd name="connsiteY149" fmla="*/ 1590675 h 1890712"/>
                <a:gd name="connsiteX150" fmla="*/ 2200275 w 2543175"/>
                <a:gd name="connsiteY150" fmla="*/ 1607344 h 1890712"/>
                <a:gd name="connsiteX151" fmla="*/ 2207419 w 2543175"/>
                <a:gd name="connsiteY151" fmla="*/ 1612106 h 1890712"/>
                <a:gd name="connsiteX152" fmla="*/ 2216944 w 2543175"/>
                <a:gd name="connsiteY152" fmla="*/ 1619250 h 1890712"/>
                <a:gd name="connsiteX153" fmla="*/ 2224088 w 2543175"/>
                <a:gd name="connsiteY153" fmla="*/ 1624012 h 1890712"/>
                <a:gd name="connsiteX154" fmla="*/ 2247900 w 2543175"/>
                <a:gd name="connsiteY154" fmla="*/ 1643062 h 1890712"/>
                <a:gd name="connsiteX155" fmla="*/ 2255044 w 2543175"/>
                <a:gd name="connsiteY155" fmla="*/ 1650206 h 1890712"/>
                <a:gd name="connsiteX156" fmla="*/ 2281238 w 2543175"/>
                <a:gd name="connsiteY156" fmla="*/ 1664494 h 1890712"/>
                <a:gd name="connsiteX157" fmla="*/ 2297907 w 2543175"/>
                <a:gd name="connsiteY157" fmla="*/ 1674019 h 1890712"/>
                <a:gd name="connsiteX158" fmla="*/ 2312194 w 2543175"/>
                <a:gd name="connsiteY158" fmla="*/ 1685925 h 1890712"/>
                <a:gd name="connsiteX159" fmla="*/ 2328863 w 2543175"/>
                <a:gd name="connsiteY159" fmla="*/ 1697831 h 1890712"/>
                <a:gd name="connsiteX160" fmla="*/ 2350294 w 2543175"/>
                <a:gd name="connsiteY160" fmla="*/ 1712119 h 1890712"/>
                <a:gd name="connsiteX161" fmla="*/ 2369344 w 2543175"/>
                <a:gd name="connsiteY161" fmla="*/ 1724025 h 1890712"/>
                <a:gd name="connsiteX162" fmla="*/ 2428876 w 2543175"/>
                <a:gd name="connsiteY162" fmla="*/ 1785938 h 1890712"/>
                <a:gd name="connsiteX163" fmla="*/ 2466975 w 2543175"/>
                <a:gd name="connsiteY163" fmla="*/ 1783556 h 1890712"/>
                <a:gd name="connsiteX164" fmla="*/ 2481263 w 2543175"/>
                <a:gd name="connsiteY164" fmla="*/ 1795462 h 1890712"/>
                <a:gd name="connsiteX165" fmla="*/ 2486025 w 2543175"/>
                <a:gd name="connsiteY165" fmla="*/ 1802606 h 1890712"/>
                <a:gd name="connsiteX166" fmla="*/ 2514600 w 2543175"/>
                <a:gd name="connsiteY166" fmla="*/ 1850231 h 1890712"/>
                <a:gd name="connsiteX167" fmla="*/ 2519363 w 2543175"/>
                <a:gd name="connsiteY167" fmla="*/ 1857375 h 1890712"/>
                <a:gd name="connsiteX168" fmla="*/ 2540794 w 2543175"/>
                <a:gd name="connsiteY168" fmla="*/ 1883569 h 1890712"/>
                <a:gd name="connsiteX169" fmla="*/ 2543175 w 2543175"/>
                <a:gd name="connsiteY169" fmla="*/ 1890712 h 1890712"/>
                <a:gd name="connsiteX0" fmla="*/ 0 w 2543175"/>
                <a:gd name="connsiteY0" fmla="*/ 0 h 1890712"/>
                <a:gd name="connsiteX1" fmla="*/ 11907 w 2543175"/>
                <a:gd name="connsiteY1" fmla="*/ 11906 h 1890712"/>
                <a:gd name="connsiteX2" fmla="*/ 21432 w 2543175"/>
                <a:gd name="connsiteY2" fmla="*/ 16669 h 1890712"/>
                <a:gd name="connsiteX3" fmla="*/ 23813 w 2543175"/>
                <a:gd name="connsiteY3" fmla="*/ 23812 h 1890712"/>
                <a:gd name="connsiteX4" fmla="*/ 33338 w 2543175"/>
                <a:gd name="connsiteY4" fmla="*/ 33337 h 1890712"/>
                <a:gd name="connsiteX5" fmla="*/ 40482 w 2543175"/>
                <a:gd name="connsiteY5" fmla="*/ 42862 h 1890712"/>
                <a:gd name="connsiteX6" fmla="*/ 47625 w 2543175"/>
                <a:gd name="connsiteY6" fmla="*/ 47625 h 1890712"/>
                <a:gd name="connsiteX7" fmla="*/ 57150 w 2543175"/>
                <a:gd name="connsiteY7" fmla="*/ 54769 h 1890712"/>
                <a:gd name="connsiteX8" fmla="*/ 64294 w 2543175"/>
                <a:gd name="connsiteY8" fmla="*/ 59531 h 1890712"/>
                <a:gd name="connsiteX9" fmla="*/ 83344 w 2543175"/>
                <a:gd name="connsiteY9" fmla="*/ 73819 h 1890712"/>
                <a:gd name="connsiteX10" fmla="*/ 97632 w 2543175"/>
                <a:gd name="connsiteY10" fmla="*/ 80962 h 1890712"/>
                <a:gd name="connsiteX11" fmla="*/ 104775 w 2543175"/>
                <a:gd name="connsiteY11" fmla="*/ 85725 h 1890712"/>
                <a:gd name="connsiteX12" fmla="*/ 114300 w 2543175"/>
                <a:gd name="connsiteY12" fmla="*/ 95250 h 1890712"/>
                <a:gd name="connsiteX13" fmla="*/ 123825 w 2543175"/>
                <a:gd name="connsiteY13" fmla="*/ 97631 h 1890712"/>
                <a:gd name="connsiteX14" fmla="*/ 130969 w 2543175"/>
                <a:gd name="connsiteY14" fmla="*/ 104775 h 1890712"/>
                <a:gd name="connsiteX15" fmla="*/ 140494 w 2543175"/>
                <a:gd name="connsiteY15" fmla="*/ 111919 h 1890712"/>
                <a:gd name="connsiteX16" fmla="*/ 147638 w 2543175"/>
                <a:gd name="connsiteY16" fmla="*/ 116681 h 1890712"/>
                <a:gd name="connsiteX17" fmla="*/ 164307 w 2543175"/>
                <a:gd name="connsiteY17" fmla="*/ 128587 h 1890712"/>
                <a:gd name="connsiteX18" fmla="*/ 180975 w 2543175"/>
                <a:gd name="connsiteY18" fmla="*/ 140494 h 1890712"/>
                <a:gd name="connsiteX19" fmla="*/ 197644 w 2543175"/>
                <a:gd name="connsiteY19" fmla="*/ 152400 h 1890712"/>
                <a:gd name="connsiteX20" fmla="*/ 204788 w 2543175"/>
                <a:gd name="connsiteY20" fmla="*/ 157162 h 1890712"/>
                <a:gd name="connsiteX21" fmla="*/ 214313 w 2543175"/>
                <a:gd name="connsiteY21" fmla="*/ 164306 h 1890712"/>
                <a:gd name="connsiteX22" fmla="*/ 230982 w 2543175"/>
                <a:gd name="connsiteY22" fmla="*/ 180975 h 1890712"/>
                <a:gd name="connsiteX23" fmla="*/ 247650 w 2543175"/>
                <a:gd name="connsiteY23" fmla="*/ 185737 h 1890712"/>
                <a:gd name="connsiteX24" fmla="*/ 300038 w 2543175"/>
                <a:gd name="connsiteY24" fmla="*/ 219075 h 1890712"/>
                <a:gd name="connsiteX25" fmla="*/ 342900 w 2543175"/>
                <a:gd name="connsiteY25" fmla="*/ 254794 h 1890712"/>
                <a:gd name="connsiteX26" fmla="*/ 366713 w 2543175"/>
                <a:gd name="connsiteY26" fmla="*/ 264319 h 1890712"/>
                <a:gd name="connsiteX27" fmla="*/ 371475 w 2543175"/>
                <a:gd name="connsiteY27" fmla="*/ 271462 h 1890712"/>
                <a:gd name="connsiteX28" fmla="*/ 385763 w 2543175"/>
                <a:gd name="connsiteY28" fmla="*/ 283369 h 1890712"/>
                <a:gd name="connsiteX29" fmla="*/ 404813 w 2543175"/>
                <a:gd name="connsiteY29" fmla="*/ 295275 h 1890712"/>
                <a:gd name="connsiteX30" fmla="*/ 411957 w 2543175"/>
                <a:gd name="connsiteY30" fmla="*/ 297656 h 1890712"/>
                <a:gd name="connsiteX31" fmla="*/ 466725 w 2543175"/>
                <a:gd name="connsiteY31" fmla="*/ 328612 h 1890712"/>
                <a:gd name="connsiteX32" fmla="*/ 476250 w 2543175"/>
                <a:gd name="connsiteY32" fmla="*/ 335756 h 1890712"/>
                <a:gd name="connsiteX33" fmla="*/ 481013 w 2543175"/>
                <a:gd name="connsiteY33" fmla="*/ 342900 h 1890712"/>
                <a:gd name="connsiteX34" fmla="*/ 490538 w 2543175"/>
                <a:gd name="connsiteY34" fmla="*/ 352425 h 1890712"/>
                <a:gd name="connsiteX35" fmla="*/ 495300 w 2543175"/>
                <a:gd name="connsiteY35" fmla="*/ 359569 h 1890712"/>
                <a:gd name="connsiteX36" fmla="*/ 509588 w 2543175"/>
                <a:gd name="connsiteY36" fmla="*/ 376237 h 1890712"/>
                <a:gd name="connsiteX37" fmla="*/ 514350 w 2543175"/>
                <a:gd name="connsiteY37" fmla="*/ 383381 h 1890712"/>
                <a:gd name="connsiteX38" fmla="*/ 531019 w 2543175"/>
                <a:gd name="connsiteY38" fmla="*/ 397669 h 1890712"/>
                <a:gd name="connsiteX39" fmla="*/ 538163 w 2543175"/>
                <a:gd name="connsiteY39" fmla="*/ 407194 h 1890712"/>
                <a:gd name="connsiteX40" fmla="*/ 554832 w 2543175"/>
                <a:gd name="connsiteY40" fmla="*/ 421481 h 1890712"/>
                <a:gd name="connsiteX41" fmla="*/ 564357 w 2543175"/>
                <a:gd name="connsiteY41" fmla="*/ 431006 h 1890712"/>
                <a:gd name="connsiteX42" fmla="*/ 573882 w 2543175"/>
                <a:gd name="connsiteY42" fmla="*/ 438150 h 1890712"/>
                <a:gd name="connsiteX43" fmla="*/ 595313 w 2543175"/>
                <a:gd name="connsiteY43" fmla="*/ 454819 h 1890712"/>
                <a:gd name="connsiteX44" fmla="*/ 602457 w 2543175"/>
                <a:gd name="connsiteY44" fmla="*/ 457200 h 1890712"/>
                <a:gd name="connsiteX45" fmla="*/ 628650 w 2543175"/>
                <a:gd name="connsiteY45" fmla="*/ 469106 h 1890712"/>
                <a:gd name="connsiteX46" fmla="*/ 645319 w 2543175"/>
                <a:gd name="connsiteY46" fmla="*/ 483394 h 1890712"/>
                <a:gd name="connsiteX47" fmla="*/ 654844 w 2543175"/>
                <a:gd name="connsiteY47" fmla="*/ 488156 h 1890712"/>
                <a:gd name="connsiteX48" fmla="*/ 661988 w 2543175"/>
                <a:gd name="connsiteY48" fmla="*/ 497681 h 1890712"/>
                <a:gd name="connsiteX49" fmla="*/ 683419 w 2543175"/>
                <a:gd name="connsiteY49" fmla="*/ 514350 h 1890712"/>
                <a:gd name="connsiteX50" fmla="*/ 700088 w 2543175"/>
                <a:gd name="connsiteY50" fmla="*/ 526256 h 1890712"/>
                <a:gd name="connsiteX51" fmla="*/ 709613 w 2543175"/>
                <a:gd name="connsiteY51" fmla="*/ 535781 h 1890712"/>
                <a:gd name="connsiteX52" fmla="*/ 719138 w 2543175"/>
                <a:gd name="connsiteY52" fmla="*/ 542925 h 1890712"/>
                <a:gd name="connsiteX53" fmla="*/ 733425 w 2543175"/>
                <a:gd name="connsiteY53" fmla="*/ 557212 h 1890712"/>
                <a:gd name="connsiteX54" fmla="*/ 750094 w 2543175"/>
                <a:gd name="connsiteY54" fmla="*/ 569119 h 1890712"/>
                <a:gd name="connsiteX55" fmla="*/ 769144 w 2543175"/>
                <a:gd name="connsiteY55" fmla="*/ 581025 h 1890712"/>
                <a:gd name="connsiteX56" fmla="*/ 785813 w 2543175"/>
                <a:gd name="connsiteY56" fmla="*/ 590550 h 1890712"/>
                <a:gd name="connsiteX57" fmla="*/ 792957 w 2543175"/>
                <a:gd name="connsiteY57" fmla="*/ 600075 h 1890712"/>
                <a:gd name="connsiteX58" fmla="*/ 809625 w 2543175"/>
                <a:gd name="connsiteY58" fmla="*/ 611981 h 1890712"/>
                <a:gd name="connsiteX59" fmla="*/ 816769 w 2543175"/>
                <a:gd name="connsiteY59" fmla="*/ 619125 h 1890712"/>
                <a:gd name="connsiteX60" fmla="*/ 826294 w 2543175"/>
                <a:gd name="connsiteY60" fmla="*/ 626269 h 1890712"/>
                <a:gd name="connsiteX61" fmla="*/ 840582 w 2543175"/>
                <a:gd name="connsiteY61" fmla="*/ 638175 h 1890712"/>
                <a:gd name="connsiteX62" fmla="*/ 847725 w 2543175"/>
                <a:gd name="connsiteY62" fmla="*/ 645319 h 1890712"/>
                <a:gd name="connsiteX63" fmla="*/ 857250 w 2543175"/>
                <a:gd name="connsiteY63" fmla="*/ 652462 h 1890712"/>
                <a:gd name="connsiteX64" fmla="*/ 864394 w 2543175"/>
                <a:gd name="connsiteY64" fmla="*/ 657225 h 1890712"/>
                <a:gd name="connsiteX65" fmla="*/ 888207 w 2543175"/>
                <a:gd name="connsiteY65" fmla="*/ 676275 h 1890712"/>
                <a:gd name="connsiteX66" fmla="*/ 895350 w 2543175"/>
                <a:gd name="connsiteY66" fmla="*/ 681037 h 1890712"/>
                <a:gd name="connsiteX67" fmla="*/ 907257 w 2543175"/>
                <a:gd name="connsiteY67" fmla="*/ 683419 h 1890712"/>
                <a:gd name="connsiteX68" fmla="*/ 928688 w 2543175"/>
                <a:gd name="connsiteY68" fmla="*/ 695325 h 1890712"/>
                <a:gd name="connsiteX69" fmla="*/ 942975 w 2543175"/>
                <a:gd name="connsiteY69" fmla="*/ 700087 h 1890712"/>
                <a:gd name="connsiteX70" fmla="*/ 964407 w 2543175"/>
                <a:gd name="connsiteY70" fmla="*/ 716756 h 1890712"/>
                <a:gd name="connsiteX71" fmla="*/ 971550 w 2543175"/>
                <a:gd name="connsiteY71" fmla="*/ 723900 h 1890712"/>
                <a:gd name="connsiteX72" fmla="*/ 983457 w 2543175"/>
                <a:gd name="connsiteY72" fmla="*/ 733425 h 1890712"/>
                <a:gd name="connsiteX73" fmla="*/ 990600 w 2543175"/>
                <a:gd name="connsiteY73" fmla="*/ 738187 h 1890712"/>
                <a:gd name="connsiteX74" fmla="*/ 1007269 w 2543175"/>
                <a:gd name="connsiteY74" fmla="*/ 752475 h 1890712"/>
                <a:gd name="connsiteX75" fmla="*/ 1031082 w 2543175"/>
                <a:gd name="connsiteY75" fmla="*/ 766762 h 1890712"/>
                <a:gd name="connsiteX76" fmla="*/ 1042988 w 2543175"/>
                <a:gd name="connsiteY76" fmla="*/ 773906 h 1890712"/>
                <a:gd name="connsiteX77" fmla="*/ 1071563 w 2543175"/>
                <a:gd name="connsiteY77" fmla="*/ 785812 h 1890712"/>
                <a:gd name="connsiteX78" fmla="*/ 1097757 w 2543175"/>
                <a:gd name="connsiteY78" fmla="*/ 807244 h 1890712"/>
                <a:gd name="connsiteX79" fmla="*/ 1104900 w 2543175"/>
                <a:gd name="connsiteY79" fmla="*/ 814387 h 1890712"/>
                <a:gd name="connsiteX80" fmla="*/ 1121569 w 2543175"/>
                <a:gd name="connsiteY80" fmla="*/ 823912 h 1890712"/>
                <a:gd name="connsiteX81" fmla="*/ 1138238 w 2543175"/>
                <a:gd name="connsiteY81" fmla="*/ 835819 h 1890712"/>
                <a:gd name="connsiteX82" fmla="*/ 1147763 w 2543175"/>
                <a:gd name="connsiteY82" fmla="*/ 842962 h 1890712"/>
                <a:gd name="connsiteX83" fmla="*/ 1157288 w 2543175"/>
                <a:gd name="connsiteY83" fmla="*/ 847725 h 1890712"/>
                <a:gd name="connsiteX84" fmla="*/ 1178719 w 2543175"/>
                <a:gd name="connsiteY84" fmla="*/ 859631 h 1890712"/>
                <a:gd name="connsiteX85" fmla="*/ 1188244 w 2543175"/>
                <a:gd name="connsiteY85" fmla="*/ 866775 h 1890712"/>
                <a:gd name="connsiteX86" fmla="*/ 1195388 w 2543175"/>
                <a:gd name="connsiteY86" fmla="*/ 871537 h 1890712"/>
                <a:gd name="connsiteX87" fmla="*/ 1212057 w 2543175"/>
                <a:gd name="connsiteY87" fmla="*/ 883444 h 1890712"/>
                <a:gd name="connsiteX88" fmla="*/ 1226344 w 2543175"/>
                <a:gd name="connsiteY88" fmla="*/ 895350 h 1890712"/>
                <a:gd name="connsiteX89" fmla="*/ 1245394 w 2543175"/>
                <a:gd name="connsiteY89" fmla="*/ 907256 h 1890712"/>
                <a:gd name="connsiteX90" fmla="*/ 1254919 w 2543175"/>
                <a:gd name="connsiteY90" fmla="*/ 914400 h 1890712"/>
                <a:gd name="connsiteX91" fmla="*/ 1269207 w 2543175"/>
                <a:gd name="connsiteY91" fmla="*/ 921544 h 1890712"/>
                <a:gd name="connsiteX92" fmla="*/ 1290638 w 2543175"/>
                <a:gd name="connsiteY92" fmla="*/ 935831 h 1890712"/>
                <a:gd name="connsiteX93" fmla="*/ 1307307 w 2543175"/>
                <a:gd name="connsiteY93" fmla="*/ 952500 h 1890712"/>
                <a:gd name="connsiteX94" fmla="*/ 1333500 w 2543175"/>
                <a:gd name="connsiteY94" fmla="*/ 971550 h 1890712"/>
                <a:gd name="connsiteX95" fmla="*/ 1359694 w 2543175"/>
                <a:gd name="connsiteY95" fmla="*/ 990600 h 1890712"/>
                <a:gd name="connsiteX96" fmla="*/ 1373982 w 2543175"/>
                <a:gd name="connsiteY96" fmla="*/ 997744 h 1890712"/>
                <a:gd name="connsiteX97" fmla="*/ 1388269 w 2543175"/>
                <a:gd name="connsiteY97" fmla="*/ 1007269 h 1890712"/>
                <a:gd name="connsiteX98" fmla="*/ 1414463 w 2543175"/>
                <a:gd name="connsiteY98" fmla="*/ 1019175 h 1890712"/>
                <a:gd name="connsiteX99" fmla="*/ 1435894 w 2543175"/>
                <a:gd name="connsiteY99" fmla="*/ 1054894 h 1890712"/>
                <a:gd name="connsiteX100" fmla="*/ 1471613 w 2543175"/>
                <a:gd name="connsiteY100" fmla="*/ 1059656 h 1890712"/>
                <a:gd name="connsiteX101" fmla="*/ 1495425 w 2543175"/>
                <a:gd name="connsiteY101" fmla="*/ 1088231 h 1890712"/>
                <a:gd name="connsiteX102" fmla="*/ 1547812 w 2543175"/>
                <a:gd name="connsiteY102" fmla="*/ 1133475 h 1890712"/>
                <a:gd name="connsiteX103" fmla="*/ 1597819 w 2543175"/>
                <a:gd name="connsiteY103" fmla="*/ 1154906 h 1890712"/>
                <a:gd name="connsiteX104" fmla="*/ 1604963 w 2543175"/>
                <a:gd name="connsiteY104" fmla="*/ 1162050 h 1890712"/>
                <a:gd name="connsiteX105" fmla="*/ 1612107 w 2543175"/>
                <a:gd name="connsiteY105" fmla="*/ 1166812 h 1890712"/>
                <a:gd name="connsiteX106" fmla="*/ 1628775 w 2543175"/>
                <a:gd name="connsiteY106" fmla="*/ 1183481 h 1890712"/>
                <a:gd name="connsiteX107" fmla="*/ 1662113 w 2543175"/>
                <a:gd name="connsiteY107" fmla="*/ 1209675 h 1890712"/>
                <a:gd name="connsiteX108" fmla="*/ 1678782 w 2543175"/>
                <a:gd name="connsiteY108" fmla="*/ 1226344 h 1890712"/>
                <a:gd name="connsiteX109" fmla="*/ 1700213 w 2543175"/>
                <a:gd name="connsiteY109" fmla="*/ 1247775 h 1890712"/>
                <a:gd name="connsiteX110" fmla="*/ 1712119 w 2543175"/>
                <a:gd name="connsiteY110" fmla="*/ 1259681 h 1890712"/>
                <a:gd name="connsiteX111" fmla="*/ 1733550 w 2543175"/>
                <a:gd name="connsiteY111" fmla="*/ 1273969 h 1890712"/>
                <a:gd name="connsiteX112" fmla="*/ 1743075 w 2543175"/>
                <a:gd name="connsiteY112" fmla="*/ 1283494 h 1890712"/>
                <a:gd name="connsiteX113" fmla="*/ 1754982 w 2543175"/>
                <a:gd name="connsiteY113" fmla="*/ 1290637 h 1890712"/>
                <a:gd name="connsiteX114" fmla="*/ 1766888 w 2543175"/>
                <a:gd name="connsiteY114" fmla="*/ 1300162 h 1890712"/>
                <a:gd name="connsiteX115" fmla="*/ 1783557 w 2543175"/>
                <a:gd name="connsiteY115" fmla="*/ 1307306 h 1890712"/>
                <a:gd name="connsiteX116" fmla="*/ 1790700 w 2543175"/>
                <a:gd name="connsiteY116" fmla="*/ 1312069 h 1890712"/>
                <a:gd name="connsiteX117" fmla="*/ 1800225 w 2543175"/>
                <a:gd name="connsiteY117" fmla="*/ 1319212 h 1890712"/>
                <a:gd name="connsiteX118" fmla="*/ 1807369 w 2543175"/>
                <a:gd name="connsiteY118" fmla="*/ 1321594 h 1890712"/>
                <a:gd name="connsiteX119" fmla="*/ 1824038 w 2543175"/>
                <a:gd name="connsiteY119" fmla="*/ 1333500 h 1890712"/>
                <a:gd name="connsiteX120" fmla="*/ 1843088 w 2543175"/>
                <a:gd name="connsiteY120" fmla="*/ 1352550 h 1890712"/>
                <a:gd name="connsiteX121" fmla="*/ 1852613 w 2543175"/>
                <a:gd name="connsiteY121" fmla="*/ 1359694 h 1890712"/>
                <a:gd name="connsiteX122" fmla="*/ 1859757 w 2543175"/>
                <a:gd name="connsiteY122" fmla="*/ 1366837 h 1890712"/>
                <a:gd name="connsiteX123" fmla="*/ 1869282 w 2543175"/>
                <a:gd name="connsiteY123" fmla="*/ 1371600 h 1890712"/>
                <a:gd name="connsiteX124" fmla="*/ 1883569 w 2543175"/>
                <a:gd name="connsiteY124" fmla="*/ 1388269 h 1890712"/>
                <a:gd name="connsiteX125" fmla="*/ 1893094 w 2543175"/>
                <a:gd name="connsiteY125" fmla="*/ 1395412 h 1890712"/>
                <a:gd name="connsiteX126" fmla="*/ 1902619 w 2543175"/>
                <a:gd name="connsiteY126" fmla="*/ 1404937 h 1890712"/>
                <a:gd name="connsiteX127" fmla="*/ 1912144 w 2543175"/>
                <a:gd name="connsiteY127" fmla="*/ 1409700 h 1890712"/>
                <a:gd name="connsiteX128" fmla="*/ 1931194 w 2543175"/>
                <a:gd name="connsiteY128" fmla="*/ 1421606 h 1890712"/>
                <a:gd name="connsiteX129" fmla="*/ 1935957 w 2543175"/>
                <a:gd name="connsiteY129" fmla="*/ 1428750 h 1890712"/>
                <a:gd name="connsiteX130" fmla="*/ 1952625 w 2543175"/>
                <a:gd name="connsiteY130" fmla="*/ 1438275 h 1890712"/>
                <a:gd name="connsiteX131" fmla="*/ 1971675 w 2543175"/>
                <a:gd name="connsiteY131" fmla="*/ 1450181 h 1890712"/>
                <a:gd name="connsiteX132" fmla="*/ 1981200 w 2543175"/>
                <a:gd name="connsiteY132" fmla="*/ 1454944 h 1890712"/>
                <a:gd name="connsiteX133" fmla="*/ 1997869 w 2543175"/>
                <a:gd name="connsiteY133" fmla="*/ 1471612 h 1890712"/>
                <a:gd name="connsiteX134" fmla="*/ 2007394 w 2543175"/>
                <a:gd name="connsiteY134" fmla="*/ 1478756 h 1890712"/>
                <a:gd name="connsiteX135" fmla="*/ 2016919 w 2543175"/>
                <a:gd name="connsiteY135" fmla="*/ 1483519 h 1890712"/>
                <a:gd name="connsiteX136" fmla="*/ 2024063 w 2543175"/>
                <a:gd name="connsiteY136" fmla="*/ 1490662 h 1890712"/>
                <a:gd name="connsiteX137" fmla="*/ 2033588 w 2543175"/>
                <a:gd name="connsiteY137" fmla="*/ 1495425 h 1890712"/>
                <a:gd name="connsiteX138" fmla="*/ 2040732 w 2543175"/>
                <a:gd name="connsiteY138" fmla="*/ 1502569 h 1890712"/>
                <a:gd name="connsiteX139" fmla="*/ 2047875 w 2543175"/>
                <a:gd name="connsiteY139" fmla="*/ 1507331 h 1890712"/>
                <a:gd name="connsiteX140" fmla="*/ 2057400 w 2543175"/>
                <a:gd name="connsiteY140" fmla="*/ 1514475 h 1890712"/>
                <a:gd name="connsiteX141" fmla="*/ 2064544 w 2543175"/>
                <a:gd name="connsiteY141" fmla="*/ 1519237 h 1890712"/>
                <a:gd name="connsiteX142" fmla="*/ 2071688 w 2543175"/>
                <a:gd name="connsiteY142" fmla="*/ 1526381 h 1890712"/>
                <a:gd name="connsiteX143" fmla="*/ 2081213 w 2543175"/>
                <a:gd name="connsiteY143" fmla="*/ 1531144 h 1890712"/>
                <a:gd name="connsiteX144" fmla="*/ 2090738 w 2543175"/>
                <a:gd name="connsiteY144" fmla="*/ 1538287 h 1890712"/>
                <a:gd name="connsiteX145" fmla="*/ 2109788 w 2543175"/>
                <a:gd name="connsiteY145" fmla="*/ 1547812 h 1890712"/>
                <a:gd name="connsiteX146" fmla="*/ 2131219 w 2543175"/>
                <a:gd name="connsiteY146" fmla="*/ 1562100 h 1890712"/>
                <a:gd name="connsiteX147" fmla="*/ 2140744 w 2543175"/>
                <a:gd name="connsiteY147" fmla="*/ 1566862 h 1890712"/>
                <a:gd name="connsiteX148" fmla="*/ 2152650 w 2543175"/>
                <a:gd name="connsiteY148" fmla="*/ 1576387 h 1890712"/>
                <a:gd name="connsiteX149" fmla="*/ 2181225 w 2543175"/>
                <a:gd name="connsiteY149" fmla="*/ 1590675 h 1890712"/>
                <a:gd name="connsiteX150" fmla="*/ 2200275 w 2543175"/>
                <a:gd name="connsiteY150" fmla="*/ 1607344 h 1890712"/>
                <a:gd name="connsiteX151" fmla="*/ 2207419 w 2543175"/>
                <a:gd name="connsiteY151" fmla="*/ 1612106 h 1890712"/>
                <a:gd name="connsiteX152" fmla="*/ 2216944 w 2543175"/>
                <a:gd name="connsiteY152" fmla="*/ 1619250 h 1890712"/>
                <a:gd name="connsiteX153" fmla="*/ 2224088 w 2543175"/>
                <a:gd name="connsiteY153" fmla="*/ 1624012 h 1890712"/>
                <a:gd name="connsiteX154" fmla="*/ 2247900 w 2543175"/>
                <a:gd name="connsiteY154" fmla="*/ 1643062 h 1890712"/>
                <a:gd name="connsiteX155" fmla="*/ 2255044 w 2543175"/>
                <a:gd name="connsiteY155" fmla="*/ 1650206 h 1890712"/>
                <a:gd name="connsiteX156" fmla="*/ 2281238 w 2543175"/>
                <a:gd name="connsiteY156" fmla="*/ 1664494 h 1890712"/>
                <a:gd name="connsiteX157" fmla="*/ 2297907 w 2543175"/>
                <a:gd name="connsiteY157" fmla="*/ 1674019 h 1890712"/>
                <a:gd name="connsiteX158" fmla="*/ 2312194 w 2543175"/>
                <a:gd name="connsiteY158" fmla="*/ 1685925 h 1890712"/>
                <a:gd name="connsiteX159" fmla="*/ 2328863 w 2543175"/>
                <a:gd name="connsiteY159" fmla="*/ 1697831 h 1890712"/>
                <a:gd name="connsiteX160" fmla="*/ 2350294 w 2543175"/>
                <a:gd name="connsiteY160" fmla="*/ 1712119 h 1890712"/>
                <a:gd name="connsiteX161" fmla="*/ 2369344 w 2543175"/>
                <a:gd name="connsiteY161" fmla="*/ 1724025 h 1890712"/>
                <a:gd name="connsiteX162" fmla="*/ 2428876 w 2543175"/>
                <a:gd name="connsiteY162" fmla="*/ 1785938 h 1890712"/>
                <a:gd name="connsiteX163" fmla="*/ 2466975 w 2543175"/>
                <a:gd name="connsiteY163" fmla="*/ 1783556 h 1890712"/>
                <a:gd name="connsiteX164" fmla="*/ 2481263 w 2543175"/>
                <a:gd name="connsiteY164" fmla="*/ 1795462 h 1890712"/>
                <a:gd name="connsiteX165" fmla="*/ 2486025 w 2543175"/>
                <a:gd name="connsiteY165" fmla="*/ 1802606 h 1890712"/>
                <a:gd name="connsiteX166" fmla="*/ 2514600 w 2543175"/>
                <a:gd name="connsiteY166" fmla="*/ 1850231 h 1890712"/>
                <a:gd name="connsiteX167" fmla="*/ 2519363 w 2543175"/>
                <a:gd name="connsiteY167" fmla="*/ 1857375 h 1890712"/>
                <a:gd name="connsiteX168" fmla="*/ 2540794 w 2543175"/>
                <a:gd name="connsiteY168" fmla="*/ 1883569 h 1890712"/>
                <a:gd name="connsiteX169" fmla="*/ 2543175 w 2543175"/>
                <a:gd name="connsiteY169" fmla="*/ 1890712 h 1890712"/>
                <a:gd name="connsiteX0" fmla="*/ 0 w 2543175"/>
                <a:gd name="connsiteY0" fmla="*/ 0 h 1890712"/>
                <a:gd name="connsiteX1" fmla="*/ 11907 w 2543175"/>
                <a:gd name="connsiteY1" fmla="*/ 11906 h 1890712"/>
                <a:gd name="connsiteX2" fmla="*/ 21432 w 2543175"/>
                <a:gd name="connsiteY2" fmla="*/ 16669 h 1890712"/>
                <a:gd name="connsiteX3" fmla="*/ 23813 w 2543175"/>
                <a:gd name="connsiteY3" fmla="*/ 23812 h 1890712"/>
                <a:gd name="connsiteX4" fmla="*/ 33338 w 2543175"/>
                <a:gd name="connsiteY4" fmla="*/ 33337 h 1890712"/>
                <a:gd name="connsiteX5" fmla="*/ 40482 w 2543175"/>
                <a:gd name="connsiteY5" fmla="*/ 42862 h 1890712"/>
                <a:gd name="connsiteX6" fmla="*/ 47625 w 2543175"/>
                <a:gd name="connsiteY6" fmla="*/ 47625 h 1890712"/>
                <a:gd name="connsiteX7" fmla="*/ 57150 w 2543175"/>
                <a:gd name="connsiteY7" fmla="*/ 54769 h 1890712"/>
                <a:gd name="connsiteX8" fmla="*/ 64294 w 2543175"/>
                <a:gd name="connsiteY8" fmla="*/ 59531 h 1890712"/>
                <a:gd name="connsiteX9" fmla="*/ 83344 w 2543175"/>
                <a:gd name="connsiteY9" fmla="*/ 73819 h 1890712"/>
                <a:gd name="connsiteX10" fmla="*/ 97632 w 2543175"/>
                <a:gd name="connsiteY10" fmla="*/ 80962 h 1890712"/>
                <a:gd name="connsiteX11" fmla="*/ 104775 w 2543175"/>
                <a:gd name="connsiteY11" fmla="*/ 85725 h 1890712"/>
                <a:gd name="connsiteX12" fmla="*/ 114300 w 2543175"/>
                <a:gd name="connsiteY12" fmla="*/ 95250 h 1890712"/>
                <a:gd name="connsiteX13" fmla="*/ 123825 w 2543175"/>
                <a:gd name="connsiteY13" fmla="*/ 97631 h 1890712"/>
                <a:gd name="connsiteX14" fmla="*/ 130969 w 2543175"/>
                <a:gd name="connsiteY14" fmla="*/ 104775 h 1890712"/>
                <a:gd name="connsiteX15" fmla="*/ 140494 w 2543175"/>
                <a:gd name="connsiteY15" fmla="*/ 111919 h 1890712"/>
                <a:gd name="connsiteX16" fmla="*/ 147638 w 2543175"/>
                <a:gd name="connsiteY16" fmla="*/ 116681 h 1890712"/>
                <a:gd name="connsiteX17" fmla="*/ 164307 w 2543175"/>
                <a:gd name="connsiteY17" fmla="*/ 128587 h 1890712"/>
                <a:gd name="connsiteX18" fmla="*/ 180975 w 2543175"/>
                <a:gd name="connsiteY18" fmla="*/ 140494 h 1890712"/>
                <a:gd name="connsiteX19" fmla="*/ 197644 w 2543175"/>
                <a:gd name="connsiteY19" fmla="*/ 152400 h 1890712"/>
                <a:gd name="connsiteX20" fmla="*/ 204788 w 2543175"/>
                <a:gd name="connsiteY20" fmla="*/ 157162 h 1890712"/>
                <a:gd name="connsiteX21" fmla="*/ 214313 w 2543175"/>
                <a:gd name="connsiteY21" fmla="*/ 164306 h 1890712"/>
                <a:gd name="connsiteX22" fmla="*/ 230982 w 2543175"/>
                <a:gd name="connsiteY22" fmla="*/ 180975 h 1890712"/>
                <a:gd name="connsiteX23" fmla="*/ 247650 w 2543175"/>
                <a:gd name="connsiteY23" fmla="*/ 185737 h 1890712"/>
                <a:gd name="connsiteX24" fmla="*/ 300038 w 2543175"/>
                <a:gd name="connsiteY24" fmla="*/ 219075 h 1890712"/>
                <a:gd name="connsiteX25" fmla="*/ 342900 w 2543175"/>
                <a:gd name="connsiteY25" fmla="*/ 254794 h 1890712"/>
                <a:gd name="connsiteX26" fmla="*/ 366713 w 2543175"/>
                <a:gd name="connsiteY26" fmla="*/ 264319 h 1890712"/>
                <a:gd name="connsiteX27" fmla="*/ 371475 w 2543175"/>
                <a:gd name="connsiteY27" fmla="*/ 271462 h 1890712"/>
                <a:gd name="connsiteX28" fmla="*/ 385763 w 2543175"/>
                <a:gd name="connsiteY28" fmla="*/ 283369 h 1890712"/>
                <a:gd name="connsiteX29" fmla="*/ 404813 w 2543175"/>
                <a:gd name="connsiteY29" fmla="*/ 295275 h 1890712"/>
                <a:gd name="connsiteX30" fmla="*/ 411957 w 2543175"/>
                <a:gd name="connsiteY30" fmla="*/ 297656 h 1890712"/>
                <a:gd name="connsiteX31" fmla="*/ 466725 w 2543175"/>
                <a:gd name="connsiteY31" fmla="*/ 328612 h 1890712"/>
                <a:gd name="connsiteX32" fmla="*/ 476250 w 2543175"/>
                <a:gd name="connsiteY32" fmla="*/ 335756 h 1890712"/>
                <a:gd name="connsiteX33" fmla="*/ 481013 w 2543175"/>
                <a:gd name="connsiteY33" fmla="*/ 342900 h 1890712"/>
                <a:gd name="connsiteX34" fmla="*/ 490538 w 2543175"/>
                <a:gd name="connsiteY34" fmla="*/ 352425 h 1890712"/>
                <a:gd name="connsiteX35" fmla="*/ 495300 w 2543175"/>
                <a:gd name="connsiteY35" fmla="*/ 359569 h 1890712"/>
                <a:gd name="connsiteX36" fmla="*/ 509588 w 2543175"/>
                <a:gd name="connsiteY36" fmla="*/ 376237 h 1890712"/>
                <a:gd name="connsiteX37" fmla="*/ 514350 w 2543175"/>
                <a:gd name="connsiteY37" fmla="*/ 383381 h 1890712"/>
                <a:gd name="connsiteX38" fmla="*/ 531019 w 2543175"/>
                <a:gd name="connsiteY38" fmla="*/ 397669 h 1890712"/>
                <a:gd name="connsiteX39" fmla="*/ 538163 w 2543175"/>
                <a:gd name="connsiteY39" fmla="*/ 407194 h 1890712"/>
                <a:gd name="connsiteX40" fmla="*/ 554832 w 2543175"/>
                <a:gd name="connsiteY40" fmla="*/ 421481 h 1890712"/>
                <a:gd name="connsiteX41" fmla="*/ 564357 w 2543175"/>
                <a:gd name="connsiteY41" fmla="*/ 431006 h 1890712"/>
                <a:gd name="connsiteX42" fmla="*/ 573882 w 2543175"/>
                <a:gd name="connsiteY42" fmla="*/ 438150 h 1890712"/>
                <a:gd name="connsiteX43" fmla="*/ 595313 w 2543175"/>
                <a:gd name="connsiteY43" fmla="*/ 454819 h 1890712"/>
                <a:gd name="connsiteX44" fmla="*/ 602457 w 2543175"/>
                <a:gd name="connsiteY44" fmla="*/ 457200 h 1890712"/>
                <a:gd name="connsiteX45" fmla="*/ 628650 w 2543175"/>
                <a:gd name="connsiteY45" fmla="*/ 469106 h 1890712"/>
                <a:gd name="connsiteX46" fmla="*/ 645319 w 2543175"/>
                <a:gd name="connsiteY46" fmla="*/ 483394 h 1890712"/>
                <a:gd name="connsiteX47" fmla="*/ 654844 w 2543175"/>
                <a:gd name="connsiteY47" fmla="*/ 488156 h 1890712"/>
                <a:gd name="connsiteX48" fmla="*/ 661988 w 2543175"/>
                <a:gd name="connsiteY48" fmla="*/ 497681 h 1890712"/>
                <a:gd name="connsiteX49" fmla="*/ 683419 w 2543175"/>
                <a:gd name="connsiteY49" fmla="*/ 514350 h 1890712"/>
                <a:gd name="connsiteX50" fmla="*/ 700088 w 2543175"/>
                <a:gd name="connsiteY50" fmla="*/ 526256 h 1890712"/>
                <a:gd name="connsiteX51" fmla="*/ 709613 w 2543175"/>
                <a:gd name="connsiteY51" fmla="*/ 535781 h 1890712"/>
                <a:gd name="connsiteX52" fmla="*/ 719138 w 2543175"/>
                <a:gd name="connsiteY52" fmla="*/ 542925 h 1890712"/>
                <a:gd name="connsiteX53" fmla="*/ 733425 w 2543175"/>
                <a:gd name="connsiteY53" fmla="*/ 557212 h 1890712"/>
                <a:gd name="connsiteX54" fmla="*/ 750094 w 2543175"/>
                <a:gd name="connsiteY54" fmla="*/ 569119 h 1890712"/>
                <a:gd name="connsiteX55" fmla="*/ 769144 w 2543175"/>
                <a:gd name="connsiteY55" fmla="*/ 581025 h 1890712"/>
                <a:gd name="connsiteX56" fmla="*/ 785813 w 2543175"/>
                <a:gd name="connsiteY56" fmla="*/ 590550 h 1890712"/>
                <a:gd name="connsiteX57" fmla="*/ 792957 w 2543175"/>
                <a:gd name="connsiteY57" fmla="*/ 600075 h 1890712"/>
                <a:gd name="connsiteX58" fmla="*/ 809625 w 2543175"/>
                <a:gd name="connsiteY58" fmla="*/ 611981 h 1890712"/>
                <a:gd name="connsiteX59" fmla="*/ 816769 w 2543175"/>
                <a:gd name="connsiteY59" fmla="*/ 619125 h 1890712"/>
                <a:gd name="connsiteX60" fmla="*/ 826294 w 2543175"/>
                <a:gd name="connsiteY60" fmla="*/ 626269 h 1890712"/>
                <a:gd name="connsiteX61" fmla="*/ 840582 w 2543175"/>
                <a:gd name="connsiteY61" fmla="*/ 638175 h 1890712"/>
                <a:gd name="connsiteX62" fmla="*/ 847725 w 2543175"/>
                <a:gd name="connsiteY62" fmla="*/ 645319 h 1890712"/>
                <a:gd name="connsiteX63" fmla="*/ 857250 w 2543175"/>
                <a:gd name="connsiteY63" fmla="*/ 652462 h 1890712"/>
                <a:gd name="connsiteX64" fmla="*/ 864394 w 2543175"/>
                <a:gd name="connsiteY64" fmla="*/ 657225 h 1890712"/>
                <a:gd name="connsiteX65" fmla="*/ 888207 w 2543175"/>
                <a:gd name="connsiteY65" fmla="*/ 676275 h 1890712"/>
                <a:gd name="connsiteX66" fmla="*/ 895350 w 2543175"/>
                <a:gd name="connsiteY66" fmla="*/ 681037 h 1890712"/>
                <a:gd name="connsiteX67" fmla="*/ 907257 w 2543175"/>
                <a:gd name="connsiteY67" fmla="*/ 683419 h 1890712"/>
                <a:gd name="connsiteX68" fmla="*/ 928688 w 2543175"/>
                <a:gd name="connsiteY68" fmla="*/ 695325 h 1890712"/>
                <a:gd name="connsiteX69" fmla="*/ 942975 w 2543175"/>
                <a:gd name="connsiteY69" fmla="*/ 700087 h 1890712"/>
                <a:gd name="connsiteX70" fmla="*/ 964407 w 2543175"/>
                <a:gd name="connsiteY70" fmla="*/ 716756 h 1890712"/>
                <a:gd name="connsiteX71" fmla="*/ 971550 w 2543175"/>
                <a:gd name="connsiteY71" fmla="*/ 723900 h 1890712"/>
                <a:gd name="connsiteX72" fmla="*/ 983457 w 2543175"/>
                <a:gd name="connsiteY72" fmla="*/ 733425 h 1890712"/>
                <a:gd name="connsiteX73" fmla="*/ 990600 w 2543175"/>
                <a:gd name="connsiteY73" fmla="*/ 738187 h 1890712"/>
                <a:gd name="connsiteX74" fmla="*/ 1007269 w 2543175"/>
                <a:gd name="connsiteY74" fmla="*/ 752475 h 1890712"/>
                <a:gd name="connsiteX75" fmla="*/ 1031082 w 2543175"/>
                <a:gd name="connsiteY75" fmla="*/ 766762 h 1890712"/>
                <a:gd name="connsiteX76" fmla="*/ 1042988 w 2543175"/>
                <a:gd name="connsiteY76" fmla="*/ 773906 h 1890712"/>
                <a:gd name="connsiteX77" fmla="*/ 1071563 w 2543175"/>
                <a:gd name="connsiteY77" fmla="*/ 785812 h 1890712"/>
                <a:gd name="connsiteX78" fmla="*/ 1097757 w 2543175"/>
                <a:gd name="connsiteY78" fmla="*/ 807244 h 1890712"/>
                <a:gd name="connsiteX79" fmla="*/ 1104900 w 2543175"/>
                <a:gd name="connsiteY79" fmla="*/ 814387 h 1890712"/>
                <a:gd name="connsiteX80" fmla="*/ 1121569 w 2543175"/>
                <a:gd name="connsiteY80" fmla="*/ 823912 h 1890712"/>
                <a:gd name="connsiteX81" fmla="*/ 1138238 w 2543175"/>
                <a:gd name="connsiteY81" fmla="*/ 835819 h 1890712"/>
                <a:gd name="connsiteX82" fmla="*/ 1147763 w 2543175"/>
                <a:gd name="connsiteY82" fmla="*/ 842962 h 1890712"/>
                <a:gd name="connsiteX83" fmla="*/ 1157288 w 2543175"/>
                <a:gd name="connsiteY83" fmla="*/ 847725 h 1890712"/>
                <a:gd name="connsiteX84" fmla="*/ 1178719 w 2543175"/>
                <a:gd name="connsiteY84" fmla="*/ 859631 h 1890712"/>
                <a:gd name="connsiteX85" fmla="*/ 1188244 w 2543175"/>
                <a:gd name="connsiteY85" fmla="*/ 866775 h 1890712"/>
                <a:gd name="connsiteX86" fmla="*/ 1195388 w 2543175"/>
                <a:gd name="connsiteY86" fmla="*/ 871537 h 1890712"/>
                <a:gd name="connsiteX87" fmla="*/ 1212057 w 2543175"/>
                <a:gd name="connsiteY87" fmla="*/ 883444 h 1890712"/>
                <a:gd name="connsiteX88" fmla="*/ 1226344 w 2543175"/>
                <a:gd name="connsiteY88" fmla="*/ 895350 h 1890712"/>
                <a:gd name="connsiteX89" fmla="*/ 1245394 w 2543175"/>
                <a:gd name="connsiteY89" fmla="*/ 907256 h 1890712"/>
                <a:gd name="connsiteX90" fmla="*/ 1254919 w 2543175"/>
                <a:gd name="connsiteY90" fmla="*/ 914400 h 1890712"/>
                <a:gd name="connsiteX91" fmla="*/ 1269207 w 2543175"/>
                <a:gd name="connsiteY91" fmla="*/ 921544 h 1890712"/>
                <a:gd name="connsiteX92" fmla="*/ 1290638 w 2543175"/>
                <a:gd name="connsiteY92" fmla="*/ 935831 h 1890712"/>
                <a:gd name="connsiteX93" fmla="*/ 1307307 w 2543175"/>
                <a:gd name="connsiteY93" fmla="*/ 952500 h 1890712"/>
                <a:gd name="connsiteX94" fmla="*/ 1333500 w 2543175"/>
                <a:gd name="connsiteY94" fmla="*/ 971550 h 1890712"/>
                <a:gd name="connsiteX95" fmla="*/ 1359694 w 2543175"/>
                <a:gd name="connsiteY95" fmla="*/ 990600 h 1890712"/>
                <a:gd name="connsiteX96" fmla="*/ 1373982 w 2543175"/>
                <a:gd name="connsiteY96" fmla="*/ 997744 h 1890712"/>
                <a:gd name="connsiteX97" fmla="*/ 1388269 w 2543175"/>
                <a:gd name="connsiteY97" fmla="*/ 1007269 h 1890712"/>
                <a:gd name="connsiteX98" fmla="*/ 1435894 w 2543175"/>
                <a:gd name="connsiteY98" fmla="*/ 1054894 h 1890712"/>
                <a:gd name="connsiteX99" fmla="*/ 1471613 w 2543175"/>
                <a:gd name="connsiteY99" fmla="*/ 1059656 h 1890712"/>
                <a:gd name="connsiteX100" fmla="*/ 1495425 w 2543175"/>
                <a:gd name="connsiteY100" fmla="*/ 1088231 h 1890712"/>
                <a:gd name="connsiteX101" fmla="*/ 1547812 w 2543175"/>
                <a:gd name="connsiteY101" fmla="*/ 1133475 h 1890712"/>
                <a:gd name="connsiteX102" fmla="*/ 1597819 w 2543175"/>
                <a:gd name="connsiteY102" fmla="*/ 1154906 h 1890712"/>
                <a:gd name="connsiteX103" fmla="*/ 1604963 w 2543175"/>
                <a:gd name="connsiteY103" fmla="*/ 1162050 h 1890712"/>
                <a:gd name="connsiteX104" fmla="*/ 1612107 w 2543175"/>
                <a:gd name="connsiteY104" fmla="*/ 1166812 h 1890712"/>
                <a:gd name="connsiteX105" fmla="*/ 1628775 w 2543175"/>
                <a:gd name="connsiteY105" fmla="*/ 1183481 h 1890712"/>
                <a:gd name="connsiteX106" fmla="*/ 1662113 w 2543175"/>
                <a:gd name="connsiteY106" fmla="*/ 1209675 h 1890712"/>
                <a:gd name="connsiteX107" fmla="*/ 1678782 w 2543175"/>
                <a:gd name="connsiteY107" fmla="*/ 1226344 h 1890712"/>
                <a:gd name="connsiteX108" fmla="*/ 1700213 w 2543175"/>
                <a:gd name="connsiteY108" fmla="*/ 1247775 h 1890712"/>
                <a:gd name="connsiteX109" fmla="*/ 1712119 w 2543175"/>
                <a:gd name="connsiteY109" fmla="*/ 1259681 h 1890712"/>
                <a:gd name="connsiteX110" fmla="*/ 1733550 w 2543175"/>
                <a:gd name="connsiteY110" fmla="*/ 1273969 h 1890712"/>
                <a:gd name="connsiteX111" fmla="*/ 1743075 w 2543175"/>
                <a:gd name="connsiteY111" fmla="*/ 1283494 h 1890712"/>
                <a:gd name="connsiteX112" fmla="*/ 1754982 w 2543175"/>
                <a:gd name="connsiteY112" fmla="*/ 1290637 h 1890712"/>
                <a:gd name="connsiteX113" fmla="*/ 1766888 w 2543175"/>
                <a:gd name="connsiteY113" fmla="*/ 1300162 h 1890712"/>
                <a:gd name="connsiteX114" fmla="*/ 1783557 w 2543175"/>
                <a:gd name="connsiteY114" fmla="*/ 1307306 h 1890712"/>
                <a:gd name="connsiteX115" fmla="*/ 1790700 w 2543175"/>
                <a:gd name="connsiteY115" fmla="*/ 1312069 h 1890712"/>
                <a:gd name="connsiteX116" fmla="*/ 1800225 w 2543175"/>
                <a:gd name="connsiteY116" fmla="*/ 1319212 h 1890712"/>
                <a:gd name="connsiteX117" fmla="*/ 1807369 w 2543175"/>
                <a:gd name="connsiteY117" fmla="*/ 1321594 h 1890712"/>
                <a:gd name="connsiteX118" fmla="*/ 1824038 w 2543175"/>
                <a:gd name="connsiteY118" fmla="*/ 1333500 h 1890712"/>
                <a:gd name="connsiteX119" fmla="*/ 1843088 w 2543175"/>
                <a:gd name="connsiteY119" fmla="*/ 1352550 h 1890712"/>
                <a:gd name="connsiteX120" fmla="*/ 1852613 w 2543175"/>
                <a:gd name="connsiteY120" fmla="*/ 1359694 h 1890712"/>
                <a:gd name="connsiteX121" fmla="*/ 1859757 w 2543175"/>
                <a:gd name="connsiteY121" fmla="*/ 1366837 h 1890712"/>
                <a:gd name="connsiteX122" fmla="*/ 1869282 w 2543175"/>
                <a:gd name="connsiteY122" fmla="*/ 1371600 h 1890712"/>
                <a:gd name="connsiteX123" fmla="*/ 1883569 w 2543175"/>
                <a:gd name="connsiteY123" fmla="*/ 1388269 h 1890712"/>
                <a:gd name="connsiteX124" fmla="*/ 1893094 w 2543175"/>
                <a:gd name="connsiteY124" fmla="*/ 1395412 h 1890712"/>
                <a:gd name="connsiteX125" fmla="*/ 1902619 w 2543175"/>
                <a:gd name="connsiteY125" fmla="*/ 1404937 h 1890712"/>
                <a:gd name="connsiteX126" fmla="*/ 1912144 w 2543175"/>
                <a:gd name="connsiteY126" fmla="*/ 1409700 h 1890712"/>
                <a:gd name="connsiteX127" fmla="*/ 1931194 w 2543175"/>
                <a:gd name="connsiteY127" fmla="*/ 1421606 h 1890712"/>
                <a:gd name="connsiteX128" fmla="*/ 1935957 w 2543175"/>
                <a:gd name="connsiteY128" fmla="*/ 1428750 h 1890712"/>
                <a:gd name="connsiteX129" fmla="*/ 1952625 w 2543175"/>
                <a:gd name="connsiteY129" fmla="*/ 1438275 h 1890712"/>
                <a:gd name="connsiteX130" fmla="*/ 1971675 w 2543175"/>
                <a:gd name="connsiteY130" fmla="*/ 1450181 h 1890712"/>
                <a:gd name="connsiteX131" fmla="*/ 1981200 w 2543175"/>
                <a:gd name="connsiteY131" fmla="*/ 1454944 h 1890712"/>
                <a:gd name="connsiteX132" fmla="*/ 1997869 w 2543175"/>
                <a:gd name="connsiteY132" fmla="*/ 1471612 h 1890712"/>
                <a:gd name="connsiteX133" fmla="*/ 2007394 w 2543175"/>
                <a:gd name="connsiteY133" fmla="*/ 1478756 h 1890712"/>
                <a:gd name="connsiteX134" fmla="*/ 2016919 w 2543175"/>
                <a:gd name="connsiteY134" fmla="*/ 1483519 h 1890712"/>
                <a:gd name="connsiteX135" fmla="*/ 2024063 w 2543175"/>
                <a:gd name="connsiteY135" fmla="*/ 1490662 h 1890712"/>
                <a:gd name="connsiteX136" fmla="*/ 2033588 w 2543175"/>
                <a:gd name="connsiteY136" fmla="*/ 1495425 h 1890712"/>
                <a:gd name="connsiteX137" fmla="*/ 2040732 w 2543175"/>
                <a:gd name="connsiteY137" fmla="*/ 1502569 h 1890712"/>
                <a:gd name="connsiteX138" fmla="*/ 2047875 w 2543175"/>
                <a:gd name="connsiteY138" fmla="*/ 1507331 h 1890712"/>
                <a:gd name="connsiteX139" fmla="*/ 2057400 w 2543175"/>
                <a:gd name="connsiteY139" fmla="*/ 1514475 h 1890712"/>
                <a:gd name="connsiteX140" fmla="*/ 2064544 w 2543175"/>
                <a:gd name="connsiteY140" fmla="*/ 1519237 h 1890712"/>
                <a:gd name="connsiteX141" fmla="*/ 2071688 w 2543175"/>
                <a:gd name="connsiteY141" fmla="*/ 1526381 h 1890712"/>
                <a:gd name="connsiteX142" fmla="*/ 2081213 w 2543175"/>
                <a:gd name="connsiteY142" fmla="*/ 1531144 h 1890712"/>
                <a:gd name="connsiteX143" fmla="*/ 2090738 w 2543175"/>
                <a:gd name="connsiteY143" fmla="*/ 1538287 h 1890712"/>
                <a:gd name="connsiteX144" fmla="*/ 2109788 w 2543175"/>
                <a:gd name="connsiteY144" fmla="*/ 1547812 h 1890712"/>
                <a:gd name="connsiteX145" fmla="*/ 2131219 w 2543175"/>
                <a:gd name="connsiteY145" fmla="*/ 1562100 h 1890712"/>
                <a:gd name="connsiteX146" fmla="*/ 2140744 w 2543175"/>
                <a:gd name="connsiteY146" fmla="*/ 1566862 h 1890712"/>
                <a:gd name="connsiteX147" fmla="*/ 2152650 w 2543175"/>
                <a:gd name="connsiteY147" fmla="*/ 1576387 h 1890712"/>
                <a:gd name="connsiteX148" fmla="*/ 2181225 w 2543175"/>
                <a:gd name="connsiteY148" fmla="*/ 1590675 h 1890712"/>
                <a:gd name="connsiteX149" fmla="*/ 2200275 w 2543175"/>
                <a:gd name="connsiteY149" fmla="*/ 1607344 h 1890712"/>
                <a:gd name="connsiteX150" fmla="*/ 2207419 w 2543175"/>
                <a:gd name="connsiteY150" fmla="*/ 1612106 h 1890712"/>
                <a:gd name="connsiteX151" fmla="*/ 2216944 w 2543175"/>
                <a:gd name="connsiteY151" fmla="*/ 1619250 h 1890712"/>
                <a:gd name="connsiteX152" fmla="*/ 2224088 w 2543175"/>
                <a:gd name="connsiteY152" fmla="*/ 1624012 h 1890712"/>
                <a:gd name="connsiteX153" fmla="*/ 2247900 w 2543175"/>
                <a:gd name="connsiteY153" fmla="*/ 1643062 h 1890712"/>
                <a:gd name="connsiteX154" fmla="*/ 2255044 w 2543175"/>
                <a:gd name="connsiteY154" fmla="*/ 1650206 h 1890712"/>
                <a:gd name="connsiteX155" fmla="*/ 2281238 w 2543175"/>
                <a:gd name="connsiteY155" fmla="*/ 1664494 h 1890712"/>
                <a:gd name="connsiteX156" fmla="*/ 2297907 w 2543175"/>
                <a:gd name="connsiteY156" fmla="*/ 1674019 h 1890712"/>
                <a:gd name="connsiteX157" fmla="*/ 2312194 w 2543175"/>
                <a:gd name="connsiteY157" fmla="*/ 1685925 h 1890712"/>
                <a:gd name="connsiteX158" fmla="*/ 2328863 w 2543175"/>
                <a:gd name="connsiteY158" fmla="*/ 1697831 h 1890712"/>
                <a:gd name="connsiteX159" fmla="*/ 2350294 w 2543175"/>
                <a:gd name="connsiteY159" fmla="*/ 1712119 h 1890712"/>
                <a:gd name="connsiteX160" fmla="*/ 2369344 w 2543175"/>
                <a:gd name="connsiteY160" fmla="*/ 1724025 h 1890712"/>
                <a:gd name="connsiteX161" fmla="*/ 2428876 w 2543175"/>
                <a:gd name="connsiteY161" fmla="*/ 1785938 h 1890712"/>
                <a:gd name="connsiteX162" fmla="*/ 2466975 w 2543175"/>
                <a:gd name="connsiteY162" fmla="*/ 1783556 h 1890712"/>
                <a:gd name="connsiteX163" fmla="*/ 2481263 w 2543175"/>
                <a:gd name="connsiteY163" fmla="*/ 1795462 h 1890712"/>
                <a:gd name="connsiteX164" fmla="*/ 2486025 w 2543175"/>
                <a:gd name="connsiteY164" fmla="*/ 1802606 h 1890712"/>
                <a:gd name="connsiteX165" fmla="*/ 2514600 w 2543175"/>
                <a:gd name="connsiteY165" fmla="*/ 1850231 h 1890712"/>
                <a:gd name="connsiteX166" fmla="*/ 2519363 w 2543175"/>
                <a:gd name="connsiteY166" fmla="*/ 1857375 h 1890712"/>
                <a:gd name="connsiteX167" fmla="*/ 2540794 w 2543175"/>
                <a:gd name="connsiteY167" fmla="*/ 1883569 h 1890712"/>
                <a:gd name="connsiteX168" fmla="*/ 2543175 w 2543175"/>
                <a:gd name="connsiteY168" fmla="*/ 1890712 h 1890712"/>
                <a:gd name="connsiteX0" fmla="*/ 0 w 2543175"/>
                <a:gd name="connsiteY0" fmla="*/ 0 h 1890712"/>
                <a:gd name="connsiteX1" fmla="*/ 11907 w 2543175"/>
                <a:gd name="connsiteY1" fmla="*/ 11906 h 1890712"/>
                <a:gd name="connsiteX2" fmla="*/ 21432 w 2543175"/>
                <a:gd name="connsiteY2" fmla="*/ 16669 h 1890712"/>
                <a:gd name="connsiteX3" fmla="*/ 23813 w 2543175"/>
                <a:gd name="connsiteY3" fmla="*/ 23812 h 1890712"/>
                <a:gd name="connsiteX4" fmla="*/ 33338 w 2543175"/>
                <a:gd name="connsiteY4" fmla="*/ 33337 h 1890712"/>
                <a:gd name="connsiteX5" fmla="*/ 40482 w 2543175"/>
                <a:gd name="connsiteY5" fmla="*/ 42862 h 1890712"/>
                <a:gd name="connsiteX6" fmla="*/ 47625 w 2543175"/>
                <a:gd name="connsiteY6" fmla="*/ 47625 h 1890712"/>
                <a:gd name="connsiteX7" fmla="*/ 57150 w 2543175"/>
                <a:gd name="connsiteY7" fmla="*/ 54769 h 1890712"/>
                <a:gd name="connsiteX8" fmla="*/ 64294 w 2543175"/>
                <a:gd name="connsiteY8" fmla="*/ 59531 h 1890712"/>
                <a:gd name="connsiteX9" fmla="*/ 83344 w 2543175"/>
                <a:gd name="connsiteY9" fmla="*/ 73819 h 1890712"/>
                <a:gd name="connsiteX10" fmla="*/ 97632 w 2543175"/>
                <a:gd name="connsiteY10" fmla="*/ 80962 h 1890712"/>
                <a:gd name="connsiteX11" fmla="*/ 104775 w 2543175"/>
                <a:gd name="connsiteY11" fmla="*/ 85725 h 1890712"/>
                <a:gd name="connsiteX12" fmla="*/ 114300 w 2543175"/>
                <a:gd name="connsiteY12" fmla="*/ 95250 h 1890712"/>
                <a:gd name="connsiteX13" fmla="*/ 123825 w 2543175"/>
                <a:gd name="connsiteY13" fmla="*/ 97631 h 1890712"/>
                <a:gd name="connsiteX14" fmla="*/ 130969 w 2543175"/>
                <a:gd name="connsiteY14" fmla="*/ 104775 h 1890712"/>
                <a:gd name="connsiteX15" fmla="*/ 140494 w 2543175"/>
                <a:gd name="connsiteY15" fmla="*/ 111919 h 1890712"/>
                <a:gd name="connsiteX16" fmla="*/ 147638 w 2543175"/>
                <a:gd name="connsiteY16" fmla="*/ 116681 h 1890712"/>
                <a:gd name="connsiteX17" fmla="*/ 164307 w 2543175"/>
                <a:gd name="connsiteY17" fmla="*/ 128587 h 1890712"/>
                <a:gd name="connsiteX18" fmla="*/ 180975 w 2543175"/>
                <a:gd name="connsiteY18" fmla="*/ 140494 h 1890712"/>
                <a:gd name="connsiteX19" fmla="*/ 197644 w 2543175"/>
                <a:gd name="connsiteY19" fmla="*/ 152400 h 1890712"/>
                <a:gd name="connsiteX20" fmla="*/ 204788 w 2543175"/>
                <a:gd name="connsiteY20" fmla="*/ 157162 h 1890712"/>
                <a:gd name="connsiteX21" fmla="*/ 214313 w 2543175"/>
                <a:gd name="connsiteY21" fmla="*/ 164306 h 1890712"/>
                <a:gd name="connsiteX22" fmla="*/ 230982 w 2543175"/>
                <a:gd name="connsiteY22" fmla="*/ 180975 h 1890712"/>
                <a:gd name="connsiteX23" fmla="*/ 247650 w 2543175"/>
                <a:gd name="connsiteY23" fmla="*/ 185737 h 1890712"/>
                <a:gd name="connsiteX24" fmla="*/ 300038 w 2543175"/>
                <a:gd name="connsiteY24" fmla="*/ 219075 h 1890712"/>
                <a:gd name="connsiteX25" fmla="*/ 342900 w 2543175"/>
                <a:gd name="connsiteY25" fmla="*/ 254794 h 1890712"/>
                <a:gd name="connsiteX26" fmla="*/ 366713 w 2543175"/>
                <a:gd name="connsiteY26" fmla="*/ 264319 h 1890712"/>
                <a:gd name="connsiteX27" fmla="*/ 371475 w 2543175"/>
                <a:gd name="connsiteY27" fmla="*/ 271462 h 1890712"/>
                <a:gd name="connsiteX28" fmla="*/ 385763 w 2543175"/>
                <a:gd name="connsiteY28" fmla="*/ 283369 h 1890712"/>
                <a:gd name="connsiteX29" fmla="*/ 404813 w 2543175"/>
                <a:gd name="connsiteY29" fmla="*/ 295275 h 1890712"/>
                <a:gd name="connsiteX30" fmla="*/ 411957 w 2543175"/>
                <a:gd name="connsiteY30" fmla="*/ 297656 h 1890712"/>
                <a:gd name="connsiteX31" fmla="*/ 466725 w 2543175"/>
                <a:gd name="connsiteY31" fmla="*/ 328612 h 1890712"/>
                <a:gd name="connsiteX32" fmla="*/ 476250 w 2543175"/>
                <a:gd name="connsiteY32" fmla="*/ 335756 h 1890712"/>
                <a:gd name="connsiteX33" fmla="*/ 481013 w 2543175"/>
                <a:gd name="connsiteY33" fmla="*/ 342900 h 1890712"/>
                <a:gd name="connsiteX34" fmla="*/ 490538 w 2543175"/>
                <a:gd name="connsiteY34" fmla="*/ 352425 h 1890712"/>
                <a:gd name="connsiteX35" fmla="*/ 495300 w 2543175"/>
                <a:gd name="connsiteY35" fmla="*/ 359569 h 1890712"/>
                <a:gd name="connsiteX36" fmla="*/ 509588 w 2543175"/>
                <a:gd name="connsiteY36" fmla="*/ 376237 h 1890712"/>
                <a:gd name="connsiteX37" fmla="*/ 514350 w 2543175"/>
                <a:gd name="connsiteY37" fmla="*/ 383381 h 1890712"/>
                <a:gd name="connsiteX38" fmla="*/ 531019 w 2543175"/>
                <a:gd name="connsiteY38" fmla="*/ 397669 h 1890712"/>
                <a:gd name="connsiteX39" fmla="*/ 538163 w 2543175"/>
                <a:gd name="connsiteY39" fmla="*/ 407194 h 1890712"/>
                <a:gd name="connsiteX40" fmla="*/ 554832 w 2543175"/>
                <a:gd name="connsiteY40" fmla="*/ 421481 h 1890712"/>
                <a:gd name="connsiteX41" fmla="*/ 564357 w 2543175"/>
                <a:gd name="connsiteY41" fmla="*/ 431006 h 1890712"/>
                <a:gd name="connsiteX42" fmla="*/ 573882 w 2543175"/>
                <a:gd name="connsiteY42" fmla="*/ 438150 h 1890712"/>
                <a:gd name="connsiteX43" fmla="*/ 595313 w 2543175"/>
                <a:gd name="connsiteY43" fmla="*/ 454819 h 1890712"/>
                <a:gd name="connsiteX44" fmla="*/ 602457 w 2543175"/>
                <a:gd name="connsiteY44" fmla="*/ 457200 h 1890712"/>
                <a:gd name="connsiteX45" fmla="*/ 628650 w 2543175"/>
                <a:gd name="connsiteY45" fmla="*/ 469106 h 1890712"/>
                <a:gd name="connsiteX46" fmla="*/ 645319 w 2543175"/>
                <a:gd name="connsiteY46" fmla="*/ 483394 h 1890712"/>
                <a:gd name="connsiteX47" fmla="*/ 654844 w 2543175"/>
                <a:gd name="connsiteY47" fmla="*/ 488156 h 1890712"/>
                <a:gd name="connsiteX48" fmla="*/ 661988 w 2543175"/>
                <a:gd name="connsiteY48" fmla="*/ 497681 h 1890712"/>
                <a:gd name="connsiteX49" fmla="*/ 683419 w 2543175"/>
                <a:gd name="connsiteY49" fmla="*/ 514350 h 1890712"/>
                <a:gd name="connsiteX50" fmla="*/ 700088 w 2543175"/>
                <a:gd name="connsiteY50" fmla="*/ 526256 h 1890712"/>
                <a:gd name="connsiteX51" fmla="*/ 709613 w 2543175"/>
                <a:gd name="connsiteY51" fmla="*/ 535781 h 1890712"/>
                <a:gd name="connsiteX52" fmla="*/ 719138 w 2543175"/>
                <a:gd name="connsiteY52" fmla="*/ 542925 h 1890712"/>
                <a:gd name="connsiteX53" fmla="*/ 733425 w 2543175"/>
                <a:gd name="connsiteY53" fmla="*/ 557212 h 1890712"/>
                <a:gd name="connsiteX54" fmla="*/ 750094 w 2543175"/>
                <a:gd name="connsiteY54" fmla="*/ 569119 h 1890712"/>
                <a:gd name="connsiteX55" fmla="*/ 769144 w 2543175"/>
                <a:gd name="connsiteY55" fmla="*/ 581025 h 1890712"/>
                <a:gd name="connsiteX56" fmla="*/ 785813 w 2543175"/>
                <a:gd name="connsiteY56" fmla="*/ 590550 h 1890712"/>
                <a:gd name="connsiteX57" fmla="*/ 792957 w 2543175"/>
                <a:gd name="connsiteY57" fmla="*/ 600075 h 1890712"/>
                <a:gd name="connsiteX58" fmla="*/ 809625 w 2543175"/>
                <a:gd name="connsiteY58" fmla="*/ 611981 h 1890712"/>
                <a:gd name="connsiteX59" fmla="*/ 816769 w 2543175"/>
                <a:gd name="connsiteY59" fmla="*/ 619125 h 1890712"/>
                <a:gd name="connsiteX60" fmla="*/ 826294 w 2543175"/>
                <a:gd name="connsiteY60" fmla="*/ 626269 h 1890712"/>
                <a:gd name="connsiteX61" fmla="*/ 840582 w 2543175"/>
                <a:gd name="connsiteY61" fmla="*/ 638175 h 1890712"/>
                <a:gd name="connsiteX62" fmla="*/ 847725 w 2543175"/>
                <a:gd name="connsiteY62" fmla="*/ 645319 h 1890712"/>
                <a:gd name="connsiteX63" fmla="*/ 857250 w 2543175"/>
                <a:gd name="connsiteY63" fmla="*/ 652462 h 1890712"/>
                <a:gd name="connsiteX64" fmla="*/ 864394 w 2543175"/>
                <a:gd name="connsiteY64" fmla="*/ 657225 h 1890712"/>
                <a:gd name="connsiteX65" fmla="*/ 888207 w 2543175"/>
                <a:gd name="connsiteY65" fmla="*/ 676275 h 1890712"/>
                <a:gd name="connsiteX66" fmla="*/ 895350 w 2543175"/>
                <a:gd name="connsiteY66" fmla="*/ 681037 h 1890712"/>
                <a:gd name="connsiteX67" fmla="*/ 907257 w 2543175"/>
                <a:gd name="connsiteY67" fmla="*/ 683419 h 1890712"/>
                <a:gd name="connsiteX68" fmla="*/ 928688 w 2543175"/>
                <a:gd name="connsiteY68" fmla="*/ 695325 h 1890712"/>
                <a:gd name="connsiteX69" fmla="*/ 942975 w 2543175"/>
                <a:gd name="connsiteY69" fmla="*/ 700087 h 1890712"/>
                <a:gd name="connsiteX70" fmla="*/ 964407 w 2543175"/>
                <a:gd name="connsiteY70" fmla="*/ 716756 h 1890712"/>
                <a:gd name="connsiteX71" fmla="*/ 971550 w 2543175"/>
                <a:gd name="connsiteY71" fmla="*/ 723900 h 1890712"/>
                <a:gd name="connsiteX72" fmla="*/ 983457 w 2543175"/>
                <a:gd name="connsiteY72" fmla="*/ 733425 h 1890712"/>
                <a:gd name="connsiteX73" fmla="*/ 990600 w 2543175"/>
                <a:gd name="connsiteY73" fmla="*/ 738187 h 1890712"/>
                <a:gd name="connsiteX74" fmla="*/ 1007269 w 2543175"/>
                <a:gd name="connsiteY74" fmla="*/ 752475 h 1890712"/>
                <a:gd name="connsiteX75" fmla="*/ 1031082 w 2543175"/>
                <a:gd name="connsiteY75" fmla="*/ 766762 h 1890712"/>
                <a:gd name="connsiteX76" fmla="*/ 1042988 w 2543175"/>
                <a:gd name="connsiteY76" fmla="*/ 773906 h 1890712"/>
                <a:gd name="connsiteX77" fmla="*/ 1071563 w 2543175"/>
                <a:gd name="connsiteY77" fmla="*/ 785812 h 1890712"/>
                <a:gd name="connsiteX78" fmla="*/ 1097757 w 2543175"/>
                <a:gd name="connsiteY78" fmla="*/ 807244 h 1890712"/>
                <a:gd name="connsiteX79" fmla="*/ 1104900 w 2543175"/>
                <a:gd name="connsiteY79" fmla="*/ 814387 h 1890712"/>
                <a:gd name="connsiteX80" fmla="*/ 1121569 w 2543175"/>
                <a:gd name="connsiteY80" fmla="*/ 823912 h 1890712"/>
                <a:gd name="connsiteX81" fmla="*/ 1138238 w 2543175"/>
                <a:gd name="connsiteY81" fmla="*/ 835819 h 1890712"/>
                <a:gd name="connsiteX82" fmla="*/ 1147763 w 2543175"/>
                <a:gd name="connsiteY82" fmla="*/ 842962 h 1890712"/>
                <a:gd name="connsiteX83" fmla="*/ 1157288 w 2543175"/>
                <a:gd name="connsiteY83" fmla="*/ 847725 h 1890712"/>
                <a:gd name="connsiteX84" fmla="*/ 1178719 w 2543175"/>
                <a:gd name="connsiteY84" fmla="*/ 859631 h 1890712"/>
                <a:gd name="connsiteX85" fmla="*/ 1188244 w 2543175"/>
                <a:gd name="connsiteY85" fmla="*/ 866775 h 1890712"/>
                <a:gd name="connsiteX86" fmla="*/ 1195388 w 2543175"/>
                <a:gd name="connsiteY86" fmla="*/ 871537 h 1890712"/>
                <a:gd name="connsiteX87" fmla="*/ 1212057 w 2543175"/>
                <a:gd name="connsiteY87" fmla="*/ 883444 h 1890712"/>
                <a:gd name="connsiteX88" fmla="*/ 1226344 w 2543175"/>
                <a:gd name="connsiteY88" fmla="*/ 895350 h 1890712"/>
                <a:gd name="connsiteX89" fmla="*/ 1245394 w 2543175"/>
                <a:gd name="connsiteY89" fmla="*/ 907256 h 1890712"/>
                <a:gd name="connsiteX90" fmla="*/ 1254919 w 2543175"/>
                <a:gd name="connsiteY90" fmla="*/ 914400 h 1890712"/>
                <a:gd name="connsiteX91" fmla="*/ 1269207 w 2543175"/>
                <a:gd name="connsiteY91" fmla="*/ 921544 h 1890712"/>
                <a:gd name="connsiteX92" fmla="*/ 1290638 w 2543175"/>
                <a:gd name="connsiteY92" fmla="*/ 935831 h 1890712"/>
                <a:gd name="connsiteX93" fmla="*/ 1307307 w 2543175"/>
                <a:gd name="connsiteY93" fmla="*/ 952500 h 1890712"/>
                <a:gd name="connsiteX94" fmla="*/ 1333500 w 2543175"/>
                <a:gd name="connsiteY94" fmla="*/ 971550 h 1890712"/>
                <a:gd name="connsiteX95" fmla="*/ 1359694 w 2543175"/>
                <a:gd name="connsiteY95" fmla="*/ 990600 h 1890712"/>
                <a:gd name="connsiteX96" fmla="*/ 1373982 w 2543175"/>
                <a:gd name="connsiteY96" fmla="*/ 997744 h 1890712"/>
                <a:gd name="connsiteX97" fmla="*/ 1435894 w 2543175"/>
                <a:gd name="connsiteY97" fmla="*/ 1054894 h 1890712"/>
                <a:gd name="connsiteX98" fmla="*/ 1471613 w 2543175"/>
                <a:gd name="connsiteY98" fmla="*/ 1059656 h 1890712"/>
                <a:gd name="connsiteX99" fmla="*/ 1495425 w 2543175"/>
                <a:gd name="connsiteY99" fmla="*/ 1088231 h 1890712"/>
                <a:gd name="connsiteX100" fmla="*/ 1547812 w 2543175"/>
                <a:gd name="connsiteY100" fmla="*/ 1133475 h 1890712"/>
                <a:gd name="connsiteX101" fmla="*/ 1597819 w 2543175"/>
                <a:gd name="connsiteY101" fmla="*/ 1154906 h 1890712"/>
                <a:gd name="connsiteX102" fmla="*/ 1604963 w 2543175"/>
                <a:gd name="connsiteY102" fmla="*/ 1162050 h 1890712"/>
                <a:gd name="connsiteX103" fmla="*/ 1612107 w 2543175"/>
                <a:gd name="connsiteY103" fmla="*/ 1166812 h 1890712"/>
                <a:gd name="connsiteX104" fmla="*/ 1628775 w 2543175"/>
                <a:gd name="connsiteY104" fmla="*/ 1183481 h 1890712"/>
                <a:gd name="connsiteX105" fmla="*/ 1662113 w 2543175"/>
                <a:gd name="connsiteY105" fmla="*/ 1209675 h 1890712"/>
                <a:gd name="connsiteX106" fmla="*/ 1678782 w 2543175"/>
                <a:gd name="connsiteY106" fmla="*/ 1226344 h 1890712"/>
                <a:gd name="connsiteX107" fmla="*/ 1700213 w 2543175"/>
                <a:gd name="connsiteY107" fmla="*/ 1247775 h 1890712"/>
                <a:gd name="connsiteX108" fmla="*/ 1712119 w 2543175"/>
                <a:gd name="connsiteY108" fmla="*/ 1259681 h 1890712"/>
                <a:gd name="connsiteX109" fmla="*/ 1733550 w 2543175"/>
                <a:gd name="connsiteY109" fmla="*/ 1273969 h 1890712"/>
                <a:gd name="connsiteX110" fmla="*/ 1743075 w 2543175"/>
                <a:gd name="connsiteY110" fmla="*/ 1283494 h 1890712"/>
                <a:gd name="connsiteX111" fmla="*/ 1754982 w 2543175"/>
                <a:gd name="connsiteY111" fmla="*/ 1290637 h 1890712"/>
                <a:gd name="connsiteX112" fmla="*/ 1766888 w 2543175"/>
                <a:gd name="connsiteY112" fmla="*/ 1300162 h 1890712"/>
                <a:gd name="connsiteX113" fmla="*/ 1783557 w 2543175"/>
                <a:gd name="connsiteY113" fmla="*/ 1307306 h 1890712"/>
                <a:gd name="connsiteX114" fmla="*/ 1790700 w 2543175"/>
                <a:gd name="connsiteY114" fmla="*/ 1312069 h 1890712"/>
                <a:gd name="connsiteX115" fmla="*/ 1800225 w 2543175"/>
                <a:gd name="connsiteY115" fmla="*/ 1319212 h 1890712"/>
                <a:gd name="connsiteX116" fmla="*/ 1807369 w 2543175"/>
                <a:gd name="connsiteY116" fmla="*/ 1321594 h 1890712"/>
                <a:gd name="connsiteX117" fmla="*/ 1824038 w 2543175"/>
                <a:gd name="connsiteY117" fmla="*/ 1333500 h 1890712"/>
                <a:gd name="connsiteX118" fmla="*/ 1843088 w 2543175"/>
                <a:gd name="connsiteY118" fmla="*/ 1352550 h 1890712"/>
                <a:gd name="connsiteX119" fmla="*/ 1852613 w 2543175"/>
                <a:gd name="connsiteY119" fmla="*/ 1359694 h 1890712"/>
                <a:gd name="connsiteX120" fmla="*/ 1859757 w 2543175"/>
                <a:gd name="connsiteY120" fmla="*/ 1366837 h 1890712"/>
                <a:gd name="connsiteX121" fmla="*/ 1869282 w 2543175"/>
                <a:gd name="connsiteY121" fmla="*/ 1371600 h 1890712"/>
                <a:gd name="connsiteX122" fmla="*/ 1883569 w 2543175"/>
                <a:gd name="connsiteY122" fmla="*/ 1388269 h 1890712"/>
                <a:gd name="connsiteX123" fmla="*/ 1893094 w 2543175"/>
                <a:gd name="connsiteY123" fmla="*/ 1395412 h 1890712"/>
                <a:gd name="connsiteX124" fmla="*/ 1902619 w 2543175"/>
                <a:gd name="connsiteY124" fmla="*/ 1404937 h 1890712"/>
                <a:gd name="connsiteX125" fmla="*/ 1912144 w 2543175"/>
                <a:gd name="connsiteY125" fmla="*/ 1409700 h 1890712"/>
                <a:gd name="connsiteX126" fmla="*/ 1931194 w 2543175"/>
                <a:gd name="connsiteY126" fmla="*/ 1421606 h 1890712"/>
                <a:gd name="connsiteX127" fmla="*/ 1935957 w 2543175"/>
                <a:gd name="connsiteY127" fmla="*/ 1428750 h 1890712"/>
                <a:gd name="connsiteX128" fmla="*/ 1952625 w 2543175"/>
                <a:gd name="connsiteY128" fmla="*/ 1438275 h 1890712"/>
                <a:gd name="connsiteX129" fmla="*/ 1971675 w 2543175"/>
                <a:gd name="connsiteY129" fmla="*/ 1450181 h 1890712"/>
                <a:gd name="connsiteX130" fmla="*/ 1981200 w 2543175"/>
                <a:gd name="connsiteY130" fmla="*/ 1454944 h 1890712"/>
                <a:gd name="connsiteX131" fmla="*/ 1997869 w 2543175"/>
                <a:gd name="connsiteY131" fmla="*/ 1471612 h 1890712"/>
                <a:gd name="connsiteX132" fmla="*/ 2007394 w 2543175"/>
                <a:gd name="connsiteY132" fmla="*/ 1478756 h 1890712"/>
                <a:gd name="connsiteX133" fmla="*/ 2016919 w 2543175"/>
                <a:gd name="connsiteY133" fmla="*/ 1483519 h 1890712"/>
                <a:gd name="connsiteX134" fmla="*/ 2024063 w 2543175"/>
                <a:gd name="connsiteY134" fmla="*/ 1490662 h 1890712"/>
                <a:gd name="connsiteX135" fmla="*/ 2033588 w 2543175"/>
                <a:gd name="connsiteY135" fmla="*/ 1495425 h 1890712"/>
                <a:gd name="connsiteX136" fmla="*/ 2040732 w 2543175"/>
                <a:gd name="connsiteY136" fmla="*/ 1502569 h 1890712"/>
                <a:gd name="connsiteX137" fmla="*/ 2047875 w 2543175"/>
                <a:gd name="connsiteY137" fmla="*/ 1507331 h 1890712"/>
                <a:gd name="connsiteX138" fmla="*/ 2057400 w 2543175"/>
                <a:gd name="connsiteY138" fmla="*/ 1514475 h 1890712"/>
                <a:gd name="connsiteX139" fmla="*/ 2064544 w 2543175"/>
                <a:gd name="connsiteY139" fmla="*/ 1519237 h 1890712"/>
                <a:gd name="connsiteX140" fmla="*/ 2071688 w 2543175"/>
                <a:gd name="connsiteY140" fmla="*/ 1526381 h 1890712"/>
                <a:gd name="connsiteX141" fmla="*/ 2081213 w 2543175"/>
                <a:gd name="connsiteY141" fmla="*/ 1531144 h 1890712"/>
                <a:gd name="connsiteX142" fmla="*/ 2090738 w 2543175"/>
                <a:gd name="connsiteY142" fmla="*/ 1538287 h 1890712"/>
                <a:gd name="connsiteX143" fmla="*/ 2109788 w 2543175"/>
                <a:gd name="connsiteY143" fmla="*/ 1547812 h 1890712"/>
                <a:gd name="connsiteX144" fmla="*/ 2131219 w 2543175"/>
                <a:gd name="connsiteY144" fmla="*/ 1562100 h 1890712"/>
                <a:gd name="connsiteX145" fmla="*/ 2140744 w 2543175"/>
                <a:gd name="connsiteY145" fmla="*/ 1566862 h 1890712"/>
                <a:gd name="connsiteX146" fmla="*/ 2152650 w 2543175"/>
                <a:gd name="connsiteY146" fmla="*/ 1576387 h 1890712"/>
                <a:gd name="connsiteX147" fmla="*/ 2181225 w 2543175"/>
                <a:gd name="connsiteY147" fmla="*/ 1590675 h 1890712"/>
                <a:gd name="connsiteX148" fmla="*/ 2200275 w 2543175"/>
                <a:gd name="connsiteY148" fmla="*/ 1607344 h 1890712"/>
                <a:gd name="connsiteX149" fmla="*/ 2207419 w 2543175"/>
                <a:gd name="connsiteY149" fmla="*/ 1612106 h 1890712"/>
                <a:gd name="connsiteX150" fmla="*/ 2216944 w 2543175"/>
                <a:gd name="connsiteY150" fmla="*/ 1619250 h 1890712"/>
                <a:gd name="connsiteX151" fmla="*/ 2224088 w 2543175"/>
                <a:gd name="connsiteY151" fmla="*/ 1624012 h 1890712"/>
                <a:gd name="connsiteX152" fmla="*/ 2247900 w 2543175"/>
                <a:gd name="connsiteY152" fmla="*/ 1643062 h 1890712"/>
                <a:gd name="connsiteX153" fmla="*/ 2255044 w 2543175"/>
                <a:gd name="connsiteY153" fmla="*/ 1650206 h 1890712"/>
                <a:gd name="connsiteX154" fmla="*/ 2281238 w 2543175"/>
                <a:gd name="connsiteY154" fmla="*/ 1664494 h 1890712"/>
                <a:gd name="connsiteX155" fmla="*/ 2297907 w 2543175"/>
                <a:gd name="connsiteY155" fmla="*/ 1674019 h 1890712"/>
                <a:gd name="connsiteX156" fmla="*/ 2312194 w 2543175"/>
                <a:gd name="connsiteY156" fmla="*/ 1685925 h 1890712"/>
                <a:gd name="connsiteX157" fmla="*/ 2328863 w 2543175"/>
                <a:gd name="connsiteY157" fmla="*/ 1697831 h 1890712"/>
                <a:gd name="connsiteX158" fmla="*/ 2350294 w 2543175"/>
                <a:gd name="connsiteY158" fmla="*/ 1712119 h 1890712"/>
                <a:gd name="connsiteX159" fmla="*/ 2369344 w 2543175"/>
                <a:gd name="connsiteY159" fmla="*/ 1724025 h 1890712"/>
                <a:gd name="connsiteX160" fmla="*/ 2428876 w 2543175"/>
                <a:gd name="connsiteY160" fmla="*/ 1785938 h 1890712"/>
                <a:gd name="connsiteX161" fmla="*/ 2466975 w 2543175"/>
                <a:gd name="connsiteY161" fmla="*/ 1783556 h 1890712"/>
                <a:gd name="connsiteX162" fmla="*/ 2481263 w 2543175"/>
                <a:gd name="connsiteY162" fmla="*/ 1795462 h 1890712"/>
                <a:gd name="connsiteX163" fmla="*/ 2486025 w 2543175"/>
                <a:gd name="connsiteY163" fmla="*/ 1802606 h 1890712"/>
                <a:gd name="connsiteX164" fmla="*/ 2514600 w 2543175"/>
                <a:gd name="connsiteY164" fmla="*/ 1850231 h 1890712"/>
                <a:gd name="connsiteX165" fmla="*/ 2519363 w 2543175"/>
                <a:gd name="connsiteY165" fmla="*/ 1857375 h 1890712"/>
                <a:gd name="connsiteX166" fmla="*/ 2540794 w 2543175"/>
                <a:gd name="connsiteY166" fmla="*/ 1883569 h 1890712"/>
                <a:gd name="connsiteX167" fmla="*/ 2543175 w 2543175"/>
                <a:gd name="connsiteY167" fmla="*/ 1890712 h 1890712"/>
                <a:gd name="connsiteX0" fmla="*/ 0 w 2543175"/>
                <a:gd name="connsiteY0" fmla="*/ 0 h 1890712"/>
                <a:gd name="connsiteX1" fmla="*/ 11907 w 2543175"/>
                <a:gd name="connsiteY1" fmla="*/ 11906 h 1890712"/>
                <a:gd name="connsiteX2" fmla="*/ 21432 w 2543175"/>
                <a:gd name="connsiteY2" fmla="*/ 16669 h 1890712"/>
                <a:gd name="connsiteX3" fmla="*/ 23813 w 2543175"/>
                <a:gd name="connsiteY3" fmla="*/ 23812 h 1890712"/>
                <a:gd name="connsiteX4" fmla="*/ 33338 w 2543175"/>
                <a:gd name="connsiteY4" fmla="*/ 33337 h 1890712"/>
                <a:gd name="connsiteX5" fmla="*/ 40482 w 2543175"/>
                <a:gd name="connsiteY5" fmla="*/ 42862 h 1890712"/>
                <a:gd name="connsiteX6" fmla="*/ 47625 w 2543175"/>
                <a:gd name="connsiteY6" fmla="*/ 47625 h 1890712"/>
                <a:gd name="connsiteX7" fmla="*/ 57150 w 2543175"/>
                <a:gd name="connsiteY7" fmla="*/ 54769 h 1890712"/>
                <a:gd name="connsiteX8" fmla="*/ 64294 w 2543175"/>
                <a:gd name="connsiteY8" fmla="*/ 59531 h 1890712"/>
                <a:gd name="connsiteX9" fmla="*/ 83344 w 2543175"/>
                <a:gd name="connsiteY9" fmla="*/ 73819 h 1890712"/>
                <a:gd name="connsiteX10" fmla="*/ 97632 w 2543175"/>
                <a:gd name="connsiteY10" fmla="*/ 80962 h 1890712"/>
                <a:gd name="connsiteX11" fmla="*/ 104775 w 2543175"/>
                <a:gd name="connsiteY11" fmla="*/ 85725 h 1890712"/>
                <a:gd name="connsiteX12" fmla="*/ 114300 w 2543175"/>
                <a:gd name="connsiteY12" fmla="*/ 95250 h 1890712"/>
                <a:gd name="connsiteX13" fmla="*/ 123825 w 2543175"/>
                <a:gd name="connsiteY13" fmla="*/ 97631 h 1890712"/>
                <a:gd name="connsiteX14" fmla="*/ 130969 w 2543175"/>
                <a:gd name="connsiteY14" fmla="*/ 104775 h 1890712"/>
                <a:gd name="connsiteX15" fmla="*/ 140494 w 2543175"/>
                <a:gd name="connsiteY15" fmla="*/ 111919 h 1890712"/>
                <a:gd name="connsiteX16" fmla="*/ 147638 w 2543175"/>
                <a:gd name="connsiteY16" fmla="*/ 116681 h 1890712"/>
                <a:gd name="connsiteX17" fmla="*/ 164307 w 2543175"/>
                <a:gd name="connsiteY17" fmla="*/ 128587 h 1890712"/>
                <a:gd name="connsiteX18" fmla="*/ 180975 w 2543175"/>
                <a:gd name="connsiteY18" fmla="*/ 140494 h 1890712"/>
                <a:gd name="connsiteX19" fmla="*/ 197644 w 2543175"/>
                <a:gd name="connsiteY19" fmla="*/ 152400 h 1890712"/>
                <a:gd name="connsiteX20" fmla="*/ 204788 w 2543175"/>
                <a:gd name="connsiteY20" fmla="*/ 157162 h 1890712"/>
                <a:gd name="connsiteX21" fmla="*/ 214313 w 2543175"/>
                <a:gd name="connsiteY21" fmla="*/ 164306 h 1890712"/>
                <a:gd name="connsiteX22" fmla="*/ 230982 w 2543175"/>
                <a:gd name="connsiteY22" fmla="*/ 180975 h 1890712"/>
                <a:gd name="connsiteX23" fmla="*/ 247650 w 2543175"/>
                <a:gd name="connsiteY23" fmla="*/ 185737 h 1890712"/>
                <a:gd name="connsiteX24" fmla="*/ 300038 w 2543175"/>
                <a:gd name="connsiteY24" fmla="*/ 219075 h 1890712"/>
                <a:gd name="connsiteX25" fmla="*/ 342900 w 2543175"/>
                <a:gd name="connsiteY25" fmla="*/ 254794 h 1890712"/>
                <a:gd name="connsiteX26" fmla="*/ 366713 w 2543175"/>
                <a:gd name="connsiteY26" fmla="*/ 264319 h 1890712"/>
                <a:gd name="connsiteX27" fmla="*/ 371475 w 2543175"/>
                <a:gd name="connsiteY27" fmla="*/ 271462 h 1890712"/>
                <a:gd name="connsiteX28" fmla="*/ 385763 w 2543175"/>
                <a:gd name="connsiteY28" fmla="*/ 283369 h 1890712"/>
                <a:gd name="connsiteX29" fmla="*/ 404813 w 2543175"/>
                <a:gd name="connsiteY29" fmla="*/ 295275 h 1890712"/>
                <a:gd name="connsiteX30" fmla="*/ 411957 w 2543175"/>
                <a:gd name="connsiteY30" fmla="*/ 297656 h 1890712"/>
                <a:gd name="connsiteX31" fmla="*/ 466725 w 2543175"/>
                <a:gd name="connsiteY31" fmla="*/ 328612 h 1890712"/>
                <a:gd name="connsiteX32" fmla="*/ 476250 w 2543175"/>
                <a:gd name="connsiteY32" fmla="*/ 335756 h 1890712"/>
                <a:gd name="connsiteX33" fmla="*/ 481013 w 2543175"/>
                <a:gd name="connsiteY33" fmla="*/ 342900 h 1890712"/>
                <a:gd name="connsiteX34" fmla="*/ 490538 w 2543175"/>
                <a:gd name="connsiteY34" fmla="*/ 352425 h 1890712"/>
                <a:gd name="connsiteX35" fmla="*/ 495300 w 2543175"/>
                <a:gd name="connsiteY35" fmla="*/ 359569 h 1890712"/>
                <a:gd name="connsiteX36" fmla="*/ 509588 w 2543175"/>
                <a:gd name="connsiteY36" fmla="*/ 376237 h 1890712"/>
                <a:gd name="connsiteX37" fmla="*/ 514350 w 2543175"/>
                <a:gd name="connsiteY37" fmla="*/ 383381 h 1890712"/>
                <a:gd name="connsiteX38" fmla="*/ 531019 w 2543175"/>
                <a:gd name="connsiteY38" fmla="*/ 397669 h 1890712"/>
                <a:gd name="connsiteX39" fmla="*/ 538163 w 2543175"/>
                <a:gd name="connsiteY39" fmla="*/ 407194 h 1890712"/>
                <a:gd name="connsiteX40" fmla="*/ 554832 w 2543175"/>
                <a:gd name="connsiteY40" fmla="*/ 421481 h 1890712"/>
                <a:gd name="connsiteX41" fmla="*/ 564357 w 2543175"/>
                <a:gd name="connsiteY41" fmla="*/ 431006 h 1890712"/>
                <a:gd name="connsiteX42" fmla="*/ 573882 w 2543175"/>
                <a:gd name="connsiteY42" fmla="*/ 438150 h 1890712"/>
                <a:gd name="connsiteX43" fmla="*/ 595313 w 2543175"/>
                <a:gd name="connsiteY43" fmla="*/ 454819 h 1890712"/>
                <a:gd name="connsiteX44" fmla="*/ 602457 w 2543175"/>
                <a:gd name="connsiteY44" fmla="*/ 457200 h 1890712"/>
                <a:gd name="connsiteX45" fmla="*/ 628650 w 2543175"/>
                <a:gd name="connsiteY45" fmla="*/ 469106 h 1890712"/>
                <a:gd name="connsiteX46" fmla="*/ 645319 w 2543175"/>
                <a:gd name="connsiteY46" fmla="*/ 483394 h 1890712"/>
                <a:gd name="connsiteX47" fmla="*/ 654844 w 2543175"/>
                <a:gd name="connsiteY47" fmla="*/ 488156 h 1890712"/>
                <a:gd name="connsiteX48" fmla="*/ 661988 w 2543175"/>
                <a:gd name="connsiteY48" fmla="*/ 497681 h 1890712"/>
                <a:gd name="connsiteX49" fmla="*/ 683419 w 2543175"/>
                <a:gd name="connsiteY49" fmla="*/ 514350 h 1890712"/>
                <a:gd name="connsiteX50" fmla="*/ 700088 w 2543175"/>
                <a:gd name="connsiteY50" fmla="*/ 526256 h 1890712"/>
                <a:gd name="connsiteX51" fmla="*/ 709613 w 2543175"/>
                <a:gd name="connsiteY51" fmla="*/ 535781 h 1890712"/>
                <a:gd name="connsiteX52" fmla="*/ 719138 w 2543175"/>
                <a:gd name="connsiteY52" fmla="*/ 542925 h 1890712"/>
                <a:gd name="connsiteX53" fmla="*/ 733425 w 2543175"/>
                <a:gd name="connsiteY53" fmla="*/ 557212 h 1890712"/>
                <a:gd name="connsiteX54" fmla="*/ 750094 w 2543175"/>
                <a:gd name="connsiteY54" fmla="*/ 569119 h 1890712"/>
                <a:gd name="connsiteX55" fmla="*/ 769144 w 2543175"/>
                <a:gd name="connsiteY55" fmla="*/ 581025 h 1890712"/>
                <a:gd name="connsiteX56" fmla="*/ 785813 w 2543175"/>
                <a:gd name="connsiteY56" fmla="*/ 590550 h 1890712"/>
                <a:gd name="connsiteX57" fmla="*/ 792957 w 2543175"/>
                <a:gd name="connsiteY57" fmla="*/ 600075 h 1890712"/>
                <a:gd name="connsiteX58" fmla="*/ 809625 w 2543175"/>
                <a:gd name="connsiteY58" fmla="*/ 611981 h 1890712"/>
                <a:gd name="connsiteX59" fmla="*/ 816769 w 2543175"/>
                <a:gd name="connsiteY59" fmla="*/ 619125 h 1890712"/>
                <a:gd name="connsiteX60" fmla="*/ 826294 w 2543175"/>
                <a:gd name="connsiteY60" fmla="*/ 626269 h 1890712"/>
                <a:gd name="connsiteX61" fmla="*/ 840582 w 2543175"/>
                <a:gd name="connsiteY61" fmla="*/ 638175 h 1890712"/>
                <a:gd name="connsiteX62" fmla="*/ 847725 w 2543175"/>
                <a:gd name="connsiteY62" fmla="*/ 645319 h 1890712"/>
                <a:gd name="connsiteX63" fmla="*/ 857250 w 2543175"/>
                <a:gd name="connsiteY63" fmla="*/ 652462 h 1890712"/>
                <a:gd name="connsiteX64" fmla="*/ 864394 w 2543175"/>
                <a:gd name="connsiteY64" fmla="*/ 657225 h 1890712"/>
                <a:gd name="connsiteX65" fmla="*/ 888207 w 2543175"/>
                <a:gd name="connsiteY65" fmla="*/ 676275 h 1890712"/>
                <a:gd name="connsiteX66" fmla="*/ 895350 w 2543175"/>
                <a:gd name="connsiteY66" fmla="*/ 681037 h 1890712"/>
                <a:gd name="connsiteX67" fmla="*/ 907257 w 2543175"/>
                <a:gd name="connsiteY67" fmla="*/ 683419 h 1890712"/>
                <a:gd name="connsiteX68" fmla="*/ 928688 w 2543175"/>
                <a:gd name="connsiteY68" fmla="*/ 695325 h 1890712"/>
                <a:gd name="connsiteX69" fmla="*/ 942975 w 2543175"/>
                <a:gd name="connsiteY69" fmla="*/ 700087 h 1890712"/>
                <a:gd name="connsiteX70" fmla="*/ 964407 w 2543175"/>
                <a:gd name="connsiteY70" fmla="*/ 716756 h 1890712"/>
                <a:gd name="connsiteX71" fmla="*/ 971550 w 2543175"/>
                <a:gd name="connsiteY71" fmla="*/ 723900 h 1890712"/>
                <a:gd name="connsiteX72" fmla="*/ 983457 w 2543175"/>
                <a:gd name="connsiteY72" fmla="*/ 733425 h 1890712"/>
                <a:gd name="connsiteX73" fmla="*/ 990600 w 2543175"/>
                <a:gd name="connsiteY73" fmla="*/ 738187 h 1890712"/>
                <a:gd name="connsiteX74" fmla="*/ 1007269 w 2543175"/>
                <a:gd name="connsiteY74" fmla="*/ 752475 h 1890712"/>
                <a:gd name="connsiteX75" fmla="*/ 1031082 w 2543175"/>
                <a:gd name="connsiteY75" fmla="*/ 766762 h 1890712"/>
                <a:gd name="connsiteX76" fmla="*/ 1042988 w 2543175"/>
                <a:gd name="connsiteY76" fmla="*/ 773906 h 1890712"/>
                <a:gd name="connsiteX77" fmla="*/ 1071563 w 2543175"/>
                <a:gd name="connsiteY77" fmla="*/ 785812 h 1890712"/>
                <a:gd name="connsiteX78" fmla="*/ 1097757 w 2543175"/>
                <a:gd name="connsiteY78" fmla="*/ 807244 h 1890712"/>
                <a:gd name="connsiteX79" fmla="*/ 1104900 w 2543175"/>
                <a:gd name="connsiteY79" fmla="*/ 814387 h 1890712"/>
                <a:gd name="connsiteX80" fmla="*/ 1121569 w 2543175"/>
                <a:gd name="connsiteY80" fmla="*/ 823912 h 1890712"/>
                <a:gd name="connsiteX81" fmla="*/ 1138238 w 2543175"/>
                <a:gd name="connsiteY81" fmla="*/ 835819 h 1890712"/>
                <a:gd name="connsiteX82" fmla="*/ 1147763 w 2543175"/>
                <a:gd name="connsiteY82" fmla="*/ 842962 h 1890712"/>
                <a:gd name="connsiteX83" fmla="*/ 1157288 w 2543175"/>
                <a:gd name="connsiteY83" fmla="*/ 847725 h 1890712"/>
                <a:gd name="connsiteX84" fmla="*/ 1178719 w 2543175"/>
                <a:gd name="connsiteY84" fmla="*/ 859631 h 1890712"/>
                <a:gd name="connsiteX85" fmla="*/ 1188244 w 2543175"/>
                <a:gd name="connsiteY85" fmla="*/ 866775 h 1890712"/>
                <a:gd name="connsiteX86" fmla="*/ 1195388 w 2543175"/>
                <a:gd name="connsiteY86" fmla="*/ 871537 h 1890712"/>
                <a:gd name="connsiteX87" fmla="*/ 1212057 w 2543175"/>
                <a:gd name="connsiteY87" fmla="*/ 883444 h 1890712"/>
                <a:gd name="connsiteX88" fmla="*/ 1226344 w 2543175"/>
                <a:gd name="connsiteY88" fmla="*/ 895350 h 1890712"/>
                <a:gd name="connsiteX89" fmla="*/ 1245394 w 2543175"/>
                <a:gd name="connsiteY89" fmla="*/ 907256 h 1890712"/>
                <a:gd name="connsiteX90" fmla="*/ 1254919 w 2543175"/>
                <a:gd name="connsiteY90" fmla="*/ 914400 h 1890712"/>
                <a:gd name="connsiteX91" fmla="*/ 1269207 w 2543175"/>
                <a:gd name="connsiteY91" fmla="*/ 921544 h 1890712"/>
                <a:gd name="connsiteX92" fmla="*/ 1290638 w 2543175"/>
                <a:gd name="connsiteY92" fmla="*/ 935831 h 1890712"/>
                <a:gd name="connsiteX93" fmla="*/ 1307307 w 2543175"/>
                <a:gd name="connsiteY93" fmla="*/ 952500 h 1890712"/>
                <a:gd name="connsiteX94" fmla="*/ 1333500 w 2543175"/>
                <a:gd name="connsiteY94" fmla="*/ 971550 h 1890712"/>
                <a:gd name="connsiteX95" fmla="*/ 1359694 w 2543175"/>
                <a:gd name="connsiteY95" fmla="*/ 990600 h 1890712"/>
                <a:gd name="connsiteX96" fmla="*/ 1385888 w 2543175"/>
                <a:gd name="connsiteY96" fmla="*/ 1021557 h 1890712"/>
                <a:gd name="connsiteX97" fmla="*/ 1435894 w 2543175"/>
                <a:gd name="connsiteY97" fmla="*/ 1054894 h 1890712"/>
                <a:gd name="connsiteX98" fmla="*/ 1471613 w 2543175"/>
                <a:gd name="connsiteY98" fmla="*/ 1059656 h 1890712"/>
                <a:gd name="connsiteX99" fmla="*/ 1495425 w 2543175"/>
                <a:gd name="connsiteY99" fmla="*/ 1088231 h 1890712"/>
                <a:gd name="connsiteX100" fmla="*/ 1547812 w 2543175"/>
                <a:gd name="connsiteY100" fmla="*/ 1133475 h 1890712"/>
                <a:gd name="connsiteX101" fmla="*/ 1597819 w 2543175"/>
                <a:gd name="connsiteY101" fmla="*/ 1154906 h 1890712"/>
                <a:gd name="connsiteX102" fmla="*/ 1604963 w 2543175"/>
                <a:gd name="connsiteY102" fmla="*/ 1162050 h 1890712"/>
                <a:gd name="connsiteX103" fmla="*/ 1612107 w 2543175"/>
                <a:gd name="connsiteY103" fmla="*/ 1166812 h 1890712"/>
                <a:gd name="connsiteX104" fmla="*/ 1628775 w 2543175"/>
                <a:gd name="connsiteY104" fmla="*/ 1183481 h 1890712"/>
                <a:gd name="connsiteX105" fmla="*/ 1662113 w 2543175"/>
                <a:gd name="connsiteY105" fmla="*/ 1209675 h 1890712"/>
                <a:gd name="connsiteX106" fmla="*/ 1678782 w 2543175"/>
                <a:gd name="connsiteY106" fmla="*/ 1226344 h 1890712"/>
                <a:gd name="connsiteX107" fmla="*/ 1700213 w 2543175"/>
                <a:gd name="connsiteY107" fmla="*/ 1247775 h 1890712"/>
                <a:gd name="connsiteX108" fmla="*/ 1712119 w 2543175"/>
                <a:gd name="connsiteY108" fmla="*/ 1259681 h 1890712"/>
                <a:gd name="connsiteX109" fmla="*/ 1733550 w 2543175"/>
                <a:gd name="connsiteY109" fmla="*/ 1273969 h 1890712"/>
                <a:gd name="connsiteX110" fmla="*/ 1743075 w 2543175"/>
                <a:gd name="connsiteY110" fmla="*/ 1283494 h 1890712"/>
                <a:gd name="connsiteX111" fmla="*/ 1754982 w 2543175"/>
                <a:gd name="connsiteY111" fmla="*/ 1290637 h 1890712"/>
                <a:gd name="connsiteX112" fmla="*/ 1766888 w 2543175"/>
                <a:gd name="connsiteY112" fmla="*/ 1300162 h 1890712"/>
                <a:gd name="connsiteX113" fmla="*/ 1783557 w 2543175"/>
                <a:gd name="connsiteY113" fmla="*/ 1307306 h 1890712"/>
                <a:gd name="connsiteX114" fmla="*/ 1790700 w 2543175"/>
                <a:gd name="connsiteY114" fmla="*/ 1312069 h 1890712"/>
                <a:gd name="connsiteX115" fmla="*/ 1800225 w 2543175"/>
                <a:gd name="connsiteY115" fmla="*/ 1319212 h 1890712"/>
                <a:gd name="connsiteX116" fmla="*/ 1807369 w 2543175"/>
                <a:gd name="connsiteY116" fmla="*/ 1321594 h 1890712"/>
                <a:gd name="connsiteX117" fmla="*/ 1824038 w 2543175"/>
                <a:gd name="connsiteY117" fmla="*/ 1333500 h 1890712"/>
                <a:gd name="connsiteX118" fmla="*/ 1843088 w 2543175"/>
                <a:gd name="connsiteY118" fmla="*/ 1352550 h 1890712"/>
                <a:gd name="connsiteX119" fmla="*/ 1852613 w 2543175"/>
                <a:gd name="connsiteY119" fmla="*/ 1359694 h 1890712"/>
                <a:gd name="connsiteX120" fmla="*/ 1859757 w 2543175"/>
                <a:gd name="connsiteY120" fmla="*/ 1366837 h 1890712"/>
                <a:gd name="connsiteX121" fmla="*/ 1869282 w 2543175"/>
                <a:gd name="connsiteY121" fmla="*/ 1371600 h 1890712"/>
                <a:gd name="connsiteX122" fmla="*/ 1883569 w 2543175"/>
                <a:gd name="connsiteY122" fmla="*/ 1388269 h 1890712"/>
                <a:gd name="connsiteX123" fmla="*/ 1893094 w 2543175"/>
                <a:gd name="connsiteY123" fmla="*/ 1395412 h 1890712"/>
                <a:gd name="connsiteX124" fmla="*/ 1902619 w 2543175"/>
                <a:gd name="connsiteY124" fmla="*/ 1404937 h 1890712"/>
                <a:gd name="connsiteX125" fmla="*/ 1912144 w 2543175"/>
                <a:gd name="connsiteY125" fmla="*/ 1409700 h 1890712"/>
                <a:gd name="connsiteX126" fmla="*/ 1931194 w 2543175"/>
                <a:gd name="connsiteY126" fmla="*/ 1421606 h 1890712"/>
                <a:gd name="connsiteX127" fmla="*/ 1935957 w 2543175"/>
                <a:gd name="connsiteY127" fmla="*/ 1428750 h 1890712"/>
                <a:gd name="connsiteX128" fmla="*/ 1952625 w 2543175"/>
                <a:gd name="connsiteY128" fmla="*/ 1438275 h 1890712"/>
                <a:gd name="connsiteX129" fmla="*/ 1971675 w 2543175"/>
                <a:gd name="connsiteY129" fmla="*/ 1450181 h 1890712"/>
                <a:gd name="connsiteX130" fmla="*/ 1981200 w 2543175"/>
                <a:gd name="connsiteY130" fmla="*/ 1454944 h 1890712"/>
                <a:gd name="connsiteX131" fmla="*/ 1997869 w 2543175"/>
                <a:gd name="connsiteY131" fmla="*/ 1471612 h 1890712"/>
                <a:gd name="connsiteX132" fmla="*/ 2007394 w 2543175"/>
                <a:gd name="connsiteY132" fmla="*/ 1478756 h 1890712"/>
                <a:gd name="connsiteX133" fmla="*/ 2016919 w 2543175"/>
                <a:gd name="connsiteY133" fmla="*/ 1483519 h 1890712"/>
                <a:gd name="connsiteX134" fmla="*/ 2024063 w 2543175"/>
                <a:gd name="connsiteY134" fmla="*/ 1490662 h 1890712"/>
                <a:gd name="connsiteX135" fmla="*/ 2033588 w 2543175"/>
                <a:gd name="connsiteY135" fmla="*/ 1495425 h 1890712"/>
                <a:gd name="connsiteX136" fmla="*/ 2040732 w 2543175"/>
                <a:gd name="connsiteY136" fmla="*/ 1502569 h 1890712"/>
                <a:gd name="connsiteX137" fmla="*/ 2047875 w 2543175"/>
                <a:gd name="connsiteY137" fmla="*/ 1507331 h 1890712"/>
                <a:gd name="connsiteX138" fmla="*/ 2057400 w 2543175"/>
                <a:gd name="connsiteY138" fmla="*/ 1514475 h 1890712"/>
                <a:gd name="connsiteX139" fmla="*/ 2064544 w 2543175"/>
                <a:gd name="connsiteY139" fmla="*/ 1519237 h 1890712"/>
                <a:gd name="connsiteX140" fmla="*/ 2071688 w 2543175"/>
                <a:gd name="connsiteY140" fmla="*/ 1526381 h 1890712"/>
                <a:gd name="connsiteX141" fmla="*/ 2081213 w 2543175"/>
                <a:gd name="connsiteY141" fmla="*/ 1531144 h 1890712"/>
                <a:gd name="connsiteX142" fmla="*/ 2090738 w 2543175"/>
                <a:gd name="connsiteY142" fmla="*/ 1538287 h 1890712"/>
                <a:gd name="connsiteX143" fmla="*/ 2109788 w 2543175"/>
                <a:gd name="connsiteY143" fmla="*/ 1547812 h 1890712"/>
                <a:gd name="connsiteX144" fmla="*/ 2131219 w 2543175"/>
                <a:gd name="connsiteY144" fmla="*/ 1562100 h 1890712"/>
                <a:gd name="connsiteX145" fmla="*/ 2140744 w 2543175"/>
                <a:gd name="connsiteY145" fmla="*/ 1566862 h 1890712"/>
                <a:gd name="connsiteX146" fmla="*/ 2152650 w 2543175"/>
                <a:gd name="connsiteY146" fmla="*/ 1576387 h 1890712"/>
                <a:gd name="connsiteX147" fmla="*/ 2181225 w 2543175"/>
                <a:gd name="connsiteY147" fmla="*/ 1590675 h 1890712"/>
                <a:gd name="connsiteX148" fmla="*/ 2200275 w 2543175"/>
                <a:gd name="connsiteY148" fmla="*/ 1607344 h 1890712"/>
                <a:gd name="connsiteX149" fmla="*/ 2207419 w 2543175"/>
                <a:gd name="connsiteY149" fmla="*/ 1612106 h 1890712"/>
                <a:gd name="connsiteX150" fmla="*/ 2216944 w 2543175"/>
                <a:gd name="connsiteY150" fmla="*/ 1619250 h 1890712"/>
                <a:gd name="connsiteX151" fmla="*/ 2224088 w 2543175"/>
                <a:gd name="connsiteY151" fmla="*/ 1624012 h 1890712"/>
                <a:gd name="connsiteX152" fmla="*/ 2247900 w 2543175"/>
                <a:gd name="connsiteY152" fmla="*/ 1643062 h 1890712"/>
                <a:gd name="connsiteX153" fmla="*/ 2255044 w 2543175"/>
                <a:gd name="connsiteY153" fmla="*/ 1650206 h 1890712"/>
                <a:gd name="connsiteX154" fmla="*/ 2281238 w 2543175"/>
                <a:gd name="connsiteY154" fmla="*/ 1664494 h 1890712"/>
                <a:gd name="connsiteX155" fmla="*/ 2297907 w 2543175"/>
                <a:gd name="connsiteY155" fmla="*/ 1674019 h 1890712"/>
                <a:gd name="connsiteX156" fmla="*/ 2312194 w 2543175"/>
                <a:gd name="connsiteY156" fmla="*/ 1685925 h 1890712"/>
                <a:gd name="connsiteX157" fmla="*/ 2328863 w 2543175"/>
                <a:gd name="connsiteY157" fmla="*/ 1697831 h 1890712"/>
                <a:gd name="connsiteX158" fmla="*/ 2350294 w 2543175"/>
                <a:gd name="connsiteY158" fmla="*/ 1712119 h 1890712"/>
                <a:gd name="connsiteX159" fmla="*/ 2369344 w 2543175"/>
                <a:gd name="connsiteY159" fmla="*/ 1724025 h 1890712"/>
                <a:gd name="connsiteX160" fmla="*/ 2428876 w 2543175"/>
                <a:gd name="connsiteY160" fmla="*/ 1785938 h 1890712"/>
                <a:gd name="connsiteX161" fmla="*/ 2466975 w 2543175"/>
                <a:gd name="connsiteY161" fmla="*/ 1783556 h 1890712"/>
                <a:gd name="connsiteX162" fmla="*/ 2481263 w 2543175"/>
                <a:gd name="connsiteY162" fmla="*/ 1795462 h 1890712"/>
                <a:gd name="connsiteX163" fmla="*/ 2486025 w 2543175"/>
                <a:gd name="connsiteY163" fmla="*/ 1802606 h 1890712"/>
                <a:gd name="connsiteX164" fmla="*/ 2514600 w 2543175"/>
                <a:gd name="connsiteY164" fmla="*/ 1850231 h 1890712"/>
                <a:gd name="connsiteX165" fmla="*/ 2519363 w 2543175"/>
                <a:gd name="connsiteY165" fmla="*/ 1857375 h 1890712"/>
                <a:gd name="connsiteX166" fmla="*/ 2540794 w 2543175"/>
                <a:gd name="connsiteY166" fmla="*/ 1883569 h 1890712"/>
                <a:gd name="connsiteX167" fmla="*/ 2543175 w 2543175"/>
                <a:gd name="connsiteY167" fmla="*/ 1890712 h 1890712"/>
                <a:gd name="connsiteX0" fmla="*/ 0 w 2543175"/>
                <a:gd name="connsiteY0" fmla="*/ 0 h 1890712"/>
                <a:gd name="connsiteX1" fmla="*/ 11907 w 2543175"/>
                <a:gd name="connsiteY1" fmla="*/ 11906 h 1890712"/>
                <a:gd name="connsiteX2" fmla="*/ 21432 w 2543175"/>
                <a:gd name="connsiteY2" fmla="*/ 16669 h 1890712"/>
                <a:gd name="connsiteX3" fmla="*/ 23813 w 2543175"/>
                <a:gd name="connsiteY3" fmla="*/ 23812 h 1890712"/>
                <a:gd name="connsiteX4" fmla="*/ 33338 w 2543175"/>
                <a:gd name="connsiteY4" fmla="*/ 33337 h 1890712"/>
                <a:gd name="connsiteX5" fmla="*/ 40482 w 2543175"/>
                <a:gd name="connsiteY5" fmla="*/ 42862 h 1890712"/>
                <a:gd name="connsiteX6" fmla="*/ 47625 w 2543175"/>
                <a:gd name="connsiteY6" fmla="*/ 47625 h 1890712"/>
                <a:gd name="connsiteX7" fmla="*/ 57150 w 2543175"/>
                <a:gd name="connsiteY7" fmla="*/ 54769 h 1890712"/>
                <a:gd name="connsiteX8" fmla="*/ 64294 w 2543175"/>
                <a:gd name="connsiteY8" fmla="*/ 59531 h 1890712"/>
                <a:gd name="connsiteX9" fmla="*/ 83344 w 2543175"/>
                <a:gd name="connsiteY9" fmla="*/ 73819 h 1890712"/>
                <a:gd name="connsiteX10" fmla="*/ 97632 w 2543175"/>
                <a:gd name="connsiteY10" fmla="*/ 80962 h 1890712"/>
                <a:gd name="connsiteX11" fmla="*/ 104775 w 2543175"/>
                <a:gd name="connsiteY11" fmla="*/ 85725 h 1890712"/>
                <a:gd name="connsiteX12" fmla="*/ 114300 w 2543175"/>
                <a:gd name="connsiteY12" fmla="*/ 95250 h 1890712"/>
                <a:gd name="connsiteX13" fmla="*/ 123825 w 2543175"/>
                <a:gd name="connsiteY13" fmla="*/ 97631 h 1890712"/>
                <a:gd name="connsiteX14" fmla="*/ 130969 w 2543175"/>
                <a:gd name="connsiteY14" fmla="*/ 104775 h 1890712"/>
                <a:gd name="connsiteX15" fmla="*/ 140494 w 2543175"/>
                <a:gd name="connsiteY15" fmla="*/ 111919 h 1890712"/>
                <a:gd name="connsiteX16" fmla="*/ 147638 w 2543175"/>
                <a:gd name="connsiteY16" fmla="*/ 116681 h 1890712"/>
                <a:gd name="connsiteX17" fmla="*/ 164307 w 2543175"/>
                <a:gd name="connsiteY17" fmla="*/ 128587 h 1890712"/>
                <a:gd name="connsiteX18" fmla="*/ 180975 w 2543175"/>
                <a:gd name="connsiteY18" fmla="*/ 140494 h 1890712"/>
                <a:gd name="connsiteX19" fmla="*/ 197644 w 2543175"/>
                <a:gd name="connsiteY19" fmla="*/ 152400 h 1890712"/>
                <a:gd name="connsiteX20" fmla="*/ 204788 w 2543175"/>
                <a:gd name="connsiteY20" fmla="*/ 157162 h 1890712"/>
                <a:gd name="connsiteX21" fmla="*/ 214313 w 2543175"/>
                <a:gd name="connsiteY21" fmla="*/ 164306 h 1890712"/>
                <a:gd name="connsiteX22" fmla="*/ 230982 w 2543175"/>
                <a:gd name="connsiteY22" fmla="*/ 180975 h 1890712"/>
                <a:gd name="connsiteX23" fmla="*/ 247650 w 2543175"/>
                <a:gd name="connsiteY23" fmla="*/ 185737 h 1890712"/>
                <a:gd name="connsiteX24" fmla="*/ 300038 w 2543175"/>
                <a:gd name="connsiteY24" fmla="*/ 219075 h 1890712"/>
                <a:gd name="connsiteX25" fmla="*/ 342900 w 2543175"/>
                <a:gd name="connsiteY25" fmla="*/ 254794 h 1890712"/>
                <a:gd name="connsiteX26" fmla="*/ 366713 w 2543175"/>
                <a:gd name="connsiteY26" fmla="*/ 264319 h 1890712"/>
                <a:gd name="connsiteX27" fmla="*/ 371475 w 2543175"/>
                <a:gd name="connsiteY27" fmla="*/ 271462 h 1890712"/>
                <a:gd name="connsiteX28" fmla="*/ 385763 w 2543175"/>
                <a:gd name="connsiteY28" fmla="*/ 283369 h 1890712"/>
                <a:gd name="connsiteX29" fmla="*/ 404813 w 2543175"/>
                <a:gd name="connsiteY29" fmla="*/ 295275 h 1890712"/>
                <a:gd name="connsiteX30" fmla="*/ 411957 w 2543175"/>
                <a:gd name="connsiteY30" fmla="*/ 297656 h 1890712"/>
                <a:gd name="connsiteX31" fmla="*/ 466725 w 2543175"/>
                <a:gd name="connsiteY31" fmla="*/ 328612 h 1890712"/>
                <a:gd name="connsiteX32" fmla="*/ 476250 w 2543175"/>
                <a:gd name="connsiteY32" fmla="*/ 335756 h 1890712"/>
                <a:gd name="connsiteX33" fmla="*/ 481013 w 2543175"/>
                <a:gd name="connsiteY33" fmla="*/ 342900 h 1890712"/>
                <a:gd name="connsiteX34" fmla="*/ 490538 w 2543175"/>
                <a:gd name="connsiteY34" fmla="*/ 352425 h 1890712"/>
                <a:gd name="connsiteX35" fmla="*/ 495300 w 2543175"/>
                <a:gd name="connsiteY35" fmla="*/ 359569 h 1890712"/>
                <a:gd name="connsiteX36" fmla="*/ 509588 w 2543175"/>
                <a:gd name="connsiteY36" fmla="*/ 376237 h 1890712"/>
                <a:gd name="connsiteX37" fmla="*/ 514350 w 2543175"/>
                <a:gd name="connsiteY37" fmla="*/ 383381 h 1890712"/>
                <a:gd name="connsiteX38" fmla="*/ 531019 w 2543175"/>
                <a:gd name="connsiteY38" fmla="*/ 397669 h 1890712"/>
                <a:gd name="connsiteX39" fmla="*/ 538163 w 2543175"/>
                <a:gd name="connsiteY39" fmla="*/ 407194 h 1890712"/>
                <a:gd name="connsiteX40" fmla="*/ 554832 w 2543175"/>
                <a:gd name="connsiteY40" fmla="*/ 421481 h 1890712"/>
                <a:gd name="connsiteX41" fmla="*/ 564357 w 2543175"/>
                <a:gd name="connsiteY41" fmla="*/ 431006 h 1890712"/>
                <a:gd name="connsiteX42" fmla="*/ 573882 w 2543175"/>
                <a:gd name="connsiteY42" fmla="*/ 438150 h 1890712"/>
                <a:gd name="connsiteX43" fmla="*/ 595313 w 2543175"/>
                <a:gd name="connsiteY43" fmla="*/ 454819 h 1890712"/>
                <a:gd name="connsiteX44" fmla="*/ 602457 w 2543175"/>
                <a:gd name="connsiteY44" fmla="*/ 457200 h 1890712"/>
                <a:gd name="connsiteX45" fmla="*/ 628650 w 2543175"/>
                <a:gd name="connsiteY45" fmla="*/ 469106 h 1890712"/>
                <a:gd name="connsiteX46" fmla="*/ 645319 w 2543175"/>
                <a:gd name="connsiteY46" fmla="*/ 483394 h 1890712"/>
                <a:gd name="connsiteX47" fmla="*/ 654844 w 2543175"/>
                <a:gd name="connsiteY47" fmla="*/ 488156 h 1890712"/>
                <a:gd name="connsiteX48" fmla="*/ 661988 w 2543175"/>
                <a:gd name="connsiteY48" fmla="*/ 497681 h 1890712"/>
                <a:gd name="connsiteX49" fmla="*/ 683419 w 2543175"/>
                <a:gd name="connsiteY49" fmla="*/ 514350 h 1890712"/>
                <a:gd name="connsiteX50" fmla="*/ 700088 w 2543175"/>
                <a:gd name="connsiteY50" fmla="*/ 526256 h 1890712"/>
                <a:gd name="connsiteX51" fmla="*/ 709613 w 2543175"/>
                <a:gd name="connsiteY51" fmla="*/ 535781 h 1890712"/>
                <a:gd name="connsiteX52" fmla="*/ 719138 w 2543175"/>
                <a:gd name="connsiteY52" fmla="*/ 542925 h 1890712"/>
                <a:gd name="connsiteX53" fmla="*/ 733425 w 2543175"/>
                <a:gd name="connsiteY53" fmla="*/ 557212 h 1890712"/>
                <a:gd name="connsiteX54" fmla="*/ 750094 w 2543175"/>
                <a:gd name="connsiteY54" fmla="*/ 569119 h 1890712"/>
                <a:gd name="connsiteX55" fmla="*/ 769144 w 2543175"/>
                <a:gd name="connsiteY55" fmla="*/ 581025 h 1890712"/>
                <a:gd name="connsiteX56" fmla="*/ 785813 w 2543175"/>
                <a:gd name="connsiteY56" fmla="*/ 590550 h 1890712"/>
                <a:gd name="connsiteX57" fmla="*/ 792957 w 2543175"/>
                <a:gd name="connsiteY57" fmla="*/ 600075 h 1890712"/>
                <a:gd name="connsiteX58" fmla="*/ 809625 w 2543175"/>
                <a:gd name="connsiteY58" fmla="*/ 611981 h 1890712"/>
                <a:gd name="connsiteX59" fmla="*/ 816769 w 2543175"/>
                <a:gd name="connsiteY59" fmla="*/ 619125 h 1890712"/>
                <a:gd name="connsiteX60" fmla="*/ 826294 w 2543175"/>
                <a:gd name="connsiteY60" fmla="*/ 626269 h 1890712"/>
                <a:gd name="connsiteX61" fmla="*/ 840582 w 2543175"/>
                <a:gd name="connsiteY61" fmla="*/ 638175 h 1890712"/>
                <a:gd name="connsiteX62" fmla="*/ 847725 w 2543175"/>
                <a:gd name="connsiteY62" fmla="*/ 645319 h 1890712"/>
                <a:gd name="connsiteX63" fmla="*/ 857250 w 2543175"/>
                <a:gd name="connsiteY63" fmla="*/ 652462 h 1890712"/>
                <a:gd name="connsiteX64" fmla="*/ 864394 w 2543175"/>
                <a:gd name="connsiteY64" fmla="*/ 657225 h 1890712"/>
                <a:gd name="connsiteX65" fmla="*/ 888207 w 2543175"/>
                <a:gd name="connsiteY65" fmla="*/ 676275 h 1890712"/>
                <a:gd name="connsiteX66" fmla="*/ 895350 w 2543175"/>
                <a:gd name="connsiteY66" fmla="*/ 681037 h 1890712"/>
                <a:gd name="connsiteX67" fmla="*/ 907257 w 2543175"/>
                <a:gd name="connsiteY67" fmla="*/ 683419 h 1890712"/>
                <a:gd name="connsiteX68" fmla="*/ 928688 w 2543175"/>
                <a:gd name="connsiteY68" fmla="*/ 695325 h 1890712"/>
                <a:gd name="connsiteX69" fmla="*/ 942975 w 2543175"/>
                <a:gd name="connsiteY69" fmla="*/ 700087 h 1890712"/>
                <a:gd name="connsiteX70" fmla="*/ 964407 w 2543175"/>
                <a:gd name="connsiteY70" fmla="*/ 716756 h 1890712"/>
                <a:gd name="connsiteX71" fmla="*/ 971550 w 2543175"/>
                <a:gd name="connsiteY71" fmla="*/ 723900 h 1890712"/>
                <a:gd name="connsiteX72" fmla="*/ 983457 w 2543175"/>
                <a:gd name="connsiteY72" fmla="*/ 733425 h 1890712"/>
                <a:gd name="connsiteX73" fmla="*/ 990600 w 2543175"/>
                <a:gd name="connsiteY73" fmla="*/ 738187 h 1890712"/>
                <a:gd name="connsiteX74" fmla="*/ 1007269 w 2543175"/>
                <a:gd name="connsiteY74" fmla="*/ 752475 h 1890712"/>
                <a:gd name="connsiteX75" fmla="*/ 1031082 w 2543175"/>
                <a:gd name="connsiteY75" fmla="*/ 766762 h 1890712"/>
                <a:gd name="connsiteX76" fmla="*/ 1042988 w 2543175"/>
                <a:gd name="connsiteY76" fmla="*/ 773906 h 1890712"/>
                <a:gd name="connsiteX77" fmla="*/ 1071563 w 2543175"/>
                <a:gd name="connsiteY77" fmla="*/ 785812 h 1890712"/>
                <a:gd name="connsiteX78" fmla="*/ 1097757 w 2543175"/>
                <a:gd name="connsiteY78" fmla="*/ 807244 h 1890712"/>
                <a:gd name="connsiteX79" fmla="*/ 1104900 w 2543175"/>
                <a:gd name="connsiteY79" fmla="*/ 814387 h 1890712"/>
                <a:gd name="connsiteX80" fmla="*/ 1121569 w 2543175"/>
                <a:gd name="connsiteY80" fmla="*/ 823912 h 1890712"/>
                <a:gd name="connsiteX81" fmla="*/ 1138238 w 2543175"/>
                <a:gd name="connsiteY81" fmla="*/ 835819 h 1890712"/>
                <a:gd name="connsiteX82" fmla="*/ 1147763 w 2543175"/>
                <a:gd name="connsiteY82" fmla="*/ 842962 h 1890712"/>
                <a:gd name="connsiteX83" fmla="*/ 1157288 w 2543175"/>
                <a:gd name="connsiteY83" fmla="*/ 847725 h 1890712"/>
                <a:gd name="connsiteX84" fmla="*/ 1178719 w 2543175"/>
                <a:gd name="connsiteY84" fmla="*/ 859631 h 1890712"/>
                <a:gd name="connsiteX85" fmla="*/ 1188244 w 2543175"/>
                <a:gd name="connsiteY85" fmla="*/ 866775 h 1890712"/>
                <a:gd name="connsiteX86" fmla="*/ 1195388 w 2543175"/>
                <a:gd name="connsiteY86" fmla="*/ 871537 h 1890712"/>
                <a:gd name="connsiteX87" fmla="*/ 1212057 w 2543175"/>
                <a:gd name="connsiteY87" fmla="*/ 883444 h 1890712"/>
                <a:gd name="connsiteX88" fmla="*/ 1226344 w 2543175"/>
                <a:gd name="connsiteY88" fmla="*/ 895350 h 1890712"/>
                <a:gd name="connsiteX89" fmla="*/ 1245394 w 2543175"/>
                <a:gd name="connsiteY89" fmla="*/ 907256 h 1890712"/>
                <a:gd name="connsiteX90" fmla="*/ 1254919 w 2543175"/>
                <a:gd name="connsiteY90" fmla="*/ 914400 h 1890712"/>
                <a:gd name="connsiteX91" fmla="*/ 1269207 w 2543175"/>
                <a:gd name="connsiteY91" fmla="*/ 921544 h 1890712"/>
                <a:gd name="connsiteX92" fmla="*/ 1290638 w 2543175"/>
                <a:gd name="connsiteY92" fmla="*/ 935831 h 1890712"/>
                <a:gd name="connsiteX93" fmla="*/ 1307307 w 2543175"/>
                <a:gd name="connsiteY93" fmla="*/ 952500 h 1890712"/>
                <a:gd name="connsiteX94" fmla="*/ 1333500 w 2543175"/>
                <a:gd name="connsiteY94" fmla="*/ 971550 h 1890712"/>
                <a:gd name="connsiteX95" fmla="*/ 1359694 w 2543175"/>
                <a:gd name="connsiteY95" fmla="*/ 990600 h 1890712"/>
                <a:gd name="connsiteX96" fmla="*/ 1385888 w 2543175"/>
                <a:gd name="connsiteY96" fmla="*/ 1021557 h 1890712"/>
                <a:gd name="connsiteX97" fmla="*/ 1435894 w 2543175"/>
                <a:gd name="connsiteY97" fmla="*/ 1054894 h 1890712"/>
                <a:gd name="connsiteX98" fmla="*/ 1495425 w 2543175"/>
                <a:gd name="connsiteY98" fmla="*/ 1088231 h 1890712"/>
                <a:gd name="connsiteX99" fmla="*/ 1547812 w 2543175"/>
                <a:gd name="connsiteY99" fmla="*/ 1133475 h 1890712"/>
                <a:gd name="connsiteX100" fmla="*/ 1597819 w 2543175"/>
                <a:gd name="connsiteY100" fmla="*/ 1154906 h 1890712"/>
                <a:gd name="connsiteX101" fmla="*/ 1604963 w 2543175"/>
                <a:gd name="connsiteY101" fmla="*/ 1162050 h 1890712"/>
                <a:gd name="connsiteX102" fmla="*/ 1612107 w 2543175"/>
                <a:gd name="connsiteY102" fmla="*/ 1166812 h 1890712"/>
                <a:gd name="connsiteX103" fmla="*/ 1628775 w 2543175"/>
                <a:gd name="connsiteY103" fmla="*/ 1183481 h 1890712"/>
                <a:gd name="connsiteX104" fmla="*/ 1662113 w 2543175"/>
                <a:gd name="connsiteY104" fmla="*/ 1209675 h 1890712"/>
                <a:gd name="connsiteX105" fmla="*/ 1678782 w 2543175"/>
                <a:gd name="connsiteY105" fmla="*/ 1226344 h 1890712"/>
                <a:gd name="connsiteX106" fmla="*/ 1700213 w 2543175"/>
                <a:gd name="connsiteY106" fmla="*/ 1247775 h 1890712"/>
                <a:gd name="connsiteX107" fmla="*/ 1712119 w 2543175"/>
                <a:gd name="connsiteY107" fmla="*/ 1259681 h 1890712"/>
                <a:gd name="connsiteX108" fmla="*/ 1733550 w 2543175"/>
                <a:gd name="connsiteY108" fmla="*/ 1273969 h 1890712"/>
                <a:gd name="connsiteX109" fmla="*/ 1743075 w 2543175"/>
                <a:gd name="connsiteY109" fmla="*/ 1283494 h 1890712"/>
                <a:gd name="connsiteX110" fmla="*/ 1754982 w 2543175"/>
                <a:gd name="connsiteY110" fmla="*/ 1290637 h 1890712"/>
                <a:gd name="connsiteX111" fmla="*/ 1766888 w 2543175"/>
                <a:gd name="connsiteY111" fmla="*/ 1300162 h 1890712"/>
                <a:gd name="connsiteX112" fmla="*/ 1783557 w 2543175"/>
                <a:gd name="connsiteY112" fmla="*/ 1307306 h 1890712"/>
                <a:gd name="connsiteX113" fmla="*/ 1790700 w 2543175"/>
                <a:gd name="connsiteY113" fmla="*/ 1312069 h 1890712"/>
                <a:gd name="connsiteX114" fmla="*/ 1800225 w 2543175"/>
                <a:gd name="connsiteY114" fmla="*/ 1319212 h 1890712"/>
                <a:gd name="connsiteX115" fmla="*/ 1807369 w 2543175"/>
                <a:gd name="connsiteY115" fmla="*/ 1321594 h 1890712"/>
                <a:gd name="connsiteX116" fmla="*/ 1824038 w 2543175"/>
                <a:gd name="connsiteY116" fmla="*/ 1333500 h 1890712"/>
                <a:gd name="connsiteX117" fmla="*/ 1843088 w 2543175"/>
                <a:gd name="connsiteY117" fmla="*/ 1352550 h 1890712"/>
                <a:gd name="connsiteX118" fmla="*/ 1852613 w 2543175"/>
                <a:gd name="connsiteY118" fmla="*/ 1359694 h 1890712"/>
                <a:gd name="connsiteX119" fmla="*/ 1859757 w 2543175"/>
                <a:gd name="connsiteY119" fmla="*/ 1366837 h 1890712"/>
                <a:gd name="connsiteX120" fmla="*/ 1869282 w 2543175"/>
                <a:gd name="connsiteY120" fmla="*/ 1371600 h 1890712"/>
                <a:gd name="connsiteX121" fmla="*/ 1883569 w 2543175"/>
                <a:gd name="connsiteY121" fmla="*/ 1388269 h 1890712"/>
                <a:gd name="connsiteX122" fmla="*/ 1893094 w 2543175"/>
                <a:gd name="connsiteY122" fmla="*/ 1395412 h 1890712"/>
                <a:gd name="connsiteX123" fmla="*/ 1902619 w 2543175"/>
                <a:gd name="connsiteY123" fmla="*/ 1404937 h 1890712"/>
                <a:gd name="connsiteX124" fmla="*/ 1912144 w 2543175"/>
                <a:gd name="connsiteY124" fmla="*/ 1409700 h 1890712"/>
                <a:gd name="connsiteX125" fmla="*/ 1931194 w 2543175"/>
                <a:gd name="connsiteY125" fmla="*/ 1421606 h 1890712"/>
                <a:gd name="connsiteX126" fmla="*/ 1935957 w 2543175"/>
                <a:gd name="connsiteY126" fmla="*/ 1428750 h 1890712"/>
                <a:gd name="connsiteX127" fmla="*/ 1952625 w 2543175"/>
                <a:gd name="connsiteY127" fmla="*/ 1438275 h 1890712"/>
                <a:gd name="connsiteX128" fmla="*/ 1971675 w 2543175"/>
                <a:gd name="connsiteY128" fmla="*/ 1450181 h 1890712"/>
                <a:gd name="connsiteX129" fmla="*/ 1981200 w 2543175"/>
                <a:gd name="connsiteY129" fmla="*/ 1454944 h 1890712"/>
                <a:gd name="connsiteX130" fmla="*/ 1997869 w 2543175"/>
                <a:gd name="connsiteY130" fmla="*/ 1471612 h 1890712"/>
                <a:gd name="connsiteX131" fmla="*/ 2007394 w 2543175"/>
                <a:gd name="connsiteY131" fmla="*/ 1478756 h 1890712"/>
                <a:gd name="connsiteX132" fmla="*/ 2016919 w 2543175"/>
                <a:gd name="connsiteY132" fmla="*/ 1483519 h 1890712"/>
                <a:gd name="connsiteX133" fmla="*/ 2024063 w 2543175"/>
                <a:gd name="connsiteY133" fmla="*/ 1490662 h 1890712"/>
                <a:gd name="connsiteX134" fmla="*/ 2033588 w 2543175"/>
                <a:gd name="connsiteY134" fmla="*/ 1495425 h 1890712"/>
                <a:gd name="connsiteX135" fmla="*/ 2040732 w 2543175"/>
                <a:gd name="connsiteY135" fmla="*/ 1502569 h 1890712"/>
                <a:gd name="connsiteX136" fmla="*/ 2047875 w 2543175"/>
                <a:gd name="connsiteY136" fmla="*/ 1507331 h 1890712"/>
                <a:gd name="connsiteX137" fmla="*/ 2057400 w 2543175"/>
                <a:gd name="connsiteY137" fmla="*/ 1514475 h 1890712"/>
                <a:gd name="connsiteX138" fmla="*/ 2064544 w 2543175"/>
                <a:gd name="connsiteY138" fmla="*/ 1519237 h 1890712"/>
                <a:gd name="connsiteX139" fmla="*/ 2071688 w 2543175"/>
                <a:gd name="connsiteY139" fmla="*/ 1526381 h 1890712"/>
                <a:gd name="connsiteX140" fmla="*/ 2081213 w 2543175"/>
                <a:gd name="connsiteY140" fmla="*/ 1531144 h 1890712"/>
                <a:gd name="connsiteX141" fmla="*/ 2090738 w 2543175"/>
                <a:gd name="connsiteY141" fmla="*/ 1538287 h 1890712"/>
                <a:gd name="connsiteX142" fmla="*/ 2109788 w 2543175"/>
                <a:gd name="connsiteY142" fmla="*/ 1547812 h 1890712"/>
                <a:gd name="connsiteX143" fmla="*/ 2131219 w 2543175"/>
                <a:gd name="connsiteY143" fmla="*/ 1562100 h 1890712"/>
                <a:gd name="connsiteX144" fmla="*/ 2140744 w 2543175"/>
                <a:gd name="connsiteY144" fmla="*/ 1566862 h 1890712"/>
                <a:gd name="connsiteX145" fmla="*/ 2152650 w 2543175"/>
                <a:gd name="connsiteY145" fmla="*/ 1576387 h 1890712"/>
                <a:gd name="connsiteX146" fmla="*/ 2181225 w 2543175"/>
                <a:gd name="connsiteY146" fmla="*/ 1590675 h 1890712"/>
                <a:gd name="connsiteX147" fmla="*/ 2200275 w 2543175"/>
                <a:gd name="connsiteY147" fmla="*/ 1607344 h 1890712"/>
                <a:gd name="connsiteX148" fmla="*/ 2207419 w 2543175"/>
                <a:gd name="connsiteY148" fmla="*/ 1612106 h 1890712"/>
                <a:gd name="connsiteX149" fmla="*/ 2216944 w 2543175"/>
                <a:gd name="connsiteY149" fmla="*/ 1619250 h 1890712"/>
                <a:gd name="connsiteX150" fmla="*/ 2224088 w 2543175"/>
                <a:gd name="connsiteY150" fmla="*/ 1624012 h 1890712"/>
                <a:gd name="connsiteX151" fmla="*/ 2247900 w 2543175"/>
                <a:gd name="connsiteY151" fmla="*/ 1643062 h 1890712"/>
                <a:gd name="connsiteX152" fmla="*/ 2255044 w 2543175"/>
                <a:gd name="connsiteY152" fmla="*/ 1650206 h 1890712"/>
                <a:gd name="connsiteX153" fmla="*/ 2281238 w 2543175"/>
                <a:gd name="connsiteY153" fmla="*/ 1664494 h 1890712"/>
                <a:gd name="connsiteX154" fmla="*/ 2297907 w 2543175"/>
                <a:gd name="connsiteY154" fmla="*/ 1674019 h 1890712"/>
                <a:gd name="connsiteX155" fmla="*/ 2312194 w 2543175"/>
                <a:gd name="connsiteY155" fmla="*/ 1685925 h 1890712"/>
                <a:gd name="connsiteX156" fmla="*/ 2328863 w 2543175"/>
                <a:gd name="connsiteY156" fmla="*/ 1697831 h 1890712"/>
                <a:gd name="connsiteX157" fmla="*/ 2350294 w 2543175"/>
                <a:gd name="connsiteY157" fmla="*/ 1712119 h 1890712"/>
                <a:gd name="connsiteX158" fmla="*/ 2369344 w 2543175"/>
                <a:gd name="connsiteY158" fmla="*/ 1724025 h 1890712"/>
                <a:gd name="connsiteX159" fmla="*/ 2428876 w 2543175"/>
                <a:gd name="connsiteY159" fmla="*/ 1785938 h 1890712"/>
                <a:gd name="connsiteX160" fmla="*/ 2466975 w 2543175"/>
                <a:gd name="connsiteY160" fmla="*/ 1783556 h 1890712"/>
                <a:gd name="connsiteX161" fmla="*/ 2481263 w 2543175"/>
                <a:gd name="connsiteY161" fmla="*/ 1795462 h 1890712"/>
                <a:gd name="connsiteX162" fmla="*/ 2486025 w 2543175"/>
                <a:gd name="connsiteY162" fmla="*/ 1802606 h 1890712"/>
                <a:gd name="connsiteX163" fmla="*/ 2514600 w 2543175"/>
                <a:gd name="connsiteY163" fmla="*/ 1850231 h 1890712"/>
                <a:gd name="connsiteX164" fmla="*/ 2519363 w 2543175"/>
                <a:gd name="connsiteY164" fmla="*/ 1857375 h 1890712"/>
                <a:gd name="connsiteX165" fmla="*/ 2540794 w 2543175"/>
                <a:gd name="connsiteY165" fmla="*/ 1883569 h 1890712"/>
                <a:gd name="connsiteX166" fmla="*/ 2543175 w 2543175"/>
                <a:gd name="connsiteY166" fmla="*/ 1890712 h 1890712"/>
                <a:gd name="connsiteX0" fmla="*/ 0 w 2543175"/>
                <a:gd name="connsiteY0" fmla="*/ 0 h 1890712"/>
                <a:gd name="connsiteX1" fmla="*/ 11907 w 2543175"/>
                <a:gd name="connsiteY1" fmla="*/ 11906 h 1890712"/>
                <a:gd name="connsiteX2" fmla="*/ 21432 w 2543175"/>
                <a:gd name="connsiteY2" fmla="*/ 16669 h 1890712"/>
                <a:gd name="connsiteX3" fmla="*/ 23813 w 2543175"/>
                <a:gd name="connsiteY3" fmla="*/ 23812 h 1890712"/>
                <a:gd name="connsiteX4" fmla="*/ 33338 w 2543175"/>
                <a:gd name="connsiteY4" fmla="*/ 33337 h 1890712"/>
                <a:gd name="connsiteX5" fmla="*/ 40482 w 2543175"/>
                <a:gd name="connsiteY5" fmla="*/ 42862 h 1890712"/>
                <a:gd name="connsiteX6" fmla="*/ 47625 w 2543175"/>
                <a:gd name="connsiteY6" fmla="*/ 47625 h 1890712"/>
                <a:gd name="connsiteX7" fmla="*/ 57150 w 2543175"/>
                <a:gd name="connsiteY7" fmla="*/ 54769 h 1890712"/>
                <a:gd name="connsiteX8" fmla="*/ 64294 w 2543175"/>
                <a:gd name="connsiteY8" fmla="*/ 59531 h 1890712"/>
                <a:gd name="connsiteX9" fmla="*/ 83344 w 2543175"/>
                <a:gd name="connsiteY9" fmla="*/ 73819 h 1890712"/>
                <a:gd name="connsiteX10" fmla="*/ 97632 w 2543175"/>
                <a:gd name="connsiteY10" fmla="*/ 80962 h 1890712"/>
                <a:gd name="connsiteX11" fmla="*/ 104775 w 2543175"/>
                <a:gd name="connsiteY11" fmla="*/ 85725 h 1890712"/>
                <a:gd name="connsiteX12" fmla="*/ 114300 w 2543175"/>
                <a:gd name="connsiteY12" fmla="*/ 95250 h 1890712"/>
                <a:gd name="connsiteX13" fmla="*/ 123825 w 2543175"/>
                <a:gd name="connsiteY13" fmla="*/ 97631 h 1890712"/>
                <a:gd name="connsiteX14" fmla="*/ 130969 w 2543175"/>
                <a:gd name="connsiteY14" fmla="*/ 104775 h 1890712"/>
                <a:gd name="connsiteX15" fmla="*/ 140494 w 2543175"/>
                <a:gd name="connsiteY15" fmla="*/ 111919 h 1890712"/>
                <a:gd name="connsiteX16" fmla="*/ 147638 w 2543175"/>
                <a:gd name="connsiteY16" fmla="*/ 116681 h 1890712"/>
                <a:gd name="connsiteX17" fmla="*/ 164307 w 2543175"/>
                <a:gd name="connsiteY17" fmla="*/ 128587 h 1890712"/>
                <a:gd name="connsiteX18" fmla="*/ 180975 w 2543175"/>
                <a:gd name="connsiteY18" fmla="*/ 140494 h 1890712"/>
                <a:gd name="connsiteX19" fmla="*/ 197644 w 2543175"/>
                <a:gd name="connsiteY19" fmla="*/ 152400 h 1890712"/>
                <a:gd name="connsiteX20" fmla="*/ 204788 w 2543175"/>
                <a:gd name="connsiteY20" fmla="*/ 157162 h 1890712"/>
                <a:gd name="connsiteX21" fmla="*/ 214313 w 2543175"/>
                <a:gd name="connsiteY21" fmla="*/ 164306 h 1890712"/>
                <a:gd name="connsiteX22" fmla="*/ 230982 w 2543175"/>
                <a:gd name="connsiteY22" fmla="*/ 180975 h 1890712"/>
                <a:gd name="connsiteX23" fmla="*/ 247650 w 2543175"/>
                <a:gd name="connsiteY23" fmla="*/ 185737 h 1890712"/>
                <a:gd name="connsiteX24" fmla="*/ 300038 w 2543175"/>
                <a:gd name="connsiteY24" fmla="*/ 219075 h 1890712"/>
                <a:gd name="connsiteX25" fmla="*/ 342900 w 2543175"/>
                <a:gd name="connsiteY25" fmla="*/ 254794 h 1890712"/>
                <a:gd name="connsiteX26" fmla="*/ 366713 w 2543175"/>
                <a:gd name="connsiteY26" fmla="*/ 264319 h 1890712"/>
                <a:gd name="connsiteX27" fmla="*/ 371475 w 2543175"/>
                <a:gd name="connsiteY27" fmla="*/ 271462 h 1890712"/>
                <a:gd name="connsiteX28" fmla="*/ 385763 w 2543175"/>
                <a:gd name="connsiteY28" fmla="*/ 283369 h 1890712"/>
                <a:gd name="connsiteX29" fmla="*/ 404813 w 2543175"/>
                <a:gd name="connsiteY29" fmla="*/ 295275 h 1890712"/>
                <a:gd name="connsiteX30" fmla="*/ 411957 w 2543175"/>
                <a:gd name="connsiteY30" fmla="*/ 297656 h 1890712"/>
                <a:gd name="connsiteX31" fmla="*/ 466725 w 2543175"/>
                <a:gd name="connsiteY31" fmla="*/ 328612 h 1890712"/>
                <a:gd name="connsiteX32" fmla="*/ 476250 w 2543175"/>
                <a:gd name="connsiteY32" fmla="*/ 335756 h 1890712"/>
                <a:gd name="connsiteX33" fmla="*/ 481013 w 2543175"/>
                <a:gd name="connsiteY33" fmla="*/ 342900 h 1890712"/>
                <a:gd name="connsiteX34" fmla="*/ 490538 w 2543175"/>
                <a:gd name="connsiteY34" fmla="*/ 352425 h 1890712"/>
                <a:gd name="connsiteX35" fmla="*/ 495300 w 2543175"/>
                <a:gd name="connsiteY35" fmla="*/ 359569 h 1890712"/>
                <a:gd name="connsiteX36" fmla="*/ 509588 w 2543175"/>
                <a:gd name="connsiteY36" fmla="*/ 376237 h 1890712"/>
                <a:gd name="connsiteX37" fmla="*/ 514350 w 2543175"/>
                <a:gd name="connsiteY37" fmla="*/ 383381 h 1890712"/>
                <a:gd name="connsiteX38" fmla="*/ 531019 w 2543175"/>
                <a:gd name="connsiteY38" fmla="*/ 397669 h 1890712"/>
                <a:gd name="connsiteX39" fmla="*/ 538163 w 2543175"/>
                <a:gd name="connsiteY39" fmla="*/ 407194 h 1890712"/>
                <a:gd name="connsiteX40" fmla="*/ 554832 w 2543175"/>
                <a:gd name="connsiteY40" fmla="*/ 421481 h 1890712"/>
                <a:gd name="connsiteX41" fmla="*/ 564357 w 2543175"/>
                <a:gd name="connsiteY41" fmla="*/ 431006 h 1890712"/>
                <a:gd name="connsiteX42" fmla="*/ 573882 w 2543175"/>
                <a:gd name="connsiteY42" fmla="*/ 438150 h 1890712"/>
                <a:gd name="connsiteX43" fmla="*/ 595313 w 2543175"/>
                <a:gd name="connsiteY43" fmla="*/ 454819 h 1890712"/>
                <a:gd name="connsiteX44" fmla="*/ 602457 w 2543175"/>
                <a:gd name="connsiteY44" fmla="*/ 457200 h 1890712"/>
                <a:gd name="connsiteX45" fmla="*/ 628650 w 2543175"/>
                <a:gd name="connsiteY45" fmla="*/ 469106 h 1890712"/>
                <a:gd name="connsiteX46" fmla="*/ 645319 w 2543175"/>
                <a:gd name="connsiteY46" fmla="*/ 483394 h 1890712"/>
                <a:gd name="connsiteX47" fmla="*/ 654844 w 2543175"/>
                <a:gd name="connsiteY47" fmla="*/ 488156 h 1890712"/>
                <a:gd name="connsiteX48" fmla="*/ 661988 w 2543175"/>
                <a:gd name="connsiteY48" fmla="*/ 497681 h 1890712"/>
                <a:gd name="connsiteX49" fmla="*/ 683419 w 2543175"/>
                <a:gd name="connsiteY49" fmla="*/ 514350 h 1890712"/>
                <a:gd name="connsiteX50" fmla="*/ 700088 w 2543175"/>
                <a:gd name="connsiteY50" fmla="*/ 526256 h 1890712"/>
                <a:gd name="connsiteX51" fmla="*/ 709613 w 2543175"/>
                <a:gd name="connsiteY51" fmla="*/ 535781 h 1890712"/>
                <a:gd name="connsiteX52" fmla="*/ 719138 w 2543175"/>
                <a:gd name="connsiteY52" fmla="*/ 542925 h 1890712"/>
                <a:gd name="connsiteX53" fmla="*/ 733425 w 2543175"/>
                <a:gd name="connsiteY53" fmla="*/ 557212 h 1890712"/>
                <a:gd name="connsiteX54" fmla="*/ 750094 w 2543175"/>
                <a:gd name="connsiteY54" fmla="*/ 569119 h 1890712"/>
                <a:gd name="connsiteX55" fmla="*/ 769144 w 2543175"/>
                <a:gd name="connsiteY55" fmla="*/ 581025 h 1890712"/>
                <a:gd name="connsiteX56" fmla="*/ 785813 w 2543175"/>
                <a:gd name="connsiteY56" fmla="*/ 590550 h 1890712"/>
                <a:gd name="connsiteX57" fmla="*/ 792957 w 2543175"/>
                <a:gd name="connsiteY57" fmla="*/ 600075 h 1890712"/>
                <a:gd name="connsiteX58" fmla="*/ 809625 w 2543175"/>
                <a:gd name="connsiteY58" fmla="*/ 611981 h 1890712"/>
                <a:gd name="connsiteX59" fmla="*/ 816769 w 2543175"/>
                <a:gd name="connsiteY59" fmla="*/ 619125 h 1890712"/>
                <a:gd name="connsiteX60" fmla="*/ 826294 w 2543175"/>
                <a:gd name="connsiteY60" fmla="*/ 626269 h 1890712"/>
                <a:gd name="connsiteX61" fmla="*/ 840582 w 2543175"/>
                <a:gd name="connsiteY61" fmla="*/ 638175 h 1890712"/>
                <a:gd name="connsiteX62" fmla="*/ 847725 w 2543175"/>
                <a:gd name="connsiteY62" fmla="*/ 645319 h 1890712"/>
                <a:gd name="connsiteX63" fmla="*/ 857250 w 2543175"/>
                <a:gd name="connsiteY63" fmla="*/ 652462 h 1890712"/>
                <a:gd name="connsiteX64" fmla="*/ 864394 w 2543175"/>
                <a:gd name="connsiteY64" fmla="*/ 657225 h 1890712"/>
                <a:gd name="connsiteX65" fmla="*/ 888207 w 2543175"/>
                <a:gd name="connsiteY65" fmla="*/ 676275 h 1890712"/>
                <a:gd name="connsiteX66" fmla="*/ 895350 w 2543175"/>
                <a:gd name="connsiteY66" fmla="*/ 681037 h 1890712"/>
                <a:gd name="connsiteX67" fmla="*/ 907257 w 2543175"/>
                <a:gd name="connsiteY67" fmla="*/ 683419 h 1890712"/>
                <a:gd name="connsiteX68" fmla="*/ 928688 w 2543175"/>
                <a:gd name="connsiteY68" fmla="*/ 695325 h 1890712"/>
                <a:gd name="connsiteX69" fmla="*/ 942975 w 2543175"/>
                <a:gd name="connsiteY69" fmla="*/ 700087 h 1890712"/>
                <a:gd name="connsiteX70" fmla="*/ 964407 w 2543175"/>
                <a:gd name="connsiteY70" fmla="*/ 716756 h 1890712"/>
                <a:gd name="connsiteX71" fmla="*/ 971550 w 2543175"/>
                <a:gd name="connsiteY71" fmla="*/ 723900 h 1890712"/>
                <a:gd name="connsiteX72" fmla="*/ 983457 w 2543175"/>
                <a:gd name="connsiteY72" fmla="*/ 733425 h 1890712"/>
                <a:gd name="connsiteX73" fmla="*/ 990600 w 2543175"/>
                <a:gd name="connsiteY73" fmla="*/ 738187 h 1890712"/>
                <a:gd name="connsiteX74" fmla="*/ 1007269 w 2543175"/>
                <a:gd name="connsiteY74" fmla="*/ 752475 h 1890712"/>
                <a:gd name="connsiteX75" fmla="*/ 1031082 w 2543175"/>
                <a:gd name="connsiteY75" fmla="*/ 766762 h 1890712"/>
                <a:gd name="connsiteX76" fmla="*/ 1042988 w 2543175"/>
                <a:gd name="connsiteY76" fmla="*/ 773906 h 1890712"/>
                <a:gd name="connsiteX77" fmla="*/ 1071563 w 2543175"/>
                <a:gd name="connsiteY77" fmla="*/ 785812 h 1890712"/>
                <a:gd name="connsiteX78" fmla="*/ 1097757 w 2543175"/>
                <a:gd name="connsiteY78" fmla="*/ 807244 h 1890712"/>
                <a:gd name="connsiteX79" fmla="*/ 1104900 w 2543175"/>
                <a:gd name="connsiteY79" fmla="*/ 814387 h 1890712"/>
                <a:gd name="connsiteX80" fmla="*/ 1121569 w 2543175"/>
                <a:gd name="connsiteY80" fmla="*/ 823912 h 1890712"/>
                <a:gd name="connsiteX81" fmla="*/ 1138238 w 2543175"/>
                <a:gd name="connsiteY81" fmla="*/ 835819 h 1890712"/>
                <a:gd name="connsiteX82" fmla="*/ 1147763 w 2543175"/>
                <a:gd name="connsiteY82" fmla="*/ 842962 h 1890712"/>
                <a:gd name="connsiteX83" fmla="*/ 1157288 w 2543175"/>
                <a:gd name="connsiteY83" fmla="*/ 847725 h 1890712"/>
                <a:gd name="connsiteX84" fmla="*/ 1178719 w 2543175"/>
                <a:gd name="connsiteY84" fmla="*/ 859631 h 1890712"/>
                <a:gd name="connsiteX85" fmla="*/ 1188244 w 2543175"/>
                <a:gd name="connsiteY85" fmla="*/ 866775 h 1890712"/>
                <a:gd name="connsiteX86" fmla="*/ 1195388 w 2543175"/>
                <a:gd name="connsiteY86" fmla="*/ 871537 h 1890712"/>
                <a:gd name="connsiteX87" fmla="*/ 1212057 w 2543175"/>
                <a:gd name="connsiteY87" fmla="*/ 883444 h 1890712"/>
                <a:gd name="connsiteX88" fmla="*/ 1226344 w 2543175"/>
                <a:gd name="connsiteY88" fmla="*/ 895350 h 1890712"/>
                <a:gd name="connsiteX89" fmla="*/ 1245394 w 2543175"/>
                <a:gd name="connsiteY89" fmla="*/ 907256 h 1890712"/>
                <a:gd name="connsiteX90" fmla="*/ 1254919 w 2543175"/>
                <a:gd name="connsiteY90" fmla="*/ 914400 h 1890712"/>
                <a:gd name="connsiteX91" fmla="*/ 1269207 w 2543175"/>
                <a:gd name="connsiteY91" fmla="*/ 921544 h 1890712"/>
                <a:gd name="connsiteX92" fmla="*/ 1290638 w 2543175"/>
                <a:gd name="connsiteY92" fmla="*/ 935831 h 1890712"/>
                <a:gd name="connsiteX93" fmla="*/ 1307307 w 2543175"/>
                <a:gd name="connsiteY93" fmla="*/ 952500 h 1890712"/>
                <a:gd name="connsiteX94" fmla="*/ 1333500 w 2543175"/>
                <a:gd name="connsiteY94" fmla="*/ 971550 h 1890712"/>
                <a:gd name="connsiteX95" fmla="*/ 1359694 w 2543175"/>
                <a:gd name="connsiteY95" fmla="*/ 990600 h 1890712"/>
                <a:gd name="connsiteX96" fmla="*/ 1385888 w 2543175"/>
                <a:gd name="connsiteY96" fmla="*/ 1021557 h 1890712"/>
                <a:gd name="connsiteX97" fmla="*/ 1435894 w 2543175"/>
                <a:gd name="connsiteY97" fmla="*/ 1054894 h 1890712"/>
                <a:gd name="connsiteX98" fmla="*/ 1497806 w 2543175"/>
                <a:gd name="connsiteY98" fmla="*/ 1104900 h 1890712"/>
                <a:gd name="connsiteX99" fmla="*/ 1547812 w 2543175"/>
                <a:gd name="connsiteY99" fmla="*/ 1133475 h 1890712"/>
                <a:gd name="connsiteX100" fmla="*/ 1597819 w 2543175"/>
                <a:gd name="connsiteY100" fmla="*/ 1154906 h 1890712"/>
                <a:gd name="connsiteX101" fmla="*/ 1604963 w 2543175"/>
                <a:gd name="connsiteY101" fmla="*/ 1162050 h 1890712"/>
                <a:gd name="connsiteX102" fmla="*/ 1612107 w 2543175"/>
                <a:gd name="connsiteY102" fmla="*/ 1166812 h 1890712"/>
                <a:gd name="connsiteX103" fmla="*/ 1628775 w 2543175"/>
                <a:gd name="connsiteY103" fmla="*/ 1183481 h 1890712"/>
                <a:gd name="connsiteX104" fmla="*/ 1662113 w 2543175"/>
                <a:gd name="connsiteY104" fmla="*/ 1209675 h 1890712"/>
                <a:gd name="connsiteX105" fmla="*/ 1678782 w 2543175"/>
                <a:gd name="connsiteY105" fmla="*/ 1226344 h 1890712"/>
                <a:gd name="connsiteX106" fmla="*/ 1700213 w 2543175"/>
                <a:gd name="connsiteY106" fmla="*/ 1247775 h 1890712"/>
                <a:gd name="connsiteX107" fmla="*/ 1712119 w 2543175"/>
                <a:gd name="connsiteY107" fmla="*/ 1259681 h 1890712"/>
                <a:gd name="connsiteX108" fmla="*/ 1733550 w 2543175"/>
                <a:gd name="connsiteY108" fmla="*/ 1273969 h 1890712"/>
                <a:gd name="connsiteX109" fmla="*/ 1743075 w 2543175"/>
                <a:gd name="connsiteY109" fmla="*/ 1283494 h 1890712"/>
                <a:gd name="connsiteX110" fmla="*/ 1754982 w 2543175"/>
                <a:gd name="connsiteY110" fmla="*/ 1290637 h 1890712"/>
                <a:gd name="connsiteX111" fmla="*/ 1766888 w 2543175"/>
                <a:gd name="connsiteY111" fmla="*/ 1300162 h 1890712"/>
                <a:gd name="connsiteX112" fmla="*/ 1783557 w 2543175"/>
                <a:gd name="connsiteY112" fmla="*/ 1307306 h 1890712"/>
                <a:gd name="connsiteX113" fmla="*/ 1790700 w 2543175"/>
                <a:gd name="connsiteY113" fmla="*/ 1312069 h 1890712"/>
                <a:gd name="connsiteX114" fmla="*/ 1800225 w 2543175"/>
                <a:gd name="connsiteY114" fmla="*/ 1319212 h 1890712"/>
                <a:gd name="connsiteX115" fmla="*/ 1807369 w 2543175"/>
                <a:gd name="connsiteY115" fmla="*/ 1321594 h 1890712"/>
                <a:gd name="connsiteX116" fmla="*/ 1824038 w 2543175"/>
                <a:gd name="connsiteY116" fmla="*/ 1333500 h 1890712"/>
                <a:gd name="connsiteX117" fmla="*/ 1843088 w 2543175"/>
                <a:gd name="connsiteY117" fmla="*/ 1352550 h 1890712"/>
                <a:gd name="connsiteX118" fmla="*/ 1852613 w 2543175"/>
                <a:gd name="connsiteY118" fmla="*/ 1359694 h 1890712"/>
                <a:gd name="connsiteX119" fmla="*/ 1859757 w 2543175"/>
                <a:gd name="connsiteY119" fmla="*/ 1366837 h 1890712"/>
                <a:gd name="connsiteX120" fmla="*/ 1869282 w 2543175"/>
                <a:gd name="connsiteY120" fmla="*/ 1371600 h 1890712"/>
                <a:gd name="connsiteX121" fmla="*/ 1883569 w 2543175"/>
                <a:gd name="connsiteY121" fmla="*/ 1388269 h 1890712"/>
                <a:gd name="connsiteX122" fmla="*/ 1893094 w 2543175"/>
                <a:gd name="connsiteY122" fmla="*/ 1395412 h 1890712"/>
                <a:gd name="connsiteX123" fmla="*/ 1902619 w 2543175"/>
                <a:gd name="connsiteY123" fmla="*/ 1404937 h 1890712"/>
                <a:gd name="connsiteX124" fmla="*/ 1912144 w 2543175"/>
                <a:gd name="connsiteY124" fmla="*/ 1409700 h 1890712"/>
                <a:gd name="connsiteX125" fmla="*/ 1931194 w 2543175"/>
                <a:gd name="connsiteY125" fmla="*/ 1421606 h 1890712"/>
                <a:gd name="connsiteX126" fmla="*/ 1935957 w 2543175"/>
                <a:gd name="connsiteY126" fmla="*/ 1428750 h 1890712"/>
                <a:gd name="connsiteX127" fmla="*/ 1952625 w 2543175"/>
                <a:gd name="connsiteY127" fmla="*/ 1438275 h 1890712"/>
                <a:gd name="connsiteX128" fmla="*/ 1971675 w 2543175"/>
                <a:gd name="connsiteY128" fmla="*/ 1450181 h 1890712"/>
                <a:gd name="connsiteX129" fmla="*/ 1981200 w 2543175"/>
                <a:gd name="connsiteY129" fmla="*/ 1454944 h 1890712"/>
                <a:gd name="connsiteX130" fmla="*/ 1997869 w 2543175"/>
                <a:gd name="connsiteY130" fmla="*/ 1471612 h 1890712"/>
                <a:gd name="connsiteX131" fmla="*/ 2007394 w 2543175"/>
                <a:gd name="connsiteY131" fmla="*/ 1478756 h 1890712"/>
                <a:gd name="connsiteX132" fmla="*/ 2016919 w 2543175"/>
                <a:gd name="connsiteY132" fmla="*/ 1483519 h 1890712"/>
                <a:gd name="connsiteX133" fmla="*/ 2024063 w 2543175"/>
                <a:gd name="connsiteY133" fmla="*/ 1490662 h 1890712"/>
                <a:gd name="connsiteX134" fmla="*/ 2033588 w 2543175"/>
                <a:gd name="connsiteY134" fmla="*/ 1495425 h 1890712"/>
                <a:gd name="connsiteX135" fmla="*/ 2040732 w 2543175"/>
                <a:gd name="connsiteY135" fmla="*/ 1502569 h 1890712"/>
                <a:gd name="connsiteX136" fmla="*/ 2047875 w 2543175"/>
                <a:gd name="connsiteY136" fmla="*/ 1507331 h 1890712"/>
                <a:gd name="connsiteX137" fmla="*/ 2057400 w 2543175"/>
                <a:gd name="connsiteY137" fmla="*/ 1514475 h 1890712"/>
                <a:gd name="connsiteX138" fmla="*/ 2064544 w 2543175"/>
                <a:gd name="connsiteY138" fmla="*/ 1519237 h 1890712"/>
                <a:gd name="connsiteX139" fmla="*/ 2071688 w 2543175"/>
                <a:gd name="connsiteY139" fmla="*/ 1526381 h 1890712"/>
                <a:gd name="connsiteX140" fmla="*/ 2081213 w 2543175"/>
                <a:gd name="connsiteY140" fmla="*/ 1531144 h 1890712"/>
                <a:gd name="connsiteX141" fmla="*/ 2090738 w 2543175"/>
                <a:gd name="connsiteY141" fmla="*/ 1538287 h 1890712"/>
                <a:gd name="connsiteX142" fmla="*/ 2109788 w 2543175"/>
                <a:gd name="connsiteY142" fmla="*/ 1547812 h 1890712"/>
                <a:gd name="connsiteX143" fmla="*/ 2131219 w 2543175"/>
                <a:gd name="connsiteY143" fmla="*/ 1562100 h 1890712"/>
                <a:gd name="connsiteX144" fmla="*/ 2140744 w 2543175"/>
                <a:gd name="connsiteY144" fmla="*/ 1566862 h 1890712"/>
                <a:gd name="connsiteX145" fmla="*/ 2152650 w 2543175"/>
                <a:gd name="connsiteY145" fmla="*/ 1576387 h 1890712"/>
                <a:gd name="connsiteX146" fmla="*/ 2181225 w 2543175"/>
                <a:gd name="connsiteY146" fmla="*/ 1590675 h 1890712"/>
                <a:gd name="connsiteX147" fmla="*/ 2200275 w 2543175"/>
                <a:gd name="connsiteY147" fmla="*/ 1607344 h 1890712"/>
                <a:gd name="connsiteX148" fmla="*/ 2207419 w 2543175"/>
                <a:gd name="connsiteY148" fmla="*/ 1612106 h 1890712"/>
                <a:gd name="connsiteX149" fmla="*/ 2216944 w 2543175"/>
                <a:gd name="connsiteY149" fmla="*/ 1619250 h 1890712"/>
                <a:gd name="connsiteX150" fmla="*/ 2224088 w 2543175"/>
                <a:gd name="connsiteY150" fmla="*/ 1624012 h 1890712"/>
                <a:gd name="connsiteX151" fmla="*/ 2247900 w 2543175"/>
                <a:gd name="connsiteY151" fmla="*/ 1643062 h 1890712"/>
                <a:gd name="connsiteX152" fmla="*/ 2255044 w 2543175"/>
                <a:gd name="connsiteY152" fmla="*/ 1650206 h 1890712"/>
                <a:gd name="connsiteX153" fmla="*/ 2281238 w 2543175"/>
                <a:gd name="connsiteY153" fmla="*/ 1664494 h 1890712"/>
                <a:gd name="connsiteX154" fmla="*/ 2297907 w 2543175"/>
                <a:gd name="connsiteY154" fmla="*/ 1674019 h 1890712"/>
                <a:gd name="connsiteX155" fmla="*/ 2312194 w 2543175"/>
                <a:gd name="connsiteY155" fmla="*/ 1685925 h 1890712"/>
                <a:gd name="connsiteX156" fmla="*/ 2328863 w 2543175"/>
                <a:gd name="connsiteY156" fmla="*/ 1697831 h 1890712"/>
                <a:gd name="connsiteX157" fmla="*/ 2350294 w 2543175"/>
                <a:gd name="connsiteY157" fmla="*/ 1712119 h 1890712"/>
                <a:gd name="connsiteX158" fmla="*/ 2369344 w 2543175"/>
                <a:gd name="connsiteY158" fmla="*/ 1724025 h 1890712"/>
                <a:gd name="connsiteX159" fmla="*/ 2428876 w 2543175"/>
                <a:gd name="connsiteY159" fmla="*/ 1785938 h 1890712"/>
                <a:gd name="connsiteX160" fmla="*/ 2466975 w 2543175"/>
                <a:gd name="connsiteY160" fmla="*/ 1783556 h 1890712"/>
                <a:gd name="connsiteX161" fmla="*/ 2481263 w 2543175"/>
                <a:gd name="connsiteY161" fmla="*/ 1795462 h 1890712"/>
                <a:gd name="connsiteX162" fmla="*/ 2486025 w 2543175"/>
                <a:gd name="connsiteY162" fmla="*/ 1802606 h 1890712"/>
                <a:gd name="connsiteX163" fmla="*/ 2514600 w 2543175"/>
                <a:gd name="connsiteY163" fmla="*/ 1850231 h 1890712"/>
                <a:gd name="connsiteX164" fmla="*/ 2519363 w 2543175"/>
                <a:gd name="connsiteY164" fmla="*/ 1857375 h 1890712"/>
                <a:gd name="connsiteX165" fmla="*/ 2540794 w 2543175"/>
                <a:gd name="connsiteY165" fmla="*/ 1883569 h 1890712"/>
                <a:gd name="connsiteX166" fmla="*/ 2543175 w 2543175"/>
                <a:gd name="connsiteY166" fmla="*/ 1890712 h 1890712"/>
                <a:gd name="connsiteX0" fmla="*/ 0 w 2543175"/>
                <a:gd name="connsiteY0" fmla="*/ 0 h 1890712"/>
                <a:gd name="connsiteX1" fmla="*/ 11907 w 2543175"/>
                <a:gd name="connsiteY1" fmla="*/ 11906 h 1890712"/>
                <a:gd name="connsiteX2" fmla="*/ 21432 w 2543175"/>
                <a:gd name="connsiteY2" fmla="*/ 16669 h 1890712"/>
                <a:gd name="connsiteX3" fmla="*/ 23813 w 2543175"/>
                <a:gd name="connsiteY3" fmla="*/ 23812 h 1890712"/>
                <a:gd name="connsiteX4" fmla="*/ 33338 w 2543175"/>
                <a:gd name="connsiteY4" fmla="*/ 33337 h 1890712"/>
                <a:gd name="connsiteX5" fmla="*/ 40482 w 2543175"/>
                <a:gd name="connsiteY5" fmla="*/ 42862 h 1890712"/>
                <a:gd name="connsiteX6" fmla="*/ 47625 w 2543175"/>
                <a:gd name="connsiteY6" fmla="*/ 47625 h 1890712"/>
                <a:gd name="connsiteX7" fmla="*/ 57150 w 2543175"/>
                <a:gd name="connsiteY7" fmla="*/ 54769 h 1890712"/>
                <a:gd name="connsiteX8" fmla="*/ 64294 w 2543175"/>
                <a:gd name="connsiteY8" fmla="*/ 59531 h 1890712"/>
                <a:gd name="connsiteX9" fmla="*/ 83344 w 2543175"/>
                <a:gd name="connsiteY9" fmla="*/ 73819 h 1890712"/>
                <a:gd name="connsiteX10" fmla="*/ 97632 w 2543175"/>
                <a:gd name="connsiteY10" fmla="*/ 80962 h 1890712"/>
                <a:gd name="connsiteX11" fmla="*/ 104775 w 2543175"/>
                <a:gd name="connsiteY11" fmla="*/ 85725 h 1890712"/>
                <a:gd name="connsiteX12" fmla="*/ 114300 w 2543175"/>
                <a:gd name="connsiteY12" fmla="*/ 95250 h 1890712"/>
                <a:gd name="connsiteX13" fmla="*/ 123825 w 2543175"/>
                <a:gd name="connsiteY13" fmla="*/ 97631 h 1890712"/>
                <a:gd name="connsiteX14" fmla="*/ 130969 w 2543175"/>
                <a:gd name="connsiteY14" fmla="*/ 104775 h 1890712"/>
                <a:gd name="connsiteX15" fmla="*/ 140494 w 2543175"/>
                <a:gd name="connsiteY15" fmla="*/ 111919 h 1890712"/>
                <a:gd name="connsiteX16" fmla="*/ 147638 w 2543175"/>
                <a:gd name="connsiteY16" fmla="*/ 116681 h 1890712"/>
                <a:gd name="connsiteX17" fmla="*/ 164307 w 2543175"/>
                <a:gd name="connsiteY17" fmla="*/ 128587 h 1890712"/>
                <a:gd name="connsiteX18" fmla="*/ 180975 w 2543175"/>
                <a:gd name="connsiteY18" fmla="*/ 140494 h 1890712"/>
                <a:gd name="connsiteX19" fmla="*/ 197644 w 2543175"/>
                <a:gd name="connsiteY19" fmla="*/ 152400 h 1890712"/>
                <a:gd name="connsiteX20" fmla="*/ 204788 w 2543175"/>
                <a:gd name="connsiteY20" fmla="*/ 157162 h 1890712"/>
                <a:gd name="connsiteX21" fmla="*/ 214313 w 2543175"/>
                <a:gd name="connsiteY21" fmla="*/ 164306 h 1890712"/>
                <a:gd name="connsiteX22" fmla="*/ 230982 w 2543175"/>
                <a:gd name="connsiteY22" fmla="*/ 180975 h 1890712"/>
                <a:gd name="connsiteX23" fmla="*/ 247650 w 2543175"/>
                <a:gd name="connsiteY23" fmla="*/ 185737 h 1890712"/>
                <a:gd name="connsiteX24" fmla="*/ 300038 w 2543175"/>
                <a:gd name="connsiteY24" fmla="*/ 219075 h 1890712"/>
                <a:gd name="connsiteX25" fmla="*/ 342900 w 2543175"/>
                <a:gd name="connsiteY25" fmla="*/ 254794 h 1890712"/>
                <a:gd name="connsiteX26" fmla="*/ 366713 w 2543175"/>
                <a:gd name="connsiteY26" fmla="*/ 264319 h 1890712"/>
                <a:gd name="connsiteX27" fmla="*/ 371475 w 2543175"/>
                <a:gd name="connsiteY27" fmla="*/ 271462 h 1890712"/>
                <a:gd name="connsiteX28" fmla="*/ 385763 w 2543175"/>
                <a:gd name="connsiteY28" fmla="*/ 283369 h 1890712"/>
                <a:gd name="connsiteX29" fmla="*/ 404813 w 2543175"/>
                <a:gd name="connsiteY29" fmla="*/ 295275 h 1890712"/>
                <a:gd name="connsiteX30" fmla="*/ 411957 w 2543175"/>
                <a:gd name="connsiteY30" fmla="*/ 297656 h 1890712"/>
                <a:gd name="connsiteX31" fmla="*/ 466725 w 2543175"/>
                <a:gd name="connsiteY31" fmla="*/ 328612 h 1890712"/>
                <a:gd name="connsiteX32" fmla="*/ 476250 w 2543175"/>
                <a:gd name="connsiteY32" fmla="*/ 335756 h 1890712"/>
                <a:gd name="connsiteX33" fmla="*/ 481013 w 2543175"/>
                <a:gd name="connsiteY33" fmla="*/ 342900 h 1890712"/>
                <a:gd name="connsiteX34" fmla="*/ 490538 w 2543175"/>
                <a:gd name="connsiteY34" fmla="*/ 352425 h 1890712"/>
                <a:gd name="connsiteX35" fmla="*/ 495300 w 2543175"/>
                <a:gd name="connsiteY35" fmla="*/ 359569 h 1890712"/>
                <a:gd name="connsiteX36" fmla="*/ 509588 w 2543175"/>
                <a:gd name="connsiteY36" fmla="*/ 376237 h 1890712"/>
                <a:gd name="connsiteX37" fmla="*/ 514350 w 2543175"/>
                <a:gd name="connsiteY37" fmla="*/ 383381 h 1890712"/>
                <a:gd name="connsiteX38" fmla="*/ 531019 w 2543175"/>
                <a:gd name="connsiteY38" fmla="*/ 397669 h 1890712"/>
                <a:gd name="connsiteX39" fmla="*/ 538163 w 2543175"/>
                <a:gd name="connsiteY39" fmla="*/ 407194 h 1890712"/>
                <a:gd name="connsiteX40" fmla="*/ 554832 w 2543175"/>
                <a:gd name="connsiteY40" fmla="*/ 421481 h 1890712"/>
                <a:gd name="connsiteX41" fmla="*/ 564357 w 2543175"/>
                <a:gd name="connsiteY41" fmla="*/ 431006 h 1890712"/>
                <a:gd name="connsiteX42" fmla="*/ 573882 w 2543175"/>
                <a:gd name="connsiteY42" fmla="*/ 438150 h 1890712"/>
                <a:gd name="connsiteX43" fmla="*/ 595313 w 2543175"/>
                <a:gd name="connsiteY43" fmla="*/ 454819 h 1890712"/>
                <a:gd name="connsiteX44" fmla="*/ 602457 w 2543175"/>
                <a:gd name="connsiteY44" fmla="*/ 457200 h 1890712"/>
                <a:gd name="connsiteX45" fmla="*/ 628650 w 2543175"/>
                <a:gd name="connsiteY45" fmla="*/ 469106 h 1890712"/>
                <a:gd name="connsiteX46" fmla="*/ 645319 w 2543175"/>
                <a:gd name="connsiteY46" fmla="*/ 483394 h 1890712"/>
                <a:gd name="connsiteX47" fmla="*/ 654844 w 2543175"/>
                <a:gd name="connsiteY47" fmla="*/ 488156 h 1890712"/>
                <a:gd name="connsiteX48" fmla="*/ 661988 w 2543175"/>
                <a:gd name="connsiteY48" fmla="*/ 497681 h 1890712"/>
                <a:gd name="connsiteX49" fmla="*/ 683419 w 2543175"/>
                <a:gd name="connsiteY49" fmla="*/ 514350 h 1890712"/>
                <a:gd name="connsiteX50" fmla="*/ 700088 w 2543175"/>
                <a:gd name="connsiteY50" fmla="*/ 526256 h 1890712"/>
                <a:gd name="connsiteX51" fmla="*/ 709613 w 2543175"/>
                <a:gd name="connsiteY51" fmla="*/ 535781 h 1890712"/>
                <a:gd name="connsiteX52" fmla="*/ 719138 w 2543175"/>
                <a:gd name="connsiteY52" fmla="*/ 542925 h 1890712"/>
                <a:gd name="connsiteX53" fmla="*/ 733425 w 2543175"/>
                <a:gd name="connsiteY53" fmla="*/ 557212 h 1890712"/>
                <a:gd name="connsiteX54" fmla="*/ 750094 w 2543175"/>
                <a:gd name="connsiteY54" fmla="*/ 569119 h 1890712"/>
                <a:gd name="connsiteX55" fmla="*/ 769144 w 2543175"/>
                <a:gd name="connsiteY55" fmla="*/ 581025 h 1890712"/>
                <a:gd name="connsiteX56" fmla="*/ 785813 w 2543175"/>
                <a:gd name="connsiteY56" fmla="*/ 590550 h 1890712"/>
                <a:gd name="connsiteX57" fmla="*/ 792957 w 2543175"/>
                <a:gd name="connsiteY57" fmla="*/ 600075 h 1890712"/>
                <a:gd name="connsiteX58" fmla="*/ 809625 w 2543175"/>
                <a:gd name="connsiteY58" fmla="*/ 611981 h 1890712"/>
                <a:gd name="connsiteX59" fmla="*/ 816769 w 2543175"/>
                <a:gd name="connsiteY59" fmla="*/ 619125 h 1890712"/>
                <a:gd name="connsiteX60" fmla="*/ 826294 w 2543175"/>
                <a:gd name="connsiteY60" fmla="*/ 626269 h 1890712"/>
                <a:gd name="connsiteX61" fmla="*/ 840582 w 2543175"/>
                <a:gd name="connsiteY61" fmla="*/ 638175 h 1890712"/>
                <a:gd name="connsiteX62" fmla="*/ 847725 w 2543175"/>
                <a:gd name="connsiteY62" fmla="*/ 645319 h 1890712"/>
                <a:gd name="connsiteX63" fmla="*/ 857250 w 2543175"/>
                <a:gd name="connsiteY63" fmla="*/ 652462 h 1890712"/>
                <a:gd name="connsiteX64" fmla="*/ 864394 w 2543175"/>
                <a:gd name="connsiteY64" fmla="*/ 657225 h 1890712"/>
                <a:gd name="connsiteX65" fmla="*/ 888207 w 2543175"/>
                <a:gd name="connsiteY65" fmla="*/ 676275 h 1890712"/>
                <a:gd name="connsiteX66" fmla="*/ 895350 w 2543175"/>
                <a:gd name="connsiteY66" fmla="*/ 681037 h 1890712"/>
                <a:gd name="connsiteX67" fmla="*/ 907257 w 2543175"/>
                <a:gd name="connsiteY67" fmla="*/ 683419 h 1890712"/>
                <a:gd name="connsiteX68" fmla="*/ 928688 w 2543175"/>
                <a:gd name="connsiteY68" fmla="*/ 695325 h 1890712"/>
                <a:gd name="connsiteX69" fmla="*/ 942975 w 2543175"/>
                <a:gd name="connsiteY69" fmla="*/ 700087 h 1890712"/>
                <a:gd name="connsiteX70" fmla="*/ 964407 w 2543175"/>
                <a:gd name="connsiteY70" fmla="*/ 716756 h 1890712"/>
                <a:gd name="connsiteX71" fmla="*/ 971550 w 2543175"/>
                <a:gd name="connsiteY71" fmla="*/ 723900 h 1890712"/>
                <a:gd name="connsiteX72" fmla="*/ 983457 w 2543175"/>
                <a:gd name="connsiteY72" fmla="*/ 733425 h 1890712"/>
                <a:gd name="connsiteX73" fmla="*/ 990600 w 2543175"/>
                <a:gd name="connsiteY73" fmla="*/ 738187 h 1890712"/>
                <a:gd name="connsiteX74" fmla="*/ 1007269 w 2543175"/>
                <a:gd name="connsiteY74" fmla="*/ 752475 h 1890712"/>
                <a:gd name="connsiteX75" fmla="*/ 1031082 w 2543175"/>
                <a:gd name="connsiteY75" fmla="*/ 766762 h 1890712"/>
                <a:gd name="connsiteX76" fmla="*/ 1042988 w 2543175"/>
                <a:gd name="connsiteY76" fmla="*/ 773906 h 1890712"/>
                <a:gd name="connsiteX77" fmla="*/ 1071563 w 2543175"/>
                <a:gd name="connsiteY77" fmla="*/ 785812 h 1890712"/>
                <a:gd name="connsiteX78" fmla="*/ 1097757 w 2543175"/>
                <a:gd name="connsiteY78" fmla="*/ 807244 h 1890712"/>
                <a:gd name="connsiteX79" fmla="*/ 1104900 w 2543175"/>
                <a:gd name="connsiteY79" fmla="*/ 814387 h 1890712"/>
                <a:gd name="connsiteX80" fmla="*/ 1121569 w 2543175"/>
                <a:gd name="connsiteY80" fmla="*/ 823912 h 1890712"/>
                <a:gd name="connsiteX81" fmla="*/ 1138238 w 2543175"/>
                <a:gd name="connsiteY81" fmla="*/ 835819 h 1890712"/>
                <a:gd name="connsiteX82" fmla="*/ 1147763 w 2543175"/>
                <a:gd name="connsiteY82" fmla="*/ 842962 h 1890712"/>
                <a:gd name="connsiteX83" fmla="*/ 1157288 w 2543175"/>
                <a:gd name="connsiteY83" fmla="*/ 847725 h 1890712"/>
                <a:gd name="connsiteX84" fmla="*/ 1178719 w 2543175"/>
                <a:gd name="connsiteY84" fmla="*/ 859631 h 1890712"/>
                <a:gd name="connsiteX85" fmla="*/ 1188244 w 2543175"/>
                <a:gd name="connsiteY85" fmla="*/ 866775 h 1890712"/>
                <a:gd name="connsiteX86" fmla="*/ 1195388 w 2543175"/>
                <a:gd name="connsiteY86" fmla="*/ 871537 h 1890712"/>
                <a:gd name="connsiteX87" fmla="*/ 1212057 w 2543175"/>
                <a:gd name="connsiteY87" fmla="*/ 883444 h 1890712"/>
                <a:gd name="connsiteX88" fmla="*/ 1226344 w 2543175"/>
                <a:gd name="connsiteY88" fmla="*/ 895350 h 1890712"/>
                <a:gd name="connsiteX89" fmla="*/ 1245394 w 2543175"/>
                <a:gd name="connsiteY89" fmla="*/ 907256 h 1890712"/>
                <a:gd name="connsiteX90" fmla="*/ 1254919 w 2543175"/>
                <a:gd name="connsiteY90" fmla="*/ 914400 h 1890712"/>
                <a:gd name="connsiteX91" fmla="*/ 1269207 w 2543175"/>
                <a:gd name="connsiteY91" fmla="*/ 921544 h 1890712"/>
                <a:gd name="connsiteX92" fmla="*/ 1290638 w 2543175"/>
                <a:gd name="connsiteY92" fmla="*/ 935831 h 1890712"/>
                <a:gd name="connsiteX93" fmla="*/ 1307307 w 2543175"/>
                <a:gd name="connsiteY93" fmla="*/ 952500 h 1890712"/>
                <a:gd name="connsiteX94" fmla="*/ 1333500 w 2543175"/>
                <a:gd name="connsiteY94" fmla="*/ 971550 h 1890712"/>
                <a:gd name="connsiteX95" fmla="*/ 1359694 w 2543175"/>
                <a:gd name="connsiteY95" fmla="*/ 990600 h 1890712"/>
                <a:gd name="connsiteX96" fmla="*/ 1385888 w 2543175"/>
                <a:gd name="connsiteY96" fmla="*/ 1021557 h 1890712"/>
                <a:gd name="connsiteX97" fmla="*/ 1435894 w 2543175"/>
                <a:gd name="connsiteY97" fmla="*/ 1054894 h 1890712"/>
                <a:gd name="connsiteX98" fmla="*/ 1497806 w 2543175"/>
                <a:gd name="connsiteY98" fmla="*/ 1104900 h 1890712"/>
                <a:gd name="connsiteX99" fmla="*/ 1559718 w 2543175"/>
                <a:gd name="connsiteY99" fmla="*/ 1154906 h 1890712"/>
                <a:gd name="connsiteX100" fmla="*/ 1597819 w 2543175"/>
                <a:gd name="connsiteY100" fmla="*/ 1154906 h 1890712"/>
                <a:gd name="connsiteX101" fmla="*/ 1604963 w 2543175"/>
                <a:gd name="connsiteY101" fmla="*/ 1162050 h 1890712"/>
                <a:gd name="connsiteX102" fmla="*/ 1612107 w 2543175"/>
                <a:gd name="connsiteY102" fmla="*/ 1166812 h 1890712"/>
                <a:gd name="connsiteX103" fmla="*/ 1628775 w 2543175"/>
                <a:gd name="connsiteY103" fmla="*/ 1183481 h 1890712"/>
                <a:gd name="connsiteX104" fmla="*/ 1662113 w 2543175"/>
                <a:gd name="connsiteY104" fmla="*/ 1209675 h 1890712"/>
                <a:gd name="connsiteX105" fmla="*/ 1678782 w 2543175"/>
                <a:gd name="connsiteY105" fmla="*/ 1226344 h 1890712"/>
                <a:gd name="connsiteX106" fmla="*/ 1700213 w 2543175"/>
                <a:gd name="connsiteY106" fmla="*/ 1247775 h 1890712"/>
                <a:gd name="connsiteX107" fmla="*/ 1712119 w 2543175"/>
                <a:gd name="connsiteY107" fmla="*/ 1259681 h 1890712"/>
                <a:gd name="connsiteX108" fmla="*/ 1733550 w 2543175"/>
                <a:gd name="connsiteY108" fmla="*/ 1273969 h 1890712"/>
                <a:gd name="connsiteX109" fmla="*/ 1743075 w 2543175"/>
                <a:gd name="connsiteY109" fmla="*/ 1283494 h 1890712"/>
                <a:gd name="connsiteX110" fmla="*/ 1754982 w 2543175"/>
                <a:gd name="connsiteY110" fmla="*/ 1290637 h 1890712"/>
                <a:gd name="connsiteX111" fmla="*/ 1766888 w 2543175"/>
                <a:gd name="connsiteY111" fmla="*/ 1300162 h 1890712"/>
                <a:gd name="connsiteX112" fmla="*/ 1783557 w 2543175"/>
                <a:gd name="connsiteY112" fmla="*/ 1307306 h 1890712"/>
                <a:gd name="connsiteX113" fmla="*/ 1790700 w 2543175"/>
                <a:gd name="connsiteY113" fmla="*/ 1312069 h 1890712"/>
                <a:gd name="connsiteX114" fmla="*/ 1800225 w 2543175"/>
                <a:gd name="connsiteY114" fmla="*/ 1319212 h 1890712"/>
                <a:gd name="connsiteX115" fmla="*/ 1807369 w 2543175"/>
                <a:gd name="connsiteY115" fmla="*/ 1321594 h 1890712"/>
                <a:gd name="connsiteX116" fmla="*/ 1824038 w 2543175"/>
                <a:gd name="connsiteY116" fmla="*/ 1333500 h 1890712"/>
                <a:gd name="connsiteX117" fmla="*/ 1843088 w 2543175"/>
                <a:gd name="connsiteY117" fmla="*/ 1352550 h 1890712"/>
                <a:gd name="connsiteX118" fmla="*/ 1852613 w 2543175"/>
                <a:gd name="connsiteY118" fmla="*/ 1359694 h 1890712"/>
                <a:gd name="connsiteX119" fmla="*/ 1859757 w 2543175"/>
                <a:gd name="connsiteY119" fmla="*/ 1366837 h 1890712"/>
                <a:gd name="connsiteX120" fmla="*/ 1869282 w 2543175"/>
                <a:gd name="connsiteY120" fmla="*/ 1371600 h 1890712"/>
                <a:gd name="connsiteX121" fmla="*/ 1883569 w 2543175"/>
                <a:gd name="connsiteY121" fmla="*/ 1388269 h 1890712"/>
                <a:gd name="connsiteX122" fmla="*/ 1893094 w 2543175"/>
                <a:gd name="connsiteY122" fmla="*/ 1395412 h 1890712"/>
                <a:gd name="connsiteX123" fmla="*/ 1902619 w 2543175"/>
                <a:gd name="connsiteY123" fmla="*/ 1404937 h 1890712"/>
                <a:gd name="connsiteX124" fmla="*/ 1912144 w 2543175"/>
                <a:gd name="connsiteY124" fmla="*/ 1409700 h 1890712"/>
                <a:gd name="connsiteX125" fmla="*/ 1931194 w 2543175"/>
                <a:gd name="connsiteY125" fmla="*/ 1421606 h 1890712"/>
                <a:gd name="connsiteX126" fmla="*/ 1935957 w 2543175"/>
                <a:gd name="connsiteY126" fmla="*/ 1428750 h 1890712"/>
                <a:gd name="connsiteX127" fmla="*/ 1952625 w 2543175"/>
                <a:gd name="connsiteY127" fmla="*/ 1438275 h 1890712"/>
                <a:gd name="connsiteX128" fmla="*/ 1971675 w 2543175"/>
                <a:gd name="connsiteY128" fmla="*/ 1450181 h 1890712"/>
                <a:gd name="connsiteX129" fmla="*/ 1981200 w 2543175"/>
                <a:gd name="connsiteY129" fmla="*/ 1454944 h 1890712"/>
                <a:gd name="connsiteX130" fmla="*/ 1997869 w 2543175"/>
                <a:gd name="connsiteY130" fmla="*/ 1471612 h 1890712"/>
                <a:gd name="connsiteX131" fmla="*/ 2007394 w 2543175"/>
                <a:gd name="connsiteY131" fmla="*/ 1478756 h 1890712"/>
                <a:gd name="connsiteX132" fmla="*/ 2016919 w 2543175"/>
                <a:gd name="connsiteY132" fmla="*/ 1483519 h 1890712"/>
                <a:gd name="connsiteX133" fmla="*/ 2024063 w 2543175"/>
                <a:gd name="connsiteY133" fmla="*/ 1490662 h 1890712"/>
                <a:gd name="connsiteX134" fmla="*/ 2033588 w 2543175"/>
                <a:gd name="connsiteY134" fmla="*/ 1495425 h 1890712"/>
                <a:gd name="connsiteX135" fmla="*/ 2040732 w 2543175"/>
                <a:gd name="connsiteY135" fmla="*/ 1502569 h 1890712"/>
                <a:gd name="connsiteX136" fmla="*/ 2047875 w 2543175"/>
                <a:gd name="connsiteY136" fmla="*/ 1507331 h 1890712"/>
                <a:gd name="connsiteX137" fmla="*/ 2057400 w 2543175"/>
                <a:gd name="connsiteY137" fmla="*/ 1514475 h 1890712"/>
                <a:gd name="connsiteX138" fmla="*/ 2064544 w 2543175"/>
                <a:gd name="connsiteY138" fmla="*/ 1519237 h 1890712"/>
                <a:gd name="connsiteX139" fmla="*/ 2071688 w 2543175"/>
                <a:gd name="connsiteY139" fmla="*/ 1526381 h 1890712"/>
                <a:gd name="connsiteX140" fmla="*/ 2081213 w 2543175"/>
                <a:gd name="connsiteY140" fmla="*/ 1531144 h 1890712"/>
                <a:gd name="connsiteX141" fmla="*/ 2090738 w 2543175"/>
                <a:gd name="connsiteY141" fmla="*/ 1538287 h 1890712"/>
                <a:gd name="connsiteX142" fmla="*/ 2109788 w 2543175"/>
                <a:gd name="connsiteY142" fmla="*/ 1547812 h 1890712"/>
                <a:gd name="connsiteX143" fmla="*/ 2131219 w 2543175"/>
                <a:gd name="connsiteY143" fmla="*/ 1562100 h 1890712"/>
                <a:gd name="connsiteX144" fmla="*/ 2140744 w 2543175"/>
                <a:gd name="connsiteY144" fmla="*/ 1566862 h 1890712"/>
                <a:gd name="connsiteX145" fmla="*/ 2152650 w 2543175"/>
                <a:gd name="connsiteY145" fmla="*/ 1576387 h 1890712"/>
                <a:gd name="connsiteX146" fmla="*/ 2181225 w 2543175"/>
                <a:gd name="connsiteY146" fmla="*/ 1590675 h 1890712"/>
                <a:gd name="connsiteX147" fmla="*/ 2200275 w 2543175"/>
                <a:gd name="connsiteY147" fmla="*/ 1607344 h 1890712"/>
                <a:gd name="connsiteX148" fmla="*/ 2207419 w 2543175"/>
                <a:gd name="connsiteY148" fmla="*/ 1612106 h 1890712"/>
                <a:gd name="connsiteX149" fmla="*/ 2216944 w 2543175"/>
                <a:gd name="connsiteY149" fmla="*/ 1619250 h 1890712"/>
                <a:gd name="connsiteX150" fmla="*/ 2224088 w 2543175"/>
                <a:gd name="connsiteY150" fmla="*/ 1624012 h 1890712"/>
                <a:gd name="connsiteX151" fmla="*/ 2247900 w 2543175"/>
                <a:gd name="connsiteY151" fmla="*/ 1643062 h 1890712"/>
                <a:gd name="connsiteX152" fmla="*/ 2255044 w 2543175"/>
                <a:gd name="connsiteY152" fmla="*/ 1650206 h 1890712"/>
                <a:gd name="connsiteX153" fmla="*/ 2281238 w 2543175"/>
                <a:gd name="connsiteY153" fmla="*/ 1664494 h 1890712"/>
                <a:gd name="connsiteX154" fmla="*/ 2297907 w 2543175"/>
                <a:gd name="connsiteY154" fmla="*/ 1674019 h 1890712"/>
                <a:gd name="connsiteX155" fmla="*/ 2312194 w 2543175"/>
                <a:gd name="connsiteY155" fmla="*/ 1685925 h 1890712"/>
                <a:gd name="connsiteX156" fmla="*/ 2328863 w 2543175"/>
                <a:gd name="connsiteY156" fmla="*/ 1697831 h 1890712"/>
                <a:gd name="connsiteX157" fmla="*/ 2350294 w 2543175"/>
                <a:gd name="connsiteY157" fmla="*/ 1712119 h 1890712"/>
                <a:gd name="connsiteX158" fmla="*/ 2369344 w 2543175"/>
                <a:gd name="connsiteY158" fmla="*/ 1724025 h 1890712"/>
                <a:gd name="connsiteX159" fmla="*/ 2428876 w 2543175"/>
                <a:gd name="connsiteY159" fmla="*/ 1785938 h 1890712"/>
                <a:gd name="connsiteX160" fmla="*/ 2466975 w 2543175"/>
                <a:gd name="connsiteY160" fmla="*/ 1783556 h 1890712"/>
                <a:gd name="connsiteX161" fmla="*/ 2481263 w 2543175"/>
                <a:gd name="connsiteY161" fmla="*/ 1795462 h 1890712"/>
                <a:gd name="connsiteX162" fmla="*/ 2486025 w 2543175"/>
                <a:gd name="connsiteY162" fmla="*/ 1802606 h 1890712"/>
                <a:gd name="connsiteX163" fmla="*/ 2514600 w 2543175"/>
                <a:gd name="connsiteY163" fmla="*/ 1850231 h 1890712"/>
                <a:gd name="connsiteX164" fmla="*/ 2519363 w 2543175"/>
                <a:gd name="connsiteY164" fmla="*/ 1857375 h 1890712"/>
                <a:gd name="connsiteX165" fmla="*/ 2540794 w 2543175"/>
                <a:gd name="connsiteY165" fmla="*/ 1883569 h 1890712"/>
                <a:gd name="connsiteX166" fmla="*/ 2543175 w 2543175"/>
                <a:gd name="connsiteY166" fmla="*/ 1890712 h 1890712"/>
                <a:gd name="connsiteX0" fmla="*/ 0 w 2543175"/>
                <a:gd name="connsiteY0" fmla="*/ 0 h 1890712"/>
                <a:gd name="connsiteX1" fmla="*/ 11907 w 2543175"/>
                <a:gd name="connsiteY1" fmla="*/ 11906 h 1890712"/>
                <a:gd name="connsiteX2" fmla="*/ 21432 w 2543175"/>
                <a:gd name="connsiteY2" fmla="*/ 16669 h 1890712"/>
                <a:gd name="connsiteX3" fmla="*/ 23813 w 2543175"/>
                <a:gd name="connsiteY3" fmla="*/ 23812 h 1890712"/>
                <a:gd name="connsiteX4" fmla="*/ 33338 w 2543175"/>
                <a:gd name="connsiteY4" fmla="*/ 33337 h 1890712"/>
                <a:gd name="connsiteX5" fmla="*/ 40482 w 2543175"/>
                <a:gd name="connsiteY5" fmla="*/ 42862 h 1890712"/>
                <a:gd name="connsiteX6" fmla="*/ 47625 w 2543175"/>
                <a:gd name="connsiteY6" fmla="*/ 47625 h 1890712"/>
                <a:gd name="connsiteX7" fmla="*/ 57150 w 2543175"/>
                <a:gd name="connsiteY7" fmla="*/ 54769 h 1890712"/>
                <a:gd name="connsiteX8" fmla="*/ 64294 w 2543175"/>
                <a:gd name="connsiteY8" fmla="*/ 59531 h 1890712"/>
                <a:gd name="connsiteX9" fmla="*/ 83344 w 2543175"/>
                <a:gd name="connsiteY9" fmla="*/ 73819 h 1890712"/>
                <a:gd name="connsiteX10" fmla="*/ 97632 w 2543175"/>
                <a:gd name="connsiteY10" fmla="*/ 80962 h 1890712"/>
                <a:gd name="connsiteX11" fmla="*/ 104775 w 2543175"/>
                <a:gd name="connsiteY11" fmla="*/ 85725 h 1890712"/>
                <a:gd name="connsiteX12" fmla="*/ 114300 w 2543175"/>
                <a:gd name="connsiteY12" fmla="*/ 95250 h 1890712"/>
                <a:gd name="connsiteX13" fmla="*/ 123825 w 2543175"/>
                <a:gd name="connsiteY13" fmla="*/ 97631 h 1890712"/>
                <a:gd name="connsiteX14" fmla="*/ 130969 w 2543175"/>
                <a:gd name="connsiteY14" fmla="*/ 104775 h 1890712"/>
                <a:gd name="connsiteX15" fmla="*/ 140494 w 2543175"/>
                <a:gd name="connsiteY15" fmla="*/ 111919 h 1890712"/>
                <a:gd name="connsiteX16" fmla="*/ 147638 w 2543175"/>
                <a:gd name="connsiteY16" fmla="*/ 116681 h 1890712"/>
                <a:gd name="connsiteX17" fmla="*/ 164307 w 2543175"/>
                <a:gd name="connsiteY17" fmla="*/ 128587 h 1890712"/>
                <a:gd name="connsiteX18" fmla="*/ 180975 w 2543175"/>
                <a:gd name="connsiteY18" fmla="*/ 140494 h 1890712"/>
                <a:gd name="connsiteX19" fmla="*/ 197644 w 2543175"/>
                <a:gd name="connsiteY19" fmla="*/ 152400 h 1890712"/>
                <a:gd name="connsiteX20" fmla="*/ 204788 w 2543175"/>
                <a:gd name="connsiteY20" fmla="*/ 157162 h 1890712"/>
                <a:gd name="connsiteX21" fmla="*/ 214313 w 2543175"/>
                <a:gd name="connsiteY21" fmla="*/ 164306 h 1890712"/>
                <a:gd name="connsiteX22" fmla="*/ 230982 w 2543175"/>
                <a:gd name="connsiteY22" fmla="*/ 180975 h 1890712"/>
                <a:gd name="connsiteX23" fmla="*/ 247650 w 2543175"/>
                <a:gd name="connsiteY23" fmla="*/ 185737 h 1890712"/>
                <a:gd name="connsiteX24" fmla="*/ 300038 w 2543175"/>
                <a:gd name="connsiteY24" fmla="*/ 219075 h 1890712"/>
                <a:gd name="connsiteX25" fmla="*/ 342900 w 2543175"/>
                <a:gd name="connsiteY25" fmla="*/ 254794 h 1890712"/>
                <a:gd name="connsiteX26" fmla="*/ 366713 w 2543175"/>
                <a:gd name="connsiteY26" fmla="*/ 264319 h 1890712"/>
                <a:gd name="connsiteX27" fmla="*/ 371475 w 2543175"/>
                <a:gd name="connsiteY27" fmla="*/ 271462 h 1890712"/>
                <a:gd name="connsiteX28" fmla="*/ 385763 w 2543175"/>
                <a:gd name="connsiteY28" fmla="*/ 283369 h 1890712"/>
                <a:gd name="connsiteX29" fmla="*/ 404813 w 2543175"/>
                <a:gd name="connsiteY29" fmla="*/ 295275 h 1890712"/>
                <a:gd name="connsiteX30" fmla="*/ 411957 w 2543175"/>
                <a:gd name="connsiteY30" fmla="*/ 297656 h 1890712"/>
                <a:gd name="connsiteX31" fmla="*/ 466725 w 2543175"/>
                <a:gd name="connsiteY31" fmla="*/ 328612 h 1890712"/>
                <a:gd name="connsiteX32" fmla="*/ 476250 w 2543175"/>
                <a:gd name="connsiteY32" fmla="*/ 335756 h 1890712"/>
                <a:gd name="connsiteX33" fmla="*/ 481013 w 2543175"/>
                <a:gd name="connsiteY33" fmla="*/ 342900 h 1890712"/>
                <a:gd name="connsiteX34" fmla="*/ 490538 w 2543175"/>
                <a:gd name="connsiteY34" fmla="*/ 352425 h 1890712"/>
                <a:gd name="connsiteX35" fmla="*/ 495300 w 2543175"/>
                <a:gd name="connsiteY35" fmla="*/ 359569 h 1890712"/>
                <a:gd name="connsiteX36" fmla="*/ 509588 w 2543175"/>
                <a:gd name="connsiteY36" fmla="*/ 376237 h 1890712"/>
                <a:gd name="connsiteX37" fmla="*/ 514350 w 2543175"/>
                <a:gd name="connsiteY37" fmla="*/ 383381 h 1890712"/>
                <a:gd name="connsiteX38" fmla="*/ 531019 w 2543175"/>
                <a:gd name="connsiteY38" fmla="*/ 397669 h 1890712"/>
                <a:gd name="connsiteX39" fmla="*/ 538163 w 2543175"/>
                <a:gd name="connsiteY39" fmla="*/ 407194 h 1890712"/>
                <a:gd name="connsiteX40" fmla="*/ 554832 w 2543175"/>
                <a:gd name="connsiteY40" fmla="*/ 421481 h 1890712"/>
                <a:gd name="connsiteX41" fmla="*/ 564357 w 2543175"/>
                <a:gd name="connsiteY41" fmla="*/ 431006 h 1890712"/>
                <a:gd name="connsiteX42" fmla="*/ 573882 w 2543175"/>
                <a:gd name="connsiteY42" fmla="*/ 438150 h 1890712"/>
                <a:gd name="connsiteX43" fmla="*/ 595313 w 2543175"/>
                <a:gd name="connsiteY43" fmla="*/ 454819 h 1890712"/>
                <a:gd name="connsiteX44" fmla="*/ 602457 w 2543175"/>
                <a:gd name="connsiteY44" fmla="*/ 457200 h 1890712"/>
                <a:gd name="connsiteX45" fmla="*/ 628650 w 2543175"/>
                <a:gd name="connsiteY45" fmla="*/ 469106 h 1890712"/>
                <a:gd name="connsiteX46" fmla="*/ 645319 w 2543175"/>
                <a:gd name="connsiteY46" fmla="*/ 483394 h 1890712"/>
                <a:gd name="connsiteX47" fmla="*/ 654844 w 2543175"/>
                <a:gd name="connsiteY47" fmla="*/ 488156 h 1890712"/>
                <a:gd name="connsiteX48" fmla="*/ 661988 w 2543175"/>
                <a:gd name="connsiteY48" fmla="*/ 497681 h 1890712"/>
                <a:gd name="connsiteX49" fmla="*/ 683419 w 2543175"/>
                <a:gd name="connsiteY49" fmla="*/ 514350 h 1890712"/>
                <a:gd name="connsiteX50" fmla="*/ 700088 w 2543175"/>
                <a:gd name="connsiteY50" fmla="*/ 526256 h 1890712"/>
                <a:gd name="connsiteX51" fmla="*/ 709613 w 2543175"/>
                <a:gd name="connsiteY51" fmla="*/ 535781 h 1890712"/>
                <a:gd name="connsiteX52" fmla="*/ 719138 w 2543175"/>
                <a:gd name="connsiteY52" fmla="*/ 542925 h 1890712"/>
                <a:gd name="connsiteX53" fmla="*/ 733425 w 2543175"/>
                <a:gd name="connsiteY53" fmla="*/ 557212 h 1890712"/>
                <a:gd name="connsiteX54" fmla="*/ 750094 w 2543175"/>
                <a:gd name="connsiteY54" fmla="*/ 569119 h 1890712"/>
                <a:gd name="connsiteX55" fmla="*/ 769144 w 2543175"/>
                <a:gd name="connsiteY55" fmla="*/ 581025 h 1890712"/>
                <a:gd name="connsiteX56" fmla="*/ 785813 w 2543175"/>
                <a:gd name="connsiteY56" fmla="*/ 590550 h 1890712"/>
                <a:gd name="connsiteX57" fmla="*/ 792957 w 2543175"/>
                <a:gd name="connsiteY57" fmla="*/ 600075 h 1890712"/>
                <a:gd name="connsiteX58" fmla="*/ 809625 w 2543175"/>
                <a:gd name="connsiteY58" fmla="*/ 611981 h 1890712"/>
                <a:gd name="connsiteX59" fmla="*/ 816769 w 2543175"/>
                <a:gd name="connsiteY59" fmla="*/ 619125 h 1890712"/>
                <a:gd name="connsiteX60" fmla="*/ 826294 w 2543175"/>
                <a:gd name="connsiteY60" fmla="*/ 626269 h 1890712"/>
                <a:gd name="connsiteX61" fmla="*/ 840582 w 2543175"/>
                <a:gd name="connsiteY61" fmla="*/ 638175 h 1890712"/>
                <a:gd name="connsiteX62" fmla="*/ 847725 w 2543175"/>
                <a:gd name="connsiteY62" fmla="*/ 645319 h 1890712"/>
                <a:gd name="connsiteX63" fmla="*/ 857250 w 2543175"/>
                <a:gd name="connsiteY63" fmla="*/ 652462 h 1890712"/>
                <a:gd name="connsiteX64" fmla="*/ 864394 w 2543175"/>
                <a:gd name="connsiteY64" fmla="*/ 657225 h 1890712"/>
                <a:gd name="connsiteX65" fmla="*/ 888207 w 2543175"/>
                <a:gd name="connsiteY65" fmla="*/ 676275 h 1890712"/>
                <a:gd name="connsiteX66" fmla="*/ 895350 w 2543175"/>
                <a:gd name="connsiteY66" fmla="*/ 681037 h 1890712"/>
                <a:gd name="connsiteX67" fmla="*/ 907257 w 2543175"/>
                <a:gd name="connsiteY67" fmla="*/ 683419 h 1890712"/>
                <a:gd name="connsiteX68" fmla="*/ 928688 w 2543175"/>
                <a:gd name="connsiteY68" fmla="*/ 695325 h 1890712"/>
                <a:gd name="connsiteX69" fmla="*/ 942975 w 2543175"/>
                <a:gd name="connsiteY69" fmla="*/ 700087 h 1890712"/>
                <a:gd name="connsiteX70" fmla="*/ 964407 w 2543175"/>
                <a:gd name="connsiteY70" fmla="*/ 716756 h 1890712"/>
                <a:gd name="connsiteX71" fmla="*/ 971550 w 2543175"/>
                <a:gd name="connsiteY71" fmla="*/ 723900 h 1890712"/>
                <a:gd name="connsiteX72" fmla="*/ 983457 w 2543175"/>
                <a:gd name="connsiteY72" fmla="*/ 733425 h 1890712"/>
                <a:gd name="connsiteX73" fmla="*/ 990600 w 2543175"/>
                <a:gd name="connsiteY73" fmla="*/ 738187 h 1890712"/>
                <a:gd name="connsiteX74" fmla="*/ 1007269 w 2543175"/>
                <a:gd name="connsiteY74" fmla="*/ 752475 h 1890712"/>
                <a:gd name="connsiteX75" fmla="*/ 1031082 w 2543175"/>
                <a:gd name="connsiteY75" fmla="*/ 766762 h 1890712"/>
                <a:gd name="connsiteX76" fmla="*/ 1042988 w 2543175"/>
                <a:gd name="connsiteY76" fmla="*/ 773906 h 1890712"/>
                <a:gd name="connsiteX77" fmla="*/ 1071563 w 2543175"/>
                <a:gd name="connsiteY77" fmla="*/ 785812 h 1890712"/>
                <a:gd name="connsiteX78" fmla="*/ 1097757 w 2543175"/>
                <a:gd name="connsiteY78" fmla="*/ 807244 h 1890712"/>
                <a:gd name="connsiteX79" fmla="*/ 1104900 w 2543175"/>
                <a:gd name="connsiteY79" fmla="*/ 814387 h 1890712"/>
                <a:gd name="connsiteX80" fmla="*/ 1121569 w 2543175"/>
                <a:gd name="connsiteY80" fmla="*/ 823912 h 1890712"/>
                <a:gd name="connsiteX81" fmla="*/ 1138238 w 2543175"/>
                <a:gd name="connsiteY81" fmla="*/ 835819 h 1890712"/>
                <a:gd name="connsiteX82" fmla="*/ 1147763 w 2543175"/>
                <a:gd name="connsiteY82" fmla="*/ 842962 h 1890712"/>
                <a:gd name="connsiteX83" fmla="*/ 1157288 w 2543175"/>
                <a:gd name="connsiteY83" fmla="*/ 847725 h 1890712"/>
                <a:gd name="connsiteX84" fmla="*/ 1178719 w 2543175"/>
                <a:gd name="connsiteY84" fmla="*/ 859631 h 1890712"/>
                <a:gd name="connsiteX85" fmla="*/ 1188244 w 2543175"/>
                <a:gd name="connsiteY85" fmla="*/ 866775 h 1890712"/>
                <a:gd name="connsiteX86" fmla="*/ 1195388 w 2543175"/>
                <a:gd name="connsiteY86" fmla="*/ 871537 h 1890712"/>
                <a:gd name="connsiteX87" fmla="*/ 1212057 w 2543175"/>
                <a:gd name="connsiteY87" fmla="*/ 883444 h 1890712"/>
                <a:gd name="connsiteX88" fmla="*/ 1226344 w 2543175"/>
                <a:gd name="connsiteY88" fmla="*/ 895350 h 1890712"/>
                <a:gd name="connsiteX89" fmla="*/ 1245394 w 2543175"/>
                <a:gd name="connsiteY89" fmla="*/ 907256 h 1890712"/>
                <a:gd name="connsiteX90" fmla="*/ 1254919 w 2543175"/>
                <a:gd name="connsiteY90" fmla="*/ 914400 h 1890712"/>
                <a:gd name="connsiteX91" fmla="*/ 1269207 w 2543175"/>
                <a:gd name="connsiteY91" fmla="*/ 921544 h 1890712"/>
                <a:gd name="connsiteX92" fmla="*/ 1290638 w 2543175"/>
                <a:gd name="connsiteY92" fmla="*/ 935831 h 1890712"/>
                <a:gd name="connsiteX93" fmla="*/ 1307307 w 2543175"/>
                <a:gd name="connsiteY93" fmla="*/ 952500 h 1890712"/>
                <a:gd name="connsiteX94" fmla="*/ 1333500 w 2543175"/>
                <a:gd name="connsiteY94" fmla="*/ 971550 h 1890712"/>
                <a:gd name="connsiteX95" fmla="*/ 1359694 w 2543175"/>
                <a:gd name="connsiteY95" fmla="*/ 990600 h 1890712"/>
                <a:gd name="connsiteX96" fmla="*/ 1385888 w 2543175"/>
                <a:gd name="connsiteY96" fmla="*/ 1021557 h 1890712"/>
                <a:gd name="connsiteX97" fmla="*/ 1435894 w 2543175"/>
                <a:gd name="connsiteY97" fmla="*/ 1054894 h 1890712"/>
                <a:gd name="connsiteX98" fmla="*/ 1497806 w 2543175"/>
                <a:gd name="connsiteY98" fmla="*/ 1104900 h 1890712"/>
                <a:gd name="connsiteX99" fmla="*/ 1559718 w 2543175"/>
                <a:gd name="connsiteY99" fmla="*/ 1154906 h 1890712"/>
                <a:gd name="connsiteX100" fmla="*/ 1597819 w 2543175"/>
                <a:gd name="connsiteY100" fmla="*/ 1154906 h 1890712"/>
                <a:gd name="connsiteX101" fmla="*/ 1604963 w 2543175"/>
                <a:gd name="connsiteY101" fmla="*/ 1162050 h 1890712"/>
                <a:gd name="connsiteX102" fmla="*/ 1628775 w 2543175"/>
                <a:gd name="connsiteY102" fmla="*/ 1183481 h 1890712"/>
                <a:gd name="connsiteX103" fmla="*/ 1662113 w 2543175"/>
                <a:gd name="connsiteY103" fmla="*/ 1209675 h 1890712"/>
                <a:gd name="connsiteX104" fmla="*/ 1678782 w 2543175"/>
                <a:gd name="connsiteY104" fmla="*/ 1226344 h 1890712"/>
                <a:gd name="connsiteX105" fmla="*/ 1700213 w 2543175"/>
                <a:gd name="connsiteY105" fmla="*/ 1247775 h 1890712"/>
                <a:gd name="connsiteX106" fmla="*/ 1712119 w 2543175"/>
                <a:gd name="connsiteY106" fmla="*/ 1259681 h 1890712"/>
                <a:gd name="connsiteX107" fmla="*/ 1733550 w 2543175"/>
                <a:gd name="connsiteY107" fmla="*/ 1273969 h 1890712"/>
                <a:gd name="connsiteX108" fmla="*/ 1743075 w 2543175"/>
                <a:gd name="connsiteY108" fmla="*/ 1283494 h 1890712"/>
                <a:gd name="connsiteX109" fmla="*/ 1754982 w 2543175"/>
                <a:gd name="connsiteY109" fmla="*/ 1290637 h 1890712"/>
                <a:gd name="connsiteX110" fmla="*/ 1766888 w 2543175"/>
                <a:gd name="connsiteY110" fmla="*/ 1300162 h 1890712"/>
                <a:gd name="connsiteX111" fmla="*/ 1783557 w 2543175"/>
                <a:gd name="connsiteY111" fmla="*/ 1307306 h 1890712"/>
                <a:gd name="connsiteX112" fmla="*/ 1790700 w 2543175"/>
                <a:gd name="connsiteY112" fmla="*/ 1312069 h 1890712"/>
                <a:gd name="connsiteX113" fmla="*/ 1800225 w 2543175"/>
                <a:gd name="connsiteY113" fmla="*/ 1319212 h 1890712"/>
                <a:gd name="connsiteX114" fmla="*/ 1807369 w 2543175"/>
                <a:gd name="connsiteY114" fmla="*/ 1321594 h 1890712"/>
                <a:gd name="connsiteX115" fmla="*/ 1824038 w 2543175"/>
                <a:gd name="connsiteY115" fmla="*/ 1333500 h 1890712"/>
                <a:gd name="connsiteX116" fmla="*/ 1843088 w 2543175"/>
                <a:gd name="connsiteY116" fmla="*/ 1352550 h 1890712"/>
                <a:gd name="connsiteX117" fmla="*/ 1852613 w 2543175"/>
                <a:gd name="connsiteY117" fmla="*/ 1359694 h 1890712"/>
                <a:gd name="connsiteX118" fmla="*/ 1859757 w 2543175"/>
                <a:gd name="connsiteY118" fmla="*/ 1366837 h 1890712"/>
                <a:gd name="connsiteX119" fmla="*/ 1869282 w 2543175"/>
                <a:gd name="connsiteY119" fmla="*/ 1371600 h 1890712"/>
                <a:gd name="connsiteX120" fmla="*/ 1883569 w 2543175"/>
                <a:gd name="connsiteY120" fmla="*/ 1388269 h 1890712"/>
                <a:gd name="connsiteX121" fmla="*/ 1893094 w 2543175"/>
                <a:gd name="connsiteY121" fmla="*/ 1395412 h 1890712"/>
                <a:gd name="connsiteX122" fmla="*/ 1902619 w 2543175"/>
                <a:gd name="connsiteY122" fmla="*/ 1404937 h 1890712"/>
                <a:gd name="connsiteX123" fmla="*/ 1912144 w 2543175"/>
                <a:gd name="connsiteY123" fmla="*/ 1409700 h 1890712"/>
                <a:gd name="connsiteX124" fmla="*/ 1931194 w 2543175"/>
                <a:gd name="connsiteY124" fmla="*/ 1421606 h 1890712"/>
                <a:gd name="connsiteX125" fmla="*/ 1935957 w 2543175"/>
                <a:gd name="connsiteY125" fmla="*/ 1428750 h 1890712"/>
                <a:gd name="connsiteX126" fmla="*/ 1952625 w 2543175"/>
                <a:gd name="connsiteY126" fmla="*/ 1438275 h 1890712"/>
                <a:gd name="connsiteX127" fmla="*/ 1971675 w 2543175"/>
                <a:gd name="connsiteY127" fmla="*/ 1450181 h 1890712"/>
                <a:gd name="connsiteX128" fmla="*/ 1981200 w 2543175"/>
                <a:gd name="connsiteY128" fmla="*/ 1454944 h 1890712"/>
                <a:gd name="connsiteX129" fmla="*/ 1997869 w 2543175"/>
                <a:gd name="connsiteY129" fmla="*/ 1471612 h 1890712"/>
                <a:gd name="connsiteX130" fmla="*/ 2007394 w 2543175"/>
                <a:gd name="connsiteY130" fmla="*/ 1478756 h 1890712"/>
                <a:gd name="connsiteX131" fmla="*/ 2016919 w 2543175"/>
                <a:gd name="connsiteY131" fmla="*/ 1483519 h 1890712"/>
                <a:gd name="connsiteX132" fmla="*/ 2024063 w 2543175"/>
                <a:gd name="connsiteY132" fmla="*/ 1490662 h 1890712"/>
                <a:gd name="connsiteX133" fmla="*/ 2033588 w 2543175"/>
                <a:gd name="connsiteY133" fmla="*/ 1495425 h 1890712"/>
                <a:gd name="connsiteX134" fmla="*/ 2040732 w 2543175"/>
                <a:gd name="connsiteY134" fmla="*/ 1502569 h 1890712"/>
                <a:gd name="connsiteX135" fmla="*/ 2047875 w 2543175"/>
                <a:gd name="connsiteY135" fmla="*/ 1507331 h 1890712"/>
                <a:gd name="connsiteX136" fmla="*/ 2057400 w 2543175"/>
                <a:gd name="connsiteY136" fmla="*/ 1514475 h 1890712"/>
                <a:gd name="connsiteX137" fmla="*/ 2064544 w 2543175"/>
                <a:gd name="connsiteY137" fmla="*/ 1519237 h 1890712"/>
                <a:gd name="connsiteX138" fmla="*/ 2071688 w 2543175"/>
                <a:gd name="connsiteY138" fmla="*/ 1526381 h 1890712"/>
                <a:gd name="connsiteX139" fmla="*/ 2081213 w 2543175"/>
                <a:gd name="connsiteY139" fmla="*/ 1531144 h 1890712"/>
                <a:gd name="connsiteX140" fmla="*/ 2090738 w 2543175"/>
                <a:gd name="connsiteY140" fmla="*/ 1538287 h 1890712"/>
                <a:gd name="connsiteX141" fmla="*/ 2109788 w 2543175"/>
                <a:gd name="connsiteY141" fmla="*/ 1547812 h 1890712"/>
                <a:gd name="connsiteX142" fmla="*/ 2131219 w 2543175"/>
                <a:gd name="connsiteY142" fmla="*/ 1562100 h 1890712"/>
                <a:gd name="connsiteX143" fmla="*/ 2140744 w 2543175"/>
                <a:gd name="connsiteY143" fmla="*/ 1566862 h 1890712"/>
                <a:gd name="connsiteX144" fmla="*/ 2152650 w 2543175"/>
                <a:gd name="connsiteY144" fmla="*/ 1576387 h 1890712"/>
                <a:gd name="connsiteX145" fmla="*/ 2181225 w 2543175"/>
                <a:gd name="connsiteY145" fmla="*/ 1590675 h 1890712"/>
                <a:gd name="connsiteX146" fmla="*/ 2200275 w 2543175"/>
                <a:gd name="connsiteY146" fmla="*/ 1607344 h 1890712"/>
                <a:gd name="connsiteX147" fmla="*/ 2207419 w 2543175"/>
                <a:gd name="connsiteY147" fmla="*/ 1612106 h 1890712"/>
                <a:gd name="connsiteX148" fmla="*/ 2216944 w 2543175"/>
                <a:gd name="connsiteY148" fmla="*/ 1619250 h 1890712"/>
                <a:gd name="connsiteX149" fmla="*/ 2224088 w 2543175"/>
                <a:gd name="connsiteY149" fmla="*/ 1624012 h 1890712"/>
                <a:gd name="connsiteX150" fmla="*/ 2247900 w 2543175"/>
                <a:gd name="connsiteY150" fmla="*/ 1643062 h 1890712"/>
                <a:gd name="connsiteX151" fmla="*/ 2255044 w 2543175"/>
                <a:gd name="connsiteY151" fmla="*/ 1650206 h 1890712"/>
                <a:gd name="connsiteX152" fmla="*/ 2281238 w 2543175"/>
                <a:gd name="connsiteY152" fmla="*/ 1664494 h 1890712"/>
                <a:gd name="connsiteX153" fmla="*/ 2297907 w 2543175"/>
                <a:gd name="connsiteY153" fmla="*/ 1674019 h 1890712"/>
                <a:gd name="connsiteX154" fmla="*/ 2312194 w 2543175"/>
                <a:gd name="connsiteY154" fmla="*/ 1685925 h 1890712"/>
                <a:gd name="connsiteX155" fmla="*/ 2328863 w 2543175"/>
                <a:gd name="connsiteY155" fmla="*/ 1697831 h 1890712"/>
                <a:gd name="connsiteX156" fmla="*/ 2350294 w 2543175"/>
                <a:gd name="connsiteY156" fmla="*/ 1712119 h 1890712"/>
                <a:gd name="connsiteX157" fmla="*/ 2369344 w 2543175"/>
                <a:gd name="connsiteY157" fmla="*/ 1724025 h 1890712"/>
                <a:gd name="connsiteX158" fmla="*/ 2428876 w 2543175"/>
                <a:gd name="connsiteY158" fmla="*/ 1785938 h 1890712"/>
                <a:gd name="connsiteX159" fmla="*/ 2466975 w 2543175"/>
                <a:gd name="connsiteY159" fmla="*/ 1783556 h 1890712"/>
                <a:gd name="connsiteX160" fmla="*/ 2481263 w 2543175"/>
                <a:gd name="connsiteY160" fmla="*/ 1795462 h 1890712"/>
                <a:gd name="connsiteX161" fmla="*/ 2486025 w 2543175"/>
                <a:gd name="connsiteY161" fmla="*/ 1802606 h 1890712"/>
                <a:gd name="connsiteX162" fmla="*/ 2514600 w 2543175"/>
                <a:gd name="connsiteY162" fmla="*/ 1850231 h 1890712"/>
                <a:gd name="connsiteX163" fmla="*/ 2519363 w 2543175"/>
                <a:gd name="connsiteY163" fmla="*/ 1857375 h 1890712"/>
                <a:gd name="connsiteX164" fmla="*/ 2540794 w 2543175"/>
                <a:gd name="connsiteY164" fmla="*/ 1883569 h 1890712"/>
                <a:gd name="connsiteX165" fmla="*/ 2543175 w 2543175"/>
                <a:gd name="connsiteY165" fmla="*/ 1890712 h 1890712"/>
                <a:gd name="connsiteX0" fmla="*/ 0 w 2543175"/>
                <a:gd name="connsiteY0" fmla="*/ 0 h 1890712"/>
                <a:gd name="connsiteX1" fmla="*/ 11907 w 2543175"/>
                <a:gd name="connsiteY1" fmla="*/ 11906 h 1890712"/>
                <a:gd name="connsiteX2" fmla="*/ 21432 w 2543175"/>
                <a:gd name="connsiteY2" fmla="*/ 16669 h 1890712"/>
                <a:gd name="connsiteX3" fmla="*/ 23813 w 2543175"/>
                <a:gd name="connsiteY3" fmla="*/ 23812 h 1890712"/>
                <a:gd name="connsiteX4" fmla="*/ 33338 w 2543175"/>
                <a:gd name="connsiteY4" fmla="*/ 33337 h 1890712"/>
                <a:gd name="connsiteX5" fmla="*/ 40482 w 2543175"/>
                <a:gd name="connsiteY5" fmla="*/ 42862 h 1890712"/>
                <a:gd name="connsiteX6" fmla="*/ 47625 w 2543175"/>
                <a:gd name="connsiteY6" fmla="*/ 47625 h 1890712"/>
                <a:gd name="connsiteX7" fmla="*/ 57150 w 2543175"/>
                <a:gd name="connsiteY7" fmla="*/ 54769 h 1890712"/>
                <a:gd name="connsiteX8" fmla="*/ 64294 w 2543175"/>
                <a:gd name="connsiteY8" fmla="*/ 59531 h 1890712"/>
                <a:gd name="connsiteX9" fmla="*/ 83344 w 2543175"/>
                <a:gd name="connsiteY9" fmla="*/ 73819 h 1890712"/>
                <a:gd name="connsiteX10" fmla="*/ 97632 w 2543175"/>
                <a:gd name="connsiteY10" fmla="*/ 80962 h 1890712"/>
                <a:gd name="connsiteX11" fmla="*/ 104775 w 2543175"/>
                <a:gd name="connsiteY11" fmla="*/ 85725 h 1890712"/>
                <a:gd name="connsiteX12" fmla="*/ 114300 w 2543175"/>
                <a:gd name="connsiteY12" fmla="*/ 95250 h 1890712"/>
                <a:gd name="connsiteX13" fmla="*/ 123825 w 2543175"/>
                <a:gd name="connsiteY13" fmla="*/ 97631 h 1890712"/>
                <a:gd name="connsiteX14" fmla="*/ 130969 w 2543175"/>
                <a:gd name="connsiteY14" fmla="*/ 104775 h 1890712"/>
                <a:gd name="connsiteX15" fmla="*/ 140494 w 2543175"/>
                <a:gd name="connsiteY15" fmla="*/ 111919 h 1890712"/>
                <a:gd name="connsiteX16" fmla="*/ 147638 w 2543175"/>
                <a:gd name="connsiteY16" fmla="*/ 116681 h 1890712"/>
                <a:gd name="connsiteX17" fmla="*/ 164307 w 2543175"/>
                <a:gd name="connsiteY17" fmla="*/ 128587 h 1890712"/>
                <a:gd name="connsiteX18" fmla="*/ 180975 w 2543175"/>
                <a:gd name="connsiteY18" fmla="*/ 140494 h 1890712"/>
                <a:gd name="connsiteX19" fmla="*/ 197644 w 2543175"/>
                <a:gd name="connsiteY19" fmla="*/ 152400 h 1890712"/>
                <a:gd name="connsiteX20" fmla="*/ 204788 w 2543175"/>
                <a:gd name="connsiteY20" fmla="*/ 157162 h 1890712"/>
                <a:gd name="connsiteX21" fmla="*/ 214313 w 2543175"/>
                <a:gd name="connsiteY21" fmla="*/ 164306 h 1890712"/>
                <a:gd name="connsiteX22" fmla="*/ 230982 w 2543175"/>
                <a:gd name="connsiteY22" fmla="*/ 180975 h 1890712"/>
                <a:gd name="connsiteX23" fmla="*/ 247650 w 2543175"/>
                <a:gd name="connsiteY23" fmla="*/ 185737 h 1890712"/>
                <a:gd name="connsiteX24" fmla="*/ 300038 w 2543175"/>
                <a:gd name="connsiteY24" fmla="*/ 219075 h 1890712"/>
                <a:gd name="connsiteX25" fmla="*/ 342900 w 2543175"/>
                <a:gd name="connsiteY25" fmla="*/ 254794 h 1890712"/>
                <a:gd name="connsiteX26" fmla="*/ 366713 w 2543175"/>
                <a:gd name="connsiteY26" fmla="*/ 264319 h 1890712"/>
                <a:gd name="connsiteX27" fmla="*/ 371475 w 2543175"/>
                <a:gd name="connsiteY27" fmla="*/ 271462 h 1890712"/>
                <a:gd name="connsiteX28" fmla="*/ 385763 w 2543175"/>
                <a:gd name="connsiteY28" fmla="*/ 283369 h 1890712"/>
                <a:gd name="connsiteX29" fmla="*/ 404813 w 2543175"/>
                <a:gd name="connsiteY29" fmla="*/ 295275 h 1890712"/>
                <a:gd name="connsiteX30" fmla="*/ 411957 w 2543175"/>
                <a:gd name="connsiteY30" fmla="*/ 297656 h 1890712"/>
                <a:gd name="connsiteX31" fmla="*/ 466725 w 2543175"/>
                <a:gd name="connsiteY31" fmla="*/ 328612 h 1890712"/>
                <a:gd name="connsiteX32" fmla="*/ 476250 w 2543175"/>
                <a:gd name="connsiteY32" fmla="*/ 335756 h 1890712"/>
                <a:gd name="connsiteX33" fmla="*/ 481013 w 2543175"/>
                <a:gd name="connsiteY33" fmla="*/ 342900 h 1890712"/>
                <a:gd name="connsiteX34" fmla="*/ 490538 w 2543175"/>
                <a:gd name="connsiteY34" fmla="*/ 352425 h 1890712"/>
                <a:gd name="connsiteX35" fmla="*/ 495300 w 2543175"/>
                <a:gd name="connsiteY35" fmla="*/ 359569 h 1890712"/>
                <a:gd name="connsiteX36" fmla="*/ 509588 w 2543175"/>
                <a:gd name="connsiteY36" fmla="*/ 376237 h 1890712"/>
                <a:gd name="connsiteX37" fmla="*/ 514350 w 2543175"/>
                <a:gd name="connsiteY37" fmla="*/ 383381 h 1890712"/>
                <a:gd name="connsiteX38" fmla="*/ 531019 w 2543175"/>
                <a:gd name="connsiteY38" fmla="*/ 397669 h 1890712"/>
                <a:gd name="connsiteX39" fmla="*/ 538163 w 2543175"/>
                <a:gd name="connsiteY39" fmla="*/ 407194 h 1890712"/>
                <a:gd name="connsiteX40" fmla="*/ 554832 w 2543175"/>
                <a:gd name="connsiteY40" fmla="*/ 421481 h 1890712"/>
                <a:gd name="connsiteX41" fmla="*/ 564357 w 2543175"/>
                <a:gd name="connsiteY41" fmla="*/ 431006 h 1890712"/>
                <a:gd name="connsiteX42" fmla="*/ 573882 w 2543175"/>
                <a:gd name="connsiteY42" fmla="*/ 438150 h 1890712"/>
                <a:gd name="connsiteX43" fmla="*/ 595313 w 2543175"/>
                <a:gd name="connsiteY43" fmla="*/ 454819 h 1890712"/>
                <a:gd name="connsiteX44" fmla="*/ 602457 w 2543175"/>
                <a:gd name="connsiteY44" fmla="*/ 457200 h 1890712"/>
                <a:gd name="connsiteX45" fmla="*/ 628650 w 2543175"/>
                <a:gd name="connsiteY45" fmla="*/ 469106 h 1890712"/>
                <a:gd name="connsiteX46" fmla="*/ 645319 w 2543175"/>
                <a:gd name="connsiteY46" fmla="*/ 483394 h 1890712"/>
                <a:gd name="connsiteX47" fmla="*/ 654844 w 2543175"/>
                <a:gd name="connsiteY47" fmla="*/ 488156 h 1890712"/>
                <a:gd name="connsiteX48" fmla="*/ 661988 w 2543175"/>
                <a:gd name="connsiteY48" fmla="*/ 497681 h 1890712"/>
                <a:gd name="connsiteX49" fmla="*/ 683419 w 2543175"/>
                <a:gd name="connsiteY49" fmla="*/ 514350 h 1890712"/>
                <a:gd name="connsiteX50" fmla="*/ 700088 w 2543175"/>
                <a:gd name="connsiteY50" fmla="*/ 526256 h 1890712"/>
                <a:gd name="connsiteX51" fmla="*/ 709613 w 2543175"/>
                <a:gd name="connsiteY51" fmla="*/ 535781 h 1890712"/>
                <a:gd name="connsiteX52" fmla="*/ 719138 w 2543175"/>
                <a:gd name="connsiteY52" fmla="*/ 542925 h 1890712"/>
                <a:gd name="connsiteX53" fmla="*/ 733425 w 2543175"/>
                <a:gd name="connsiteY53" fmla="*/ 557212 h 1890712"/>
                <a:gd name="connsiteX54" fmla="*/ 750094 w 2543175"/>
                <a:gd name="connsiteY54" fmla="*/ 569119 h 1890712"/>
                <a:gd name="connsiteX55" fmla="*/ 769144 w 2543175"/>
                <a:gd name="connsiteY55" fmla="*/ 581025 h 1890712"/>
                <a:gd name="connsiteX56" fmla="*/ 785813 w 2543175"/>
                <a:gd name="connsiteY56" fmla="*/ 590550 h 1890712"/>
                <a:gd name="connsiteX57" fmla="*/ 792957 w 2543175"/>
                <a:gd name="connsiteY57" fmla="*/ 600075 h 1890712"/>
                <a:gd name="connsiteX58" fmla="*/ 809625 w 2543175"/>
                <a:gd name="connsiteY58" fmla="*/ 611981 h 1890712"/>
                <a:gd name="connsiteX59" fmla="*/ 816769 w 2543175"/>
                <a:gd name="connsiteY59" fmla="*/ 619125 h 1890712"/>
                <a:gd name="connsiteX60" fmla="*/ 826294 w 2543175"/>
                <a:gd name="connsiteY60" fmla="*/ 626269 h 1890712"/>
                <a:gd name="connsiteX61" fmla="*/ 840582 w 2543175"/>
                <a:gd name="connsiteY61" fmla="*/ 638175 h 1890712"/>
                <a:gd name="connsiteX62" fmla="*/ 847725 w 2543175"/>
                <a:gd name="connsiteY62" fmla="*/ 645319 h 1890712"/>
                <a:gd name="connsiteX63" fmla="*/ 857250 w 2543175"/>
                <a:gd name="connsiteY63" fmla="*/ 652462 h 1890712"/>
                <a:gd name="connsiteX64" fmla="*/ 864394 w 2543175"/>
                <a:gd name="connsiteY64" fmla="*/ 657225 h 1890712"/>
                <a:gd name="connsiteX65" fmla="*/ 888207 w 2543175"/>
                <a:gd name="connsiteY65" fmla="*/ 676275 h 1890712"/>
                <a:gd name="connsiteX66" fmla="*/ 895350 w 2543175"/>
                <a:gd name="connsiteY66" fmla="*/ 681037 h 1890712"/>
                <a:gd name="connsiteX67" fmla="*/ 907257 w 2543175"/>
                <a:gd name="connsiteY67" fmla="*/ 683419 h 1890712"/>
                <a:gd name="connsiteX68" fmla="*/ 928688 w 2543175"/>
                <a:gd name="connsiteY68" fmla="*/ 695325 h 1890712"/>
                <a:gd name="connsiteX69" fmla="*/ 942975 w 2543175"/>
                <a:gd name="connsiteY69" fmla="*/ 700087 h 1890712"/>
                <a:gd name="connsiteX70" fmla="*/ 964407 w 2543175"/>
                <a:gd name="connsiteY70" fmla="*/ 716756 h 1890712"/>
                <a:gd name="connsiteX71" fmla="*/ 971550 w 2543175"/>
                <a:gd name="connsiteY71" fmla="*/ 723900 h 1890712"/>
                <a:gd name="connsiteX72" fmla="*/ 983457 w 2543175"/>
                <a:gd name="connsiteY72" fmla="*/ 733425 h 1890712"/>
                <a:gd name="connsiteX73" fmla="*/ 990600 w 2543175"/>
                <a:gd name="connsiteY73" fmla="*/ 738187 h 1890712"/>
                <a:gd name="connsiteX74" fmla="*/ 1007269 w 2543175"/>
                <a:gd name="connsiteY74" fmla="*/ 752475 h 1890712"/>
                <a:gd name="connsiteX75" fmla="*/ 1031082 w 2543175"/>
                <a:gd name="connsiteY75" fmla="*/ 766762 h 1890712"/>
                <a:gd name="connsiteX76" fmla="*/ 1042988 w 2543175"/>
                <a:gd name="connsiteY76" fmla="*/ 773906 h 1890712"/>
                <a:gd name="connsiteX77" fmla="*/ 1071563 w 2543175"/>
                <a:gd name="connsiteY77" fmla="*/ 785812 h 1890712"/>
                <a:gd name="connsiteX78" fmla="*/ 1097757 w 2543175"/>
                <a:gd name="connsiteY78" fmla="*/ 807244 h 1890712"/>
                <a:gd name="connsiteX79" fmla="*/ 1104900 w 2543175"/>
                <a:gd name="connsiteY79" fmla="*/ 814387 h 1890712"/>
                <a:gd name="connsiteX80" fmla="*/ 1121569 w 2543175"/>
                <a:gd name="connsiteY80" fmla="*/ 823912 h 1890712"/>
                <a:gd name="connsiteX81" fmla="*/ 1138238 w 2543175"/>
                <a:gd name="connsiteY81" fmla="*/ 835819 h 1890712"/>
                <a:gd name="connsiteX82" fmla="*/ 1147763 w 2543175"/>
                <a:gd name="connsiteY82" fmla="*/ 842962 h 1890712"/>
                <a:gd name="connsiteX83" fmla="*/ 1157288 w 2543175"/>
                <a:gd name="connsiteY83" fmla="*/ 847725 h 1890712"/>
                <a:gd name="connsiteX84" fmla="*/ 1178719 w 2543175"/>
                <a:gd name="connsiteY84" fmla="*/ 859631 h 1890712"/>
                <a:gd name="connsiteX85" fmla="*/ 1188244 w 2543175"/>
                <a:gd name="connsiteY85" fmla="*/ 866775 h 1890712"/>
                <a:gd name="connsiteX86" fmla="*/ 1195388 w 2543175"/>
                <a:gd name="connsiteY86" fmla="*/ 871537 h 1890712"/>
                <a:gd name="connsiteX87" fmla="*/ 1212057 w 2543175"/>
                <a:gd name="connsiteY87" fmla="*/ 883444 h 1890712"/>
                <a:gd name="connsiteX88" fmla="*/ 1226344 w 2543175"/>
                <a:gd name="connsiteY88" fmla="*/ 895350 h 1890712"/>
                <a:gd name="connsiteX89" fmla="*/ 1245394 w 2543175"/>
                <a:gd name="connsiteY89" fmla="*/ 907256 h 1890712"/>
                <a:gd name="connsiteX90" fmla="*/ 1254919 w 2543175"/>
                <a:gd name="connsiteY90" fmla="*/ 914400 h 1890712"/>
                <a:gd name="connsiteX91" fmla="*/ 1269207 w 2543175"/>
                <a:gd name="connsiteY91" fmla="*/ 921544 h 1890712"/>
                <a:gd name="connsiteX92" fmla="*/ 1290638 w 2543175"/>
                <a:gd name="connsiteY92" fmla="*/ 935831 h 1890712"/>
                <a:gd name="connsiteX93" fmla="*/ 1307307 w 2543175"/>
                <a:gd name="connsiteY93" fmla="*/ 952500 h 1890712"/>
                <a:gd name="connsiteX94" fmla="*/ 1333500 w 2543175"/>
                <a:gd name="connsiteY94" fmla="*/ 971550 h 1890712"/>
                <a:gd name="connsiteX95" fmla="*/ 1359694 w 2543175"/>
                <a:gd name="connsiteY95" fmla="*/ 990600 h 1890712"/>
                <a:gd name="connsiteX96" fmla="*/ 1385888 w 2543175"/>
                <a:gd name="connsiteY96" fmla="*/ 1021557 h 1890712"/>
                <a:gd name="connsiteX97" fmla="*/ 1435894 w 2543175"/>
                <a:gd name="connsiteY97" fmla="*/ 1054894 h 1890712"/>
                <a:gd name="connsiteX98" fmla="*/ 1497806 w 2543175"/>
                <a:gd name="connsiteY98" fmla="*/ 1104900 h 1890712"/>
                <a:gd name="connsiteX99" fmla="*/ 1559718 w 2543175"/>
                <a:gd name="connsiteY99" fmla="*/ 1154906 h 1890712"/>
                <a:gd name="connsiteX100" fmla="*/ 1597819 w 2543175"/>
                <a:gd name="connsiteY100" fmla="*/ 1154906 h 1890712"/>
                <a:gd name="connsiteX101" fmla="*/ 1628775 w 2543175"/>
                <a:gd name="connsiteY101" fmla="*/ 1183481 h 1890712"/>
                <a:gd name="connsiteX102" fmla="*/ 1662113 w 2543175"/>
                <a:gd name="connsiteY102" fmla="*/ 1209675 h 1890712"/>
                <a:gd name="connsiteX103" fmla="*/ 1678782 w 2543175"/>
                <a:gd name="connsiteY103" fmla="*/ 1226344 h 1890712"/>
                <a:gd name="connsiteX104" fmla="*/ 1700213 w 2543175"/>
                <a:gd name="connsiteY104" fmla="*/ 1247775 h 1890712"/>
                <a:gd name="connsiteX105" fmla="*/ 1712119 w 2543175"/>
                <a:gd name="connsiteY105" fmla="*/ 1259681 h 1890712"/>
                <a:gd name="connsiteX106" fmla="*/ 1733550 w 2543175"/>
                <a:gd name="connsiteY106" fmla="*/ 1273969 h 1890712"/>
                <a:gd name="connsiteX107" fmla="*/ 1743075 w 2543175"/>
                <a:gd name="connsiteY107" fmla="*/ 1283494 h 1890712"/>
                <a:gd name="connsiteX108" fmla="*/ 1754982 w 2543175"/>
                <a:gd name="connsiteY108" fmla="*/ 1290637 h 1890712"/>
                <a:gd name="connsiteX109" fmla="*/ 1766888 w 2543175"/>
                <a:gd name="connsiteY109" fmla="*/ 1300162 h 1890712"/>
                <a:gd name="connsiteX110" fmla="*/ 1783557 w 2543175"/>
                <a:gd name="connsiteY110" fmla="*/ 1307306 h 1890712"/>
                <a:gd name="connsiteX111" fmla="*/ 1790700 w 2543175"/>
                <a:gd name="connsiteY111" fmla="*/ 1312069 h 1890712"/>
                <a:gd name="connsiteX112" fmla="*/ 1800225 w 2543175"/>
                <a:gd name="connsiteY112" fmla="*/ 1319212 h 1890712"/>
                <a:gd name="connsiteX113" fmla="*/ 1807369 w 2543175"/>
                <a:gd name="connsiteY113" fmla="*/ 1321594 h 1890712"/>
                <a:gd name="connsiteX114" fmla="*/ 1824038 w 2543175"/>
                <a:gd name="connsiteY114" fmla="*/ 1333500 h 1890712"/>
                <a:gd name="connsiteX115" fmla="*/ 1843088 w 2543175"/>
                <a:gd name="connsiteY115" fmla="*/ 1352550 h 1890712"/>
                <a:gd name="connsiteX116" fmla="*/ 1852613 w 2543175"/>
                <a:gd name="connsiteY116" fmla="*/ 1359694 h 1890712"/>
                <a:gd name="connsiteX117" fmla="*/ 1859757 w 2543175"/>
                <a:gd name="connsiteY117" fmla="*/ 1366837 h 1890712"/>
                <a:gd name="connsiteX118" fmla="*/ 1869282 w 2543175"/>
                <a:gd name="connsiteY118" fmla="*/ 1371600 h 1890712"/>
                <a:gd name="connsiteX119" fmla="*/ 1883569 w 2543175"/>
                <a:gd name="connsiteY119" fmla="*/ 1388269 h 1890712"/>
                <a:gd name="connsiteX120" fmla="*/ 1893094 w 2543175"/>
                <a:gd name="connsiteY120" fmla="*/ 1395412 h 1890712"/>
                <a:gd name="connsiteX121" fmla="*/ 1902619 w 2543175"/>
                <a:gd name="connsiteY121" fmla="*/ 1404937 h 1890712"/>
                <a:gd name="connsiteX122" fmla="*/ 1912144 w 2543175"/>
                <a:gd name="connsiteY122" fmla="*/ 1409700 h 1890712"/>
                <a:gd name="connsiteX123" fmla="*/ 1931194 w 2543175"/>
                <a:gd name="connsiteY123" fmla="*/ 1421606 h 1890712"/>
                <a:gd name="connsiteX124" fmla="*/ 1935957 w 2543175"/>
                <a:gd name="connsiteY124" fmla="*/ 1428750 h 1890712"/>
                <a:gd name="connsiteX125" fmla="*/ 1952625 w 2543175"/>
                <a:gd name="connsiteY125" fmla="*/ 1438275 h 1890712"/>
                <a:gd name="connsiteX126" fmla="*/ 1971675 w 2543175"/>
                <a:gd name="connsiteY126" fmla="*/ 1450181 h 1890712"/>
                <a:gd name="connsiteX127" fmla="*/ 1981200 w 2543175"/>
                <a:gd name="connsiteY127" fmla="*/ 1454944 h 1890712"/>
                <a:gd name="connsiteX128" fmla="*/ 1997869 w 2543175"/>
                <a:gd name="connsiteY128" fmla="*/ 1471612 h 1890712"/>
                <a:gd name="connsiteX129" fmla="*/ 2007394 w 2543175"/>
                <a:gd name="connsiteY129" fmla="*/ 1478756 h 1890712"/>
                <a:gd name="connsiteX130" fmla="*/ 2016919 w 2543175"/>
                <a:gd name="connsiteY130" fmla="*/ 1483519 h 1890712"/>
                <a:gd name="connsiteX131" fmla="*/ 2024063 w 2543175"/>
                <a:gd name="connsiteY131" fmla="*/ 1490662 h 1890712"/>
                <a:gd name="connsiteX132" fmla="*/ 2033588 w 2543175"/>
                <a:gd name="connsiteY132" fmla="*/ 1495425 h 1890712"/>
                <a:gd name="connsiteX133" fmla="*/ 2040732 w 2543175"/>
                <a:gd name="connsiteY133" fmla="*/ 1502569 h 1890712"/>
                <a:gd name="connsiteX134" fmla="*/ 2047875 w 2543175"/>
                <a:gd name="connsiteY134" fmla="*/ 1507331 h 1890712"/>
                <a:gd name="connsiteX135" fmla="*/ 2057400 w 2543175"/>
                <a:gd name="connsiteY135" fmla="*/ 1514475 h 1890712"/>
                <a:gd name="connsiteX136" fmla="*/ 2064544 w 2543175"/>
                <a:gd name="connsiteY136" fmla="*/ 1519237 h 1890712"/>
                <a:gd name="connsiteX137" fmla="*/ 2071688 w 2543175"/>
                <a:gd name="connsiteY137" fmla="*/ 1526381 h 1890712"/>
                <a:gd name="connsiteX138" fmla="*/ 2081213 w 2543175"/>
                <a:gd name="connsiteY138" fmla="*/ 1531144 h 1890712"/>
                <a:gd name="connsiteX139" fmla="*/ 2090738 w 2543175"/>
                <a:gd name="connsiteY139" fmla="*/ 1538287 h 1890712"/>
                <a:gd name="connsiteX140" fmla="*/ 2109788 w 2543175"/>
                <a:gd name="connsiteY140" fmla="*/ 1547812 h 1890712"/>
                <a:gd name="connsiteX141" fmla="*/ 2131219 w 2543175"/>
                <a:gd name="connsiteY141" fmla="*/ 1562100 h 1890712"/>
                <a:gd name="connsiteX142" fmla="*/ 2140744 w 2543175"/>
                <a:gd name="connsiteY142" fmla="*/ 1566862 h 1890712"/>
                <a:gd name="connsiteX143" fmla="*/ 2152650 w 2543175"/>
                <a:gd name="connsiteY143" fmla="*/ 1576387 h 1890712"/>
                <a:gd name="connsiteX144" fmla="*/ 2181225 w 2543175"/>
                <a:gd name="connsiteY144" fmla="*/ 1590675 h 1890712"/>
                <a:gd name="connsiteX145" fmla="*/ 2200275 w 2543175"/>
                <a:gd name="connsiteY145" fmla="*/ 1607344 h 1890712"/>
                <a:gd name="connsiteX146" fmla="*/ 2207419 w 2543175"/>
                <a:gd name="connsiteY146" fmla="*/ 1612106 h 1890712"/>
                <a:gd name="connsiteX147" fmla="*/ 2216944 w 2543175"/>
                <a:gd name="connsiteY147" fmla="*/ 1619250 h 1890712"/>
                <a:gd name="connsiteX148" fmla="*/ 2224088 w 2543175"/>
                <a:gd name="connsiteY148" fmla="*/ 1624012 h 1890712"/>
                <a:gd name="connsiteX149" fmla="*/ 2247900 w 2543175"/>
                <a:gd name="connsiteY149" fmla="*/ 1643062 h 1890712"/>
                <a:gd name="connsiteX150" fmla="*/ 2255044 w 2543175"/>
                <a:gd name="connsiteY150" fmla="*/ 1650206 h 1890712"/>
                <a:gd name="connsiteX151" fmla="*/ 2281238 w 2543175"/>
                <a:gd name="connsiteY151" fmla="*/ 1664494 h 1890712"/>
                <a:gd name="connsiteX152" fmla="*/ 2297907 w 2543175"/>
                <a:gd name="connsiteY152" fmla="*/ 1674019 h 1890712"/>
                <a:gd name="connsiteX153" fmla="*/ 2312194 w 2543175"/>
                <a:gd name="connsiteY153" fmla="*/ 1685925 h 1890712"/>
                <a:gd name="connsiteX154" fmla="*/ 2328863 w 2543175"/>
                <a:gd name="connsiteY154" fmla="*/ 1697831 h 1890712"/>
                <a:gd name="connsiteX155" fmla="*/ 2350294 w 2543175"/>
                <a:gd name="connsiteY155" fmla="*/ 1712119 h 1890712"/>
                <a:gd name="connsiteX156" fmla="*/ 2369344 w 2543175"/>
                <a:gd name="connsiteY156" fmla="*/ 1724025 h 1890712"/>
                <a:gd name="connsiteX157" fmla="*/ 2428876 w 2543175"/>
                <a:gd name="connsiteY157" fmla="*/ 1785938 h 1890712"/>
                <a:gd name="connsiteX158" fmla="*/ 2466975 w 2543175"/>
                <a:gd name="connsiteY158" fmla="*/ 1783556 h 1890712"/>
                <a:gd name="connsiteX159" fmla="*/ 2481263 w 2543175"/>
                <a:gd name="connsiteY159" fmla="*/ 1795462 h 1890712"/>
                <a:gd name="connsiteX160" fmla="*/ 2486025 w 2543175"/>
                <a:gd name="connsiteY160" fmla="*/ 1802606 h 1890712"/>
                <a:gd name="connsiteX161" fmla="*/ 2514600 w 2543175"/>
                <a:gd name="connsiteY161" fmla="*/ 1850231 h 1890712"/>
                <a:gd name="connsiteX162" fmla="*/ 2519363 w 2543175"/>
                <a:gd name="connsiteY162" fmla="*/ 1857375 h 1890712"/>
                <a:gd name="connsiteX163" fmla="*/ 2540794 w 2543175"/>
                <a:gd name="connsiteY163" fmla="*/ 1883569 h 1890712"/>
                <a:gd name="connsiteX164" fmla="*/ 2543175 w 2543175"/>
                <a:gd name="connsiteY164" fmla="*/ 1890712 h 1890712"/>
                <a:gd name="connsiteX0" fmla="*/ 0 w 2543175"/>
                <a:gd name="connsiteY0" fmla="*/ 0 h 1890712"/>
                <a:gd name="connsiteX1" fmla="*/ 11907 w 2543175"/>
                <a:gd name="connsiteY1" fmla="*/ 11906 h 1890712"/>
                <a:gd name="connsiteX2" fmla="*/ 21432 w 2543175"/>
                <a:gd name="connsiteY2" fmla="*/ 16669 h 1890712"/>
                <a:gd name="connsiteX3" fmla="*/ 23813 w 2543175"/>
                <a:gd name="connsiteY3" fmla="*/ 23812 h 1890712"/>
                <a:gd name="connsiteX4" fmla="*/ 33338 w 2543175"/>
                <a:gd name="connsiteY4" fmla="*/ 33337 h 1890712"/>
                <a:gd name="connsiteX5" fmla="*/ 40482 w 2543175"/>
                <a:gd name="connsiteY5" fmla="*/ 42862 h 1890712"/>
                <a:gd name="connsiteX6" fmla="*/ 47625 w 2543175"/>
                <a:gd name="connsiteY6" fmla="*/ 47625 h 1890712"/>
                <a:gd name="connsiteX7" fmla="*/ 57150 w 2543175"/>
                <a:gd name="connsiteY7" fmla="*/ 54769 h 1890712"/>
                <a:gd name="connsiteX8" fmla="*/ 64294 w 2543175"/>
                <a:gd name="connsiteY8" fmla="*/ 59531 h 1890712"/>
                <a:gd name="connsiteX9" fmla="*/ 83344 w 2543175"/>
                <a:gd name="connsiteY9" fmla="*/ 73819 h 1890712"/>
                <a:gd name="connsiteX10" fmla="*/ 97632 w 2543175"/>
                <a:gd name="connsiteY10" fmla="*/ 80962 h 1890712"/>
                <a:gd name="connsiteX11" fmla="*/ 104775 w 2543175"/>
                <a:gd name="connsiteY11" fmla="*/ 85725 h 1890712"/>
                <a:gd name="connsiteX12" fmla="*/ 114300 w 2543175"/>
                <a:gd name="connsiteY12" fmla="*/ 95250 h 1890712"/>
                <a:gd name="connsiteX13" fmla="*/ 123825 w 2543175"/>
                <a:gd name="connsiteY13" fmla="*/ 97631 h 1890712"/>
                <a:gd name="connsiteX14" fmla="*/ 130969 w 2543175"/>
                <a:gd name="connsiteY14" fmla="*/ 104775 h 1890712"/>
                <a:gd name="connsiteX15" fmla="*/ 140494 w 2543175"/>
                <a:gd name="connsiteY15" fmla="*/ 111919 h 1890712"/>
                <a:gd name="connsiteX16" fmla="*/ 147638 w 2543175"/>
                <a:gd name="connsiteY16" fmla="*/ 116681 h 1890712"/>
                <a:gd name="connsiteX17" fmla="*/ 164307 w 2543175"/>
                <a:gd name="connsiteY17" fmla="*/ 128587 h 1890712"/>
                <a:gd name="connsiteX18" fmla="*/ 180975 w 2543175"/>
                <a:gd name="connsiteY18" fmla="*/ 140494 h 1890712"/>
                <a:gd name="connsiteX19" fmla="*/ 197644 w 2543175"/>
                <a:gd name="connsiteY19" fmla="*/ 152400 h 1890712"/>
                <a:gd name="connsiteX20" fmla="*/ 204788 w 2543175"/>
                <a:gd name="connsiteY20" fmla="*/ 157162 h 1890712"/>
                <a:gd name="connsiteX21" fmla="*/ 214313 w 2543175"/>
                <a:gd name="connsiteY21" fmla="*/ 164306 h 1890712"/>
                <a:gd name="connsiteX22" fmla="*/ 230982 w 2543175"/>
                <a:gd name="connsiteY22" fmla="*/ 180975 h 1890712"/>
                <a:gd name="connsiteX23" fmla="*/ 247650 w 2543175"/>
                <a:gd name="connsiteY23" fmla="*/ 185737 h 1890712"/>
                <a:gd name="connsiteX24" fmla="*/ 300038 w 2543175"/>
                <a:gd name="connsiteY24" fmla="*/ 219075 h 1890712"/>
                <a:gd name="connsiteX25" fmla="*/ 342900 w 2543175"/>
                <a:gd name="connsiteY25" fmla="*/ 254794 h 1890712"/>
                <a:gd name="connsiteX26" fmla="*/ 366713 w 2543175"/>
                <a:gd name="connsiteY26" fmla="*/ 264319 h 1890712"/>
                <a:gd name="connsiteX27" fmla="*/ 371475 w 2543175"/>
                <a:gd name="connsiteY27" fmla="*/ 271462 h 1890712"/>
                <a:gd name="connsiteX28" fmla="*/ 385763 w 2543175"/>
                <a:gd name="connsiteY28" fmla="*/ 283369 h 1890712"/>
                <a:gd name="connsiteX29" fmla="*/ 404813 w 2543175"/>
                <a:gd name="connsiteY29" fmla="*/ 295275 h 1890712"/>
                <a:gd name="connsiteX30" fmla="*/ 411957 w 2543175"/>
                <a:gd name="connsiteY30" fmla="*/ 297656 h 1890712"/>
                <a:gd name="connsiteX31" fmla="*/ 466725 w 2543175"/>
                <a:gd name="connsiteY31" fmla="*/ 328612 h 1890712"/>
                <a:gd name="connsiteX32" fmla="*/ 476250 w 2543175"/>
                <a:gd name="connsiteY32" fmla="*/ 335756 h 1890712"/>
                <a:gd name="connsiteX33" fmla="*/ 481013 w 2543175"/>
                <a:gd name="connsiteY33" fmla="*/ 342900 h 1890712"/>
                <a:gd name="connsiteX34" fmla="*/ 490538 w 2543175"/>
                <a:gd name="connsiteY34" fmla="*/ 352425 h 1890712"/>
                <a:gd name="connsiteX35" fmla="*/ 495300 w 2543175"/>
                <a:gd name="connsiteY35" fmla="*/ 359569 h 1890712"/>
                <a:gd name="connsiteX36" fmla="*/ 509588 w 2543175"/>
                <a:gd name="connsiteY36" fmla="*/ 376237 h 1890712"/>
                <a:gd name="connsiteX37" fmla="*/ 514350 w 2543175"/>
                <a:gd name="connsiteY37" fmla="*/ 383381 h 1890712"/>
                <a:gd name="connsiteX38" fmla="*/ 531019 w 2543175"/>
                <a:gd name="connsiteY38" fmla="*/ 397669 h 1890712"/>
                <a:gd name="connsiteX39" fmla="*/ 538163 w 2543175"/>
                <a:gd name="connsiteY39" fmla="*/ 407194 h 1890712"/>
                <a:gd name="connsiteX40" fmla="*/ 554832 w 2543175"/>
                <a:gd name="connsiteY40" fmla="*/ 421481 h 1890712"/>
                <a:gd name="connsiteX41" fmla="*/ 564357 w 2543175"/>
                <a:gd name="connsiteY41" fmla="*/ 431006 h 1890712"/>
                <a:gd name="connsiteX42" fmla="*/ 573882 w 2543175"/>
                <a:gd name="connsiteY42" fmla="*/ 438150 h 1890712"/>
                <a:gd name="connsiteX43" fmla="*/ 595313 w 2543175"/>
                <a:gd name="connsiteY43" fmla="*/ 454819 h 1890712"/>
                <a:gd name="connsiteX44" fmla="*/ 602457 w 2543175"/>
                <a:gd name="connsiteY44" fmla="*/ 457200 h 1890712"/>
                <a:gd name="connsiteX45" fmla="*/ 628650 w 2543175"/>
                <a:gd name="connsiteY45" fmla="*/ 469106 h 1890712"/>
                <a:gd name="connsiteX46" fmla="*/ 645319 w 2543175"/>
                <a:gd name="connsiteY46" fmla="*/ 483394 h 1890712"/>
                <a:gd name="connsiteX47" fmla="*/ 654844 w 2543175"/>
                <a:gd name="connsiteY47" fmla="*/ 488156 h 1890712"/>
                <a:gd name="connsiteX48" fmla="*/ 661988 w 2543175"/>
                <a:gd name="connsiteY48" fmla="*/ 497681 h 1890712"/>
                <a:gd name="connsiteX49" fmla="*/ 683419 w 2543175"/>
                <a:gd name="connsiteY49" fmla="*/ 514350 h 1890712"/>
                <a:gd name="connsiteX50" fmla="*/ 700088 w 2543175"/>
                <a:gd name="connsiteY50" fmla="*/ 526256 h 1890712"/>
                <a:gd name="connsiteX51" fmla="*/ 709613 w 2543175"/>
                <a:gd name="connsiteY51" fmla="*/ 535781 h 1890712"/>
                <a:gd name="connsiteX52" fmla="*/ 719138 w 2543175"/>
                <a:gd name="connsiteY52" fmla="*/ 542925 h 1890712"/>
                <a:gd name="connsiteX53" fmla="*/ 733425 w 2543175"/>
                <a:gd name="connsiteY53" fmla="*/ 557212 h 1890712"/>
                <a:gd name="connsiteX54" fmla="*/ 750094 w 2543175"/>
                <a:gd name="connsiteY54" fmla="*/ 569119 h 1890712"/>
                <a:gd name="connsiteX55" fmla="*/ 769144 w 2543175"/>
                <a:gd name="connsiteY55" fmla="*/ 581025 h 1890712"/>
                <a:gd name="connsiteX56" fmla="*/ 785813 w 2543175"/>
                <a:gd name="connsiteY56" fmla="*/ 590550 h 1890712"/>
                <a:gd name="connsiteX57" fmla="*/ 792957 w 2543175"/>
                <a:gd name="connsiteY57" fmla="*/ 600075 h 1890712"/>
                <a:gd name="connsiteX58" fmla="*/ 809625 w 2543175"/>
                <a:gd name="connsiteY58" fmla="*/ 611981 h 1890712"/>
                <a:gd name="connsiteX59" fmla="*/ 816769 w 2543175"/>
                <a:gd name="connsiteY59" fmla="*/ 619125 h 1890712"/>
                <a:gd name="connsiteX60" fmla="*/ 826294 w 2543175"/>
                <a:gd name="connsiteY60" fmla="*/ 626269 h 1890712"/>
                <a:gd name="connsiteX61" fmla="*/ 840582 w 2543175"/>
                <a:gd name="connsiteY61" fmla="*/ 638175 h 1890712"/>
                <a:gd name="connsiteX62" fmla="*/ 847725 w 2543175"/>
                <a:gd name="connsiteY62" fmla="*/ 645319 h 1890712"/>
                <a:gd name="connsiteX63" fmla="*/ 857250 w 2543175"/>
                <a:gd name="connsiteY63" fmla="*/ 652462 h 1890712"/>
                <a:gd name="connsiteX64" fmla="*/ 864394 w 2543175"/>
                <a:gd name="connsiteY64" fmla="*/ 657225 h 1890712"/>
                <a:gd name="connsiteX65" fmla="*/ 888207 w 2543175"/>
                <a:gd name="connsiteY65" fmla="*/ 676275 h 1890712"/>
                <a:gd name="connsiteX66" fmla="*/ 895350 w 2543175"/>
                <a:gd name="connsiteY66" fmla="*/ 681037 h 1890712"/>
                <a:gd name="connsiteX67" fmla="*/ 907257 w 2543175"/>
                <a:gd name="connsiteY67" fmla="*/ 683419 h 1890712"/>
                <a:gd name="connsiteX68" fmla="*/ 928688 w 2543175"/>
                <a:gd name="connsiteY68" fmla="*/ 695325 h 1890712"/>
                <a:gd name="connsiteX69" fmla="*/ 942975 w 2543175"/>
                <a:gd name="connsiteY69" fmla="*/ 700087 h 1890712"/>
                <a:gd name="connsiteX70" fmla="*/ 964407 w 2543175"/>
                <a:gd name="connsiteY70" fmla="*/ 716756 h 1890712"/>
                <a:gd name="connsiteX71" fmla="*/ 971550 w 2543175"/>
                <a:gd name="connsiteY71" fmla="*/ 723900 h 1890712"/>
                <a:gd name="connsiteX72" fmla="*/ 983457 w 2543175"/>
                <a:gd name="connsiteY72" fmla="*/ 733425 h 1890712"/>
                <a:gd name="connsiteX73" fmla="*/ 990600 w 2543175"/>
                <a:gd name="connsiteY73" fmla="*/ 738187 h 1890712"/>
                <a:gd name="connsiteX74" fmla="*/ 1007269 w 2543175"/>
                <a:gd name="connsiteY74" fmla="*/ 752475 h 1890712"/>
                <a:gd name="connsiteX75" fmla="*/ 1031082 w 2543175"/>
                <a:gd name="connsiteY75" fmla="*/ 766762 h 1890712"/>
                <a:gd name="connsiteX76" fmla="*/ 1042988 w 2543175"/>
                <a:gd name="connsiteY76" fmla="*/ 773906 h 1890712"/>
                <a:gd name="connsiteX77" fmla="*/ 1071563 w 2543175"/>
                <a:gd name="connsiteY77" fmla="*/ 785812 h 1890712"/>
                <a:gd name="connsiteX78" fmla="*/ 1097757 w 2543175"/>
                <a:gd name="connsiteY78" fmla="*/ 807244 h 1890712"/>
                <a:gd name="connsiteX79" fmla="*/ 1104900 w 2543175"/>
                <a:gd name="connsiteY79" fmla="*/ 814387 h 1890712"/>
                <a:gd name="connsiteX80" fmla="*/ 1121569 w 2543175"/>
                <a:gd name="connsiteY80" fmla="*/ 823912 h 1890712"/>
                <a:gd name="connsiteX81" fmla="*/ 1138238 w 2543175"/>
                <a:gd name="connsiteY81" fmla="*/ 835819 h 1890712"/>
                <a:gd name="connsiteX82" fmla="*/ 1147763 w 2543175"/>
                <a:gd name="connsiteY82" fmla="*/ 842962 h 1890712"/>
                <a:gd name="connsiteX83" fmla="*/ 1157288 w 2543175"/>
                <a:gd name="connsiteY83" fmla="*/ 847725 h 1890712"/>
                <a:gd name="connsiteX84" fmla="*/ 1178719 w 2543175"/>
                <a:gd name="connsiteY84" fmla="*/ 859631 h 1890712"/>
                <a:gd name="connsiteX85" fmla="*/ 1188244 w 2543175"/>
                <a:gd name="connsiteY85" fmla="*/ 866775 h 1890712"/>
                <a:gd name="connsiteX86" fmla="*/ 1195388 w 2543175"/>
                <a:gd name="connsiteY86" fmla="*/ 871537 h 1890712"/>
                <a:gd name="connsiteX87" fmla="*/ 1212057 w 2543175"/>
                <a:gd name="connsiteY87" fmla="*/ 883444 h 1890712"/>
                <a:gd name="connsiteX88" fmla="*/ 1226344 w 2543175"/>
                <a:gd name="connsiteY88" fmla="*/ 895350 h 1890712"/>
                <a:gd name="connsiteX89" fmla="*/ 1245394 w 2543175"/>
                <a:gd name="connsiteY89" fmla="*/ 907256 h 1890712"/>
                <a:gd name="connsiteX90" fmla="*/ 1254919 w 2543175"/>
                <a:gd name="connsiteY90" fmla="*/ 914400 h 1890712"/>
                <a:gd name="connsiteX91" fmla="*/ 1269207 w 2543175"/>
                <a:gd name="connsiteY91" fmla="*/ 921544 h 1890712"/>
                <a:gd name="connsiteX92" fmla="*/ 1290638 w 2543175"/>
                <a:gd name="connsiteY92" fmla="*/ 935831 h 1890712"/>
                <a:gd name="connsiteX93" fmla="*/ 1307307 w 2543175"/>
                <a:gd name="connsiteY93" fmla="*/ 952500 h 1890712"/>
                <a:gd name="connsiteX94" fmla="*/ 1333500 w 2543175"/>
                <a:gd name="connsiteY94" fmla="*/ 971550 h 1890712"/>
                <a:gd name="connsiteX95" fmla="*/ 1359694 w 2543175"/>
                <a:gd name="connsiteY95" fmla="*/ 990600 h 1890712"/>
                <a:gd name="connsiteX96" fmla="*/ 1385888 w 2543175"/>
                <a:gd name="connsiteY96" fmla="*/ 1021557 h 1890712"/>
                <a:gd name="connsiteX97" fmla="*/ 1435894 w 2543175"/>
                <a:gd name="connsiteY97" fmla="*/ 1054894 h 1890712"/>
                <a:gd name="connsiteX98" fmla="*/ 1497806 w 2543175"/>
                <a:gd name="connsiteY98" fmla="*/ 1104900 h 1890712"/>
                <a:gd name="connsiteX99" fmla="*/ 1559718 w 2543175"/>
                <a:gd name="connsiteY99" fmla="*/ 1154906 h 1890712"/>
                <a:gd name="connsiteX100" fmla="*/ 1595438 w 2543175"/>
                <a:gd name="connsiteY100" fmla="*/ 1181100 h 1890712"/>
                <a:gd name="connsiteX101" fmla="*/ 1628775 w 2543175"/>
                <a:gd name="connsiteY101" fmla="*/ 1183481 h 1890712"/>
                <a:gd name="connsiteX102" fmla="*/ 1662113 w 2543175"/>
                <a:gd name="connsiteY102" fmla="*/ 1209675 h 1890712"/>
                <a:gd name="connsiteX103" fmla="*/ 1678782 w 2543175"/>
                <a:gd name="connsiteY103" fmla="*/ 1226344 h 1890712"/>
                <a:gd name="connsiteX104" fmla="*/ 1700213 w 2543175"/>
                <a:gd name="connsiteY104" fmla="*/ 1247775 h 1890712"/>
                <a:gd name="connsiteX105" fmla="*/ 1712119 w 2543175"/>
                <a:gd name="connsiteY105" fmla="*/ 1259681 h 1890712"/>
                <a:gd name="connsiteX106" fmla="*/ 1733550 w 2543175"/>
                <a:gd name="connsiteY106" fmla="*/ 1273969 h 1890712"/>
                <a:gd name="connsiteX107" fmla="*/ 1743075 w 2543175"/>
                <a:gd name="connsiteY107" fmla="*/ 1283494 h 1890712"/>
                <a:gd name="connsiteX108" fmla="*/ 1754982 w 2543175"/>
                <a:gd name="connsiteY108" fmla="*/ 1290637 h 1890712"/>
                <a:gd name="connsiteX109" fmla="*/ 1766888 w 2543175"/>
                <a:gd name="connsiteY109" fmla="*/ 1300162 h 1890712"/>
                <a:gd name="connsiteX110" fmla="*/ 1783557 w 2543175"/>
                <a:gd name="connsiteY110" fmla="*/ 1307306 h 1890712"/>
                <a:gd name="connsiteX111" fmla="*/ 1790700 w 2543175"/>
                <a:gd name="connsiteY111" fmla="*/ 1312069 h 1890712"/>
                <a:gd name="connsiteX112" fmla="*/ 1800225 w 2543175"/>
                <a:gd name="connsiteY112" fmla="*/ 1319212 h 1890712"/>
                <a:gd name="connsiteX113" fmla="*/ 1807369 w 2543175"/>
                <a:gd name="connsiteY113" fmla="*/ 1321594 h 1890712"/>
                <a:gd name="connsiteX114" fmla="*/ 1824038 w 2543175"/>
                <a:gd name="connsiteY114" fmla="*/ 1333500 h 1890712"/>
                <a:gd name="connsiteX115" fmla="*/ 1843088 w 2543175"/>
                <a:gd name="connsiteY115" fmla="*/ 1352550 h 1890712"/>
                <a:gd name="connsiteX116" fmla="*/ 1852613 w 2543175"/>
                <a:gd name="connsiteY116" fmla="*/ 1359694 h 1890712"/>
                <a:gd name="connsiteX117" fmla="*/ 1859757 w 2543175"/>
                <a:gd name="connsiteY117" fmla="*/ 1366837 h 1890712"/>
                <a:gd name="connsiteX118" fmla="*/ 1869282 w 2543175"/>
                <a:gd name="connsiteY118" fmla="*/ 1371600 h 1890712"/>
                <a:gd name="connsiteX119" fmla="*/ 1883569 w 2543175"/>
                <a:gd name="connsiteY119" fmla="*/ 1388269 h 1890712"/>
                <a:gd name="connsiteX120" fmla="*/ 1893094 w 2543175"/>
                <a:gd name="connsiteY120" fmla="*/ 1395412 h 1890712"/>
                <a:gd name="connsiteX121" fmla="*/ 1902619 w 2543175"/>
                <a:gd name="connsiteY121" fmla="*/ 1404937 h 1890712"/>
                <a:gd name="connsiteX122" fmla="*/ 1912144 w 2543175"/>
                <a:gd name="connsiteY122" fmla="*/ 1409700 h 1890712"/>
                <a:gd name="connsiteX123" fmla="*/ 1931194 w 2543175"/>
                <a:gd name="connsiteY123" fmla="*/ 1421606 h 1890712"/>
                <a:gd name="connsiteX124" fmla="*/ 1935957 w 2543175"/>
                <a:gd name="connsiteY124" fmla="*/ 1428750 h 1890712"/>
                <a:gd name="connsiteX125" fmla="*/ 1952625 w 2543175"/>
                <a:gd name="connsiteY125" fmla="*/ 1438275 h 1890712"/>
                <a:gd name="connsiteX126" fmla="*/ 1971675 w 2543175"/>
                <a:gd name="connsiteY126" fmla="*/ 1450181 h 1890712"/>
                <a:gd name="connsiteX127" fmla="*/ 1981200 w 2543175"/>
                <a:gd name="connsiteY127" fmla="*/ 1454944 h 1890712"/>
                <a:gd name="connsiteX128" fmla="*/ 1997869 w 2543175"/>
                <a:gd name="connsiteY128" fmla="*/ 1471612 h 1890712"/>
                <a:gd name="connsiteX129" fmla="*/ 2007394 w 2543175"/>
                <a:gd name="connsiteY129" fmla="*/ 1478756 h 1890712"/>
                <a:gd name="connsiteX130" fmla="*/ 2016919 w 2543175"/>
                <a:gd name="connsiteY130" fmla="*/ 1483519 h 1890712"/>
                <a:gd name="connsiteX131" fmla="*/ 2024063 w 2543175"/>
                <a:gd name="connsiteY131" fmla="*/ 1490662 h 1890712"/>
                <a:gd name="connsiteX132" fmla="*/ 2033588 w 2543175"/>
                <a:gd name="connsiteY132" fmla="*/ 1495425 h 1890712"/>
                <a:gd name="connsiteX133" fmla="*/ 2040732 w 2543175"/>
                <a:gd name="connsiteY133" fmla="*/ 1502569 h 1890712"/>
                <a:gd name="connsiteX134" fmla="*/ 2047875 w 2543175"/>
                <a:gd name="connsiteY134" fmla="*/ 1507331 h 1890712"/>
                <a:gd name="connsiteX135" fmla="*/ 2057400 w 2543175"/>
                <a:gd name="connsiteY135" fmla="*/ 1514475 h 1890712"/>
                <a:gd name="connsiteX136" fmla="*/ 2064544 w 2543175"/>
                <a:gd name="connsiteY136" fmla="*/ 1519237 h 1890712"/>
                <a:gd name="connsiteX137" fmla="*/ 2071688 w 2543175"/>
                <a:gd name="connsiteY137" fmla="*/ 1526381 h 1890712"/>
                <a:gd name="connsiteX138" fmla="*/ 2081213 w 2543175"/>
                <a:gd name="connsiteY138" fmla="*/ 1531144 h 1890712"/>
                <a:gd name="connsiteX139" fmla="*/ 2090738 w 2543175"/>
                <a:gd name="connsiteY139" fmla="*/ 1538287 h 1890712"/>
                <a:gd name="connsiteX140" fmla="*/ 2109788 w 2543175"/>
                <a:gd name="connsiteY140" fmla="*/ 1547812 h 1890712"/>
                <a:gd name="connsiteX141" fmla="*/ 2131219 w 2543175"/>
                <a:gd name="connsiteY141" fmla="*/ 1562100 h 1890712"/>
                <a:gd name="connsiteX142" fmla="*/ 2140744 w 2543175"/>
                <a:gd name="connsiteY142" fmla="*/ 1566862 h 1890712"/>
                <a:gd name="connsiteX143" fmla="*/ 2152650 w 2543175"/>
                <a:gd name="connsiteY143" fmla="*/ 1576387 h 1890712"/>
                <a:gd name="connsiteX144" fmla="*/ 2181225 w 2543175"/>
                <a:gd name="connsiteY144" fmla="*/ 1590675 h 1890712"/>
                <a:gd name="connsiteX145" fmla="*/ 2200275 w 2543175"/>
                <a:gd name="connsiteY145" fmla="*/ 1607344 h 1890712"/>
                <a:gd name="connsiteX146" fmla="*/ 2207419 w 2543175"/>
                <a:gd name="connsiteY146" fmla="*/ 1612106 h 1890712"/>
                <a:gd name="connsiteX147" fmla="*/ 2216944 w 2543175"/>
                <a:gd name="connsiteY147" fmla="*/ 1619250 h 1890712"/>
                <a:gd name="connsiteX148" fmla="*/ 2224088 w 2543175"/>
                <a:gd name="connsiteY148" fmla="*/ 1624012 h 1890712"/>
                <a:gd name="connsiteX149" fmla="*/ 2247900 w 2543175"/>
                <a:gd name="connsiteY149" fmla="*/ 1643062 h 1890712"/>
                <a:gd name="connsiteX150" fmla="*/ 2255044 w 2543175"/>
                <a:gd name="connsiteY150" fmla="*/ 1650206 h 1890712"/>
                <a:gd name="connsiteX151" fmla="*/ 2281238 w 2543175"/>
                <a:gd name="connsiteY151" fmla="*/ 1664494 h 1890712"/>
                <a:gd name="connsiteX152" fmla="*/ 2297907 w 2543175"/>
                <a:gd name="connsiteY152" fmla="*/ 1674019 h 1890712"/>
                <a:gd name="connsiteX153" fmla="*/ 2312194 w 2543175"/>
                <a:gd name="connsiteY153" fmla="*/ 1685925 h 1890712"/>
                <a:gd name="connsiteX154" fmla="*/ 2328863 w 2543175"/>
                <a:gd name="connsiteY154" fmla="*/ 1697831 h 1890712"/>
                <a:gd name="connsiteX155" fmla="*/ 2350294 w 2543175"/>
                <a:gd name="connsiteY155" fmla="*/ 1712119 h 1890712"/>
                <a:gd name="connsiteX156" fmla="*/ 2369344 w 2543175"/>
                <a:gd name="connsiteY156" fmla="*/ 1724025 h 1890712"/>
                <a:gd name="connsiteX157" fmla="*/ 2428876 w 2543175"/>
                <a:gd name="connsiteY157" fmla="*/ 1785938 h 1890712"/>
                <a:gd name="connsiteX158" fmla="*/ 2466975 w 2543175"/>
                <a:gd name="connsiteY158" fmla="*/ 1783556 h 1890712"/>
                <a:gd name="connsiteX159" fmla="*/ 2481263 w 2543175"/>
                <a:gd name="connsiteY159" fmla="*/ 1795462 h 1890712"/>
                <a:gd name="connsiteX160" fmla="*/ 2486025 w 2543175"/>
                <a:gd name="connsiteY160" fmla="*/ 1802606 h 1890712"/>
                <a:gd name="connsiteX161" fmla="*/ 2514600 w 2543175"/>
                <a:gd name="connsiteY161" fmla="*/ 1850231 h 1890712"/>
                <a:gd name="connsiteX162" fmla="*/ 2519363 w 2543175"/>
                <a:gd name="connsiteY162" fmla="*/ 1857375 h 1890712"/>
                <a:gd name="connsiteX163" fmla="*/ 2540794 w 2543175"/>
                <a:gd name="connsiteY163" fmla="*/ 1883569 h 1890712"/>
                <a:gd name="connsiteX164" fmla="*/ 2543175 w 2543175"/>
                <a:gd name="connsiteY164" fmla="*/ 1890712 h 1890712"/>
                <a:gd name="connsiteX0" fmla="*/ 0 w 2543175"/>
                <a:gd name="connsiteY0" fmla="*/ 0 h 1890712"/>
                <a:gd name="connsiteX1" fmla="*/ 11907 w 2543175"/>
                <a:gd name="connsiteY1" fmla="*/ 11906 h 1890712"/>
                <a:gd name="connsiteX2" fmla="*/ 21432 w 2543175"/>
                <a:gd name="connsiteY2" fmla="*/ 16669 h 1890712"/>
                <a:gd name="connsiteX3" fmla="*/ 23813 w 2543175"/>
                <a:gd name="connsiteY3" fmla="*/ 23812 h 1890712"/>
                <a:gd name="connsiteX4" fmla="*/ 33338 w 2543175"/>
                <a:gd name="connsiteY4" fmla="*/ 33337 h 1890712"/>
                <a:gd name="connsiteX5" fmla="*/ 40482 w 2543175"/>
                <a:gd name="connsiteY5" fmla="*/ 42862 h 1890712"/>
                <a:gd name="connsiteX6" fmla="*/ 47625 w 2543175"/>
                <a:gd name="connsiteY6" fmla="*/ 47625 h 1890712"/>
                <a:gd name="connsiteX7" fmla="*/ 57150 w 2543175"/>
                <a:gd name="connsiteY7" fmla="*/ 54769 h 1890712"/>
                <a:gd name="connsiteX8" fmla="*/ 64294 w 2543175"/>
                <a:gd name="connsiteY8" fmla="*/ 59531 h 1890712"/>
                <a:gd name="connsiteX9" fmla="*/ 83344 w 2543175"/>
                <a:gd name="connsiteY9" fmla="*/ 73819 h 1890712"/>
                <a:gd name="connsiteX10" fmla="*/ 97632 w 2543175"/>
                <a:gd name="connsiteY10" fmla="*/ 80962 h 1890712"/>
                <a:gd name="connsiteX11" fmla="*/ 104775 w 2543175"/>
                <a:gd name="connsiteY11" fmla="*/ 85725 h 1890712"/>
                <a:gd name="connsiteX12" fmla="*/ 114300 w 2543175"/>
                <a:gd name="connsiteY12" fmla="*/ 95250 h 1890712"/>
                <a:gd name="connsiteX13" fmla="*/ 123825 w 2543175"/>
                <a:gd name="connsiteY13" fmla="*/ 97631 h 1890712"/>
                <a:gd name="connsiteX14" fmla="*/ 130969 w 2543175"/>
                <a:gd name="connsiteY14" fmla="*/ 104775 h 1890712"/>
                <a:gd name="connsiteX15" fmla="*/ 140494 w 2543175"/>
                <a:gd name="connsiteY15" fmla="*/ 111919 h 1890712"/>
                <a:gd name="connsiteX16" fmla="*/ 147638 w 2543175"/>
                <a:gd name="connsiteY16" fmla="*/ 116681 h 1890712"/>
                <a:gd name="connsiteX17" fmla="*/ 164307 w 2543175"/>
                <a:gd name="connsiteY17" fmla="*/ 128587 h 1890712"/>
                <a:gd name="connsiteX18" fmla="*/ 180975 w 2543175"/>
                <a:gd name="connsiteY18" fmla="*/ 140494 h 1890712"/>
                <a:gd name="connsiteX19" fmla="*/ 197644 w 2543175"/>
                <a:gd name="connsiteY19" fmla="*/ 152400 h 1890712"/>
                <a:gd name="connsiteX20" fmla="*/ 204788 w 2543175"/>
                <a:gd name="connsiteY20" fmla="*/ 157162 h 1890712"/>
                <a:gd name="connsiteX21" fmla="*/ 214313 w 2543175"/>
                <a:gd name="connsiteY21" fmla="*/ 164306 h 1890712"/>
                <a:gd name="connsiteX22" fmla="*/ 230982 w 2543175"/>
                <a:gd name="connsiteY22" fmla="*/ 180975 h 1890712"/>
                <a:gd name="connsiteX23" fmla="*/ 247650 w 2543175"/>
                <a:gd name="connsiteY23" fmla="*/ 185737 h 1890712"/>
                <a:gd name="connsiteX24" fmla="*/ 300038 w 2543175"/>
                <a:gd name="connsiteY24" fmla="*/ 219075 h 1890712"/>
                <a:gd name="connsiteX25" fmla="*/ 342900 w 2543175"/>
                <a:gd name="connsiteY25" fmla="*/ 254794 h 1890712"/>
                <a:gd name="connsiteX26" fmla="*/ 366713 w 2543175"/>
                <a:gd name="connsiteY26" fmla="*/ 264319 h 1890712"/>
                <a:gd name="connsiteX27" fmla="*/ 371475 w 2543175"/>
                <a:gd name="connsiteY27" fmla="*/ 271462 h 1890712"/>
                <a:gd name="connsiteX28" fmla="*/ 385763 w 2543175"/>
                <a:gd name="connsiteY28" fmla="*/ 283369 h 1890712"/>
                <a:gd name="connsiteX29" fmla="*/ 404813 w 2543175"/>
                <a:gd name="connsiteY29" fmla="*/ 295275 h 1890712"/>
                <a:gd name="connsiteX30" fmla="*/ 411957 w 2543175"/>
                <a:gd name="connsiteY30" fmla="*/ 297656 h 1890712"/>
                <a:gd name="connsiteX31" fmla="*/ 466725 w 2543175"/>
                <a:gd name="connsiteY31" fmla="*/ 328612 h 1890712"/>
                <a:gd name="connsiteX32" fmla="*/ 476250 w 2543175"/>
                <a:gd name="connsiteY32" fmla="*/ 335756 h 1890712"/>
                <a:gd name="connsiteX33" fmla="*/ 481013 w 2543175"/>
                <a:gd name="connsiteY33" fmla="*/ 342900 h 1890712"/>
                <a:gd name="connsiteX34" fmla="*/ 490538 w 2543175"/>
                <a:gd name="connsiteY34" fmla="*/ 352425 h 1890712"/>
                <a:gd name="connsiteX35" fmla="*/ 495300 w 2543175"/>
                <a:gd name="connsiteY35" fmla="*/ 359569 h 1890712"/>
                <a:gd name="connsiteX36" fmla="*/ 509588 w 2543175"/>
                <a:gd name="connsiteY36" fmla="*/ 376237 h 1890712"/>
                <a:gd name="connsiteX37" fmla="*/ 514350 w 2543175"/>
                <a:gd name="connsiteY37" fmla="*/ 383381 h 1890712"/>
                <a:gd name="connsiteX38" fmla="*/ 531019 w 2543175"/>
                <a:gd name="connsiteY38" fmla="*/ 397669 h 1890712"/>
                <a:gd name="connsiteX39" fmla="*/ 538163 w 2543175"/>
                <a:gd name="connsiteY39" fmla="*/ 407194 h 1890712"/>
                <a:gd name="connsiteX40" fmla="*/ 554832 w 2543175"/>
                <a:gd name="connsiteY40" fmla="*/ 421481 h 1890712"/>
                <a:gd name="connsiteX41" fmla="*/ 564357 w 2543175"/>
                <a:gd name="connsiteY41" fmla="*/ 431006 h 1890712"/>
                <a:gd name="connsiteX42" fmla="*/ 573882 w 2543175"/>
                <a:gd name="connsiteY42" fmla="*/ 438150 h 1890712"/>
                <a:gd name="connsiteX43" fmla="*/ 595313 w 2543175"/>
                <a:gd name="connsiteY43" fmla="*/ 454819 h 1890712"/>
                <a:gd name="connsiteX44" fmla="*/ 602457 w 2543175"/>
                <a:gd name="connsiteY44" fmla="*/ 457200 h 1890712"/>
                <a:gd name="connsiteX45" fmla="*/ 628650 w 2543175"/>
                <a:gd name="connsiteY45" fmla="*/ 469106 h 1890712"/>
                <a:gd name="connsiteX46" fmla="*/ 645319 w 2543175"/>
                <a:gd name="connsiteY46" fmla="*/ 483394 h 1890712"/>
                <a:gd name="connsiteX47" fmla="*/ 654844 w 2543175"/>
                <a:gd name="connsiteY47" fmla="*/ 488156 h 1890712"/>
                <a:gd name="connsiteX48" fmla="*/ 661988 w 2543175"/>
                <a:gd name="connsiteY48" fmla="*/ 497681 h 1890712"/>
                <a:gd name="connsiteX49" fmla="*/ 683419 w 2543175"/>
                <a:gd name="connsiteY49" fmla="*/ 514350 h 1890712"/>
                <a:gd name="connsiteX50" fmla="*/ 700088 w 2543175"/>
                <a:gd name="connsiteY50" fmla="*/ 526256 h 1890712"/>
                <a:gd name="connsiteX51" fmla="*/ 709613 w 2543175"/>
                <a:gd name="connsiteY51" fmla="*/ 535781 h 1890712"/>
                <a:gd name="connsiteX52" fmla="*/ 719138 w 2543175"/>
                <a:gd name="connsiteY52" fmla="*/ 542925 h 1890712"/>
                <a:gd name="connsiteX53" fmla="*/ 733425 w 2543175"/>
                <a:gd name="connsiteY53" fmla="*/ 557212 h 1890712"/>
                <a:gd name="connsiteX54" fmla="*/ 750094 w 2543175"/>
                <a:gd name="connsiteY54" fmla="*/ 569119 h 1890712"/>
                <a:gd name="connsiteX55" fmla="*/ 769144 w 2543175"/>
                <a:gd name="connsiteY55" fmla="*/ 581025 h 1890712"/>
                <a:gd name="connsiteX56" fmla="*/ 785813 w 2543175"/>
                <a:gd name="connsiteY56" fmla="*/ 590550 h 1890712"/>
                <a:gd name="connsiteX57" fmla="*/ 792957 w 2543175"/>
                <a:gd name="connsiteY57" fmla="*/ 600075 h 1890712"/>
                <a:gd name="connsiteX58" fmla="*/ 809625 w 2543175"/>
                <a:gd name="connsiteY58" fmla="*/ 611981 h 1890712"/>
                <a:gd name="connsiteX59" fmla="*/ 816769 w 2543175"/>
                <a:gd name="connsiteY59" fmla="*/ 619125 h 1890712"/>
                <a:gd name="connsiteX60" fmla="*/ 826294 w 2543175"/>
                <a:gd name="connsiteY60" fmla="*/ 626269 h 1890712"/>
                <a:gd name="connsiteX61" fmla="*/ 840582 w 2543175"/>
                <a:gd name="connsiteY61" fmla="*/ 638175 h 1890712"/>
                <a:gd name="connsiteX62" fmla="*/ 847725 w 2543175"/>
                <a:gd name="connsiteY62" fmla="*/ 645319 h 1890712"/>
                <a:gd name="connsiteX63" fmla="*/ 857250 w 2543175"/>
                <a:gd name="connsiteY63" fmla="*/ 652462 h 1890712"/>
                <a:gd name="connsiteX64" fmla="*/ 864394 w 2543175"/>
                <a:gd name="connsiteY64" fmla="*/ 657225 h 1890712"/>
                <a:gd name="connsiteX65" fmla="*/ 888207 w 2543175"/>
                <a:gd name="connsiteY65" fmla="*/ 676275 h 1890712"/>
                <a:gd name="connsiteX66" fmla="*/ 895350 w 2543175"/>
                <a:gd name="connsiteY66" fmla="*/ 681037 h 1890712"/>
                <a:gd name="connsiteX67" fmla="*/ 907257 w 2543175"/>
                <a:gd name="connsiteY67" fmla="*/ 683419 h 1890712"/>
                <a:gd name="connsiteX68" fmla="*/ 928688 w 2543175"/>
                <a:gd name="connsiteY68" fmla="*/ 695325 h 1890712"/>
                <a:gd name="connsiteX69" fmla="*/ 942975 w 2543175"/>
                <a:gd name="connsiteY69" fmla="*/ 700087 h 1890712"/>
                <a:gd name="connsiteX70" fmla="*/ 964407 w 2543175"/>
                <a:gd name="connsiteY70" fmla="*/ 716756 h 1890712"/>
                <a:gd name="connsiteX71" fmla="*/ 971550 w 2543175"/>
                <a:gd name="connsiteY71" fmla="*/ 723900 h 1890712"/>
                <a:gd name="connsiteX72" fmla="*/ 983457 w 2543175"/>
                <a:gd name="connsiteY72" fmla="*/ 733425 h 1890712"/>
                <a:gd name="connsiteX73" fmla="*/ 990600 w 2543175"/>
                <a:gd name="connsiteY73" fmla="*/ 738187 h 1890712"/>
                <a:gd name="connsiteX74" fmla="*/ 1007269 w 2543175"/>
                <a:gd name="connsiteY74" fmla="*/ 752475 h 1890712"/>
                <a:gd name="connsiteX75" fmla="*/ 1031082 w 2543175"/>
                <a:gd name="connsiteY75" fmla="*/ 766762 h 1890712"/>
                <a:gd name="connsiteX76" fmla="*/ 1042988 w 2543175"/>
                <a:gd name="connsiteY76" fmla="*/ 773906 h 1890712"/>
                <a:gd name="connsiteX77" fmla="*/ 1071563 w 2543175"/>
                <a:gd name="connsiteY77" fmla="*/ 785812 h 1890712"/>
                <a:gd name="connsiteX78" fmla="*/ 1097757 w 2543175"/>
                <a:gd name="connsiteY78" fmla="*/ 807244 h 1890712"/>
                <a:gd name="connsiteX79" fmla="*/ 1104900 w 2543175"/>
                <a:gd name="connsiteY79" fmla="*/ 814387 h 1890712"/>
                <a:gd name="connsiteX80" fmla="*/ 1121569 w 2543175"/>
                <a:gd name="connsiteY80" fmla="*/ 823912 h 1890712"/>
                <a:gd name="connsiteX81" fmla="*/ 1138238 w 2543175"/>
                <a:gd name="connsiteY81" fmla="*/ 835819 h 1890712"/>
                <a:gd name="connsiteX82" fmla="*/ 1147763 w 2543175"/>
                <a:gd name="connsiteY82" fmla="*/ 842962 h 1890712"/>
                <a:gd name="connsiteX83" fmla="*/ 1157288 w 2543175"/>
                <a:gd name="connsiteY83" fmla="*/ 847725 h 1890712"/>
                <a:gd name="connsiteX84" fmla="*/ 1178719 w 2543175"/>
                <a:gd name="connsiteY84" fmla="*/ 859631 h 1890712"/>
                <a:gd name="connsiteX85" fmla="*/ 1188244 w 2543175"/>
                <a:gd name="connsiteY85" fmla="*/ 866775 h 1890712"/>
                <a:gd name="connsiteX86" fmla="*/ 1195388 w 2543175"/>
                <a:gd name="connsiteY86" fmla="*/ 871537 h 1890712"/>
                <a:gd name="connsiteX87" fmla="*/ 1212057 w 2543175"/>
                <a:gd name="connsiteY87" fmla="*/ 883444 h 1890712"/>
                <a:gd name="connsiteX88" fmla="*/ 1226344 w 2543175"/>
                <a:gd name="connsiteY88" fmla="*/ 895350 h 1890712"/>
                <a:gd name="connsiteX89" fmla="*/ 1245394 w 2543175"/>
                <a:gd name="connsiteY89" fmla="*/ 907256 h 1890712"/>
                <a:gd name="connsiteX90" fmla="*/ 1254919 w 2543175"/>
                <a:gd name="connsiteY90" fmla="*/ 914400 h 1890712"/>
                <a:gd name="connsiteX91" fmla="*/ 1269207 w 2543175"/>
                <a:gd name="connsiteY91" fmla="*/ 921544 h 1890712"/>
                <a:gd name="connsiteX92" fmla="*/ 1290638 w 2543175"/>
                <a:gd name="connsiteY92" fmla="*/ 935831 h 1890712"/>
                <a:gd name="connsiteX93" fmla="*/ 1307307 w 2543175"/>
                <a:gd name="connsiteY93" fmla="*/ 952500 h 1890712"/>
                <a:gd name="connsiteX94" fmla="*/ 1333500 w 2543175"/>
                <a:gd name="connsiteY94" fmla="*/ 971550 h 1890712"/>
                <a:gd name="connsiteX95" fmla="*/ 1359694 w 2543175"/>
                <a:gd name="connsiteY95" fmla="*/ 990600 h 1890712"/>
                <a:gd name="connsiteX96" fmla="*/ 1385888 w 2543175"/>
                <a:gd name="connsiteY96" fmla="*/ 1021557 h 1890712"/>
                <a:gd name="connsiteX97" fmla="*/ 1435894 w 2543175"/>
                <a:gd name="connsiteY97" fmla="*/ 1054894 h 1890712"/>
                <a:gd name="connsiteX98" fmla="*/ 1497806 w 2543175"/>
                <a:gd name="connsiteY98" fmla="*/ 1104900 h 1890712"/>
                <a:gd name="connsiteX99" fmla="*/ 1559718 w 2543175"/>
                <a:gd name="connsiteY99" fmla="*/ 1154906 h 1890712"/>
                <a:gd name="connsiteX100" fmla="*/ 1595438 w 2543175"/>
                <a:gd name="connsiteY100" fmla="*/ 1181100 h 1890712"/>
                <a:gd name="connsiteX101" fmla="*/ 1628775 w 2543175"/>
                <a:gd name="connsiteY101" fmla="*/ 1207294 h 1890712"/>
                <a:gd name="connsiteX102" fmla="*/ 1662113 w 2543175"/>
                <a:gd name="connsiteY102" fmla="*/ 1209675 h 1890712"/>
                <a:gd name="connsiteX103" fmla="*/ 1678782 w 2543175"/>
                <a:gd name="connsiteY103" fmla="*/ 1226344 h 1890712"/>
                <a:gd name="connsiteX104" fmla="*/ 1700213 w 2543175"/>
                <a:gd name="connsiteY104" fmla="*/ 1247775 h 1890712"/>
                <a:gd name="connsiteX105" fmla="*/ 1712119 w 2543175"/>
                <a:gd name="connsiteY105" fmla="*/ 1259681 h 1890712"/>
                <a:gd name="connsiteX106" fmla="*/ 1733550 w 2543175"/>
                <a:gd name="connsiteY106" fmla="*/ 1273969 h 1890712"/>
                <a:gd name="connsiteX107" fmla="*/ 1743075 w 2543175"/>
                <a:gd name="connsiteY107" fmla="*/ 1283494 h 1890712"/>
                <a:gd name="connsiteX108" fmla="*/ 1754982 w 2543175"/>
                <a:gd name="connsiteY108" fmla="*/ 1290637 h 1890712"/>
                <a:gd name="connsiteX109" fmla="*/ 1766888 w 2543175"/>
                <a:gd name="connsiteY109" fmla="*/ 1300162 h 1890712"/>
                <a:gd name="connsiteX110" fmla="*/ 1783557 w 2543175"/>
                <a:gd name="connsiteY110" fmla="*/ 1307306 h 1890712"/>
                <a:gd name="connsiteX111" fmla="*/ 1790700 w 2543175"/>
                <a:gd name="connsiteY111" fmla="*/ 1312069 h 1890712"/>
                <a:gd name="connsiteX112" fmla="*/ 1800225 w 2543175"/>
                <a:gd name="connsiteY112" fmla="*/ 1319212 h 1890712"/>
                <a:gd name="connsiteX113" fmla="*/ 1807369 w 2543175"/>
                <a:gd name="connsiteY113" fmla="*/ 1321594 h 1890712"/>
                <a:gd name="connsiteX114" fmla="*/ 1824038 w 2543175"/>
                <a:gd name="connsiteY114" fmla="*/ 1333500 h 1890712"/>
                <a:gd name="connsiteX115" fmla="*/ 1843088 w 2543175"/>
                <a:gd name="connsiteY115" fmla="*/ 1352550 h 1890712"/>
                <a:gd name="connsiteX116" fmla="*/ 1852613 w 2543175"/>
                <a:gd name="connsiteY116" fmla="*/ 1359694 h 1890712"/>
                <a:gd name="connsiteX117" fmla="*/ 1859757 w 2543175"/>
                <a:gd name="connsiteY117" fmla="*/ 1366837 h 1890712"/>
                <a:gd name="connsiteX118" fmla="*/ 1869282 w 2543175"/>
                <a:gd name="connsiteY118" fmla="*/ 1371600 h 1890712"/>
                <a:gd name="connsiteX119" fmla="*/ 1883569 w 2543175"/>
                <a:gd name="connsiteY119" fmla="*/ 1388269 h 1890712"/>
                <a:gd name="connsiteX120" fmla="*/ 1893094 w 2543175"/>
                <a:gd name="connsiteY120" fmla="*/ 1395412 h 1890712"/>
                <a:gd name="connsiteX121" fmla="*/ 1902619 w 2543175"/>
                <a:gd name="connsiteY121" fmla="*/ 1404937 h 1890712"/>
                <a:gd name="connsiteX122" fmla="*/ 1912144 w 2543175"/>
                <a:gd name="connsiteY122" fmla="*/ 1409700 h 1890712"/>
                <a:gd name="connsiteX123" fmla="*/ 1931194 w 2543175"/>
                <a:gd name="connsiteY123" fmla="*/ 1421606 h 1890712"/>
                <a:gd name="connsiteX124" fmla="*/ 1935957 w 2543175"/>
                <a:gd name="connsiteY124" fmla="*/ 1428750 h 1890712"/>
                <a:gd name="connsiteX125" fmla="*/ 1952625 w 2543175"/>
                <a:gd name="connsiteY125" fmla="*/ 1438275 h 1890712"/>
                <a:gd name="connsiteX126" fmla="*/ 1971675 w 2543175"/>
                <a:gd name="connsiteY126" fmla="*/ 1450181 h 1890712"/>
                <a:gd name="connsiteX127" fmla="*/ 1981200 w 2543175"/>
                <a:gd name="connsiteY127" fmla="*/ 1454944 h 1890712"/>
                <a:gd name="connsiteX128" fmla="*/ 1997869 w 2543175"/>
                <a:gd name="connsiteY128" fmla="*/ 1471612 h 1890712"/>
                <a:gd name="connsiteX129" fmla="*/ 2007394 w 2543175"/>
                <a:gd name="connsiteY129" fmla="*/ 1478756 h 1890712"/>
                <a:gd name="connsiteX130" fmla="*/ 2016919 w 2543175"/>
                <a:gd name="connsiteY130" fmla="*/ 1483519 h 1890712"/>
                <a:gd name="connsiteX131" fmla="*/ 2024063 w 2543175"/>
                <a:gd name="connsiteY131" fmla="*/ 1490662 h 1890712"/>
                <a:gd name="connsiteX132" fmla="*/ 2033588 w 2543175"/>
                <a:gd name="connsiteY132" fmla="*/ 1495425 h 1890712"/>
                <a:gd name="connsiteX133" fmla="*/ 2040732 w 2543175"/>
                <a:gd name="connsiteY133" fmla="*/ 1502569 h 1890712"/>
                <a:gd name="connsiteX134" fmla="*/ 2047875 w 2543175"/>
                <a:gd name="connsiteY134" fmla="*/ 1507331 h 1890712"/>
                <a:gd name="connsiteX135" fmla="*/ 2057400 w 2543175"/>
                <a:gd name="connsiteY135" fmla="*/ 1514475 h 1890712"/>
                <a:gd name="connsiteX136" fmla="*/ 2064544 w 2543175"/>
                <a:gd name="connsiteY136" fmla="*/ 1519237 h 1890712"/>
                <a:gd name="connsiteX137" fmla="*/ 2071688 w 2543175"/>
                <a:gd name="connsiteY137" fmla="*/ 1526381 h 1890712"/>
                <a:gd name="connsiteX138" fmla="*/ 2081213 w 2543175"/>
                <a:gd name="connsiteY138" fmla="*/ 1531144 h 1890712"/>
                <a:gd name="connsiteX139" fmla="*/ 2090738 w 2543175"/>
                <a:gd name="connsiteY139" fmla="*/ 1538287 h 1890712"/>
                <a:gd name="connsiteX140" fmla="*/ 2109788 w 2543175"/>
                <a:gd name="connsiteY140" fmla="*/ 1547812 h 1890712"/>
                <a:gd name="connsiteX141" fmla="*/ 2131219 w 2543175"/>
                <a:gd name="connsiteY141" fmla="*/ 1562100 h 1890712"/>
                <a:gd name="connsiteX142" fmla="*/ 2140744 w 2543175"/>
                <a:gd name="connsiteY142" fmla="*/ 1566862 h 1890712"/>
                <a:gd name="connsiteX143" fmla="*/ 2152650 w 2543175"/>
                <a:gd name="connsiteY143" fmla="*/ 1576387 h 1890712"/>
                <a:gd name="connsiteX144" fmla="*/ 2181225 w 2543175"/>
                <a:gd name="connsiteY144" fmla="*/ 1590675 h 1890712"/>
                <a:gd name="connsiteX145" fmla="*/ 2200275 w 2543175"/>
                <a:gd name="connsiteY145" fmla="*/ 1607344 h 1890712"/>
                <a:gd name="connsiteX146" fmla="*/ 2207419 w 2543175"/>
                <a:gd name="connsiteY146" fmla="*/ 1612106 h 1890712"/>
                <a:gd name="connsiteX147" fmla="*/ 2216944 w 2543175"/>
                <a:gd name="connsiteY147" fmla="*/ 1619250 h 1890712"/>
                <a:gd name="connsiteX148" fmla="*/ 2224088 w 2543175"/>
                <a:gd name="connsiteY148" fmla="*/ 1624012 h 1890712"/>
                <a:gd name="connsiteX149" fmla="*/ 2247900 w 2543175"/>
                <a:gd name="connsiteY149" fmla="*/ 1643062 h 1890712"/>
                <a:gd name="connsiteX150" fmla="*/ 2255044 w 2543175"/>
                <a:gd name="connsiteY150" fmla="*/ 1650206 h 1890712"/>
                <a:gd name="connsiteX151" fmla="*/ 2281238 w 2543175"/>
                <a:gd name="connsiteY151" fmla="*/ 1664494 h 1890712"/>
                <a:gd name="connsiteX152" fmla="*/ 2297907 w 2543175"/>
                <a:gd name="connsiteY152" fmla="*/ 1674019 h 1890712"/>
                <a:gd name="connsiteX153" fmla="*/ 2312194 w 2543175"/>
                <a:gd name="connsiteY153" fmla="*/ 1685925 h 1890712"/>
                <a:gd name="connsiteX154" fmla="*/ 2328863 w 2543175"/>
                <a:gd name="connsiteY154" fmla="*/ 1697831 h 1890712"/>
                <a:gd name="connsiteX155" fmla="*/ 2350294 w 2543175"/>
                <a:gd name="connsiteY155" fmla="*/ 1712119 h 1890712"/>
                <a:gd name="connsiteX156" fmla="*/ 2369344 w 2543175"/>
                <a:gd name="connsiteY156" fmla="*/ 1724025 h 1890712"/>
                <a:gd name="connsiteX157" fmla="*/ 2428876 w 2543175"/>
                <a:gd name="connsiteY157" fmla="*/ 1785938 h 1890712"/>
                <a:gd name="connsiteX158" fmla="*/ 2466975 w 2543175"/>
                <a:gd name="connsiteY158" fmla="*/ 1783556 h 1890712"/>
                <a:gd name="connsiteX159" fmla="*/ 2481263 w 2543175"/>
                <a:gd name="connsiteY159" fmla="*/ 1795462 h 1890712"/>
                <a:gd name="connsiteX160" fmla="*/ 2486025 w 2543175"/>
                <a:gd name="connsiteY160" fmla="*/ 1802606 h 1890712"/>
                <a:gd name="connsiteX161" fmla="*/ 2514600 w 2543175"/>
                <a:gd name="connsiteY161" fmla="*/ 1850231 h 1890712"/>
                <a:gd name="connsiteX162" fmla="*/ 2519363 w 2543175"/>
                <a:gd name="connsiteY162" fmla="*/ 1857375 h 1890712"/>
                <a:gd name="connsiteX163" fmla="*/ 2540794 w 2543175"/>
                <a:gd name="connsiteY163" fmla="*/ 1883569 h 1890712"/>
                <a:gd name="connsiteX164" fmla="*/ 2543175 w 2543175"/>
                <a:gd name="connsiteY164" fmla="*/ 1890712 h 1890712"/>
                <a:gd name="connsiteX0" fmla="*/ 0 w 2543175"/>
                <a:gd name="connsiteY0" fmla="*/ 0 h 1890712"/>
                <a:gd name="connsiteX1" fmla="*/ 11907 w 2543175"/>
                <a:gd name="connsiteY1" fmla="*/ 11906 h 1890712"/>
                <a:gd name="connsiteX2" fmla="*/ 21432 w 2543175"/>
                <a:gd name="connsiteY2" fmla="*/ 16669 h 1890712"/>
                <a:gd name="connsiteX3" fmla="*/ 23813 w 2543175"/>
                <a:gd name="connsiteY3" fmla="*/ 23812 h 1890712"/>
                <a:gd name="connsiteX4" fmla="*/ 33338 w 2543175"/>
                <a:gd name="connsiteY4" fmla="*/ 33337 h 1890712"/>
                <a:gd name="connsiteX5" fmla="*/ 40482 w 2543175"/>
                <a:gd name="connsiteY5" fmla="*/ 42862 h 1890712"/>
                <a:gd name="connsiteX6" fmla="*/ 47625 w 2543175"/>
                <a:gd name="connsiteY6" fmla="*/ 47625 h 1890712"/>
                <a:gd name="connsiteX7" fmla="*/ 57150 w 2543175"/>
                <a:gd name="connsiteY7" fmla="*/ 54769 h 1890712"/>
                <a:gd name="connsiteX8" fmla="*/ 64294 w 2543175"/>
                <a:gd name="connsiteY8" fmla="*/ 59531 h 1890712"/>
                <a:gd name="connsiteX9" fmla="*/ 83344 w 2543175"/>
                <a:gd name="connsiteY9" fmla="*/ 73819 h 1890712"/>
                <a:gd name="connsiteX10" fmla="*/ 97632 w 2543175"/>
                <a:gd name="connsiteY10" fmla="*/ 80962 h 1890712"/>
                <a:gd name="connsiteX11" fmla="*/ 104775 w 2543175"/>
                <a:gd name="connsiteY11" fmla="*/ 85725 h 1890712"/>
                <a:gd name="connsiteX12" fmla="*/ 114300 w 2543175"/>
                <a:gd name="connsiteY12" fmla="*/ 95250 h 1890712"/>
                <a:gd name="connsiteX13" fmla="*/ 123825 w 2543175"/>
                <a:gd name="connsiteY13" fmla="*/ 97631 h 1890712"/>
                <a:gd name="connsiteX14" fmla="*/ 130969 w 2543175"/>
                <a:gd name="connsiteY14" fmla="*/ 104775 h 1890712"/>
                <a:gd name="connsiteX15" fmla="*/ 140494 w 2543175"/>
                <a:gd name="connsiteY15" fmla="*/ 111919 h 1890712"/>
                <a:gd name="connsiteX16" fmla="*/ 147638 w 2543175"/>
                <a:gd name="connsiteY16" fmla="*/ 116681 h 1890712"/>
                <a:gd name="connsiteX17" fmla="*/ 164307 w 2543175"/>
                <a:gd name="connsiteY17" fmla="*/ 128587 h 1890712"/>
                <a:gd name="connsiteX18" fmla="*/ 180975 w 2543175"/>
                <a:gd name="connsiteY18" fmla="*/ 140494 h 1890712"/>
                <a:gd name="connsiteX19" fmla="*/ 197644 w 2543175"/>
                <a:gd name="connsiteY19" fmla="*/ 152400 h 1890712"/>
                <a:gd name="connsiteX20" fmla="*/ 204788 w 2543175"/>
                <a:gd name="connsiteY20" fmla="*/ 157162 h 1890712"/>
                <a:gd name="connsiteX21" fmla="*/ 214313 w 2543175"/>
                <a:gd name="connsiteY21" fmla="*/ 164306 h 1890712"/>
                <a:gd name="connsiteX22" fmla="*/ 230982 w 2543175"/>
                <a:gd name="connsiteY22" fmla="*/ 180975 h 1890712"/>
                <a:gd name="connsiteX23" fmla="*/ 247650 w 2543175"/>
                <a:gd name="connsiteY23" fmla="*/ 185737 h 1890712"/>
                <a:gd name="connsiteX24" fmla="*/ 300038 w 2543175"/>
                <a:gd name="connsiteY24" fmla="*/ 219075 h 1890712"/>
                <a:gd name="connsiteX25" fmla="*/ 342900 w 2543175"/>
                <a:gd name="connsiteY25" fmla="*/ 254794 h 1890712"/>
                <a:gd name="connsiteX26" fmla="*/ 366713 w 2543175"/>
                <a:gd name="connsiteY26" fmla="*/ 264319 h 1890712"/>
                <a:gd name="connsiteX27" fmla="*/ 371475 w 2543175"/>
                <a:gd name="connsiteY27" fmla="*/ 271462 h 1890712"/>
                <a:gd name="connsiteX28" fmla="*/ 385763 w 2543175"/>
                <a:gd name="connsiteY28" fmla="*/ 283369 h 1890712"/>
                <a:gd name="connsiteX29" fmla="*/ 404813 w 2543175"/>
                <a:gd name="connsiteY29" fmla="*/ 295275 h 1890712"/>
                <a:gd name="connsiteX30" fmla="*/ 411957 w 2543175"/>
                <a:gd name="connsiteY30" fmla="*/ 297656 h 1890712"/>
                <a:gd name="connsiteX31" fmla="*/ 466725 w 2543175"/>
                <a:gd name="connsiteY31" fmla="*/ 328612 h 1890712"/>
                <a:gd name="connsiteX32" fmla="*/ 476250 w 2543175"/>
                <a:gd name="connsiteY32" fmla="*/ 335756 h 1890712"/>
                <a:gd name="connsiteX33" fmla="*/ 481013 w 2543175"/>
                <a:gd name="connsiteY33" fmla="*/ 342900 h 1890712"/>
                <a:gd name="connsiteX34" fmla="*/ 490538 w 2543175"/>
                <a:gd name="connsiteY34" fmla="*/ 352425 h 1890712"/>
                <a:gd name="connsiteX35" fmla="*/ 495300 w 2543175"/>
                <a:gd name="connsiteY35" fmla="*/ 359569 h 1890712"/>
                <a:gd name="connsiteX36" fmla="*/ 509588 w 2543175"/>
                <a:gd name="connsiteY36" fmla="*/ 376237 h 1890712"/>
                <a:gd name="connsiteX37" fmla="*/ 514350 w 2543175"/>
                <a:gd name="connsiteY37" fmla="*/ 383381 h 1890712"/>
                <a:gd name="connsiteX38" fmla="*/ 531019 w 2543175"/>
                <a:gd name="connsiteY38" fmla="*/ 397669 h 1890712"/>
                <a:gd name="connsiteX39" fmla="*/ 538163 w 2543175"/>
                <a:gd name="connsiteY39" fmla="*/ 407194 h 1890712"/>
                <a:gd name="connsiteX40" fmla="*/ 554832 w 2543175"/>
                <a:gd name="connsiteY40" fmla="*/ 421481 h 1890712"/>
                <a:gd name="connsiteX41" fmla="*/ 564357 w 2543175"/>
                <a:gd name="connsiteY41" fmla="*/ 431006 h 1890712"/>
                <a:gd name="connsiteX42" fmla="*/ 573882 w 2543175"/>
                <a:gd name="connsiteY42" fmla="*/ 438150 h 1890712"/>
                <a:gd name="connsiteX43" fmla="*/ 595313 w 2543175"/>
                <a:gd name="connsiteY43" fmla="*/ 454819 h 1890712"/>
                <a:gd name="connsiteX44" fmla="*/ 602457 w 2543175"/>
                <a:gd name="connsiteY44" fmla="*/ 457200 h 1890712"/>
                <a:gd name="connsiteX45" fmla="*/ 628650 w 2543175"/>
                <a:gd name="connsiteY45" fmla="*/ 469106 h 1890712"/>
                <a:gd name="connsiteX46" fmla="*/ 645319 w 2543175"/>
                <a:gd name="connsiteY46" fmla="*/ 483394 h 1890712"/>
                <a:gd name="connsiteX47" fmla="*/ 654844 w 2543175"/>
                <a:gd name="connsiteY47" fmla="*/ 488156 h 1890712"/>
                <a:gd name="connsiteX48" fmla="*/ 661988 w 2543175"/>
                <a:gd name="connsiteY48" fmla="*/ 497681 h 1890712"/>
                <a:gd name="connsiteX49" fmla="*/ 683419 w 2543175"/>
                <a:gd name="connsiteY49" fmla="*/ 514350 h 1890712"/>
                <a:gd name="connsiteX50" fmla="*/ 700088 w 2543175"/>
                <a:gd name="connsiteY50" fmla="*/ 526256 h 1890712"/>
                <a:gd name="connsiteX51" fmla="*/ 709613 w 2543175"/>
                <a:gd name="connsiteY51" fmla="*/ 535781 h 1890712"/>
                <a:gd name="connsiteX52" fmla="*/ 719138 w 2543175"/>
                <a:gd name="connsiteY52" fmla="*/ 542925 h 1890712"/>
                <a:gd name="connsiteX53" fmla="*/ 733425 w 2543175"/>
                <a:gd name="connsiteY53" fmla="*/ 557212 h 1890712"/>
                <a:gd name="connsiteX54" fmla="*/ 750094 w 2543175"/>
                <a:gd name="connsiteY54" fmla="*/ 569119 h 1890712"/>
                <a:gd name="connsiteX55" fmla="*/ 769144 w 2543175"/>
                <a:gd name="connsiteY55" fmla="*/ 581025 h 1890712"/>
                <a:gd name="connsiteX56" fmla="*/ 785813 w 2543175"/>
                <a:gd name="connsiteY56" fmla="*/ 590550 h 1890712"/>
                <a:gd name="connsiteX57" fmla="*/ 792957 w 2543175"/>
                <a:gd name="connsiteY57" fmla="*/ 600075 h 1890712"/>
                <a:gd name="connsiteX58" fmla="*/ 809625 w 2543175"/>
                <a:gd name="connsiteY58" fmla="*/ 611981 h 1890712"/>
                <a:gd name="connsiteX59" fmla="*/ 816769 w 2543175"/>
                <a:gd name="connsiteY59" fmla="*/ 619125 h 1890712"/>
                <a:gd name="connsiteX60" fmla="*/ 826294 w 2543175"/>
                <a:gd name="connsiteY60" fmla="*/ 626269 h 1890712"/>
                <a:gd name="connsiteX61" fmla="*/ 840582 w 2543175"/>
                <a:gd name="connsiteY61" fmla="*/ 638175 h 1890712"/>
                <a:gd name="connsiteX62" fmla="*/ 847725 w 2543175"/>
                <a:gd name="connsiteY62" fmla="*/ 645319 h 1890712"/>
                <a:gd name="connsiteX63" fmla="*/ 857250 w 2543175"/>
                <a:gd name="connsiteY63" fmla="*/ 652462 h 1890712"/>
                <a:gd name="connsiteX64" fmla="*/ 864394 w 2543175"/>
                <a:gd name="connsiteY64" fmla="*/ 657225 h 1890712"/>
                <a:gd name="connsiteX65" fmla="*/ 888207 w 2543175"/>
                <a:gd name="connsiteY65" fmla="*/ 676275 h 1890712"/>
                <a:gd name="connsiteX66" fmla="*/ 895350 w 2543175"/>
                <a:gd name="connsiteY66" fmla="*/ 681037 h 1890712"/>
                <a:gd name="connsiteX67" fmla="*/ 907257 w 2543175"/>
                <a:gd name="connsiteY67" fmla="*/ 683419 h 1890712"/>
                <a:gd name="connsiteX68" fmla="*/ 928688 w 2543175"/>
                <a:gd name="connsiteY68" fmla="*/ 695325 h 1890712"/>
                <a:gd name="connsiteX69" fmla="*/ 942975 w 2543175"/>
                <a:gd name="connsiteY69" fmla="*/ 700087 h 1890712"/>
                <a:gd name="connsiteX70" fmla="*/ 964407 w 2543175"/>
                <a:gd name="connsiteY70" fmla="*/ 716756 h 1890712"/>
                <a:gd name="connsiteX71" fmla="*/ 971550 w 2543175"/>
                <a:gd name="connsiteY71" fmla="*/ 723900 h 1890712"/>
                <a:gd name="connsiteX72" fmla="*/ 983457 w 2543175"/>
                <a:gd name="connsiteY72" fmla="*/ 733425 h 1890712"/>
                <a:gd name="connsiteX73" fmla="*/ 990600 w 2543175"/>
                <a:gd name="connsiteY73" fmla="*/ 738187 h 1890712"/>
                <a:gd name="connsiteX74" fmla="*/ 1007269 w 2543175"/>
                <a:gd name="connsiteY74" fmla="*/ 752475 h 1890712"/>
                <a:gd name="connsiteX75" fmla="*/ 1031082 w 2543175"/>
                <a:gd name="connsiteY75" fmla="*/ 766762 h 1890712"/>
                <a:gd name="connsiteX76" fmla="*/ 1042988 w 2543175"/>
                <a:gd name="connsiteY76" fmla="*/ 773906 h 1890712"/>
                <a:gd name="connsiteX77" fmla="*/ 1071563 w 2543175"/>
                <a:gd name="connsiteY77" fmla="*/ 785812 h 1890712"/>
                <a:gd name="connsiteX78" fmla="*/ 1097757 w 2543175"/>
                <a:gd name="connsiteY78" fmla="*/ 807244 h 1890712"/>
                <a:gd name="connsiteX79" fmla="*/ 1104900 w 2543175"/>
                <a:gd name="connsiteY79" fmla="*/ 814387 h 1890712"/>
                <a:gd name="connsiteX80" fmla="*/ 1121569 w 2543175"/>
                <a:gd name="connsiteY80" fmla="*/ 823912 h 1890712"/>
                <a:gd name="connsiteX81" fmla="*/ 1138238 w 2543175"/>
                <a:gd name="connsiteY81" fmla="*/ 835819 h 1890712"/>
                <a:gd name="connsiteX82" fmla="*/ 1147763 w 2543175"/>
                <a:gd name="connsiteY82" fmla="*/ 842962 h 1890712"/>
                <a:gd name="connsiteX83" fmla="*/ 1157288 w 2543175"/>
                <a:gd name="connsiteY83" fmla="*/ 847725 h 1890712"/>
                <a:gd name="connsiteX84" fmla="*/ 1178719 w 2543175"/>
                <a:gd name="connsiteY84" fmla="*/ 859631 h 1890712"/>
                <a:gd name="connsiteX85" fmla="*/ 1188244 w 2543175"/>
                <a:gd name="connsiteY85" fmla="*/ 866775 h 1890712"/>
                <a:gd name="connsiteX86" fmla="*/ 1195388 w 2543175"/>
                <a:gd name="connsiteY86" fmla="*/ 871537 h 1890712"/>
                <a:gd name="connsiteX87" fmla="*/ 1212057 w 2543175"/>
                <a:gd name="connsiteY87" fmla="*/ 883444 h 1890712"/>
                <a:gd name="connsiteX88" fmla="*/ 1226344 w 2543175"/>
                <a:gd name="connsiteY88" fmla="*/ 895350 h 1890712"/>
                <a:gd name="connsiteX89" fmla="*/ 1245394 w 2543175"/>
                <a:gd name="connsiteY89" fmla="*/ 907256 h 1890712"/>
                <a:gd name="connsiteX90" fmla="*/ 1254919 w 2543175"/>
                <a:gd name="connsiteY90" fmla="*/ 914400 h 1890712"/>
                <a:gd name="connsiteX91" fmla="*/ 1269207 w 2543175"/>
                <a:gd name="connsiteY91" fmla="*/ 921544 h 1890712"/>
                <a:gd name="connsiteX92" fmla="*/ 1290638 w 2543175"/>
                <a:gd name="connsiteY92" fmla="*/ 935831 h 1890712"/>
                <a:gd name="connsiteX93" fmla="*/ 1307307 w 2543175"/>
                <a:gd name="connsiteY93" fmla="*/ 952500 h 1890712"/>
                <a:gd name="connsiteX94" fmla="*/ 1333500 w 2543175"/>
                <a:gd name="connsiteY94" fmla="*/ 971550 h 1890712"/>
                <a:gd name="connsiteX95" fmla="*/ 1359694 w 2543175"/>
                <a:gd name="connsiteY95" fmla="*/ 990600 h 1890712"/>
                <a:gd name="connsiteX96" fmla="*/ 1385888 w 2543175"/>
                <a:gd name="connsiteY96" fmla="*/ 1021557 h 1890712"/>
                <a:gd name="connsiteX97" fmla="*/ 1435894 w 2543175"/>
                <a:gd name="connsiteY97" fmla="*/ 1054894 h 1890712"/>
                <a:gd name="connsiteX98" fmla="*/ 1497806 w 2543175"/>
                <a:gd name="connsiteY98" fmla="*/ 1104900 h 1890712"/>
                <a:gd name="connsiteX99" fmla="*/ 1559718 w 2543175"/>
                <a:gd name="connsiteY99" fmla="*/ 1154906 h 1890712"/>
                <a:gd name="connsiteX100" fmla="*/ 1595438 w 2543175"/>
                <a:gd name="connsiteY100" fmla="*/ 1181100 h 1890712"/>
                <a:gd name="connsiteX101" fmla="*/ 1628775 w 2543175"/>
                <a:gd name="connsiteY101" fmla="*/ 1207294 h 1890712"/>
                <a:gd name="connsiteX102" fmla="*/ 1662113 w 2543175"/>
                <a:gd name="connsiteY102" fmla="*/ 1231107 h 1890712"/>
                <a:gd name="connsiteX103" fmla="*/ 1678782 w 2543175"/>
                <a:gd name="connsiteY103" fmla="*/ 1226344 h 1890712"/>
                <a:gd name="connsiteX104" fmla="*/ 1700213 w 2543175"/>
                <a:gd name="connsiteY104" fmla="*/ 1247775 h 1890712"/>
                <a:gd name="connsiteX105" fmla="*/ 1712119 w 2543175"/>
                <a:gd name="connsiteY105" fmla="*/ 1259681 h 1890712"/>
                <a:gd name="connsiteX106" fmla="*/ 1733550 w 2543175"/>
                <a:gd name="connsiteY106" fmla="*/ 1273969 h 1890712"/>
                <a:gd name="connsiteX107" fmla="*/ 1743075 w 2543175"/>
                <a:gd name="connsiteY107" fmla="*/ 1283494 h 1890712"/>
                <a:gd name="connsiteX108" fmla="*/ 1754982 w 2543175"/>
                <a:gd name="connsiteY108" fmla="*/ 1290637 h 1890712"/>
                <a:gd name="connsiteX109" fmla="*/ 1766888 w 2543175"/>
                <a:gd name="connsiteY109" fmla="*/ 1300162 h 1890712"/>
                <a:gd name="connsiteX110" fmla="*/ 1783557 w 2543175"/>
                <a:gd name="connsiteY110" fmla="*/ 1307306 h 1890712"/>
                <a:gd name="connsiteX111" fmla="*/ 1790700 w 2543175"/>
                <a:gd name="connsiteY111" fmla="*/ 1312069 h 1890712"/>
                <a:gd name="connsiteX112" fmla="*/ 1800225 w 2543175"/>
                <a:gd name="connsiteY112" fmla="*/ 1319212 h 1890712"/>
                <a:gd name="connsiteX113" fmla="*/ 1807369 w 2543175"/>
                <a:gd name="connsiteY113" fmla="*/ 1321594 h 1890712"/>
                <a:gd name="connsiteX114" fmla="*/ 1824038 w 2543175"/>
                <a:gd name="connsiteY114" fmla="*/ 1333500 h 1890712"/>
                <a:gd name="connsiteX115" fmla="*/ 1843088 w 2543175"/>
                <a:gd name="connsiteY115" fmla="*/ 1352550 h 1890712"/>
                <a:gd name="connsiteX116" fmla="*/ 1852613 w 2543175"/>
                <a:gd name="connsiteY116" fmla="*/ 1359694 h 1890712"/>
                <a:gd name="connsiteX117" fmla="*/ 1859757 w 2543175"/>
                <a:gd name="connsiteY117" fmla="*/ 1366837 h 1890712"/>
                <a:gd name="connsiteX118" fmla="*/ 1869282 w 2543175"/>
                <a:gd name="connsiteY118" fmla="*/ 1371600 h 1890712"/>
                <a:gd name="connsiteX119" fmla="*/ 1883569 w 2543175"/>
                <a:gd name="connsiteY119" fmla="*/ 1388269 h 1890712"/>
                <a:gd name="connsiteX120" fmla="*/ 1893094 w 2543175"/>
                <a:gd name="connsiteY120" fmla="*/ 1395412 h 1890712"/>
                <a:gd name="connsiteX121" fmla="*/ 1902619 w 2543175"/>
                <a:gd name="connsiteY121" fmla="*/ 1404937 h 1890712"/>
                <a:gd name="connsiteX122" fmla="*/ 1912144 w 2543175"/>
                <a:gd name="connsiteY122" fmla="*/ 1409700 h 1890712"/>
                <a:gd name="connsiteX123" fmla="*/ 1931194 w 2543175"/>
                <a:gd name="connsiteY123" fmla="*/ 1421606 h 1890712"/>
                <a:gd name="connsiteX124" fmla="*/ 1935957 w 2543175"/>
                <a:gd name="connsiteY124" fmla="*/ 1428750 h 1890712"/>
                <a:gd name="connsiteX125" fmla="*/ 1952625 w 2543175"/>
                <a:gd name="connsiteY125" fmla="*/ 1438275 h 1890712"/>
                <a:gd name="connsiteX126" fmla="*/ 1971675 w 2543175"/>
                <a:gd name="connsiteY126" fmla="*/ 1450181 h 1890712"/>
                <a:gd name="connsiteX127" fmla="*/ 1981200 w 2543175"/>
                <a:gd name="connsiteY127" fmla="*/ 1454944 h 1890712"/>
                <a:gd name="connsiteX128" fmla="*/ 1997869 w 2543175"/>
                <a:gd name="connsiteY128" fmla="*/ 1471612 h 1890712"/>
                <a:gd name="connsiteX129" fmla="*/ 2007394 w 2543175"/>
                <a:gd name="connsiteY129" fmla="*/ 1478756 h 1890712"/>
                <a:gd name="connsiteX130" fmla="*/ 2016919 w 2543175"/>
                <a:gd name="connsiteY130" fmla="*/ 1483519 h 1890712"/>
                <a:gd name="connsiteX131" fmla="*/ 2024063 w 2543175"/>
                <a:gd name="connsiteY131" fmla="*/ 1490662 h 1890712"/>
                <a:gd name="connsiteX132" fmla="*/ 2033588 w 2543175"/>
                <a:gd name="connsiteY132" fmla="*/ 1495425 h 1890712"/>
                <a:gd name="connsiteX133" fmla="*/ 2040732 w 2543175"/>
                <a:gd name="connsiteY133" fmla="*/ 1502569 h 1890712"/>
                <a:gd name="connsiteX134" fmla="*/ 2047875 w 2543175"/>
                <a:gd name="connsiteY134" fmla="*/ 1507331 h 1890712"/>
                <a:gd name="connsiteX135" fmla="*/ 2057400 w 2543175"/>
                <a:gd name="connsiteY135" fmla="*/ 1514475 h 1890712"/>
                <a:gd name="connsiteX136" fmla="*/ 2064544 w 2543175"/>
                <a:gd name="connsiteY136" fmla="*/ 1519237 h 1890712"/>
                <a:gd name="connsiteX137" fmla="*/ 2071688 w 2543175"/>
                <a:gd name="connsiteY137" fmla="*/ 1526381 h 1890712"/>
                <a:gd name="connsiteX138" fmla="*/ 2081213 w 2543175"/>
                <a:gd name="connsiteY138" fmla="*/ 1531144 h 1890712"/>
                <a:gd name="connsiteX139" fmla="*/ 2090738 w 2543175"/>
                <a:gd name="connsiteY139" fmla="*/ 1538287 h 1890712"/>
                <a:gd name="connsiteX140" fmla="*/ 2109788 w 2543175"/>
                <a:gd name="connsiteY140" fmla="*/ 1547812 h 1890712"/>
                <a:gd name="connsiteX141" fmla="*/ 2131219 w 2543175"/>
                <a:gd name="connsiteY141" fmla="*/ 1562100 h 1890712"/>
                <a:gd name="connsiteX142" fmla="*/ 2140744 w 2543175"/>
                <a:gd name="connsiteY142" fmla="*/ 1566862 h 1890712"/>
                <a:gd name="connsiteX143" fmla="*/ 2152650 w 2543175"/>
                <a:gd name="connsiteY143" fmla="*/ 1576387 h 1890712"/>
                <a:gd name="connsiteX144" fmla="*/ 2181225 w 2543175"/>
                <a:gd name="connsiteY144" fmla="*/ 1590675 h 1890712"/>
                <a:gd name="connsiteX145" fmla="*/ 2200275 w 2543175"/>
                <a:gd name="connsiteY145" fmla="*/ 1607344 h 1890712"/>
                <a:gd name="connsiteX146" fmla="*/ 2207419 w 2543175"/>
                <a:gd name="connsiteY146" fmla="*/ 1612106 h 1890712"/>
                <a:gd name="connsiteX147" fmla="*/ 2216944 w 2543175"/>
                <a:gd name="connsiteY147" fmla="*/ 1619250 h 1890712"/>
                <a:gd name="connsiteX148" fmla="*/ 2224088 w 2543175"/>
                <a:gd name="connsiteY148" fmla="*/ 1624012 h 1890712"/>
                <a:gd name="connsiteX149" fmla="*/ 2247900 w 2543175"/>
                <a:gd name="connsiteY149" fmla="*/ 1643062 h 1890712"/>
                <a:gd name="connsiteX150" fmla="*/ 2255044 w 2543175"/>
                <a:gd name="connsiteY150" fmla="*/ 1650206 h 1890712"/>
                <a:gd name="connsiteX151" fmla="*/ 2281238 w 2543175"/>
                <a:gd name="connsiteY151" fmla="*/ 1664494 h 1890712"/>
                <a:gd name="connsiteX152" fmla="*/ 2297907 w 2543175"/>
                <a:gd name="connsiteY152" fmla="*/ 1674019 h 1890712"/>
                <a:gd name="connsiteX153" fmla="*/ 2312194 w 2543175"/>
                <a:gd name="connsiteY153" fmla="*/ 1685925 h 1890712"/>
                <a:gd name="connsiteX154" fmla="*/ 2328863 w 2543175"/>
                <a:gd name="connsiteY154" fmla="*/ 1697831 h 1890712"/>
                <a:gd name="connsiteX155" fmla="*/ 2350294 w 2543175"/>
                <a:gd name="connsiteY155" fmla="*/ 1712119 h 1890712"/>
                <a:gd name="connsiteX156" fmla="*/ 2369344 w 2543175"/>
                <a:gd name="connsiteY156" fmla="*/ 1724025 h 1890712"/>
                <a:gd name="connsiteX157" fmla="*/ 2428876 w 2543175"/>
                <a:gd name="connsiteY157" fmla="*/ 1785938 h 1890712"/>
                <a:gd name="connsiteX158" fmla="*/ 2466975 w 2543175"/>
                <a:gd name="connsiteY158" fmla="*/ 1783556 h 1890712"/>
                <a:gd name="connsiteX159" fmla="*/ 2481263 w 2543175"/>
                <a:gd name="connsiteY159" fmla="*/ 1795462 h 1890712"/>
                <a:gd name="connsiteX160" fmla="*/ 2486025 w 2543175"/>
                <a:gd name="connsiteY160" fmla="*/ 1802606 h 1890712"/>
                <a:gd name="connsiteX161" fmla="*/ 2514600 w 2543175"/>
                <a:gd name="connsiteY161" fmla="*/ 1850231 h 1890712"/>
                <a:gd name="connsiteX162" fmla="*/ 2519363 w 2543175"/>
                <a:gd name="connsiteY162" fmla="*/ 1857375 h 1890712"/>
                <a:gd name="connsiteX163" fmla="*/ 2540794 w 2543175"/>
                <a:gd name="connsiteY163" fmla="*/ 1883569 h 1890712"/>
                <a:gd name="connsiteX164" fmla="*/ 2543175 w 2543175"/>
                <a:gd name="connsiteY164" fmla="*/ 1890712 h 1890712"/>
                <a:gd name="connsiteX0" fmla="*/ 0 w 2543175"/>
                <a:gd name="connsiteY0" fmla="*/ 0 h 1890712"/>
                <a:gd name="connsiteX1" fmla="*/ 11907 w 2543175"/>
                <a:gd name="connsiteY1" fmla="*/ 11906 h 1890712"/>
                <a:gd name="connsiteX2" fmla="*/ 21432 w 2543175"/>
                <a:gd name="connsiteY2" fmla="*/ 16669 h 1890712"/>
                <a:gd name="connsiteX3" fmla="*/ 23813 w 2543175"/>
                <a:gd name="connsiteY3" fmla="*/ 23812 h 1890712"/>
                <a:gd name="connsiteX4" fmla="*/ 33338 w 2543175"/>
                <a:gd name="connsiteY4" fmla="*/ 33337 h 1890712"/>
                <a:gd name="connsiteX5" fmla="*/ 40482 w 2543175"/>
                <a:gd name="connsiteY5" fmla="*/ 42862 h 1890712"/>
                <a:gd name="connsiteX6" fmla="*/ 47625 w 2543175"/>
                <a:gd name="connsiteY6" fmla="*/ 47625 h 1890712"/>
                <a:gd name="connsiteX7" fmla="*/ 57150 w 2543175"/>
                <a:gd name="connsiteY7" fmla="*/ 54769 h 1890712"/>
                <a:gd name="connsiteX8" fmla="*/ 64294 w 2543175"/>
                <a:gd name="connsiteY8" fmla="*/ 59531 h 1890712"/>
                <a:gd name="connsiteX9" fmla="*/ 83344 w 2543175"/>
                <a:gd name="connsiteY9" fmla="*/ 73819 h 1890712"/>
                <a:gd name="connsiteX10" fmla="*/ 97632 w 2543175"/>
                <a:gd name="connsiteY10" fmla="*/ 80962 h 1890712"/>
                <a:gd name="connsiteX11" fmla="*/ 104775 w 2543175"/>
                <a:gd name="connsiteY11" fmla="*/ 85725 h 1890712"/>
                <a:gd name="connsiteX12" fmla="*/ 114300 w 2543175"/>
                <a:gd name="connsiteY12" fmla="*/ 95250 h 1890712"/>
                <a:gd name="connsiteX13" fmla="*/ 123825 w 2543175"/>
                <a:gd name="connsiteY13" fmla="*/ 97631 h 1890712"/>
                <a:gd name="connsiteX14" fmla="*/ 130969 w 2543175"/>
                <a:gd name="connsiteY14" fmla="*/ 104775 h 1890712"/>
                <a:gd name="connsiteX15" fmla="*/ 140494 w 2543175"/>
                <a:gd name="connsiteY15" fmla="*/ 111919 h 1890712"/>
                <a:gd name="connsiteX16" fmla="*/ 147638 w 2543175"/>
                <a:gd name="connsiteY16" fmla="*/ 116681 h 1890712"/>
                <a:gd name="connsiteX17" fmla="*/ 164307 w 2543175"/>
                <a:gd name="connsiteY17" fmla="*/ 128587 h 1890712"/>
                <a:gd name="connsiteX18" fmla="*/ 180975 w 2543175"/>
                <a:gd name="connsiteY18" fmla="*/ 140494 h 1890712"/>
                <a:gd name="connsiteX19" fmla="*/ 197644 w 2543175"/>
                <a:gd name="connsiteY19" fmla="*/ 152400 h 1890712"/>
                <a:gd name="connsiteX20" fmla="*/ 204788 w 2543175"/>
                <a:gd name="connsiteY20" fmla="*/ 157162 h 1890712"/>
                <a:gd name="connsiteX21" fmla="*/ 214313 w 2543175"/>
                <a:gd name="connsiteY21" fmla="*/ 164306 h 1890712"/>
                <a:gd name="connsiteX22" fmla="*/ 230982 w 2543175"/>
                <a:gd name="connsiteY22" fmla="*/ 180975 h 1890712"/>
                <a:gd name="connsiteX23" fmla="*/ 247650 w 2543175"/>
                <a:gd name="connsiteY23" fmla="*/ 185737 h 1890712"/>
                <a:gd name="connsiteX24" fmla="*/ 300038 w 2543175"/>
                <a:gd name="connsiteY24" fmla="*/ 219075 h 1890712"/>
                <a:gd name="connsiteX25" fmla="*/ 342900 w 2543175"/>
                <a:gd name="connsiteY25" fmla="*/ 254794 h 1890712"/>
                <a:gd name="connsiteX26" fmla="*/ 366713 w 2543175"/>
                <a:gd name="connsiteY26" fmla="*/ 264319 h 1890712"/>
                <a:gd name="connsiteX27" fmla="*/ 371475 w 2543175"/>
                <a:gd name="connsiteY27" fmla="*/ 271462 h 1890712"/>
                <a:gd name="connsiteX28" fmla="*/ 385763 w 2543175"/>
                <a:gd name="connsiteY28" fmla="*/ 283369 h 1890712"/>
                <a:gd name="connsiteX29" fmla="*/ 404813 w 2543175"/>
                <a:gd name="connsiteY29" fmla="*/ 295275 h 1890712"/>
                <a:gd name="connsiteX30" fmla="*/ 411957 w 2543175"/>
                <a:gd name="connsiteY30" fmla="*/ 297656 h 1890712"/>
                <a:gd name="connsiteX31" fmla="*/ 466725 w 2543175"/>
                <a:gd name="connsiteY31" fmla="*/ 328612 h 1890712"/>
                <a:gd name="connsiteX32" fmla="*/ 476250 w 2543175"/>
                <a:gd name="connsiteY32" fmla="*/ 335756 h 1890712"/>
                <a:gd name="connsiteX33" fmla="*/ 481013 w 2543175"/>
                <a:gd name="connsiteY33" fmla="*/ 342900 h 1890712"/>
                <a:gd name="connsiteX34" fmla="*/ 490538 w 2543175"/>
                <a:gd name="connsiteY34" fmla="*/ 352425 h 1890712"/>
                <a:gd name="connsiteX35" fmla="*/ 495300 w 2543175"/>
                <a:gd name="connsiteY35" fmla="*/ 359569 h 1890712"/>
                <a:gd name="connsiteX36" fmla="*/ 509588 w 2543175"/>
                <a:gd name="connsiteY36" fmla="*/ 376237 h 1890712"/>
                <a:gd name="connsiteX37" fmla="*/ 514350 w 2543175"/>
                <a:gd name="connsiteY37" fmla="*/ 383381 h 1890712"/>
                <a:gd name="connsiteX38" fmla="*/ 531019 w 2543175"/>
                <a:gd name="connsiteY38" fmla="*/ 397669 h 1890712"/>
                <a:gd name="connsiteX39" fmla="*/ 538163 w 2543175"/>
                <a:gd name="connsiteY39" fmla="*/ 407194 h 1890712"/>
                <a:gd name="connsiteX40" fmla="*/ 554832 w 2543175"/>
                <a:gd name="connsiteY40" fmla="*/ 421481 h 1890712"/>
                <a:gd name="connsiteX41" fmla="*/ 564357 w 2543175"/>
                <a:gd name="connsiteY41" fmla="*/ 431006 h 1890712"/>
                <a:gd name="connsiteX42" fmla="*/ 573882 w 2543175"/>
                <a:gd name="connsiteY42" fmla="*/ 438150 h 1890712"/>
                <a:gd name="connsiteX43" fmla="*/ 595313 w 2543175"/>
                <a:gd name="connsiteY43" fmla="*/ 454819 h 1890712"/>
                <a:gd name="connsiteX44" fmla="*/ 602457 w 2543175"/>
                <a:gd name="connsiteY44" fmla="*/ 457200 h 1890712"/>
                <a:gd name="connsiteX45" fmla="*/ 628650 w 2543175"/>
                <a:gd name="connsiteY45" fmla="*/ 469106 h 1890712"/>
                <a:gd name="connsiteX46" fmla="*/ 645319 w 2543175"/>
                <a:gd name="connsiteY46" fmla="*/ 483394 h 1890712"/>
                <a:gd name="connsiteX47" fmla="*/ 654844 w 2543175"/>
                <a:gd name="connsiteY47" fmla="*/ 488156 h 1890712"/>
                <a:gd name="connsiteX48" fmla="*/ 661988 w 2543175"/>
                <a:gd name="connsiteY48" fmla="*/ 497681 h 1890712"/>
                <a:gd name="connsiteX49" fmla="*/ 683419 w 2543175"/>
                <a:gd name="connsiteY49" fmla="*/ 514350 h 1890712"/>
                <a:gd name="connsiteX50" fmla="*/ 700088 w 2543175"/>
                <a:gd name="connsiteY50" fmla="*/ 526256 h 1890712"/>
                <a:gd name="connsiteX51" fmla="*/ 709613 w 2543175"/>
                <a:gd name="connsiteY51" fmla="*/ 535781 h 1890712"/>
                <a:gd name="connsiteX52" fmla="*/ 719138 w 2543175"/>
                <a:gd name="connsiteY52" fmla="*/ 542925 h 1890712"/>
                <a:gd name="connsiteX53" fmla="*/ 733425 w 2543175"/>
                <a:gd name="connsiteY53" fmla="*/ 557212 h 1890712"/>
                <a:gd name="connsiteX54" fmla="*/ 750094 w 2543175"/>
                <a:gd name="connsiteY54" fmla="*/ 569119 h 1890712"/>
                <a:gd name="connsiteX55" fmla="*/ 769144 w 2543175"/>
                <a:gd name="connsiteY55" fmla="*/ 581025 h 1890712"/>
                <a:gd name="connsiteX56" fmla="*/ 785813 w 2543175"/>
                <a:gd name="connsiteY56" fmla="*/ 590550 h 1890712"/>
                <a:gd name="connsiteX57" fmla="*/ 792957 w 2543175"/>
                <a:gd name="connsiteY57" fmla="*/ 600075 h 1890712"/>
                <a:gd name="connsiteX58" fmla="*/ 809625 w 2543175"/>
                <a:gd name="connsiteY58" fmla="*/ 611981 h 1890712"/>
                <a:gd name="connsiteX59" fmla="*/ 816769 w 2543175"/>
                <a:gd name="connsiteY59" fmla="*/ 619125 h 1890712"/>
                <a:gd name="connsiteX60" fmla="*/ 826294 w 2543175"/>
                <a:gd name="connsiteY60" fmla="*/ 626269 h 1890712"/>
                <a:gd name="connsiteX61" fmla="*/ 840582 w 2543175"/>
                <a:gd name="connsiteY61" fmla="*/ 638175 h 1890712"/>
                <a:gd name="connsiteX62" fmla="*/ 847725 w 2543175"/>
                <a:gd name="connsiteY62" fmla="*/ 645319 h 1890712"/>
                <a:gd name="connsiteX63" fmla="*/ 857250 w 2543175"/>
                <a:gd name="connsiteY63" fmla="*/ 652462 h 1890712"/>
                <a:gd name="connsiteX64" fmla="*/ 864394 w 2543175"/>
                <a:gd name="connsiteY64" fmla="*/ 657225 h 1890712"/>
                <a:gd name="connsiteX65" fmla="*/ 888207 w 2543175"/>
                <a:gd name="connsiteY65" fmla="*/ 676275 h 1890712"/>
                <a:gd name="connsiteX66" fmla="*/ 895350 w 2543175"/>
                <a:gd name="connsiteY66" fmla="*/ 681037 h 1890712"/>
                <a:gd name="connsiteX67" fmla="*/ 907257 w 2543175"/>
                <a:gd name="connsiteY67" fmla="*/ 683419 h 1890712"/>
                <a:gd name="connsiteX68" fmla="*/ 928688 w 2543175"/>
                <a:gd name="connsiteY68" fmla="*/ 695325 h 1890712"/>
                <a:gd name="connsiteX69" fmla="*/ 942975 w 2543175"/>
                <a:gd name="connsiteY69" fmla="*/ 700087 h 1890712"/>
                <a:gd name="connsiteX70" fmla="*/ 964407 w 2543175"/>
                <a:gd name="connsiteY70" fmla="*/ 716756 h 1890712"/>
                <a:gd name="connsiteX71" fmla="*/ 971550 w 2543175"/>
                <a:gd name="connsiteY71" fmla="*/ 723900 h 1890712"/>
                <a:gd name="connsiteX72" fmla="*/ 983457 w 2543175"/>
                <a:gd name="connsiteY72" fmla="*/ 733425 h 1890712"/>
                <a:gd name="connsiteX73" fmla="*/ 990600 w 2543175"/>
                <a:gd name="connsiteY73" fmla="*/ 738187 h 1890712"/>
                <a:gd name="connsiteX74" fmla="*/ 1007269 w 2543175"/>
                <a:gd name="connsiteY74" fmla="*/ 752475 h 1890712"/>
                <a:gd name="connsiteX75" fmla="*/ 1031082 w 2543175"/>
                <a:gd name="connsiteY75" fmla="*/ 766762 h 1890712"/>
                <a:gd name="connsiteX76" fmla="*/ 1042988 w 2543175"/>
                <a:gd name="connsiteY76" fmla="*/ 773906 h 1890712"/>
                <a:gd name="connsiteX77" fmla="*/ 1071563 w 2543175"/>
                <a:gd name="connsiteY77" fmla="*/ 785812 h 1890712"/>
                <a:gd name="connsiteX78" fmla="*/ 1097757 w 2543175"/>
                <a:gd name="connsiteY78" fmla="*/ 807244 h 1890712"/>
                <a:gd name="connsiteX79" fmla="*/ 1104900 w 2543175"/>
                <a:gd name="connsiteY79" fmla="*/ 814387 h 1890712"/>
                <a:gd name="connsiteX80" fmla="*/ 1121569 w 2543175"/>
                <a:gd name="connsiteY80" fmla="*/ 823912 h 1890712"/>
                <a:gd name="connsiteX81" fmla="*/ 1138238 w 2543175"/>
                <a:gd name="connsiteY81" fmla="*/ 835819 h 1890712"/>
                <a:gd name="connsiteX82" fmla="*/ 1147763 w 2543175"/>
                <a:gd name="connsiteY82" fmla="*/ 842962 h 1890712"/>
                <a:gd name="connsiteX83" fmla="*/ 1157288 w 2543175"/>
                <a:gd name="connsiteY83" fmla="*/ 847725 h 1890712"/>
                <a:gd name="connsiteX84" fmla="*/ 1178719 w 2543175"/>
                <a:gd name="connsiteY84" fmla="*/ 859631 h 1890712"/>
                <a:gd name="connsiteX85" fmla="*/ 1188244 w 2543175"/>
                <a:gd name="connsiteY85" fmla="*/ 866775 h 1890712"/>
                <a:gd name="connsiteX86" fmla="*/ 1195388 w 2543175"/>
                <a:gd name="connsiteY86" fmla="*/ 871537 h 1890712"/>
                <a:gd name="connsiteX87" fmla="*/ 1212057 w 2543175"/>
                <a:gd name="connsiteY87" fmla="*/ 883444 h 1890712"/>
                <a:gd name="connsiteX88" fmla="*/ 1226344 w 2543175"/>
                <a:gd name="connsiteY88" fmla="*/ 895350 h 1890712"/>
                <a:gd name="connsiteX89" fmla="*/ 1245394 w 2543175"/>
                <a:gd name="connsiteY89" fmla="*/ 907256 h 1890712"/>
                <a:gd name="connsiteX90" fmla="*/ 1254919 w 2543175"/>
                <a:gd name="connsiteY90" fmla="*/ 914400 h 1890712"/>
                <a:gd name="connsiteX91" fmla="*/ 1269207 w 2543175"/>
                <a:gd name="connsiteY91" fmla="*/ 921544 h 1890712"/>
                <a:gd name="connsiteX92" fmla="*/ 1290638 w 2543175"/>
                <a:gd name="connsiteY92" fmla="*/ 935831 h 1890712"/>
                <a:gd name="connsiteX93" fmla="*/ 1307307 w 2543175"/>
                <a:gd name="connsiteY93" fmla="*/ 952500 h 1890712"/>
                <a:gd name="connsiteX94" fmla="*/ 1333500 w 2543175"/>
                <a:gd name="connsiteY94" fmla="*/ 971550 h 1890712"/>
                <a:gd name="connsiteX95" fmla="*/ 1359694 w 2543175"/>
                <a:gd name="connsiteY95" fmla="*/ 990600 h 1890712"/>
                <a:gd name="connsiteX96" fmla="*/ 1385888 w 2543175"/>
                <a:gd name="connsiteY96" fmla="*/ 1021557 h 1890712"/>
                <a:gd name="connsiteX97" fmla="*/ 1435894 w 2543175"/>
                <a:gd name="connsiteY97" fmla="*/ 1054894 h 1890712"/>
                <a:gd name="connsiteX98" fmla="*/ 1497806 w 2543175"/>
                <a:gd name="connsiteY98" fmla="*/ 1104900 h 1890712"/>
                <a:gd name="connsiteX99" fmla="*/ 1559718 w 2543175"/>
                <a:gd name="connsiteY99" fmla="*/ 1154906 h 1890712"/>
                <a:gd name="connsiteX100" fmla="*/ 1595438 w 2543175"/>
                <a:gd name="connsiteY100" fmla="*/ 1181100 h 1890712"/>
                <a:gd name="connsiteX101" fmla="*/ 1628775 w 2543175"/>
                <a:gd name="connsiteY101" fmla="*/ 1207294 h 1890712"/>
                <a:gd name="connsiteX102" fmla="*/ 1662113 w 2543175"/>
                <a:gd name="connsiteY102" fmla="*/ 1231107 h 1890712"/>
                <a:gd name="connsiteX103" fmla="*/ 1700213 w 2543175"/>
                <a:gd name="connsiteY103" fmla="*/ 1247775 h 1890712"/>
                <a:gd name="connsiteX104" fmla="*/ 1712119 w 2543175"/>
                <a:gd name="connsiteY104" fmla="*/ 1259681 h 1890712"/>
                <a:gd name="connsiteX105" fmla="*/ 1733550 w 2543175"/>
                <a:gd name="connsiteY105" fmla="*/ 1273969 h 1890712"/>
                <a:gd name="connsiteX106" fmla="*/ 1743075 w 2543175"/>
                <a:gd name="connsiteY106" fmla="*/ 1283494 h 1890712"/>
                <a:gd name="connsiteX107" fmla="*/ 1754982 w 2543175"/>
                <a:gd name="connsiteY107" fmla="*/ 1290637 h 1890712"/>
                <a:gd name="connsiteX108" fmla="*/ 1766888 w 2543175"/>
                <a:gd name="connsiteY108" fmla="*/ 1300162 h 1890712"/>
                <a:gd name="connsiteX109" fmla="*/ 1783557 w 2543175"/>
                <a:gd name="connsiteY109" fmla="*/ 1307306 h 1890712"/>
                <a:gd name="connsiteX110" fmla="*/ 1790700 w 2543175"/>
                <a:gd name="connsiteY110" fmla="*/ 1312069 h 1890712"/>
                <a:gd name="connsiteX111" fmla="*/ 1800225 w 2543175"/>
                <a:gd name="connsiteY111" fmla="*/ 1319212 h 1890712"/>
                <a:gd name="connsiteX112" fmla="*/ 1807369 w 2543175"/>
                <a:gd name="connsiteY112" fmla="*/ 1321594 h 1890712"/>
                <a:gd name="connsiteX113" fmla="*/ 1824038 w 2543175"/>
                <a:gd name="connsiteY113" fmla="*/ 1333500 h 1890712"/>
                <a:gd name="connsiteX114" fmla="*/ 1843088 w 2543175"/>
                <a:gd name="connsiteY114" fmla="*/ 1352550 h 1890712"/>
                <a:gd name="connsiteX115" fmla="*/ 1852613 w 2543175"/>
                <a:gd name="connsiteY115" fmla="*/ 1359694 h 1890712"/>
                <a:gd name="connsiteX116" fmla="*/ 1859757 w 2543175"/>
                <a:gd name="connsiteY116" fmla="*/ 1366837 h 1890712"/>
                <a:gd name="connsiteX117" fmla="*/ 1869282 w 2543175"/>
                <a:gd name="connsiteY117" fmla="*/ 1371600 h 1890712"/>
                <a:gd name="connsiteX118" fmla="*/ 1883569 w 2543175"/>
                <a:gd name="connsiteY118" fmla="*/ 1388269 h 1890712"/>
                <a:gd name="connsiteX119" fmla="*/ 1893094 w 2543175"/>
                <a:gd name="connsiteY119" fmla="*/ 1395412 h 1890712"/>
                <a:gd name="connsiteX120" fmla="*/ 1902619 w 2543175"/>
                <a:gd name="connsiteY120" fmla="*/ 1404937 h 1890712"/>
                <a:gd name="connsiteX121" fmla="*/ 1912144 w 2543175"/>
                <a:gd name="connsiteY121" fmla="*/ 1409700 h 1890712"/>
                <a:gd name="connsiteX122" fmla="*/ 1931194 w 2543175"/>
                <a:gd name="connsiteY122" fmla="*/ 1421606 h 1890712"/>
                <a:gd name="connsiteX123" fmla="*/ 1935957 w 2543175"/>
                <a:gd name="connsiteY123" fmla="*/ 1428750 h 1890712"/>
                <a:gd name="connsiteX124" fmla="*/ 1952625 w 2543175"/>
                <a:gd name="connsiteY124" fmla="*/ 1438275 h 1890712"/>
                <a:gd name="connsiteX125" fmla="*/ 1971675 w 2543175"/>
                <a:gd name="connsiteY125" fmla="*/ 1450181 h 1890712"/>
                <a:gd name="connsiteX126" fmla="*/ 1981200 w 2543175"/>
                <a:gd name="connsiteY126" fmla="*/ 1454944 h 1890712"/>
                <a:gd name="connsiteX127" fmla="*/ 1997869 w 2543175"/>
                <a:gd name="connsiteY127" fmla="*/ 1471612 h 1890712"/>
                <a:gd name="connsiteX128" fmla="*/ 2007394 w 2543175"/>
                <a:gd name="connsiteY128" fmla="*/ 1478756 h 1890712"/>
                <a:gd name="connsiteX129" fmla="*/ 2016919 w 2543175"/>
                <a:gd name="connsiteY129" fmla="*/ 1483519 h 1890712"/>
                <a:gd name="connsiteX130" fmla="*/ 2024063 w 2543175"/>
                <a:gd name="connsiteY130" fmla="*/ 1490662 h 1890712"/>
                <a:gd name="connsiteX131" fmla="*/ 2033588 w 2543175"/>
                <a:gd name="connsiteY131" fmla="*/ 1495425 h 1890712"/>
                <a:gd name="connsiteX132" fmla="*/ 2040732 w 2543175"/>
                <a:gd name="connsiteY132" fmla="*/ 1502569 h 1890712"/>
                <a:gd name="connsiteX133" fmla="*/ 2047875 w 2543175"/>
                <a:gd name="connsiteY133" fmla="*/ 1507331 h 1890712"/>
                <a:gd name="connsiteX134" fmla="*/ 2057400 w 2543175"/>
                <a:gd name="connsiteY134" fmla="*/ 1514475 h 1890712"/>
                <a:gd name="connsiteX135" fmla="*/ 2064544 w 2543175"/>
                <a:gd name="connsiteY135" fmla="*/ 1519237 h 1890712"/>
                <a:gd name="connsiteX136" fmla="*/ 2071688 w 2543175"/>
                <a:gd name="connsiteY136" fmla="*/ 1526381 h 1890712"/>
                <a:gd name="connsiteX137" fmla="*/ 2081213 w 2543175"/>
                <a:gd name="connsiteY137" fmla="*/ 1531144 h 1890712"/>
                <a:gd name="connsiteX138" fmla="*/ 2090738 w 2543175"/>
                <a:gd name="connsiteY138" fmla="*/ 1538287 h 1890712"/>
                <a:gd name="connsiteX139" fmla="*/ 2109788 w 2543175"/>
                <a:gd name="connsiteY139" fmla="*/ 1547812 h 1890712"/>
                <a:gd name="connsiteX140" fmla="*/ 2131219 w 2543175"/>
                <a:gd name="connsiteY140" fmla="*/ 1562100 h 1890712"/>
                <a:gd name="connsiteX141" fmla="*/ 2140744 w 2543175"/>
                <a:gd name="connsiteY141" fmla="*/ 1566862 h 1890712"/>
                <a:gd name="connsiteX142" fmla="*/ 2152650 w 2543175"/>
                <a:gd name="connsiteY142" fmla="*/ 1576387 h 1890712"/>
                <a:gd name="connsiteX143" fmla="*/ 2181225 w 2543175"/>
                <a:gd name="connsiteY143" fmla="*/ 1590675 h 1890712"/>
                <a:gd name="connsiteX144" fmla="*/ 2200275 w 2543175"/>
                <a:gd name="connsiteY144" fmla="*/ 1607344 h 1890712"/>
                <a:gd name="connsiteX145" fmla="*/ 2207419 w 2543175"/>
                <a:gd name="connsiteY145" fmla="*/ 1612106 h 1890712"/>
                <a:gd name="connsiteX146" fmla="*/ 2216944 w 2543175"/>
                <a:gd name="connsiteY146" fmla="*/ 1619250 h 1890712"/>
                <a:gd name="connsiteX147" fmla="*/ 2224088 w 2543175"/>
                <a:gd name="connsiteY147" fmla="*/ 1624012 h 1890712"/>
                <a:gd name="connsiteX148" fmla="*/ 2247900 w 2543175"/>
                <a:gd name="connsiteY148" fmla="*/ 1643062 h 1890712"/>
                <a:gd name="connsiteX149" fmla="*/ 2255044 w 2543175"/>
                <a:gd name="connsiteY149" fmla="*/ 1650206 h 1890712"/>
                <a:gd name="connsiteX150" fmla="*/ 2281238 w 2543175"/>
                <a:gd name="connsiteY150" fmla="*/ 1664494 h 1890712"/>
                <a:gd name="connsiteX151" fmla="*/ 2297907 w 2543175"/>
                <a:gd name="connsiteY151" fmla="*/ 1674019 h 1890712"/>
                <a:gd name="connsiteX152" fmla="*/ 2312194 w 2543175"/>
                <a:gd name="connsiteY152" fmla="*/ 1685925 h 1890712"/>
                <a:gd name="connsiteX153" fmla="*/ 2328863 w 2543175"/>
                <a:gd name="connsiteY153" fmla="*/ 1697831 h 1890712"/>
                <a:gd name="connsiteX154" fmla="*/ 2350294 w 2543175"/>
                <a:gd name="connsiteY154" fmla="*/ 1712119 h 1890712"/>
                <a:gd name="connsiteX155" fmla="*/ 2369344 w 2543175"/>
                <a:gd name="connsiteY155" fmla="*/ 1724025 h 1890712"/>
                <a:gd name="connsiteX156" fmla="*/ 2428876 w 2543175"/>
                <a:gd name="connsiteY156" fmla="*/ 1785938 h 1890712"/>
                <a:gd name="connsiteX157" fmla="*/ 2466975 w 2543175"/>
                <a:gd name="connsiteY157" fmla="*/ 1783556 h 1890712"/>
                <a:gd name="connsiteX158" fmla="*/ 2481263 w 2543175"/>
                <a:gd name="connsiteY158" fmla="*/ 1795462 h 1890712"/>
                <a:gd name="connsiteX159" fmla="*/ 2486025 w 2543175"/>
                <a:gd name="connsiteY159" fmla="*/ 1802606 h 1890712"/>
                <a:gd name="connsiteX160" fmla="*/ 2514600 w 2543175"/>
                <a:gd name="connsiteY160" fmla="*/ 1850231 h 1890712"/>
                <a:gd name="connsiteX161" fmla="*/ 2519363 w 2543175"/>
                <a:gd name="connsiteY161" fmla="*/ 1857375 h 1890712"/>
                <a:gd name="connsiteX162" fmla="*/ 2540794 w 2543175"/>
                <a:gd name="connsiteY162" fmla="*/ 1883569 h 1890712"/>
                <a:gd name="connsiteX163" fmla="*/ 2543175 w 2543175"/>
                <a:gd name="connsiteY163" fmla="*/ 1890712 h 1890712"/>
                <a:gd name="connsiteX0" fmla="*/ 0 w 2543175"/>
                <a:gd name="connsiteY0" fmla="*/ 0 h 1890712"/>
                <a:gd name="connsiteX1" fmla="*/ 11907 w 2543175"/>
                <a:gd name="connsiteY1" fmla="*/ 11906 h 1890712"/>
                <a:gd name="connsiteX2" fmla="*/ 21432 w 2543175"/>
                <a:gd name="connsiteY2" fmla="*/ 16669 h 1890712"/>
                <a:gd name="connsiteX3" fmla="*/ 23813 w 2543175"/>
                <a:gd name="connsiteY3" fmla="*/ 23812 h 1890712"/>
                <a:gd name="connsiteX4" fmla="*/ 33338 w 2543175"/>
                <a:gd name="connsiteY4" fmla="*/ 33337 h 1890712"/>
                <a:gd name="connsiteX5" fmla="*/ 40482 w 2543175"/>
                <a:gd name="connsiteY5" fmla="*/ 42862 h 1890712"/>
                <a:gd name="connsiteX6" fmla="*/ 47625 w 2543175"/>
                <a:gd name="connsiteY6" fmla="*/ 47625 h 1890712"/>
                <a:gd name="connsiteX7" fmla="*/ 57150 w 2543175"/>
                <a:gd name="connsiteY7" fmla="*/ 54769 h 1890712"/>
                <a:gd name="connsiteX8" fmla="*/ 64294 w 2543175"/>
                <a:gd name="connsiteY8" fmla="*/ 59531 h 1890712"/>
                <a:gd name="connsiteX9" fmla="*/ 83344 w 2543175"/>
                <a:gd name="connsiteY9" fmla="*/ 73819 h 1890712"/>
                <a:gd name="connsiteX10" fmla="*/ 97632 w 2543175"/>
                <a:gd name="connsiteY10" fmla="*/ 80962 h 1890712"/>
                <a:gd name="connsiteX11" fmla="*/ 104775 w 2543175"/>
                <a:gd name="connsiteY11" fmla="*/ 85725 h 1890712"/>
                <a:gd name="connsiteX12" fmla="*/ 114300 w 2543175"/>
                <a:gd name="connsiteY12" fmla="*/ 95250 h 1890712"/>
                <a:gd name="connsiteX13" fmla="*/ 123825 w 2543175"/>
                <a:gd name="connsiteY13" fmla="*/ 97631 h 1890712"/>
                <a:gd name="connsiteX14" fmla="*/ 130969 w 2543175"/>
                <a:gd name="connsiteY14" fmla="*/ 104775 h 1890712"/>
                <a:gd name="connsiteX15" fmla="*/ 140494 w 2543175"/>
                <a:gd name="connsiteY15" fmla="*/ 111919 h 1890712"/>
                <a:gd name="connsiteX16" fmla="*/ 147638 w 2543175"/>
                <a:gd name="connsiteY16" fmla="*/ 116681 h 1890712"/>
                <a:gd name="connsiteX17" fmla="*/ 164307 w 2543175"/>
                <a:gd name="connsiteY17" fmla="*/ 128587 h 1890712"/>
                <a:gd name="connsiteX18" fmla="*/ 180975 w 2543175"/>
                <a:gd name="connsiteY18" fmla="*/ 140494 h 1890712"/>
                <a:gd name="connsiteX19" fmla="*/ 197644 w 2543175"/>
                <a:gd name="connsiteY19" fmla="*/ 152400 h 1890712"/>
                <a:gd name="connsiteX20" fmla="*/ 204788 w 2543175"/>
                <a:gd name="connsiteY20" fmla="*/ 157162 h 1890712"/>
                <a:gd name="connsiteX21" fmla="*/ 214313 w 2543175"/>
                <a:gd name="connsiteY21" fmla="*/ 164306 h 1890712"/>
                <a:gd name="connsiteX22" fmla="*/ 230982 w 2543175"/>
                <a:gd name="connsiteY22" fmla="*/ 180975 h 1890712"/>
                <a:gd name="connsiteX23" fmla="*/ 247650 w 2543175"/>
                <a:gd name="connsiteY23" fmla="*/ 185737 h 1890712"/>
                <a:gd name="connsiteX24" fmla="*/ 300038 w 2543175"/>
                <a:gd name="connsiteY24" fmla="*/ 219075 h 1890712"/>
                <a:gd name="connsiteX25" fmla="*/ 342900 w 2543175"/>
                <a:gd name="connsiteY25" fmla="*/ 254794 h 1890712"/>
                <a:gd name="connsiteX26" fmla="*/ 366713 w 2543175"/>
                <a:gd name="connsiteY26" fmla="*/ 264319 h 1890712"/>
                <a:gd name="connsiteX27" fmla="*/ 371475 w 2543175"/>
                <a:gd name="connsiteY27" fmla="*/ 271462 h 1890712"/>
                <a:gd name="connsiteX28" fmla="*/ 385763 w 2543175"/>
                <a:gd name="connsiteY28" fmla="*/ 283369 h 1890712"/>
                <a:gd name="connsiteX29" fmla="*/ 404813 w 2543175"/>
                <a:gd name="connsiteY29" fmla="*/ 295275 h 1890712"/>
                <a:gd name="connsiteX30" fmla="*/ 411957 w 2543175"/>
                <a:gd name="connsiteY30" fmla="*/ 297656 h 1890712"/>
                <a:gd name="connsiteX31" fmla="*/ 466725 w 2543175"/>
                <a:gd name="connsiteY31" fmla="*/ 328612 h 1890712"/>
                <a:gd name="connsiteX32" fmla="*/ 476250 w 2543175"/>
                <a:gd name="connsiteY32" fmla="*/ 335756 h 1890712"/>
                <a:gd name="connsiteX33" fmla="*/ 481013 w 2543175"/>
                <a:gd name="connsiteY33" fmla="*/ 342900 h 1890712"/>
                <a:gd name="connsiteX34" fmla="*/ 490538 w 2543175"/>
                <a:gd name="connsiteY34" fmla="*/ 352425 h 1890712"/>
                <a:gd name="connsiteX35" fmla="*/ 495300 w 2543175"/>
                <a:gd name="connsiteY35" fmla="*/ 359569 h 1890712"/>
                <a:gd name="connsiteX36" fmla="*/ 509588 w 2543175"/>
                <a:gd name="connsiteY36" fmla="*/ 376237 h 1890712"/>
                <a:gd name="connsiteX37" fmla="*/ 514350 w 2543175"/>
                <a:gd name="connsiteY37" fmla="*/ 383381 h 1890712"/>
                <a:gd name="connsiteX38" fmla="*/ 531019 w 2543175"/>
                <a:gd name="connsiteY38" fmla="*/ 397669 h 1890712"/>
                <a:gd name="connsiteX39" fmla="*/ 538163 w 2543175"/>
                <a:gd name="connsiteY39" fmla="*/ 407194 h 1890712"/>
                <a:gd name="connsiteX40" fmla="*/ 554832 w 2543175"/>
                <a:gd name="connsiteY40" fmla="*/ 421481 h 1890712"/>
                <a:gd name="connsiteX41" fmla="*/ 564357 w 2543175"/>
                <a:gd name="connsiteY41" fmla="*/ 431006 h 1890712"/>
                <a:gd name="connsiteX42" fmla="*/ 573882 w 2543175"/>
                <a:gd name="connsiteY42" fmla="*/ 438150 h 1890712"/>
                <a:gd name="connsiteX43" fmla="*/ 595313 w 2543175"/>
                <a:gd name="connsiteY43" fmla="*/ 454819 h 1890712"/>
                <a:gd name="connsiteX44" fmla="*/ 602457 w 2543175"/>
                <a:gd name="connsiteY44" fmla="*/ 457200 h 1890712"/>
                <a:gd name="connsiteX45" fmla="*/ 628650 w 2543175"/>
                <a:gd name="connsiteY45" fmla="*/ 469106 h 1890712"/>
                <a:gd name="connsiteX46" fmla="*/ 645319 w 2543175"/>
                <a:gd name="connsiteY46" fmla="*/ 483394 h 1890712"/>
                <a:gd name="connsiteX47" fmla="*/ 654844 w 2543175"/>
                <a:gd name="connsiteY47" fmla="*/ 488156 h 1890712"/>
                <a:gd name="connsiteX48" fmla="*/ 661988 w 2543175"/>
                <a:gd name="connsiteY48" fmla="*/ 497681 h 1890712"/>
                <a:gd name="connsiteX49" fmla="*/ 683419 w 2543175"/>
                <a:gd name="connsiteY49" fmla="*/ 514350 h 1890712"/>
                <a:gd name="connsiteX50" fmla="*/ 700088 w 2543175"/>
                <a:gd name="connsiteY50" fmla="*/ 526256 h 1890712"/>
                <a:gd name="connsiteX51" fmla="*/ 709613 w 2543175"/>
                <a:gd name="connsiteY51" fmla="*/ 535781 h 1890712"/>
                <a:gd name="connsiteX52" fmla="*/ 719138 w 2543175"/>
                <a:gd name="connsiteY52" fmla="*/ 542925 h 1890712"/>
                <a:gd name="connsiteX53" fmla="*/ 733425 w 2543175"/>
                <a:gd name="connsiteY53" fmla="*/ 557212 h 1890712"/>
                <a:gd name="connsiteX54" fmla="*/ 750094 w 2543175"/>
                <a:gd name="connsiteY54" fmla="*/ 569119 h 1890712"/>
                <a:gd name="connsiteX55" fmla="*/ 769144 w 2543175"/>
                <a:gd name="connsiteY55" fmla="*/ 581025 h 1890712"/>
                <a:gd name="connsiteX56" fmla="*/ 785813 w 2543175"/>
                <a:gd name="connsiteY56" fmla="*/ 590550 h 1890712"/>
                <a:gd name="connsiteX57" fmla="*/ 792957 w 2543175"/>
                <a:gd name="connsiteY57" fmla="*/ 600075 h 1890712"/>
                <a:gd name="connsiteX58" fmla="*/ 809625 w 2543175"/>
                <a:gd name="connsiteY58" fmla="*/ 611981 h 1890712"/>
                <a:gd name="connsiteX59" fmla="*/ 816769 w 2543175"/>
                <a:gd name="connsiteY59" fmla="*/ 619125 h 1890712"/>
                <a:gd name="connsiteX60" fmla="*/ 826294 w 2543175"/>
                <a:gd name="connsiteY60" fmla="*/ 626269 h 1890712"/>
                <a:gd name="connsiteX61" fmla="*/ 840582 w 2543175"/>
                <a:gd name="connsiteY61" fmla="*/ 638175 h 1890712"/>
                <a:gd name="connsiteX62" fmla="*/ 847725 w 2543175"/>
                <a:gd name="connsiteY62" fmla="*/ 645319 h 1890712"/>
                <a:gd name="connsiteX63" fmla="*/ 857250 w 2543175"/>
                <a:gd name="connsiteY63" fmla="*/ 652462 h 1890712"/>
                <a:gd name="connsiteX64" fmla="*/ 864394 w 2543175"/>
                <a:gd name="connsiteY64" fmla="*/ 657225 h 1890712"/>
                <a:gd name="connsiteX65" fmla="*/ 888207 w 2543175"/>
                <a:gd name="connsiteY65" fmla="*/ 676275 h 1890712"/>
                <a:gd name="connsiteX66" fmla="*/ 895350 w 2543175"/>
                <a:gd name="connsiteY66" fmla="*/ 681037 h 1890712"/>
                <a:gd name="connsiteX67" fmla="*/ 907257 w 2543175"/>
                <a:gd name="connsiteY67" fmla="*/ 683419 h 1890712"/>
                <a:gd name="connsiteX68" fmla="*/ 928688 w 2543175"/>
                <a:gd name="connsiteY68" fmla="*/ 695325 h 1890712"/>
                <a:gd name="connsiteX69" fmla="*/ 942975 w 2543175"/>
                <a:gd name="connsiteY69" fmla="*/ 700087 h 1890712"/>
                <a:gd name="connsiteX70" fmla="*/ 964407 w 2543175"/>
                <a:gd name="connsiteY70" fmla="*/ 716756 h 1890712"/>
                <a:gd name="connsiteX71" fmla="*/ 971550 w 2543175"/>
                <a:gd name="connsiteY71" fmla="*/ 723900 h 1890712"/>
                <a:gd name="connsiteX72" fmla="*/ 983457 w 2543175"/>
                <a:gd name="connsiteY72" fmla="*/ 733425 h 1890712"/>
                <a:gd name="connsiteX73" fmla="*/ 990600 w 2543175"/>
                <a:gd name="connsiteY73" fmla="*/ 738187 h 1890712"/>
                <a:gd name="connsiteX74" fmla="*/ 1007269 w 2543175"/>
                <a:gd name="connsiteY74" fmla="*/ 752475 h 1890712"/>
                <a:gd name="connsiteX75" fmla="*/ 1031082 w 2543175"/>
                <a:gd name="connsiteY75" fmla="*/ 766762 h 1890712"/>
                <a:gd name="connsiteX76" fmla="*/ 1042988 w 2543175"/>
                <a:gd name="connsiteY76" fmla="*/ 773906 h 1890712"/>
                <a:gd name="connsiteX77" fmla="*/ 1071563 w 2543175"/>
                <a:gd name="connsiteY77" fmla="*/ 785812 h 1890712"/>
                <a:gd name="connsiteX78" fmla="*/ 1097757 w 2543175"/>
                <a:gd name="connsiteY78" fmla="*/ 807244 h 1890712"/>
                <a:gd name="connsiteX79" fmla="*/ 1104900 w 2543175"/>
                <a:gd name="connsiteY79" fmla="*/ 814387 h 1890712"/>
                <a:gd name="connsiteX80" fmla="*/ 1121569 w 2543175"/>
                <a:gd name="connsiteY80" fmla="*/ 823912 h 1890712"/>
                <a:gd name="connsiteX81" fmla="*/ 1138238 w 2543175"/>
                <a:gd name="connsiteY81" fmla="*/ 835819 h 1890712"/>
                <a:gd name="connsiteX82" fmla="*/ 1147763 w 2543175"/>
                <a:gd name="connsiteY82" fmla="*/ 842962 h 1890712"/>
                <a:gd name="connsiteX83" fmla="*/ 1157288 w 2543175"/>
                <a:gd name="connsiteY83" fmla="*/ 847725 h 1890712"/>
                <a:gd name="connsiteX84" fmla="*/ 1178719 w 2543175"/>
                <a:gd name="connsiteY84" fmla="*/ 859631 h 1890712"/>
                <a:gd name="connsiteX85" fmla="*/ 1188244 w 2543175"/>
                <a:gd name="connsiteY85" fmla="*/ 866775 h 1890712"/>
                <a:gd name="connsiteX86" fmla="*/ 1195388 w 2543175"/>
                <a:gd name="connsiteY86" fmla="*/ 871537 h 1890712"/>
                <a:gd name="connsiteX87" fmla="*/ 1212057 w 2543175"/>
                <a:gd name="connsiteY87" fmla="*/ 883444 h 1890712"/>
                <a:gd name="connsiteX88" fmla="*/ 1226344 w 2543175"/>
                <a:gd name="connsiteY88" fmla="*/ 895350 h 1890712"/>
                <a:gd name="connsiteX89" fmla="*/ 1245394 w 2543175"/>
                <a:gd name="connsiteY89" fmla="*/ 907256 h 1890712"/>
                <a:gd name="connsiteX90" fmla="*/ 1254919 w 2543175"/>
                <a:gd name="connsiteY90" fmla="*/ 914400 h 1890712"/>
                <a:gd name="connsiteX91" fmla="*/ 1269207 w 2543175"/>
                <a:gd name="connsiteY91" fmla="*/ 921544 h 1890712"/>
                <a:gd name="connsiteX92" fmla="*/ 1290638 w 2543175"/>
                <a:gd name="connsiteY92" fmla="*/ 935831 h 1890712"/>
                <a:gd name="connsiteX93" fmla="*/ 1307307 w 2543175"/>
                <a:gd name="connsiteY93" fmla="*/ 952500 h 1890712"/>
                <a:gd name="connsiteX94" fmla="*/ 1333500 w 2543175"/>
                <a:gd name="connsiteY94" fmla="*/ 971550 h 1890712"/>
                <a:gd name="connsiteX95" fmla="*/ 1359694 w 2543175"/>
                <a:gd name="connsiteY95" fmla="*/ 990600 h 1890712"/>
                <a:gd name="connsiteX96" fmla="*/ 1385888 w 2543175"/>
                <a:gd name="connsiteY96" fmla="*/ 1021557 h 1890712"/>
                <a:gd name="connsiteX97" fmla="*/ 1435894 w 2543175"/>
                <a:gd name="connsiteY97" fmla="*/ 1054894 h 1890712"/>
                <a:gd name="connsiteX98" fmla="*/ 1497806 w 2543175"/>
                <a:gd name="connsiteY98" fmla="*/ 1104900 h 1890712"/>
                <a:gd name="connsiteX99" fmla="*/ 1559718 w 2543175"/>
                <a:gd name="connsiteY99" fmla="*/ 1154906 h 1890712"/>
                <a:gd name="connsiteX100" fmla="*/ 1595438 w 2543175"/>
                <a:gd name="connsiteY100" fmla="*/ 1181100 h 1890712"/>
                <a:gd name="connsiteX101" fmla="*/ 1628775 w 2543175"/>
                <a:gd name="connsiteY101" fmla="*/ 1207294 h 1890712"/>
                <a:gd name="connsiteX102" fmla="*/ 1662113 w 2543175"/>
                <a:gd name="connsiteY102" fmla="*/ 1231107 h 1890712"/>
                <a:gd name="connsiteX103" fmla="*/ 1700213 w 2543175"/>
                <a:gd name="connsiteY103" fmla="*/ 1247775 h 1890712"/>
                <a:gd name="connsiteX104" fmla="*/ 1712119 w 2543175"/>
                <a:gd name="connsiteY104" fmla="*/ 1259681 h 1890712"/>
                <a:gd name="connsiteX105" fmla="*/ 1733550 w 2543175"/>
                <a:gd name="connsiteY105" fmla="*/ 1273969 h 1890712"/>
                <a:gd name="connsiteX106" fmla="*/ 1743075 w 2543175"/>
                <a:gd name="connsiteY106" fmla="*/ 1283494 h 1890712"/>
                <a:gd name="connsiteX107" fmla="*/ 1754982 w 2543175"/>
                <a:gd name="connsiteY107" fmla="*/ 1290637 h 1890712"/>
                <a:gd name="connsiteX108" fmla="*/ 1766888 w 2543175"/>
                <a:gd name="connsiteY108" fmla="*/ 1300162 h 1890712"/>
                <a:gd name="connsiteX109" fmla="*/ 1783557 w 2543175"/>
                <a:gd name="connsiteY109" fmla="*/ 1307306 h 1890712"/>
                <a:gd name="connsiteX110" fmla="*/ 1790700 w 2543175"/>
                <a:gd name="connsiteY110" fmla="*/ 1312069 h 1890712"/>
                <a:gd name="connsiteX111" fmla="*/ 1800225 w 2543175"/>
                <a:gd name="connsiteY111" fmla="*/ 1319212 h 1890712"/>
                <a:gd name="connsiteX112" fmla="*/ 1807369 w 2543175"/>
                <a:gd name="connsiteY112" fmla="*/ 1321594 h 1890712"/>
                <a:gd name="connsiteX113" fmla="*/ 1824038 w 2543175"/>
                <a:gd name="connsiteY113" fmla="*/ 1333500 h 1890712"/>
                <a:gd name="connsiteX114" fmla="*/ 1843088 w 2543175"/>
                <a:gd name="connsiteY114" fmla="*/ 1352550 h 1890712"/>
                <a:gd name="connsiteX115" fmla="*/ 1852613 w 2543175"/>
                <a:gd name="connsiteY115" fmla="*/ 1359694 h 1890712"/>
                <a:gd name="connsiteX116" fmla="*/ 1859757 w 2543175"/>
                <a:gd name="connsiteY116" fmla="*/ 1366837 h 1890712"/>
                <a:gd name="connsiteX117" fmla="*/ 1869282 w 2543175"/>
                <a:gd name="connsiteY117" fmla="*/ 1371600 h 1890712"/>
                <a:gd name="connsiteX118" fmla="*/ 1883569 w 2543175"/>
                <a:gd name="connsiteY118" fmla="*/ 1388269 h 1890712"/>
                <a:gd name="connsiteX119" fmla="*/ 1893094 w 2543175"/>
                <a:gd name="connsiteY119" fmla="*/ 1395412 h 1890712"/>
                <a:gd name="connsiteX120" fmla="*/ 1902619 w 2543175"/>
                <a:gd name="connsiteY120" fmla="*/ 1404937 h 1890712"/>
                <a:gd name="connsiteX121" fmla="*/ 1912144 w 2543175"/>
                <a:gd name="connsiteY121" fmla="*/ 1409700 h 1890712"/>
                <a:gd name="connsiteX122" fmla="*/ 1931194 w 2543175"/>
                <a:gd name="connsiteY122" fmla="*/ 1421606 h 1890712"/>
                <a:gd name="connsiteX123" fmla="*/ 1935957 w 2543175"/>
                <a:gd name="connsiteY123" fmla="*/ 1428750 h 1890712"/>
                <a:gd name="connsiteX124" fmla="*/ 1952625 w 2543175"/>
                <a:gd name="connsiteY124" fmla="*/ 1438275 h 1890712"/>
                <a:gd name="connsiteX125" fmla="*/ 1971675 w 2543175"/>
                <a:gd name="connsiteY125" fmla="*/ 1450181 h 1890712"/>
                <a:gd name="connsiteX126" fmla="*/ 1981200 w 2543175"/>
                <a:gd name="connsiteY126" fmla="*/ 1454944 h 1890712"/>
                <a:gd name="connsiteX127" fmla="*/ 1997869 w 2543175"/>
                <a:gd name="connsiteY127" fmla="*/ 1471612 h 1890712"/>
                <a:gd name="connsiteX128" fmla="*/ 2007394 w 2543175"/>
                <a:gd name="connsiteY128" fmla="*/ 1478756 h 1890712"/>
                <a:gd name="connsiteX129" fmla="*/ 2016919 w 2543175"/>
                <a:gd name="connsiteY129" fmla="*/ 1483519 h 1890712"/>
                <a:gd name="connsiteX130" fmla="*/ 2024063 w 2543175"/>
                <a:gd name="connsiteY130" fmla="*/ 1490662 h 1890712"/>
                <a:gd name="connsiteX131" fmla="*/ 2033588 w 2543175"/>
                <a:gd name="connsiteY131" fmla="*/ 1495425 h 1890712"/>
                <a:gd name="connsiteX132" fmla="*/ 2040732 w 2543175"/>
                <a:gd name="connsiteY132" fmla="*/ 1502569 h 1890712"/>
                <a:gd name="connsiteX133" fmla="*/ 2047875 w 2543175"/>
                <a:gd name="connsiteY133" fmla="*/ 1507331 h 1890712"/>
                <a:gd name="connsiteX134" fmla="*/ 2057400 w 2543175"/>
                <a:gd name="connsiteY134" fmla="*/ 1514475 h 1890712"/>
                <a:gd name="connsiteX135" fmla="*/ 2064544 w 2543175"/>
                <a:gd name="connsiteY135" fmla="*/ 1519237 h 1890712"/>
                <a:gd name="connsiteX136" fmla="*/ 2071688 w 2543175"/>
                <a:gd name="connsiteY136" fmla="*/ 1526381 h 1890712"/>
                <a:gd name="connsiteX137" fmla="*/ 2081213 w 2543175"/>
                <a:gd name="connsiteY137" fmla="*/ 1531144 h 1890712"/>
                <a:gd name="connsiteX138" fmla="*/ 2090738 w 2543175"/>
                <a:gd name="connsiteY138" fmla="*/ 1538287 h 1890712"/>
                <a:gd name="connsiteX139" fmla="*/ 2109788 w 2543175"/>
                <a:gd name="connsiteY139" fmla="*/ 1547812 h 1890712"/>
                <a:gd name="connsiteX140" fmla="*/ 2131219 w 2543175"/>
                <a:gd name="connsiteY140" fmla="*/ 1562100 h 1890712"/>
                <a:gd name="connsiteX141" fmla="*/ 2140744 w 2543175"/>
                <a:gd name="connsiteY141" fmla="*/ 1566862 h 1890712"/>
                <a:gd name="connsiteX142" fmla="*/ 2152650 w 2543175"/>
                <a:gd name="connsiteY142" fmla="*/ 1576387 h 1890712"/>
                <a:gd name="connsiteX143" fmla="*/ 2181225 w 2543175"/>
                <a:gd name="connsiteY143" fmla="*/ 1590675 h 1890712"/>
                <a:gd name="connsiteX144" fmla="*/ 2200275 w 2543175"/>
                <a:gd name="connsiteY144" fmla="*/ 1607344 h 1890712"/>
                <a:gd name="connsiteX145" fmla="*/ 2207419 w 2543175"/>
                <a:gd name="connsiteY145" fmla="*/ 1612106 h 1890712"/>
                <a:gd name="connsiteX146" fmla="*/ 2216944 w 2543175"/>
                <a:gd name="connsiteY146" fmla="*/ 1619250 h 1890712"/>
                <a:gd name="connsiteX147" fmla="*/ 2224088 w 2543175"/>
                <a:gd name="connsiteY147" fmla="*/ 1624012 h 1890712"/>
                <a:gd name="connsiteX148" fmla="*/ 2247900 w 2543175"/>
                <a:gd name="connsiteY148" fmla="*/ 1643062 h 1890712"/>
                <a:gd name="connsiteX149" fmla="*/ 2255044 w 2543175"/>
                <a:gd name="connsiteY149" fmla="*/ 1650206 h 1890712"/>
                <a:gd name="connsiteX150" fmla="*/ 2281238 w 2543175"/>
                <a:gd name="connsiteY150" fmla="*/ 1664494 h 1890712"/>
                <a:gd name="connsiteX151" fmla="*/ 2297907 w 2543175"/>
                <a:gd name="connsiteY151" fmla="*/ 1674019 h 1890712"/>
                <a:gd name="connsiteX152" fmla="*/ 2312194 w 2543175"/>
                <a:gd name="connsiteY152" fmla="*/ 1685925 h 1890712"/>
                <a:gd name="connsiteX153" fmla="*/ 2328863 w 2543175"/>
                <a:gd name="connsiteY153" fmla="*/ 1697831 h 1890712"/>
                <a:gd name="connsiteX154" fmla="*/ 2350294 w 2543175"/>
                <a:gd name="connsiteY154" fmla="*/ 1712119 h 1890712"/>
                <a:gd name="connsiteX155" fmla="*/ 2428876 w 2543175"/>
                <a:gd name="connsiteY155" fmla="*/ 1785938 h 1890712"/>
                <a:gd name="connsiteX156" fmla="*/ 2466975 w 2543175"/>
                <a:gd name="connsiteY156" fmla="*/ 1783556 h 1890712"/>
                <a:gd name="connsiteX157" fmla="*/ 2481263 w 2543175"/>
                <a:gd name="connsiteY157" fmla="*/ 1795462 h 1890712"/>
                <a:gd name="connsiteX158" fmla="*/ 2486025 w 2543175"/>
                <a:gd name="connsiteY158" fmla="*/ 1802606 h 1890712"/>
                <a:gd name="connsiteX159" fmla="*/ 2514600 w 2543175"/>
                <a:gd name="connsiteY159" fmla="*/ 1850231 h 1890712"/>
                <a:gd name="connsiteX160" fmla="*/ 2519363 w 2543175"/>
                <a:gd name="connsiteY160" fmla="*/ 1857375 h 1890712"/>
                <a:gd name="connsiteX161" fmla="*/ 2540794 w 2543175"/>
                <a:gd name="connsiteY161" fmla="*/ 1883569 h 1890712"/>
                <a:gd name="connsiteX162" fmla="*/ 2543175 w 2543175"/>
                <a:gd name="connsiteY162" fmla="*/ 1890712 h 1890712"/>
                <a:gd name="connsiteX0" fmla="*/ 0 w 2543175"/>
                <a:gd name="connsiteY0" fmla="*/ 0 h 1890712"/>
                <a:gd name="connsiteX1" fmla="*/ 11907 w 2543175"/>
                <a:gd name="connsiteY1" fmla="*/ 11906 h 1890712"/>
                <a:gd name="connsiteX2" fmla="*/ 21432 w 2543175"/>
                <a:gd name="connsiteY2" fmla="*/ 16669 h 1890712"/>
                <a:gd name="connsiteX3" fmla="*/ 23813 w 2543175"/>
                <a:gd name="connsiteY3" fmla="*/ 23812 h 1890712"/>
                <a:gd name="connsiteX4" fmla="*/ 33338 w 2543175"/>
                <a:gd name="connsiteY4" fmla="*/ 33337 h 1890712"/>
                <a:gd name="connsiteX5" fmla="*/ 40482 w 2543175"/>
                <a:gd name="connsiteY5" fmla="*/ 42862 h 1890712"/>
                <a:gd name="connsiteX6" fmla="*/ 47625 w 2543175"/>
                <a:gd name="connsiteY6" fmla="*/ 47625 h 1890712"/>
                <a:gd name="connsiteX7" fmla="*/ 57150 w 2543175"/>
                <a:gd name="connsiteY7" fmla="*/ 54769 h 1890712"/>
                <a:gd name="connsiteX8" fmla="*/ 64294 w 2543175"/>
                <a:gd name="connsiteY8" fmla="*/ 59531 h 1890712"/>
                <a:gd name="connsiteX9" fmla="*/ 83344 w 2543175"/>
                <a:gd name="connsiteY9" fmla="*/ 73819 h 1890712"/>
                <a:gd name="connsiteX10" fmla="*/ 97632 w 2543175"/>
                <a:gd name="connsiteY10" fmla="*/ 80962 h 1890712"/>
                <a:gd name="connsiteX11" fmla="*/ 104775 w 2543175"/>
                <a:gd name="connsiteY11" fmla="*/ 85725 h 1890712"/>
                <a:gd name="connsiteX12" fmla="*/ 114300 w 2543175"/>
                <a:gd name="connsiteY12" fmla="*/ 95250 h 1890712"/>
                <a:gd name="connsiteX13" fmla="*/ 123825 w 2543175"/>
                <a:gd name="connsiteY13" fmla="*/ 97631 h 1890712"/>
                <a:gd name="connsiteX14" fmla="*/ 130969 w 2543175"/>
                <a:gd name="connsiteY14" fmla="*/ 104775 h 1890712"/>
                <a:gd name="connsiteX15" fmla="*/ 140494 w 2543175"/>
                <a:gd name="connsiteY15" fmla="*/ 111919 h 1890712"/>
                <a:gd name="connsiteX16" fmla="*/ 147638 w 2543175"/>
                <a:gd name="connsiteY16" fmla="*/ 116681 h 1890712"/>
                <a:gd name="connsiteX17" fmla="*/ 164307 w 2543175"/>
                <a:gd name="connsiteY17" fmla="*/ 128587 h 1890712"/>
                <a:gd name="connsiteX18" fmla="*/ 180975 w 2543175"/>
                <a:gd name="connsiteY18" fmla="*/ 140494 h 1890712"/>
                <a:gd name="connsiteX19" fmla="*/ 197644 w 2543175"/>
                <a:gd name="connsiteY19" fmla="*/ 152400 h 1890712"/>
                <a:gd name="connsiteX20" fmla="*/ 204788 w 2543175"/>
                <a:gd name="connsiteY20" fmla="*/ 157162 h 1890712"/>
                <a:gd name="connsiteX21" fmla="*/ 214313 w 2543175"/>
                <a:gd name="connsiteY21" fmla="*/ 164306 h 1890712"/>
                <a:gd name="connsiteX22" fmla="*/ 230982 w 2543175"/>
                <a:gd name="connsiteY22" fmla="*/ 180975 h 1890712"/>
                <a:gd name="connsiteX23" fmla="*/ 247650 w 2543175"/>
                <a:gd name="connsiteY23" fmla="*/ 185737 h 1890712"/>
                <a:gd name="connsiteX24" fmla="*/ 300038 w 2543175"/>
                <a:gd name="connsiteY24" fmla="*/ 219075 h 1890712"/>
                <a:gd name="connsiteX25" fmla="*/ 342900 w 2543175"/>
                <a:gd name="connsiteY25" fmla="*/ 254794 h 1890712"/>
                <a:gd name="connsiteX26" fmla="*/ 366713 w 2543175"/>
                <a:gd name="connsiteY26" fmla="*/ 264319 h 1890712"/>
                <a:gd name="connsiteX27" fmla="*/ 371475 w 2543175"/>
                <a:gd name="connsiteY27" fmla="*/ 271462 h 1890712"/>
                <a:gd name="connsiteX28" fmla="*/ 385763 w 2543175"/>
                <a:gd name="connsiteY28" fmla="*/ 283369 h 1890712"/>
                <a:gd name="connsiteX29" fmla="*/ 404813 w 2543175"/>
                <a:gd name="connsiteY29" fmla="*/ 295275 h 1890712"/>
                <a:gd name="connsiteX30" fmla="*/ 411957 w 2543175"/>
                <a:gd name="connsiteY30" fmla="*/ 297656 h 1890712"/>
                <a:gd name="connsiteX31" fmla="*/ 466725 w 2543175"/>
                <a:gd name="connsiteY31" fmla="*/ 328612 h 1890712"/>
                <a:gd name="connsiteX32" fmla="*/ 476250 w 2543175"/>
                <a:gd name="connsiteY32" fmla="*/ 335756 h 1890712"/>
                <a:gd name="connsiteX33" fmla="*/ 481013 w 2543175"/>
                <a:gd name="connsiteY33" fmla="*/ 342900 h 1890712"/>
                <a:gd name="connsiteX34" fmla="*/ 490538 w 2543175"/>
                <a:gd name="connsiteY34" fmla="*/ 352425 h 1890712"/>
                <a:gd name="connsiteX35" fmla="*/ 495300 w 2543175"/>
                <a:gd name="connsiteY35" fmla="*/ 359569 h 1890712"/>
                <a:gd name="connsiteX36" fmla="*/ 509588 w 2543175"/>
                <a:gd name="connsiteY36" fmla="*/ 376237 h 1890712"/>
                <a:gd name="connsiteX37" fmla="*/ 514350 w 2543175"/>
                <a:gd name="connsiteY37" fmla="*/ 383381 h 1890712"/>
                <a:gd name="connsiteX38" fmla="*/ 531019 w 2543175"/>
                <a:gd name="connsiteY38" fmla="*/ 397669 h 1890712"/>
                <a:gd name="connsiteX39" fmla="*/ 538163 w 2543175"/>
                <a:gd name="connsiteY39" fmla="*/ 407194 h 1890712"/>
                <a:gd name="connsiteX40" fmla="*/ 554832 w 2543175"/>
                <a:gd name="connsiteY40" fmla="*/ 421481 h 1890712"/>
                <a:gd name="connsiteX41" fmla="*/ 564357 w 2543175"/>
                <a:gd name="connsiteY41" fmla="*/ 431006 h 1890712"/>
                <a:gd name="connsiteX42" fmla="*/ 573882 w 2543175"/>
                <a:gd name="connsiteY42" fmla="*/ 438150 h 1890712"/>
                <a:gd name="connsiteX43" fmla="*/ 595313 w 2543175"/>
                <a:gd name="connsiteY43" fmla="*/ 454819 h 1890712"/>
                <a:gd name="connsiteX44" fmla="*/ 602457 w 2543175"/>
                <a:gd name="connsiteY44" fmla="*/ 457200 h 1890712"/>
                <a:gd name="connsiteX45" fmla="*/ 628650 w 2543175"/>
                <a:gd name="connsiteY45" fmla="*/ 469106 h 1890712"/>
                <a:gd name="connsiteX46" fmla="*/ 645319 w 2543175"/>
                <a:gd name="connsiteY46" fmla="*/ 483394 h 1890712"/>
                <a:gd name="connsiteX47" fmla="*/ 654844 w 2543175"/>
                <a:gd name="connsiteY47" fmla="*/ 488156 h 1890712"/>
                <a:gd name="connsiteX48" fmla="*/ 661988 w 2543175"/>
                <a:gd name="connsiteY48" fmla="*/ 497681 h 1890712"/>
                <a:gd name="connsiteX49" fmla="*/ 683419 w 2543175"/>
                <a:gd name="connsiteY49" fmla="*/ 514350 h 1890712"/>
                <a:gd name="connsiteX50" fmla="*/ 700088 w 2543175"/>
                <a:gd name="connsiteY50" fmla="*/ 526256 h 1890712"/>
                <a:gd name="connsiteX51" fmla="*/ 709613 w 2543175"/>
                <a:gd name="connsiteY51" fmla="*/ 535781 h 1890712"/>
                <a:gd name="connsiteX52" fmla="*/ 719138 w 2543175"/>
                <a:gd name="connsiteY52" fmla="*/ 542925 h 1890712"/>
                <a:gd name="connsiteX53" fmla="*/ 733425 w 2543175"/>
                <a:gd name="connsiteY53" fmla="*/ 557212 h 1890712"/>
                <a:gd name="connsiteX54" fmla="*/ 750094 w 2543175"/>
                <a:gd name="connsiteY54" fmla="*/ 569119 h 1890712"/>
                <a:gd name="connsiteX55" fmla="*/ 769144 w 2543175"/>
                <a:gd name="connsiteY55" fmla="*/ 581025 h 1890712"/>
                <a:gd name="connsiteX56" fmla="*/ 785813 w 2543175"/>
                <a:gd name="connsiteY56" fmla="*/ 590550 h 1890712"/>
                <a:gd name="connsiteX57" fmla="*/ 792957 w 2543175"/>
                <a:gd name="connsiteY57" fmla="*/ 600075 h 1890712"/>
                <a:gd name="connsiteX58" fmla="*/ 809625 w 2543175"/>
                <a:gd name="connsiteY58" fmla="*/ 611981 h 1890712"/>
                <a:gd name="connsiteX59" fmla="*/ 816769 w 2543175"/>
                <a:gd name="connsiteY59" fmla="*/ 619125 h 1890712"/>
                <a:gd name="connsiteX60" fmla="*/ 826294 w 2543175"/>
                <a:gd name="connsiteY60" fmla="*/ 626269 h 1890712"/>
                <a:gd name="connsiteX61" fmla="*/ 840582 w 2543175"/>
                <a:gd name="connsiteY61" fmla="*/ 638175 h 1890712"/>
                <a:gd name="connsiteX62" fmla="*/ 847725 w 2543175"/>
                <a:gd name="connsiteY62" fmla="*/ 645319 h 1890712"/>
                <a:gd name="connsiteX63" fmla="*/ 857250 w 2543175"/>
                <a:gd name="connsiteY63" fmla="*/ 652462 h 1890712"/>
                <a:gd name="connsiteX64" fmla="*/ 864394 w 2543175"/>
                <a:gd name="connsiteY64" fmla="*/ 657225 h 1890712"/>
                <a:gd name="connsiteX65" fmla="*/ 888207 w 2543175"/>
                <a:gd name="connsiteY65" fmla="*/ 676275 h 1890712"/>
                <a:gd name="connsiteX66" fmla="*/ 895350 w 2543175"/>
                <a:gd name="connsiteY66" fmla="*/ 681037 h 1890712"/>
                <a:gd name="connsiteX67" fmla="*/ 907257 w 2543175"/>
                <a:gd name="connsiteY67" fmla="*/ 683419 h 1890712"/>
                <a:gd name="connsiteX68" fmla="*/ 928688 w 2543175"/>
                <a:gd name="connsiteY68" fmla="*/ 695325 h 1890712"/>
                <a:gd name="connsiteX69" fmla="*/ 942975 w 2543175"/>
                <a:gd name="connsiteY69" fmla="*/ 700087 h 1890712"/>
                <a:gd name="connsiteX70" fmla="*/ 964407 w 2543175"/>
                <a:gd name="connsiteY70" fmla="*/ 716756 h 1890712"/>
                <a:gd name="connsiteX71" fmla="*/ 971550 w 2543175"/>
                <a:gd name="connsiteY71" fmla="*/ 723900 h 1890712"/>
                <a:gd name="connsiteX72" fmla="*/ 983457 w 2543175"/>
                <a:gd name="connsiteY72" fmla="*/ 733425 h 1890712"/>
                <a:gd name="connsiteX73" fmla="*/ 990600 w 2543175"/>
                <a:gd name="connsiteY73" fmla="*/ 738187 h 1890712"/>
                <a:gd name="connsiteX74" fmla="*/ 1007269 w 2543175"/>
                <a:gd name="connsiteY74" fmla="*/ 752475 h 1890712"/>
                <a:gd name="connsiteX75" fmla="*/ 1031082 w 2543175"/>
                <a:gd name="connsiteY75" fmla="*/ 766762 h 1890712"/>
                <a:gd name="connsiteX76" fmla="*/ 1042988 w 2543175"/>
                <a:gd name="connsiteY76" fmla="*/ 773906 h 1890712"/>
                <a:gd name="connsiteX77" fmla="*/ 1071563 w 2543175"/>
                <a:gd name="connsiteY77" fmla="*/ 785812 h 1890712"/>
                <a:gd name="connsiteX78" fmla="*/ 1097757 w 2543175"/>
                <a:gd name="connsiteY78" fmla="*/ 807244 h 1890712"/>
                <a:gd name="connsiteX79" fmla="*/ 1104900 w 2543175"/>
                <a:gd name="connsiteY79" fmla="*/ 814387 h 1890712"/>
                <a:gd name="connsiteX80" fmla="*/ 1121569 w 2543175"/>
                <a:gd name="connsiteY80" fmla="*/ 823912 h 1890712"/>
                <a:gd name="connsiteX81" fmla="*/ 1138238 w 2543175"/>
                <a:gd name="connsiteY81" fmla="*/ 835819 h 1890712"/>
                <a:gd name="connsiteX82" fmla="*/ 1147763 w 2543175"/>
                <a:gd name="connsiteY82" fmla="*/ 842962 h 1890712"/>
                <a:gd name="connsiteX83" fmla="*/ 1157288 w 2543175"/>
                <a:gd name="connsiteY83" fmla="*/ 847725 h 1890712"/>
                <a:gd name="connsiteX84" fmla="*/ 1178719 w 2543175"/>
                <a:gd name="connsiteY84" fmla="*/ 859631 h 1890712"/>
                <a:gd name="connsiteX85" fmla="*/ 1188244 w 2543175"/>
                <a:gd name="connsiteY85" fmla="*/ 866775 h 1890712"/>
                <a:gd name="connsiteX86" fmla="*/ 1195388 w 2543175"/>
                <a:gd name="connsiteY86" fmla="*/ 871537 h 1890712"/>
                <a:gd name="connsiteX87" fmla="*/ 1212057 w 2543175"/>
                <a:gd name="connsiteY87" fmla="*/ 883444 h 1890712"/>
                <a:gd name="connsiteX88" fmla="*/ 1226344 w 2543175"/>
                <a:gd name="connsiteY88" fmla="*/ 895350 h 1890712"/>
                <a:gd name="connsiteX89" fmla="*/ 1245394 w 2543175"/>
                <a:gd name="connsiteY89" fmla="*/ 907256 h 1890712"/>
                <a:gd name="connsiteX90" fmla="*/ 1254919 w 2543175"/>
                <a:gd name="connsiteY90" fmla="*/ 914400 h 1890712"/>
                <a:gd name="connsiteX91" fmla="*/ 1269207 w 2543175"/>
                <a:gd name="connsiteY91" fmla="*/ 921544 h 1890712"/>
                <a:gd name="connsiteX92" fmla="*/ 1290638 w 2543175"/>
                <a:gd name="connsiteY92" fmla="*/ 935831 h 1890712"/>
                <a:gd name="connsiteX93" fmla="*/ 1307307 w 2543175"/>
                <a:gd name="connsiteY93" fmla="*/ 952500 h 1890712"/>
                <a:gd name="connsiteX94" fmla="*/ 1333500 w 2543175"/>
                <a:gd name="connsiteY94" fmla="*/ 971550 h 1890712"/>
                <a:gd name="connsiteX95" fmla="*/ 1359694 w 2543175"/>
                <a:gd name="connsiteY95" fmla="*/ 990600 h 1890712"/>
                <a:gd name="connsiteX96" fmla="*/ 1385888 w 2543175"/>
                <a:gd name="connsiteY96" fmla="*/ 1021557 h 1890712"/>
                <a:gd name="connsiteX97" fmla="*/ 1435894 w 2543175"/>
                <a:gd name="connsiteY97" fmla="*/ 1054894 h 1890712"/>
                <a:gd name="connsiteX98" fmla="*/ 1497806 w 2543175"/>
                <a:gd name="connsiteY98" fmla="*/ 1104900 h 1890712"/>
                <a:gd name="connsiteX99" fmla="*/ 1559718 w 2543175"/>
                <a:gd name="connsiteY99" fmla="*/ 1154906 h 1890712"/>
                <a:gd name="connsiteX100" fmla="*/ 1595438 w 2543175"/>
                <a:gd name="connsiteY100" fmla="*/ 1181100 h 1890712"/>
                <a:gd name="connsiteX101" fmla="*/ 1628775 w 2543175"/>
                <a:gd name="connsiteY101" fmla="*/ 1207294 h 1890712"/>
                <a:gd name="connsiteX102" fmla="*/ 1662113 w 2543175"/>
                <a:gd name="connsiteY102" fmla="*/ 1231107 h 1890712"/>
                <a:gd name="connsiteX103" fmla="*/ 1700213 w 2543175"/>
                <a:gd name="connsiteY103" fmla="*/ 1247775 h 1890712"/>
                <a:gd name="connsiteX104" fmla="*/ 1712119 w 2543175"/>
                <a:gd name="connsiteY104" fmla="*/ 1259681 h 1890712"/>
                <a:gd name="connsiteX105" fmla="*/ 1733550 w 2543175"/>
                <a:gd name="connsiteY105" fmla="*/ 1273969 h 1890712"/>
                <a:gd name="connsiteX106" fmla="*/ 1743075 w 2543175"/>
                <a:gd name="connsiteY106" fmla="*/ 1283494 h 1890712"/>
                <a:gd name="connsiteX107" fmla="*/ 1754982 w 2543175"/>
                <a:gd name="connsiteY107" fmla="*/ 1290637 h 1890712"/>
                <a:gd name="connsiteX108" fmla="*/ 1766888 w 2543175"/>
                <a:gd name="connsiteY108" fmla="*/ 1300162 h 1890712"/>
                <a:gd name="connsiteX109" fmla="*/ 1783557 w 2543175"/>
                <a:gd name="connsiteY109" fmla="*/ 1307306 h 1890712"/>
                <a:gd name="connsiteX110" fmla="*/ 1790700 w 2543175"/>
                <a:gd name="connsiteY110" fmla="*/ 1312069 h 1890712"/>
                <a:gd name="connsiteX111" fmla="*/ 1800225 w 2543175"/>
                <a:gd name="connsiteY111" fmla="*/ 1319212 h 1890712"/>
                <a:gd name="connsiteX112" fmla="*/ 1807369 w 2543175"/>
                <a:gd name="connsiteY112" fmla="*/ 1321594 h 1890712"/>
                <a:gd name="connsiteX113" fmla="*/ 1824038 w 2543175"/>
                <a:gd name="connsiteY113" fmla="*/ 1333500 h 1890712"/>
                <a:gd name="connsiteX114" fmla="*/ 1843088 w 2543175"/>
                <a:gd name="connsiteY114" fmla="*/ 1352550 h 1890712"/>
                <a:gd name="connsiteX115" fmla="*/ 1852613 w 2543175"/>
                <a:gd name="connsiteY115" fmla="*/ 1359694 h 1890712"/>
                <a:gd name="connsiteX116" fmla="*/ 1859757 w 2543175"/>
                <a:gd name="connsiteY116" fmla="*/ 1366837 h 1890712"/>
                <a:gd name="connsiteX117" fmla="*/ 1869282 w 2543175"/>
                <a:gd name="connsiteY117" fmla="*/ 1371600 h 1890712"/>
                <a:gd name="connsiteX118" fmla="*/ 1883569 w 2543175"/>
                <a:gd name="connsiteY118" fmla="*/ 1388269 h 1890712"/>
                <a:gd name="connsiteX119" fmla="*/ 1893094 w 2543175"/>
                <a:gd name="connsiteY119" fmla="*/ 1395412 h 1890712"/>
                <a:gd name="connsiteX120" fmla="*/ 1902619 w 2543175"/>
                <a:gd name="connsiteY120" fmla="*/ 1404937 h 1890712"/>
                <a:gd name="connsiteX121" fmla="*/ 1912144 w 2543175"/>
                <a:gd name="connsiteY121" fmla="*/ 1409700 h 1890712"/>
                <a:gd name="connsiteX122" fmla="*/ 1931194 w 2543175"/>
                <a:gd name="connsiteY122" fmla="*/ 1421606 h 1890712"/>
                <a:gd name="connsiteX123" fmla="*/ 1935957 w 2543175"/>
                <a:gd name="connsiteY123" fmla="*/ 1428750 h 1890712"/>
                <a:gd name="connsiteX124" fmla="*/ 1952625 w 2543175"/>
                <a:gd name="connsiteY124" fmla="*/ 1438275 h 1890712"/>
                <a:gd name="connsiteX125" fmla="*/ 1971675 w 2543175"/>
                <a:gd name="connsiteY125" fmla="*/ 1450181 h 1890712"/>
                <a:gd name="connsiteX126" fmla="*/ 1981200 w 2543175"/>
                <a:gd name="connsiteY126" fmla="*/ 1454944 h 1890712"/>
                <a:gd name="connsiteX127" fmla="*/ 1997869 w 2543175"/>
                <a:gd name="connsiteY127" fmla="*/ 1471612 h 1890712"/>
                <a:gd name="connsiteX128" fmla="*/ 2007394 w 2543175"/>
                <a:gd name="connsiteY128" fmla="*/ 1478756 h 1890712"/>
                <a:gd name="connsiteX129" fmla="*/ 2016919 w 2543175"/>
                <a:gd name="connsiteY129" fmla="*/ 1483519 h 1890712"/>
                <a:gd name="connsiteX130" fmla="*/ 2024063 w 2543175"/>
                <a:gd name="connsiteY130" fmla="*/ 1490662 h 1890712"/>
                <a:gd name="connsiteX131" fmla="*/ 2033588 w 2543175"/>
                <a:gd name="connsiteY131" fmla="*/ 1495425 h 1890712"/>
                <a:gd name="connsiteX132" fmla="*/ 2040732 w 2543175"/>
                <a:gd name="connsiteY132" fmla="*/ 1502569 h 1890712"/>
                <a:gd name="connsiteX133" fmla="*/ 2047875 w 2543175"/>
                <a:gd name="connsiteY133" fmla="*/ 1507331 h 1890712"/>
                <a:gd name="connsiteX134" fmla="*/ 2057400 w 2543175"/>
                <a:gd name="connsiteY134" fmla="*/ 1514475 h 1890712"/>
                <a:gd name="connsiteX135" fmla="*/ 2064544 w 2543175"/>
                <a:gd name="connsiteY135" fmla="*/ 1519237 h 1890712"/>
                <a:gd name="connsiteX136" fmla="*/ 2071688 w 2543175"/>
                <a:gd name="connsiteY136" fmla="*/ 1526381 h 1890712"/>
                <a:gd name="connsiteX137" fmla="*/ 2081213 w 2543175"/>
                <a:gd name="connsiteY137" fmla="*/ 1531144 h 1890712"/>
                <a:gd name="connsiteX138" fmla="*/ 2090738 w 2543175"/>
                <a:gd name="connsiteY138" fmla="*/ 1538287 h 1890712"/>
                <a:gd name="connsiteX139" fmla="*/ 2109788 w 2543175"/>
                <a:gd name="connsiteY139" fmla="*/ 1547812 h 1890712"/>
                <a:gd name="connsiteX140" fmla="*/ 2131219 w 2543175"/>
                <a:gd name="connsiteY140" fmla="*/ 1562100 h 1890712"/>
                <a:gd name="connsiteX141" fmla="*/ 2140744 w 2543175"/>
                <a:gd name="connsiteY141" fmla="*/ 1566862 h 1890712"/>
                <a:gd name="connsiteX142" fmla="*/ 2152650 w 2543175"/>
                <a:gd name="connsiteY142" fmla="*/ 1576387 h 1890712"/>
                <a:gd name="connsiteX143" fmla="*/ 2181225 w 2543175"/>
                <a:gd name="connsiteY143" fmla="*/ 1590675 h 1890712"/>
                <a:gd name="connsiteX144" fmla="*/ 2200275 w 2543175"/>
                <a:gd name="connsiteY144" fmla="*/ 1607344 h 1890712"/>
                <a:gd name="connsiteX145" fmla="*/ 2207419 w 2543175"/>
                <a:gd name="connsiteY145" fmla="*/ 1612106 h 1890712"/>
                <a:gd name="connsiteX146" fmla="*/ 2216944 w 2543175"/>
                <a:gd name="connsiteY146" fmla="*/ 1619250 h 1890712"/>
                <a:gd name="connsiteX147" fmla="*/ 2247900 w 2543175"/>
                <a:gd name="connsiteY147" fmla="*/ 1643062 h 1890712"/>
                <a:gd name="connsiteX148" fmla="*/ 2255044 w 2543175"/>
                <a:gd name="connsiteY148" fmla="*/ 1650206 h 1890712"/>
                <a:gd name="connsiteX149" fmla="*/ 2281238 w 2543175"/>
                <a:gd name="connsiteY149" fmla="*/ 1664494 h 1890712"/>
                <a:gd name="connsiteX150" fmla="*/ 2297907 w 2543175"/>
                <a:gd name="connsiteY150" fmla="*/ 1674019 h 1890712"/>
                <a:gd name="connsiteX151" fmla="*/ 2312194 w 2543175"/>
                <a:gd name="connsiteY151" fmla="*/ 1685925 h 1890712"/>
                <a:gd name="connsiteX152" fmla="*/ 2328863 w 2543175"/>
                <a:gd name="connsiteY152" fmla="*/ 1697831 h 1890712"/>
                <a:gd name="connsiteX153" fmla="*/ 2350294 w 2543175"/>
                <a:gd name="connsiteY153" fmla="*/ 1712119 h 1890712"/>
                <a:gd name="connsiteX154" fmla="*/ 2428876 w 2543175"/>
                <a:gd name="connsiteY154" fmla="*/ 1785938 h 1890712"/>
                <a:gd name="connsiteX155" fmla="*/ 2466975 w 2543175"/>
                <a:gd name="connsiteY155" fmla="*/ 1783556 h 1890712"/>
                <a:gd name="connsiteX156" fmla="*/ 2481263 w 2543175"/>
                <a:gd name="connsiteY156" fmla="*/ 1795462 h 1890712"/>
                <a:gd name="connsiteX157" fmla="*/ 2486025 w 2543175"/>
                <a:gd name="connsiteY157" fmla="*/ 1802606 h 1890712"/>
                <a:gd name="connsiteX158" fmla="*/ 2514600 w 2543175"/>
                <a:gd name="connsiteY158" fmla="*/ 1850231 h 1890712"/>
                <a:gd name="connsiteX159" fmla="*/ 2519363 w 2543175"/>
                <a:gd name="connsiteY159" fmla="*/ 1857375 h 1890712"/>
                <a:gd name="connsiteX160" fmla="*/ 2540794 w 2543175"/>
                <a:gd name="connsiteY160" fmla="*/ 1883569 h 1890712"/>
                <a:gd name="connsiteX161" fmla="*/ 2543175 w 2543175"/>
                <a:gd name="connsiteY161" fmla="*/ 1890712 h 1890712"/>
                <a:gd name="connsiteX0" fmla="*/ 0 w 2543175"/>
                <a:gd name="connsiteY0" fmla="*/ 0 h 1890712"/>
                <a:gd name="connsiteX1" fmla="*/ 11907 w 2543175"/>
                <a:gd name="connsiteY1" fmla="*/ 11906 h 1890712"/>
                <a:gd name="connsiteX2" fmla="*/ 21432 w 2543175"/>
                <a:gd name="connsiteY2" fmla="*/ 16669 h 1890712"/>
                <a:gd name="connsiteX3" fmla="*/ 23813 w 2543175"/>
                <a:gd name="connsiteY3" fmla="*/ 23812 h 1890712"/>
                <a:gd name="connsiteX4" fmla="*/ 33338 w 2543175"/>
                <a:gd name="connsiteY4" fmla="*/ 33337 h 1890712"/>
                <a:gd name="connsiteX5" fmla="*/ 40482 w 2543175"/>
                <a:gd name="connsiteY5" fmla="*/ 42862 h 1890712"/>
                <a:gd name="connsiteX6" fmla="*/ 47625 w 2543175"/>
                <a:gd name="connsiteY6" fmla="*/ 47625 h 1890712"/>
                <a:gd name="connsiteX7" fmla="*/ 57150 w 2543175"/>
                <a:gd name="connsiteY7" fmla="*/ 54769 h 1890712"/>
                <a:gd name="connsiteX8" fmla="*/ 64294 w 2543175"/>
                <a:gd name="connsiteY8" fmla="*/ 59531 h 1890712"/>
                <a:gd name="connsiteX9" fmla="*/ 83344 w 2543175"/>
                <a:gd name="connsiteY9" fmla="*/ 73819 h 1890712"/>
                <a:gd name="connsiteX10" fmla="*/ 97632 w 2543175"/>
                <a:gd name="connsiteY10" fmla="*/ 80962 h 1890712"/>
                <a:gd name="connsiteX11" fmla="*/ 104775 w 2543175"/>
                <a:gd name="connsiteY11" fmla="*/ 85725 h 1890712"/>
                <a:gd name="connsiteX12" fmla="*/ 114300 w 2543175"/>
                <a:gd name="connsiteY12" fmla="*/ 95250 h 1890712"/>
                <a:gd name="connsiteX13" fmla="*/ 123825 w 2543175"/>
                <a:gd name="connsiteY13" fmla="*/ 97631 h 1890712"/>
                <a:gd name="connsiteX14" fmla="*/ 130969 w 2543175"/>
                <a:gd name="connsiteY14" fmla="*/ 104775 h 1890712"/>
                <a:gd name="connsiteX15" fmla="*/ 140494 w 2543175"/>
                <a:gd name="connsiteY15" fmla="*/ 111919 h 1890712"/>
                <a:gd name="connsiteX16" fmla="*/ 147638 w 2543175"/>
                <a:gd name="connsiteY16" fmla="*/ 116681 h 1890712"/>
                <a:gd name="connsiteX17" fmla="*/ 164307 w 2543175"/>
                <a:gd name="connsiteY17" fmla="*/ 128587 h 1890712"/>
                <a:gd name="connsiteX18" fmla="*/ 180975 w 2543175"/>
                <a:gd name="connsiteY18" fmla="*/ 140494 h 1890712"/>
                <a:gd name="connsiteX19" fmla="*/ 197644 w 2543175"/>
                <a:gd name="connsiteY19" fmla="*/ 152400 h 1890712"/>
                <a:gd name="connsiteX20" fmla="*/ 204788 w 2543175"/>
                <a:gd name="connsiteY20" fmla="*/ 157162 h 1890712"/>
                <a:gd name="connsiteX21" fmla="*/ 214313 w 2543175"/>
                <a:gd name="connsiteY21" fmla="*/ 164306 h 1890712"/>
                <a:gd name="connsiteX22" fmla="*/ 230982 w 2543175"/>
                <a:gd name="connsiteY22" fmla="*/ 180975 h 1890712"/>
                <a:gd name="connsiteX23" fmla="*/ 247650 w 2543175"/>
                <a:gd name="connsiteY23" fmla="*/ 185737 h 1890712"/>
                <a:gd name="connsiteX24" fmla="*/ 300038 w 2543175"/>
                <a:gd name="connsiteY24" fmla="*/ 219075 h 1890712"/>
                <a:gd name="connsiteX25" fmla="*/ 342900 w 2543175"/>
                <a:gd name="connsiteY25" fmla="*/ 254794 h 1890712"/>
                <a:gd name="connsiteX26" fmla="*/ 366713 w 2543175"/>
                <a:gd name="connsiteY26" fmla="*/ 264319 h 1890712"/>
                <a:gd name="connsiteX27" fmla="*/ 371475 w 2543175"/>
                <a:gd name="connsiteY27" fmla="*/ 271462 h 1890712"/>
                <a:gd name="connsiteX28" fmla="*/ 385763 w 2543175"/>
                <a:gd name="connsiteY28" fmla="*/ 283369 h 1890712"/>
                <a:gd name="connsiteX29" fmla="*/ 404813 w 2543175"/>
                <a:gd name="connsiteY29" fmla="*/ 295275 h 1890712"/>
                <a:gd name="connsiteX30" fmla="*/ 411957 w 2543175"/>
                <a:gd name="connsiteY30" fmla="*/ 297656 h 1890712"/>
                <a:gd name="connsiteX31" fmla="*/ 466725 w 2543175"/>
                <a:gd name="connsiteY31" fmla="*/ 328612 h 1890712"/>
                <a:gd name="connsiteX32" fmla="*/ 476250 w 2543175"/>
                <a:gd name="connsiteY32" fmla="*/ 335756 h 1890712"/>
                <a:gd name="connsiteX33" fmla="*/ 481013 w 2543175"/>
                <a:gd name="connsiteY33" fmla="*/ 342900 h 1890712"/>
                <a:gd name="connsiteX34" fmla="*/ 490538 w 2543175"/>
                <a:gd name="connsiteY34" fmla="*/ 352425 h 1890712"/>
                <a:gd name="connsiteX35" fmla="*/ 495300 w 2543175"/>
                <a:gd name="connsiteY35" fmla="*/ 359569 h 1890712"/>
                <a:gd name="connsiteX36" fmla="*/ 509588 w 2543175"/>
                <a:gd name="connsiteY36" fmla="*/ 376237 h 1890712"/>
                <a:gd name="connsiteX37" fmla="*/ 514350 w 2543175"/>
                <a:gd name="connsiteY37" fmla="*/ 383381 h 1890712"/>
                <a:gd name="connsiteX38" fmla="*/ 531019 w 2543175"/>
                <a:gd name="connsiteY38" fmla="*/ 397669 h 1890712"/>
                <a:gd name="connsiteX39" fmla="*/ 538163 w 2543175"/>
                <a:gd name="connsiteY39" fmla="*/ 407194 h 1890712"/>
                <a:gd name="connsiteX40" fmla="*/ 554832 w 2543175"/>
                <a:gd name="connsiteY40" fmla="*/ 421481 h 1890712"/>
                <a:gd name="connsiteX41" fmla="*/ 564357 w 2543175"/>
                <a:gd name="connsiteY41" fmla="*/ 431006 h 1890712"/>
                <a:gd name="connsiteX42" fmla="*/ 573882 w 2543175"/>
                <a:gd name="connsiteY42" fmla="*/ 438150 h 1890712"/>
                <a:gd name="connsiteX43" fmla="*/ 595313 w 2543175"/>
                <a:gd name="connsiteY43" fmla="*/ 454819 h 1890712"/>
                <a:gd name="connsiteX44" fmla="*/ 602457 w 2543175"/>
                <a:gd name="connsiteY44" fmla="*/ 457200 h 1890712"/>
                <a:gd name="connsiteX45" fmla="*/ 628650 w 2543175"/>
                <a:gd name="connsiteY45" fmla="*/ 469106 h 1890712"/>
                <a:gd name="connsiteX46" fmla="*/ 645319 w 2543175"/>
                <a:gd name="connsiteY46" fmla="*/ 483394 h 1890712"/>
                <a:gd name="connsiteX47" fmla="*/ 654844 w 2543175"/>
                <a:gd name="connsiteY47" fmla="*/ 488156 h 1890712"/>
                <a:gd name="connsiteX48" fmla="*/ 661988 w 2543175"/>
                <a:gd name="connsiteY48" fmla="*/ 497681 h 1890712"/>
                <a:gd name="connsiteX49" fmla="*/ 683419 w 2543175"/>
                <a:gd name="connsiteY49" fmla="*/ 514350 h 1890712"/>
                <a:gd name="connsiteX50" fmla="*/ 700088 w 2543175"/>
                <a:gd name="connsiteY50" fmla="*/ 526256 h 1890712"/>
                <a:gd name="connsiteX51" fmla="*/ 709613 w 2543175"/>
                <a:gd name="connsiteY51" fmla="*/ 535781 h 1890712"/>
                <a:gd name="connsiteX52" fmla="*/ 719138 w 2543175"/>
                <a:gd name="connsiteY52" fmla="*/ 542925 h 1890712"/>
                <a:gd name="connsiteX53" fmla="*/ 733425 w 2543175"/>
                <a:gd name="connsiteY53" fmla="*/ 557212 h 1890712"/>
                <a:gd name="connsiteX54" fmla="*/ 750094 w 2543175"/>
                <a:gd name="connsiteY54" fmla="*/ 569119 h 1890712"/>
                <a:gd name="connsiteX55" fmla="*/ 769144 w 2543175"/>
                <a:gd name="connsiteY55" fmla="*/ 581025 h 1890712"/>
                <a:gd name="connsiteX56" fmla="*/ 785813 w 2543175"/>
                <a:gd name="connsiteY56" fmla="*/ 590550 h 1890712"/>
                <a:gd name="connsiteX57" fmla="*/ 792957 w 2543175"/>
                <a:gd name="connsiteY57" fmla="*/ 600075 h 1890712"/>
                <a:gd name="connsiteX58" fmla="*/ 809625 w 2543175"/>
                <a:gd name="connsiteY58" fmla="*/ 611981 h 1890712"/>
                <a:gd name="connsiteX59" fmla="*/ 816769 w 2543175"/>
                <a:gd name="connsiteY59" fmla="*/ 619125 h 1890712"/>
                <a:gd name="connsiteX60" fmla="*/ 826294 w 2543175"/>
                <a:gd name="connsiteY60" fmla="*/ 626269 h 1890712"/>
                <a:gd name="connsiteX61" fmla="*/ 840582 w 2543175"/>
                <a:gd name="connsiteY61" fmla="*/ 638175 h 1890712"/>
                <a:gd name="connsiteX62" fmla="*/ 847725 w 2543175"/>
                <a:gd name="connsiteY62" fmla="*/ 645319 h 1890712"/>
                <a:gd name="connsiteX63" fmla="*/ 857250 w 2543175"/>
                <a:gd name="connsiteY63" fmla="*/ 652462 h 1890712"/>
                <a:gd name="connsiteX64" fmla="*/ 864394 w 2543175"/>
                <a:gd name="connsiteY64" fmla="*/ 657225 h 1890712"/>
                <a:gd name="connsiteX65" fmla="*/ 888207 w 2543175"/>
                <a:gd name="connsiteY65" fmla="*/ 676275 h 1890712"/>
                <a:gd name="connsiteX66" fmla="*/ 895350 w 2543175"/>
                <a:gd name="connsiteY66" fmla="*/ 681037 h 1890712"/>
                <a:gd name="connsiteX67" fmla="*/ 907257 w 2543175"/>
                <a:gd name="connsiteY67" fmla="*/ 683419 h 1890712"/>
                <a:gd name="connsiteX68" fmla="*/ 928688 w 2543175"/>
                <a:gd name="connsiteY68" fmla="*/ 695325 h 1890712"/>
                <a:gd name="connsiteX69" fmla="*/ 942975 w 2543175"/>
                <a:gd name="connsiteY69" fmla="*/ 700087 h 1890712"/>
                <a:gd name="connsiteX70" fmla="*/ 964407 w 2543175"/>
                <a:gd name="connsiteY70" fmla="*/ 716756 h 1890712"/>
                <a:gd name="connsiteX71" fmla="*/ 971550 w 2543175"/>
                <a:gd name="connsiteY71" fmla="*/ 723900 h 1890712"/>
                <a:gd name="connsiteX72" fmla="*/ 983457 w 2543175"/>
                <a:gd name="connsiteY72" fmla="*/ 733425 h 1890712"/>
                <a:gd name="connsiteX73" fmla="*/ 990600 w 2543175"/>
                <a:gd name="connsiteY73" fmla="*/ 738187 h 1890712"/>
                <a:gd name="connsiteX74" fmla="*/ 1007269 w 2543175"/>
                <a:gd name="connsiteY74" fmla="*/ 752475 h 1890712"/>
                <a:gd name="connsiteX75" fmla="*/ 1031082 w 2543175"/>
                <a:gd name="connsiteY75" fmla="*/ 766762 h 1890712"/>
                <a:gd name="connsiteX76" fmla="*/ 1042988 w 2543175"/>
                <a:gd name="connsiteY76" fmla="*/ 773906 h 1890712"/>
                <a:gd name="connsiteX77" fmla="*/ 1071563 w 2543175"/>
                <a:gd name="connsiteY77" fmla="*/ 785812 h 1890712"/>
                <a:gd name="connsiteX78" fmla="*/ 1097757 w 2543175"/>
                <a:gd name="connsiteY78" fmla="*/ 807244 h 1890712"/>
                <a:gd name="connsiteX79" fmla="*/ 1104900 w 2543175"/>
                <a:gd name="connsiteY79" fmla="*/ 814387 h 1890712"/>
                <a:gd name="connsiteX80" fmla="*/ 1121569 w 2543175"/>
                <a:gd name="connsiteY80" fmla="*/ 823912 h 1890712"/>
                <a:gd name="connsiteX81" fmla="*/ 1138238 w 2543175"/>
                <a:gd name="connsiteY81" fmla="*/ 835819 h 1890712"/>
                <a:gd name="connsiteX82" fmla="*/ 1147763 w 2543175"/>
                <a:gd name="connsiteY82" fmla="*/ 842962 h 1890712"/>
                <a:gd name="connsiteX83" fmla="*/ 1157288 w 2543175"/>
                <a:gd name="connsiteY83" fmla="*/ 847725 h 1890712"/>
                <a:gd name="connsiteX84" fmla="*/ 1178719 w 2543175"/>
                <a:gd name="connsiteY84" fmla="*/ 859631 h 1890712"/>
                <a:gd name="connsiteX85" fmla="*/ 1188244 w 2543175"/>
                <a:gd name="connsiteY85" fmla="*/ 866775 h 1890712"/>
                <a:gd name="connsiteX86" fmla="*/ 1195388 w 2543175"/>
                <a:gd name="connsiteY86" fmla="*/ 871537 h 1890712"/>
                <a:gd name="connsiteX87" fmla="*/ 1212057 w 2543175"/>
                <a:gd name="connsiteY87" fmla="*/ 883444 h 1890712"/>
                <a:gd name="connsiteX88" fmla="*/ 1226344 w 2543175"/>
                <a:gd name="connsiteY88" fmla="*/ 895350 h 1890712"/>
                <a:gd name="connsiteX89" fmla="*/ 1245394 w 2543175"/>
                <a:gd name="connsiteY89" fmla="*/ 907256 h 1890712"/>
                <a:gd name="connsiteX90" fmla="*/ 1254919 w 2543175"/>
                <a:gd name="connsiteY90" fmla="*/ 914400 h 1890712"/>
                <a:gd name="connsiteX91" fmla="*/ 1269207 w 2543175"/>
                <a:gd name="connsiteY91" fmla="*/ 921544 h 1890712"/>
                <a:gd name="connsiteX92" fmla="*/ 1290638 w 2543175"/>
                <a:gd name="connsiteY92" fmla="*/ 935831 h 1890712"/>
                <a:gd name="connsiteX93" fmla="*/ 1307307 w 2543175"/>
                <a:gd name="connsiteY93" fmla="*/ 952500 h 1890712"/>
                <a:gd name="connsiteX94" fmla="*/ 1333500 w 2543175"/>
                <a:gd name="connsiteY94" fmla="*/ 971550 h 1890712"/>
                <a:gd name="connsiteX95" fmla="*/ 1359694 w 2543175"/>
                <a:gd name="connsiteY95" fmla="*/ 990600 h 1890712"/>
                <a:gd name="connsiteX96" fmla="*/ 1385888 w 2543175"/>
                <a:gd name="connsiteY96" fmla="*/ 1021557 h 1890712"/>
                <a:gd name="connsiteX97" fmla="*/ 1435894 w 2543175"/>
                <a:gd name="connsiteY97" fmla="*/ 1054894 h 1890712"/>
                <a:gd name="connsiteX98" fmla="*/ 1497806 w 2543175"/>
                <a:gd name="connsiteY98" fmla="*/ 1104900 h 1890712"/>
                <a:gd name="connsiteX99" fmla="*/ 1559718 w 2543175"/>
                <a:gd name="connsiteY99" fmla="*/ 1154906 h 1890712"/>
                <a:gd name="connsiteX100" fmla="*/ 1595438 w 2543175"/>
                <a:gd name="connsiteY100" fmla="*/ 1181100 h 1890712"/>
                <a:gd name="connsiteX101" fmla="*/ 1628775 w 2543175"/>
                <a:gd name="connsiteY101" fmla="*/ 1207294 h 1890712"/>
                <a:gd name="connsiteX102" fmla="*/ 1662113 w 2543175"/>
                <a:gd name="connsiteY102" fmla="*/ 1231107 h 1890712"/>
                <a:gd name="connsiteX103" fmla="*/ 1700213 w 2543175"/>
                <a:gd name="connsiteY103" fmla="*/ 1247775 h 1890712"/>
                <a:gd name="connsiteX104" fmla="*/ 1712119 w 2543175"/>
                <a:gd name="connsiteY104" fmla="*/ 1259681 h 1890712"/>
                <a:gd name="connsiteX105" fmla="*/ 1733550 w 2543175"/>
                <a:gd name="connsiteY105" fmla="*/ 1273969 h 1890712"/>
                <a:gd name="connsiteX106" fmla="*/ 1743075 w 2543175"/>
                <a:gd name="connsiteY106" fmla="*/ 1283494 h 1890712"/>
                <a:gd name="connsiteX107" fmla="*/ 1754982 w 2543175"/>
                <a:gd name="connsiteY107" fmla="*/ 1290637 h 1890712"/>
                <a:gd name="connsiteX108" fmla="*/ 1766888 w 2543175"/>
                <a:gd name="connsiteY108" fmla="*/ 1300162 h 1890712"/>
                <a:gd name="connsiteX109" fmla="*/ 1783557 w 2543175"/>
                <a:gd name="connsiteY109" fmla="*/ 1307306 h 1890712"/>
                <a:gd name="connsiteX110" fmla="*/ 1790700 w 2543175"/>
                <a:gd name="connsiteY110" fmla="*/ 1312069 h 1890712"/>
                <a:gd name="connsiteX111" fmla="*/ 1800225 w 2543175"/>
                <a:gd name="connsiteY111" fmla="*/ 1319212 h 1890712"/>
                <a:gd name="connsiteX112" fmla="*/ 1807369 w 2543175"/>
                <a:gd name="connsiteY112" fmla="*/ 1321594 h 1890712"/>
                <a:gd name="connsiteX113" fmla="*/ 1824038 w 2543175"/>
                <a:gd name="connsiteY113" fmla="*/ 1333500 h 1890712"/>
                <a:gd name="connsiteX114" fmla="*/ 1843088 w 2543175"/>
                <a:gd name="connsiteY114" fmla="*/ 1352550 h 1890712"/>
                <a:gd name="connsiteX115" fmla="*/ 1852613 w 2543175"/>
                <a:gd name="connsiteY115" fmla="*/ 1359694 h 1890712"/>
                <a:gd name="connsiteX116" fmla="*/ 1859757 w 2543175"/>
                <a:gd name="connsiteY116" fmla="*/ 1366837 h 1890712"/>
                <a:gd name="connsiteX117" fmla="*/ 1869282 w 2543175"/>
                <a:gd name="connsiteY117" fmla="*/ 1371600 h 1890712"/>
                <a:gd name="connsiteX118" fmla="*/ 1883569 w 2543175"/>
                <a:gd name="connsiteY118" fmla="*/ 1388269 h 1890712"/>
                <a:gd name="connsiteX119" fmla="*/ 1893094 w 2543175"/>
                <a:gd name="connsiteY119" fmla="*/ 1395412 h 1890712"/>
                <a:gd name="connsiteX120" fmla="*/ 1902619 w 2543175"/>
                <a:gd name="connsiteY120" fmla="*/ 1404937 h 1890712"/>
                <a:gd name="connsiteX121" fmla="*/ 1912144 w 2543175"/>
                <a:gd name="connsiteY121" fmla="*/ 1409700 h 1890712"/>
                <a:gd name="connsiteX122" fmla="*/ 1931194 w 2543175"/>
                <a:gd name="connsiteY122" fmla="*/ 1421606 h 1890712"/>
                <a:gd name="connsiteX123" fmla="*/ 1935957 w 2543175"/>
                <a:gd name="connsiteY123" fmla="*/ 1428750 h 1890712"/>
                <a:gd name="connsiteX124" fmla="*/ 1952625 w 2543175"/>
                <a:gd name="connsiteY124" fmla="*/ 1438275 h 1890712"/>
                <a:gd name="connsiteX125" fmla="*/ 1971675 w 2543175"/>
                <a:gd name="connsiteY125" fmla="*/ 1450181 h 1890712"/>
                <a:gd name="connsiteX126" fmla="*/ 1981200 w 2543175"/>
                <a:gd name="connsiteY126" fmla="*/ 1454944 h 1890712"/>
                <a:gd name="connsiteX127" fmla="*/ 1997869 w 2543175"/>
                <a:gd name="connsiteY127" fmla="*/ 1471612 h 1890712"/>
                <a:gd name="connsiteX128" fmla="*/ 2007394 w 2543175"/>
                <a:gd name="connsiteY128" fmla="*/ 1478756 h 1890712"/>
                <a:gd name="connsiteX129" fmla="*/ 2016919 w 2543175"/>
                <a:gd name="connsiteY129" fmla="*/ 1483519 h 1890712"/>
                <a:gd name="connsiteX130" fmla="*/ 2024063 w 2543175"/>
                <a:gd name="connsiteY130" fmla="*/ 1490662 h 1890712"/>
                <a:gd name="connsiteX131" fmla="*/ 2033588 w 2543175"/>
                <a:gd name="connsiteY131" fmla="*/ 1495425 h 1890712"/>
                <a:gd name="connsiteX132" fmla="*/ 2040732 w 2543175"/>
                <a:gd name="connsiteY132" fmla="*/ 1502569 h 1890712"/>
                <a:gd name="connsiteX133" fmla="*/ 2047875 w 2543175"/>
                <a:gd name="connsiteY133" fmla="*/ 1507331 h 1890712"/>
                <a:gd name="connsiteX134" fmla="*/ 2057400 w 2543175"/>
                <a:gd name="connsiteY134" fmla="*/ 1514475 h 1890712"/>
                <a:gd name="connsiteX135" fmla="*/ 2064544 w 2543175"/>
                <a:gd name="connsiteY135" fmla="*/ 1519237 h 1890712"/>
                <a:gd name="connsiteX136" fmla="*/ 2071688 w 2543175"/>
                <a:gd name="connsiteY136" fmla="*/ 1526381 h 1890712"/>
                <a:gd name="connsiteX137" fmla="*/ 2081213 w 2543175"/>
                <a:gd name="connsiteY137" fmla="*/ 1531144 h 1890712"/>
                <a:gd name="connsiteX138" fmla="*/ 2090738 w 2543175"/>
                <a:gd name="connsiteY138" fmla="*/ 1538287 h 1890712"/>
                <a:gd name="connsiteX139" fmla="*/ 2109788 w 2543175"/>
                <a:gd name="connsiteY139" fmla="*/ 1547812 h 1890712"/>
                <a:gd name="connsiteX140" fmla="*/ 2131219 w 2543175"/>
                <a:gd name="connsiteY140" fmla="*/ 1562100 h 1890712"/>
                <a:gd name="connsiteX141" fmla="*/ 2140744 w 2543175"/>
                <a:gd name="connsiteY141" fmla="*/ 1566862 h 1890712"/>
                <a:gd name="connsiteX142" fmla="*/ 2152650 w 2543175"/>
                <a:gd name="connsiteY142" fmla="*/ 1576387 h 1890712"/>
                <a:gd name="connsiteX143" fmla="*/ 2181225 w 2543175"/>
                <a:gd name="connsiteY143" fmla="*/ 1590675 h 1890712"/>
                <a:gd name="connsiteX144" fmla="*/ 2200275 w 2543175"/>
                <a:gd name="connsiteY144" fmla="*/ 1607344 h 1890712"/>
                <a:gd name="connsiteX145" fmla="*/ 2207419 w 2543175"/>
                <a:gd name="connsiteY145" fmla="*/ 1612106 h 1890712"/>
                <a:gd name="connsiteX146" fmla="*/ 2216944 w 2543175"/>
                <a:gd name="connsiteY146" fmla="*/ 1619250 h 1890712"/>
                <a:gd name="connsiteX147" fmla="*/ 2247900 w 2543175"/>
                <a:gd name="connsiteY147" fmla="*/ 1643062 h 1890712"/>
                <a:gd name="connsiteX148" fmla="*/ 2255044 w 2543175"/>
                <a:gd name="connsiteY148" fmla="*/ 1650206 h 1890712"/>
                <a:gd name="connsiteX149" fmla="*/ 2281238 w 2543175"/>
                <a:gd name="connsiteY149" fmla="*/ 1664494 h 1890712"/>
                <a:gd name="connsiteX150" fmla="*/ 2297907 w 2543175"/>
                <a:gd name="connsiteY150" fmla="*/ 1674019 h 1890712"/>
                <a:gd name="connsiteX151" fmla="*/ 2312194 w 2543175"/>
                <a:gd name="connsiteY151" fmla="*/ 1685925 h 1890712"/>
                <a:gd name="connsiteX152" fmla="*/ 2328863 w 2543175"/>
                <a:gd name="connsiteY152" fmla="*/ 1697831 h 1890712"/>
                <a:gd name="connsiteX153" fmla="*/ 2350294 w 2543175"/>
                <a:gd name="connsiteY153" fmla="*/ 1712119 h 1890712"/>
                <a:gd name="connsiteX154" fmla="*/ 2428876 w 2543175"/>
                <a:gd name="connsiteY154" fmla="*/ 1785938 h 1890712"/>
                <a:gd name="connsiteX155" fmla="*/ 2481263 w 2543175"/>
                <a:gd name="connsiteY155" fmla="*/ 1795462 h 1890712"/>
                <a:gd name="connsiteX156" fmla="*/ 2486025 w 2543175"/>
                <a:gd name="connsiteY156" fmla="*/ 1802606 h 1890712"/>
                <a:gd name="connsiteX157" fmla="*/ 2514600 w 2543175"/>
                <a:gd name="connsiteY157" fmla="*/ 1850231 h 1890712"/>
                <a:gd name="connsiteX158" fmla="*/ 2519363 w 2543175"/>
                <a:gd name="connsiteY158" fmla="*/ 1857375 h 1890712"/>
                <a:gd name="connsiteX159" fmla="*/ 2540794 w 2543175"/>
                <a:gd name="connsiteY159" fmla="*/ 1883569 h 1890712"/>
                <a:gd name="connsiteX160" fmla="*/ 2543175 w 2543175"/>
                <a:gd name="connsiteY160" fmla="*/ 1890712 h 1890712"/>
                <a:gd name="connsiteX0" fmla="*/ 0 w 2543175"/>
                <a:gd name="connsiteY0" fmla="*/ 0 h 1890712"/>
                <a:gd name="connsiteX1" fmla="*/ 11907 w 2543175"/>
                <a:gd name="connsiteY1" fmla="*/ 11906 h 1890712"/>
                <a:gd name="connsiteX2" fmla="*/ 21432 w 2543175"/>
                <a:gd name="connsiteY2" fmla="*/ 16669 h 1890712"/>
                <a:gd name="connsiteX3" fmla="*/ 23813 w 2543175"/>
                <a:gd name="connsiteY3" fmla="*/ 23812 h 1890712"/>
                <a:gd name="connsiteX4" fmla="*/ 33338 w 2543175"/>
                <a:gd name="connsiteY4" fmla="*/ 33337 h 1890712"/>
                <a:gd name="connsiteX5" fmla="*/ 40482 w 2543175"/>
                <a:gd name="connsiteY5" fmla="*/ 42862 h 1890712"/>
                <a:gd name="connsiteX6" fmla="*/ 47625 w 2543175"/>
                <a:gd name="connsiteY6" fmla="*/ 47625 h 1890712"/>
                <a:gd name="connsiteX7" fmla="*/ 57150 w 2543175"/>
                <a:gd name="connsiteY7" fmla="*/ 54769 h 1890712"/>
                <a:gd name="connsiteX8" fmla="*/ 64294 w 2543175"/>
                <a:gd name="connsiteY8" fmla="*/ 59531 h 1890712"/>
                <a:gd name="connsiteX9" fmla="*/ 83344 w 2543175"/>
                <a:gd name="connsiteY9" fmla="*/ 73819 h 1890712"/>
                <a:gd name="connsiteX10" fmla="*/ 97632 w 2543175"/>
                <a:gd name="connsiteY10" fmla="*/ 80962 h 1890712"/>
                <a:gd name="connsiteX11" fmla="*/ 104775 w 2543175"/>
                <a:gd name="connsiteY11" fmla="*/ 85725 h 1890712"/>
                <a:gd name="connsiteX12" fmla="*/ 114300 w 2543175"/>
                <a:gd name="connsiteY12" fmla="*/ 95250 h 1890712"/>
                <a:gd name="connsiteX13" fmla="*/ 123825 w 2543175"/>
                <a:gd name="connsiteY13" fmla="*/ 97631 h 1890712"/>
                <a:gd name="connsiteX14" fmla="*/ 130969 w 2543175"/>
                <a:gd name="connsiteY14" fmla="*/ 104775 h 1890712"/>
                <a:gd name="connsiteX15" fmla="*/ 140494 w 2543175"/>
                <a:gd name="connsiteY15" fmla="*/ 111919 h 1890712"/>
                <a:gd name="connsiteX16" fmla="*/ 147638 w 2543175"/>
                <a:gd name="connsiteY16" fmla="*/ 116681 h 1890712"/>
                <a:gd name="connsiteX17" fmla="*/ 164307 w 2543175"/>
                <a:gd name="connsiteY17" fmla="*/ 128587 h 1890712"/>
                <a:gd name="connsiteX18" fmla="*/ 180975 w 2543175"/>
                <a:gd name="connsiteY18" fmla="*/ 140494 h 1890712"/>
                <a:gd name="connsiteX19" fmla="*/ 197644 w 2543175"/>
                <a:gd name="connsiteY19" fmla="*/ 152400 h 1890712"/>
                <a:gd name="connsiteX20" fmla="*/ 204788 w 2543175"/>
                <a:gd name="connsiteY20" fmla="*/ 157162 h 1890712"/>
                <a:gd name="connsiteX21" fmla="*/ 214313 w 2543175"/>
                <a:gd name="connsiteY21" fmla="*/ 164306 h 1890712"/>
                <a:gd name="connsiteX22" fmla="*/ 230982 w 2543175"/>
                <a:gd name="connsiteY22" fmla="*/ 180975 h 1890712"/>
                <a:gd name="connsiteX23" fmla="*/ 247650 w 2543175"/>
                <a:gd name="connsiteY23" fmla="*/ 185737 h 1890712"/>
                <a:gd name="connsiteX24" fmla="*/ 300038 w 2543175"/>
                <a:gd name="connsiteY24" fmla="*/ 219075 h 1890712"/>
                <a:gd name="connsiteX25" fmla="*/ 342900 w 2543175"/>
                <a:gd name="connsiteY25" fmla="*/ 254794 h 1890712"/>
                <a:gd name="connsiteX26" fmla="*/ 366713 w 2543175"/>
                <a:gd name="connsiteY26" fmla="*/ 264319 h 1890712"/>
                <a:gd name="connsiteX27" fmla="*/ 371475 w 2543175"/>
                <a:gd name="connsiteY27" fmla="*/ 271462 h 1890712"/>
                <a:gd name="connsiteX28" fmla="*/ 385763 w 2543175"/>
                <a:gd name="connsiteY28" fmla="*/ 283369 h 1890712"/>
                <a:gd name="connsiteX29" fmla="*/ 404813 w 2543175"/>
                <a:gd name="connsiteY29" fmla="*/ 295275 h 1890712"/>
                <a:gd name="connsiteX30" fmla="*/ 411957 w 2543175"/>
                <a:gd name="connsiteY30" fmla="*/ 297656 h 1890712"/>
                <a:gd name="connsiteX31" fmla="*/ 466725 w 2543175"/>
                <a:gd name="connsiteY31" fmla="*/ 328612 h 1890712"/>
                <a:gd name="connsiteX32" fmla="*/ 476250 w 2543175"/>
                <a:gd name="connsiteY32" fmla="*/ 335756 h 1890712"/>
                <a:gd name="connsiteX33" fmla="*/ 481013 w 2543175"/>
                <a:gd name="connsiteY33" fmla="*/ 342900 h 1890712"/>
                <a:gd name="connsiteX34" fmla="*/ 490538 w 2543175"/>
                <a:gd name="connsiteY34" fmla="*/ 352425 h 1890712"/>
                <a:gd name="connsiteX35" fmla="*/ 495300 w 2543175"/>
                <a:gd name="connsiteY35" fmla="*/ 359569 h 1890712"/>
                <a:gd name="connsiteX36" fmla="*/ 509588 w 2543175"/>
                <a:gd name="connsiteY36" fmla="*/ 376237 h 1890712"/>
                <a:gd name="connsiteX37" fmla="*/ 514350 w 2543175"/>
                <a:gd name="connsiteY37" fmla="*/ 383381 h 1890712"/>
                <a:gd name="connsiteX38" fmla="*/ 531019 w 2543175"/>
                <a:gd name="connsiteY38" fmla="*/ 397669 h 1890712"/>
                <a:gd name="connsiteX39" fmla="*/ 538163 w 2543175"/>
                <a:gd name="connsiteY39" fmla="*/ 407194 h 1890712"/>
                <a:gd name="connsiteX40" fmla="*/ 554832 w 2543175"/>
                <a:gd name="connsiteY40" fmla="*/ 421481 h 1890712"/>
                <a:gd name="connsiteX41" fmla="*/ 564357 w 2543175"/>
                <a:gd name="connsiteY41" fmla="*/ 431006 h 1890712"/>
                <a:gd name="connsiteX42" fmla="*/ 573882 w 2543175"/>
                <a:gd name="connsiteY42" fmla="*/ 438150 h 1890712"/>
                <a:gd name="connsiteX43" fmla="*/ 595313 w 2543175"/>
                <a:gd name="connsiteY43" fmla="*/ 454819 h 1890712"/>
                <a:gd name="connsiteX44" fmla="*/ 602457 w 2543175"/>
                <a:gd name="connsiteY44" fmla="*/ 457200 h 1890712"/>
                <a:gd name="connsiteX45" fmla="*/ 628650 w 2543175"/>
                <a:gd name="connsiteY45" fmla="*/ 469106 h 1890712"/>
                <a:gd name="connsiteX46" fmla="*/ 645319 w 2543175"/>
                <a:gd name="connsiteY46" fmla="*/ 483394 h 1890712"/>
                <a:gd name="connsiteX47" fmla="*/ 654844 w 2543175"/>
                <a:gd name="connsiteY47" fmla="*/ 488156 h 1890712"/>
                <a:gd name="connsiteX48" fmla="*/ 661988 w 2543175"/>
                <a:gd name="connsiteY48" fmla="*/ 497681 h 1890712"/>
                <a:gd name="connsiteX49" fmla="*/ 683419 w 2543175"/>
                <a:gd name="connsiteY49" fmla="*/ 514350 h 1890712"/>
                <a:gd name="connsiteX50" fmla="*/ 700088 w 2543175"/>
                <a:gd name="connsiteY50" fmla="*/ 526256 h 1890712"/>
                <a:gd name="connsiteX51" fmla="*/ 709613 w 2543175"/>
                <a:gd name="connsiteY51" fmla="*/ 535781 h 1890712"/>
                <a:gd name="connsiteX52" fmla="*/ 719138 w 2543175"/>
                <a:gd name="connsiteY52" fmla="*/ 542925 h 1890712"/>
                <a:gd name="connsiteX53" fmla="*/ 733425 w 2543175"/>
                <a:gd name="connsiteY53" fmla="*/ 557212 h 1890712"/>
                <a:gd name="connsiteX54" fmla="*/ 750094 w 2543175"/>
                <a:gd name="connsiteY54" fmla="*/ 569119 h 1890712"/>
                <a:gd name="connsiteX55" fmla="*/ 769144 w 2543175"/>
                <a:gd name="connsiteY55" fmla="*/ 581025 h 1890712"/>
                <a:gd name="connsiteX56" fmla="*/ 785813 w 2543175"/>
                <a:gd name="connsiteY56" fmla="*/ 590550 h 1890712"/>
                <a:gd name="connsiteX57" fmla="*/ 792957 w 2543175"/>
                <a:gd name="connsiteY57" fmla="*/ 600075 h 1890712"/>
                <a:gd name="connsiteX58" fmla="*/ 809625 w 2543175"/>
                <a:gd name="connsiteY58" fmla="*/ 611981 h 1890712"/>
                <a:gd name="connsiteX59" fmla="*/ 816769 w 2543175"/>
                <a:gd name="connsiteY59" fmla="*/ 619125 h 1890712"/>
                <a:gd name="connsiteX60" fmla="*/ 826294 w 2543175"/>
                <a:gd name="connsiteY60" fmla="*/ 626269 h 1890712"/>
                <a:gd name="connsiteX61" fmla="*/ 840582 w 2543175"/>
                <a:gd name="connsiteY61" fmla="*/ 638175 h 1890712"/>
                <a:gd name="connsiteX62" fmla="*/ 847725 w 2543175"/>
                <a:gd name="connsiteY62" fmla="*/ 645319 h 1890712"/>
                <a:gd name="connsiteX63" fmla="*/ 857250 w 2543175"/>
                <a:gd name="connsiteY63" fmla="*/ 652462 h 1890712"/>
                <a:gd name="connsiteX64" fmla="*/ 864394 w 2543175"/>
                <a:gd name="connsiteY64" fmla="*/ 657225 h 1890712"/>
                <a:gd name="connsiteX65" fmla="*/ 888207 w 2543175"/>
                <a:gd name="connsiteY65" fmla="*/ 676275 h 1890712"/>
                <a:gd name="connsiteX66" fmla="*/ 895350 w 2543175"/>
                <a:gd name="connsiteY66" fmla="*/ 681037 h 1890712"/>
                <a:gd name="connsiteX67" fmla="*/ 907257 w 2543175"/>
                <a:gd name="connsiteY67" fmla="*/ 683419 h 1890712"/>
                <a:gd name="connsiteX68" fmla="*/ 928688 w 2543175"/>
                <a:gd name="connsiteY68" fmla="*/ 695325 h 1890712"/>
                <a:gd name="connsiteX69" fmla="*/ 942975 w 2543175"/>
                <a:gd name="connsiteY69" fmla="*/ 700087 h 1890712"/>
                <a:gd name="connsiteX70" fmla="*/ 964407 w 2543175"/>
                <a:gd name="connsiteY70" fmla="*/ 716756 h 1890712"/>
                <a:gd name="connsiteX71" fmla="*/ 971550 w 2543175"/>
                <a:gd name="connsiteY71" fmla="*/ 723900 h 1890712"/>
                <a:gd name="connsiteX72" fmla="*/ 983457 w 2543175"/>
                <a:gd name="connsiteY72" fmla="*/ 733425 h 1890712"/>
                <a:gd name="connsiteX73" fmla="*/ 990600 w 2543175"/>
                <a:gd name="connsiteY73" fmla="*/ 738187 h 1890712"/>
                <a:gd name="connsiteX74" fmla="*/ 1007269 w 2543175"/>
                <a:gd name="connsiteY74" fmla="*/ 752475 h 1890712"/>
                <a:gd name="connsiteX75" fmla="*/ 1031082 w 2543175"/>
                <a:gd name="connsiteY75" fmla="*/ 766762 h 1890712"/>
                <a:gd name="connsiteX76" fmla="*/ 1042988 w 2543175"/>
                <a:gd name="connsiteY76" fmla="*/ 773906 h 1890712"/>
                <a:gd name="connsiteX77" fmla="*/ 1071563 w 2543175"/>
                <a:gd name="connsiteY77" fmla="*/ 785812 h 1890712"/>
                <a:gd name="connsiteX78" fmla="*/ 1097757 w 2543175"/>
                <a:gd name="connsiteY78" fmla="*/ 807244 h 1890712"/>
                <a:gd name="connsiteX79" fmla="*/ 1104900 w 2543175"/>
                <a:gd name="connsiteY79" fmla="*/ 814387 h 1890712"/>
                <a:gd name="connsiteX80" fmla="*/ 1121569 w 2543175"/>
                <a:gd name="connsiteY80" fmla="*/ 823912 h 1890712"/>
                <a:gd name="connsiteX81" fmla="*/ 1138238 w 2543175"/>
                <a:gd name="connsiteY81" fmla="*/ 835819 h 1890712"/>
                <a:gd name="connsiteX82" fmla="*/ 1147763 w 2543175"/>
                <a:gd name="connsiteY82" fmla="*/ 842962 h 1890712"/>
                <a:gd name="connsiteX83" fmla="*/ 1157288 w 2543175"/>
                <a:gd name="connsiteY83" fmla="*/ 847725 h 1890712"/>
                <a:gd name="connsiteX84" fmla="*/ 1178719 w 2543175"/>
                <a:gd name="connsiteY84" fmla="*/ 859631 h 1890712"/>
                <a:gd name="connsiteX85" fmla="*/ 1188244 w 2543175"/>
                <a:gd name="connsiteY85" fmla="*/ 866775 h 1890712"/>
                <a:gd name="connsiteX86" fmla="*/ 1195388 w 2543175"/>
                <a:gd name="connsiteY86" fmla="*/ 871537 h 1890712"/>
                <a:gd name="connsiteX87" fmla="*/ 1212057 w 2543175"/>
                <a:gd name="connsiteY87" fmla="*/ 883444 h 1890712"/>
                <a:gd name="connsiteX88" fmla="*/ 1226344 w 2543175"/>
                <a:gd name="connsiteY88" fmla="*/ 895350 h 1890712"/>
                <a:gd name="connsiteX89" fmla="*/ 1245394 w 2543175"/>
                <a:gd name="connsiteY89" fmla="*/ 907256 h 1890712"/>
                <a:gd name="connsiteX90" fmla="*/ 1254919 w 2543175"/>
                <a:gd name="connsiteY90" fmla="*/ 914400 h 1890712"/>
                <a:gd name="connsiteX91" fmla="*/ 1269207 w 2543175"/>
                <a:gd name="connsiteY91" fmla="*/ 921544 h 1890712"/>
                <a:gd name="connsiteX92" fmla="*/ 1290638 w 2543175"/>
                <a:gd name="connsiteY92" fmla="*/ 935831 h 1890712"/>
                <a:gd name="connsiteX93" fmla="*/ 1307307 w 2543175"/>
                <a:gd name="connsiteY93" fmla="*/ 952500 h 1890712"/>
                <a:gd name="connsiteX94" fmla="*/ 1333500 w 2543175"/>
                <a:gd name="connsiteY94" fmla="*/ 971550 h 1890712"/>
                <a:gd name="connsiteX95" fmla="*/ 1359694 w 2543175"/>
                <a:gd name="connsiteY95" fmla="*/ 990600 h 1890712"/>
                <a:gd name="connsiteX96" fmla="*/ 1385888 w 2543175"/>
                <a:gd name="connsiteY96" fmla="*/ 1021557 h 1890712"/>
                <a:gd name="connsiteX97" fmla="*/ 1435894 w 2543175"/>
                <a:gd name="connsiteY97" fmla="*/ 1054894 h 1890712"/>
                <a:gd name="connsiteX98" fmla="*/ 1497806 w 2543175"/>
                <a:gd name="connsiteY98" fmla="*/ 1104900 h 1890712"/>
                <a:gd name="connsiteX99" fmla="*/ 1559718 w 2543175"/>
                <a:gd name="connsiteY99" fmla="*/ 1154906 h 1890712"/>
                <a:gd name="connsiteX100" fmla="*/ 1595438 w 2543175"/>
                <a:gd name="connsiteY100" fmla="*/ 1181100 h 1890712"/>
                <a:gd name="connsiteX101" fmla="*/ 1628775 w 2543175"/>
                <a:gd name="connsiteY101" fmla="*/ 1207294 h 1890712"/>
                <a:gd name="connsiteX102" fmla="*/ 1662113 w 2543175"/>
                <a:gd name="connsiteY102" fmla="*/ 1231107 h 1890712"/>
                <a:gd name="connsiteX103" fmla="*/ 1700213 w 2543175"/>
                <a:gd name="connsiteY103" fmla="*/ 1247775 h 1890712"/>
                <a:gd name="connsiteX104" fmla="*/ 1712119 w 2543175"/>
                <a:gd name="connsiteY104" fmla="*/ 1259681 h 1890712"/>
                <a:gd name="connsiteX105" fmla="*/ 1733550 w 2543175"/>
                <a:gd name="connsiteY105" fmla="*/ 1273969 h 1890712"/>
                <a:gd name="connsiteX106" fmla="*/ 1743075 w 2543175"/>
                <a:gd name="connsiteY106" fmla="*/ 1283494 h 1890712"/>
                <a:gd name="connsiteX107" fmla="*/ 1754982 w 2543175"/>
                <a:gd name="connsiteY107" fmla="*/ 1290637 h 1890712"/>
                <a:gd name="connsiteX108" fmla="*/ 1766888 w 2543175"/>
                <a:gd name="connsiteY108" fmla="*/ 1300162 h 1890712"/>
                <a:gd name="connsiteX109" fmla="*/ 1783557 w 2543175"/>
                <a:gd name="connsiteY109" fmla="*/ 1307306 h 1890712"/>
                <a:gd name="connsiteX110" fmla="*/ 1790700 w 2543175"/>
                <a:gd name="connsiteY110" fmla="*/ 1312069 h 1890712"/>
                <a:gd name="connsiteX111" fmla="*/ 1800225 w 2543175"/>
                <a:gd name="connsiteY111" fmla="*/ 1319212 h 1890712"/>
                <a:gd name="connsiteX112" fmla="*/ 1807369 w 2543175"/>
                <a:gd name="connsiteY112" fmla="*/ 1321594 h 1890712"/>
                <a:gd name="connsiteX113" fmla="*/ 1824038 w 2543175"/>
                <a:gd name="connsiteY113" fmla="*/ 1333500 h 1890712"/>
                <a:gd name="connsiteX114" fmla="*/ 1843088 w 2543175"/>
                <a:gd name="connsiteY114" fmla="*/ 1352550 h 1890712"/>
                <a:gd name="connsiteX115" fmla="*/ 1852613 w 2543175"/>
                <a:gd name="connsiteY115" fmla="*/ 1359694 h 1890712"/>
                <a:gd name="connsiteX116" fmla="*/ 1859757 w 2543175"/>
                <a:gd name="connsiteY116" fmla="*/ 1366837 h 1890712"/>
                <a:gd name="connsiteX117" fmla="*/ 1869282 w 2543175"/>
                <a:gd name="connsiteY117" fmla="*/ 1371600 h 1890712"/>
                <a:gd name="connsiteX118" fmla="*/ 1883569 w 2543175"/>
                <a:gd name="connsiteY118" fmla="*/ 1388269 h 1890712"/>
                <a:gd name="connsiteX119" fmla="*/ 1893094 w 2543175"/>
                <a:gd name="connsiteY119" fmla="*/ 1395412 h 1890712"/>
                <a:gd name="connsiteX120" fmla="*/ 1902619 w 2543175"/>
                <a:gd name="connsiteY120" fmla="*/ 1404937 h 1890712"/>
                <a:gd name="connsiteX121" fmla="*/ 1912144 w 2543175"/>
                <a:gd name="connsiteY121" fmla="*/ 1409700 h 1890712"/>
                <a:gd name="connsiteX122" fmla="*/ 1931194 w 2543175"/>
                <a:gd name="connsiteY122" fmla="*/ 1421606 h 1890712"/>
                <a:gd name="connsiteX123" fmla="*/ 1935957 w 2543175"/>
                <a:gd name="connsiteY123" fmla="*/ 1428750 h 1890712"/>
                <a:gd name="connsiteX124" fmla="*/ 1952625 w 2543175"/>
                <a:gd name="connsiteY124" fmla="*/ 1438275 h 1890712"/>
                <a:gd name="connsiteX125" fmla="*/ 1971675 w 2543175"/>
                <a:gd name="connsiteY125" fmla="*/ 1450181 h 1890712"/>
                <a:gd name="connsiteX126" fmla="*/ 1981200 w 2543175"/>
                <a:gd name="connsiteY126" fmla="*/ 1454944 h 1890712"/>
                <a:gd name="connsiteX127" fmla="*/ 1997869 w 2543175"/>
                <a:gd name="connsiteY127" fmla="*/ 1471612 h 1890712"/>
                <a:gd name="connsiteX128" fmla="*/ 2007394 w 2543175"/>
                <a:gd name="connsiteY128" fmla="*/ 1478756 h 1890712"/>
                <a:gd name="connsiteX129" fmla="*/ 2016919 w 2543175"/>
                <a:gd name="connsiteY129" fmla="*/ 1483519 h 1890712"/>
                <a:gd name="connsiteX130" fmla="*/ 2024063 w 2543175"/>
                <a:gd name="connsiteY130" fmla="*/ 1490662 h 1890712"/>
                <a:gd name="connsiteX131" fmla="*/ 2033588 w 2543175"/>
                <a:gd name="connsiteY131" fmla="*/ 1495425 h 1890712"/>
                <a:gd name="connsiteX132" fmla="*/ 2040732 w 2543175"/>
                <a:gd name="connsiteY132" fmla="*/ 1502569 h 1890712"/>
                <a:gd name="connsiteX133" fmla="*/ 2047875 w 2543175"/>
                <a:gd name="connsiteY133" fmla="*/ 1507331 h 1890712"/>
                <a:gd name="connsiteX134" fmla="*/ 2057400 w 2543175"/>
                <a:gd name="connsiteY134" fmla="*/ 1514475 h 1890712"/>
                <a:gd name="connsiteX135" fmla="*/ 2064544 w 2543175"/>
                <a:gd name="connsiteY135" fmla="*/ 1519237 h 1890712"/>
                <a:gd name="connsiteX136" fmla="*/ 2071688 w 2543175"/>
                <a:gd name="connsiteY136" fmla="*/ 1526381 h 1890712"/>
                <a:gd name="connsiteX137" fmla="*/ 2081213 w 2543175"/>
                <a:gd name="connsiteY137" fmla="*/ 1531144 h 1890712"/>
                <a:gd name="connsiteX138" fmla="*/ 2090738 w 2543175"/>
                <a:gd name="connsiteY138" fmla="*/ 1538287 h 1890712"/>
                <a:gd name="connsiteX139" fmla="*/ 2109788 w 2543175"/>
                <a:gd name="connsiteY139" fmla="*/ 1547812 h 1890712"/>
                <a:gd name="connsiteX140" fmla="*/ 2131219 w 2543175"/>
                <a:gd name="connsiteY140" fmla="*/ 1562100 h 1890712"/>
                <a:gd name="connsiteX141" fmla="*/ 2140744 w 2543175"/>
                <a:gd name="connsiteY141" fmla="*/ 1566862 h 1890712"/>
                <a:gd name="connsiteX142" fmla="*/ 2152650 w 2543175"/>
                <a:gd name="connsiteY142" fmla="*/ 1576387 h 1890712"/>
                <a:gd name="connsiteX143" fmla="*/ 2181225 w 2543175"/>
                <a:gd name="connsiteY143" fmla="*/ 1590675 h 1890712"/>
                <a:gd name="connsiteX144" fmla="*/ 2200275 w 2543175"/>
                <a:gd name="connsiteY144" fmla="*/ 1607344 h 1890712"/>
                <a:gd name="connsiteX145" fmla="*/ 2207419 w 2543175"/>
                <a:gd name="connsiteY145" fmla="*/ 1612106 h 1890712"/>
                <a:gd name="connsiteX146" fmla="*/ 2216944 w 2543175"/>
                <a:gd name="connsiteY146" fmla="*/ 1619250 h 1890712"/>
                <a:gd name="connsiteX147" fmla="*/ 2247900 w 2543175"/>
                <a:gd name="connsiteY147" fmla="*/ 1643062 h 1890712"/>
                <a:gd name="connsiteX148" fmla="*/ 2255044 w 2543175"/>
                <a:gd name="connsiteY148" fmla="*/ 1650206 h 1890712"/>
                <a:gd name="connsiteX149" fmla="*/ 2281238 w 2543175"/>
                <a:gd name="connsiteY149" fmla="*/ 1664494 h 1890712"/>
                <a:gd name="connsiteX150" fmla="*/ 2297907 w 2543175"/>
                <a:gd name="connsiteY150" fmla="*/ 1674019 h 1890712"/>
                <a:gd name="connsiteX151" fmla="*/ 2312194 w 2543175"/>
                <a:gd name="connsiteY151" fmla="*/ 1685925 h 1890712"/>
                <a:gd name="connsiteX152" fmla="*/ 2328863 w 2543175"/>
                <a:gd name="connsiteY152" fmla="*/ 1697831 h 1890712"/>
                <a:gd name="connsiteX153" fmla="*/ 2350294 w 2543175"/>
                <a:gd name="connsiteY153" fmla="*/ 1712119 h 1890712"/>
                <a:gd name="connsiteX154" fmla="*/ 2428876 w 2543175"/>
                <a:gd name="connsiteY154" fmla="*/ 1785938 h 1890712"/>
                <a:gd name="connsiteX155" fmla="*/ 2481263 w 2543175"/>
                <a:gd name="connsiteY155" fmla="*/ 1795462 h 1890712"/>
                <a:gd name="connsiteX156" fmla="*/ 2514600 w 2543175"/>
                <a:gd name="connsiteY156" fmla="*/ 1850231 h 1890712"/>
                <a:gd name="connsiteX157" fmla="*/ 2519363 w 2543175"/>
                <a:gd name="connsiteY157" fmla="*/ 1857375 h 1890712"/>
                <a:gd name="connsiteX158" fmla="*/ 2540794 w 2543175"/>
                <a:gd name="connsiteY158" fmla="*/ 1883569 h 1890712"/>
                <a:gd name="connsiteX159" fmla="*/ 2543175 w 2543175"/>
                <a:gd name="connsiteY159" fmla="*/ 1890712 h 1890712"/>
                <a:gd name="connsiteX0" fmla="*/ 0 w 2543175"/>
                <a:gd name="connsiteY0" fmla="*/ 0 h 1890712"/>
                <a:gd name="connsiteX1" fmla="*/ 11907 w 2543175"/>
                <a:gd name="connsiteY1" fmla="*/ 11906 h 1890712"/>
                <a:gd name="connsiteX2" fmla="*/ 21432 w 2543175"/>
                <a:gd name="connsiteY2" fmla="*/ 16669 h 1890712"/>
                <a:gd name="connsiteX3" fmla="*/ 23813 w 2543175"/>
                <a:gd name="connsiteY3" fmla="*/ 23812 h 1890712"/>
                <a:gd name="connsiteX4" fmla="*/ 33338 w 2543175"/>
                <a:gd name="connsiteY4" fmla="*/ 33337 h 1890712"/>
                <a:gd name="connsiteX5" fmla="*/ 40482 w 2543175"/>
                <a:gd name="connsiteY5" fmla="*/ 42862 h 1890712"/>
                <a:gd name="connsiteX6" fmla="*/ 47625 w 2543175"/>
                <a:gd name="connsiteY6" fmla="*/ 47625 h 1890712"/>
                <a:gd name="connsiteX7" fmla="*/ 57150 w 2543175"/>
                <a:gd name="connsiteY7" fmla="*/ 54769 h 1890712"/>
                <a:gd name="connsiteX8" fmla="*/ 64294 w 2543175"/>
                <a:gd name="connsiteY8" fmla="*/ 59531 h 1890712"/>
                <a:gd name="connsiteX9" fmla="*/ 83344 w 2543175"/>
                <a:gd name="connsiteY9" fmla="*/ 73819 h 1890712"/>
                <a:gd name="connsiteX10" fmla="*/ 97632 w 2543175"/>
                <a:gd name="connsiteY10" fmla="*/ 80962 h 1890712"/>
                <a:gd name="connsiteX11" fmla="*/ 104775 w 2543175"/>
                <a:gd name="connsiteY11" fmla="*/ 85725 h 1890712"/>
                <a:gd name="connsiteX12" fmla="*/ 114300 w 2543175"/>
                <a:gd name="connsiteY12" fmla="*/ 95250 h 1890712"/>
                <a:gd name="connsiteX13" fmla="*/ 123825 w 2543175"/>
                <a:gd name="connsiteY13" fmla="*/ 97631 h 1890712"/>
                <a:gd name="connsiteX14" fmla="*/ 130969 w 2543175"/>
                <a:gd name="connsiteY14" fmla="*/ 104775 h 1890712"/>
                <a:gd name="connsiteX15" fmla="*/ 140494 w 2543175"/>
                <a:gd name="connsiteY15" fmla="*/ 111919 h 1890712"/>
                <a:gd name="connsiteX16" fmla="*/ 147638 w 2543175"/>
                <a:gd name="connsiteY16" fmla="*/ 116681 h 1890712"/>
                <a:gd name="connsiteX17" fmla="*/ 164307 w 2543175"/>
                <a:gd name="connsiteY17" fmla="*/ 128587 h 1890712"/>
                <a:gd name="connsiteX18" fmla="*/ 180975 w 2543175"/>
                <a:gd name="connsiteY18" fmla="*/ 140494 h 1890712"/>
                <a:gd name="connsiteX19" fmla="*/ 197644 w 2543175"/>
                <a:gd name="connsiteY19" fmla="*/ 152400 h 1890712"/>
                <a:gd name="connsiteX20" fmla="*/ 204788 w 2543175"/>
                <a:gd name="connsiteY20" fmla="*/ 157162 h 1890712"/>
                <a:gd name="connsiteX21" fmla="*/ 214313 w 2543175"/>
                <a:gd name="connsiteY21" fmla="*/ 164306 h 1890712"/>
                <a:gd name="connsiteX22" fmla="*/ 230982 w 2543175"/>
                <a:gd name="connsiteY22" fmla="*/ 180975 h 1890712"/>
                <a:gd name="connsiteX23" fmla="*/ 247650 w 2543175"/>
                <a:gd name="connsiteY23" fmla="*/ 185737 h 1890712"/>
                <a:gd name="connsiteX24" fmla="*/ 300038 w 2543175"/>
                <a:gd name="connsiteY24" fmla="*/ 219075 h 1890712"/>
                <a:gd name="connsiteX25" fmla="*/ 342900 w 2543175"/>
                <a:gd name="connsiteY25" fmla="*/ 254794 h 1890712"/>
                <a:gd name="connsiteX26" fmla="*/ 366713 w 2543175"/>
                <a:gd name="connsiteY26" fmla="*/ 264319 h 1890712"/>
                <a:gd name="connsiteX27" fmla="*/ 371475 w 2543175"/>
                <a:gd name="connsiteY27" fmla="*/ 271462 h 1890712"/>
                <a:gd name="connsiteX28" fmla="*/ 385763 w 2543175"/>
                <a:gd name="connsiteY28" fmla="*/ 283369 h 1890712"/>
                <a:gd name="connsiteX29" fmla="*/ 404813 w 2543175"/>
                <a:gd name="connsiteY29" fmla="*/ 295275 h 1890712"/>
                <a:gd name="connsiteX30" fmla="*/ 411957 w 2543175"/>
                <a:gd name="connsiteY30" fmla="*/ 297656 h 1890712"/>
                <a:gd name="connsiteX31" fmla="*/ 466725 w 2543175"/>
                <a:gd name="connsiteY31" fmla="*/ 328612 h 1890712"/>
                <a:gd name="connsiteX32" fmla="*/ 476250 w 2543175"/>
                <a:gd name="connsiteY32" fmla="*/ 335756 h 1890712"/>
                <a:gd name="connsiteX33" fmla="*/ 481013 w 2543175"/>
                <a:gd name="connsiteY33" fmla="*/ 342900 h 1890712"/>
                <a:gd name="connsiteX34" fmla="*/ 490538 w 2543175"/>
                <a:gd name="connsiteY34" fmla="*/ 352425 h 1890712"/>
                <a:gd name="connsiteX35" fmla="*/ 495300 w 2543175"/>
                <a:gd name="connsiteY35" fmla="*/ 359569 h 1890712"/>
                <a:gd name="connsiteX36" fmla="*/ 509588 w 2543175"/>
                <a:gd name="connsiteY36" fmla="*/ 376237 h 1890712"/>
                <a:gd name="connsiteX37" fmla="*/ 514350 w 2543175"/>
                <a:gd name="connsiteY37" fmla="*/ 383381 h 1890712"/>
                <a:gd name="connsiteX38" fmla="*/ 531019 w 2543175"/>
                <a:gd name="connsiteY38" fmla="*/ 397669 h 1890712"/>
                <a:gd name="connsiteX39" fmla="*/ 538163 w 2543175"/>
                <a:gd name="connsiteY39" fmla="*/ 407194 h 1890712"/>
                <a:gd name="connsiteX40" fmla="*/ 554832 w 2543175"/>
                <a:gd name="connsiteY40" fmla="*/ 421481 h 1890712"/>
                <a:gd name="connsiteX41" fmla="*/ 564357 w 2543175"/>
                <a:gd name="connsiteY41" fmla="*/ 431006 h 1890712"/>
                <a:gd name="connsiteX42" fmla="*/ 573882 w 2543175"/>
                <a:gd name="connsiteY42" fmla="*/ 438150 h 1890712"/>
                <a:gd name="connsiteX43" fmla="*/ 595313 w 2543175"/>
                <a:gd name="connsiteY43" fmla="*/ 454819 h 1890712"/>
                <a:gd name="connsiteX44" fmla="*/ 602457 w 2543175"/>
                <a:gd name="connsiteY44" fmla="*/ 457200 h 1890712"/>
                <a:gd name="connsiteX45" fmla="*/ 628650 w 2543175"/>
                <a:gd name="connsiteY45" fmla="*/ 469106 h 1890712"/>
                <a:gd name="connsiteX46" fmla="*/ 645319 w 2543175"/>
                <a:gd name="connsiteY46" fmla="*/ 483394 h 1890712"/>
                <a:gd name="connsiteX47" fmla="*/ 654844 w 2543175"/>
                <a:gd name="connsiteY47" fmla="*/ 488156 h 1890712"/>
                <a:gd name="connsiteX48" fmla="*/ 661988 w 2543175"/>
                <a:gd name="connsiteY48" fmla="*/ 497681 h 1890712"/>
                <a:gd name="connsiteX49" fmla="*/ 683419 w 2543175"/>
                <a:gd name="connsiteY49" fmla="*/ 514350 h 1890712"/>
                <a:gd name="connsiteX50" fmla="*/ 700088 w 2543175"/>
                <a:gd name="connsiteY50" fmla="*/ 526256 h 1890712"/>
                <a:gd name="connsiteX51" fmla="*/ 709613 w 2543175"/>
                <a:gd name="connsiteY51" fmla="*/ 535781 h 1890712"/>
                <a:gd name="connsiteX52" fmla="*/ 719138 w 2543175"/>
                <a:gd name="connsiteY52" fmla="*/ 542925 h 1890712"/>
                <a:gd name="connsiteX53" fmla="*/ 733425 w 2543175"/>
                <a:gd name="connsiteY53" fmla="*/ 557212 h 1890712"/>
                <a:gd name="connsiteX54" fmla="*/ 750094 w 2543175"/>
                <a:gd name="connsiteY54" fmla="*/ 569119 h 1890712"/>
                <a:gd name="connsiteX55" fmla="*/ 769144 w 2543175"/>
                <a:gd name="connsiteY55" fmla="*/ 581025 h 1890712"/>
                <a:gd name="connsiteX56" fmla="*/ 785813 w 2543175"/>
                <a:gd name="connsiteY56" fmla="*/ 590550 h 1890712"/>
                <a:gd name="connsiteX57" fmla="*/ 792957 w 2543175"/>
                <a:gd name="connsiteY57" fmla="*/ 600075 h 1890712"/>
                <a:gd name="connsiteX58" fmla="*/ 809625 w 2543175"/>
                <a:gd name="connsiteY58" fmla="*/ 611981 h 1890712"/>
                <a:gd name="connsiteX59" fmla="*/ 816769 w 2543175"/>
                <a:gd name="connsiteY59" fmla="*/ 619125 h 1890712"/>
                <a:gd name="connsiteX60" fmla="*/ 826294 w 2543175"/>
                <a:gd name="connsiteY60" fmla="*/ 626269 h 1890712"/>
                <a:gd name="connsiteX61" fmla="*/ 840582 w 2543175"/>
                <a:gd name="connsiteY61" fmla="*/ 638175 h 1890712"/>
                <a:gd name="connsiteX62" fmla="*/ 847725 w 2543175"/>
                <a:gd name="connsiteY62" fmla="*/ 645319 h 1890712"/>
                <a:gd name="connsiteX63" fmla="*/ 857250 w 2543175"/>
                <a:gd name="connsiteY63" fmla="*/ 652462 h 1890712"/>
                <a:gd name="connsiteX64" fmla="*/ 864394 w 2543175"/>
                <a:gd name="connsiteY64" fmla="*/ 657225 h 1890712"/>
                <a:gd name="connsiteX65" fmla="*/ 888207 w 2543175"/>
                <a:gd name="connsiteY65" fmla="*/ 676275 h 1890712"/>
                <a:gd name="connsiteX66" fmla="*/ 895350 w 2543175"/>
                <a:gd name="connsiteY66" fmla="*/ 681037 h 1890712"/>
                <a:gd name="connsiteX67" fmla="*/ 907257 w 2543175"/>
                <a:gd name="connsiteY67" fmla="*/ 683419 h 1890712"/>
                <a:gd name="connsiteX68" fmla="*/ 928688 w 2543175"/>
                <a:gd name="connsiteY68" fmla="*/ 695325 h 1890712"/>
                <a:gd name="connsiteX69" fmla="*/ 942975 w 2543175"/>
                <a:gd name="connsiteY69" fmla="*/ 700087 h 1890712"/>
                <a:gd name="connsiteX70" fmla="*/ 964407 w 2543175"/>
                <a:gd name="connsiteY70" fmla="*/ 716756 h 1890712"/>
                <a:gd name="connsiteX71" fmla="*/ 971550 w 2543175"/>
                <a:gd name="connsiteY71" fmla="*/ 723900 h 1890712"/>
                <a:gd name="connsiteX72" fmla="*/ 983457 w 2543175"/>
                <a:gd name="connsiteY72" fmla="*/ 733425 h 1890712"/>
                <a:gd name="connsiteX73" fmla="*/ 990600 w 2543175"/>
                <a:gd name="connsiteY73" fmla="*/ 738187 h 1890712"/>
                <a:gd name="connsiteX74" fmla="*/ 1007269 w 2543175"/>
                <a:gd name="connsiteY74" fmla="*/ 752475 h 1890712"/>
                <a:gd name="connsiteX75" fmla="*/ 1031082 w 2543175"/>
                <a:gd name="connsiteY75" fmla="*/ 766762 h 1890712"/>
                <a:gd name="connsiteX76" fmla="*/ 1042988 w 2543175"/>
                <a:gd name="connsiteY76" fmla="*/ 773906 h 1890712"/>
                <a:gd name="connsiteX77" fmla="*/ 1071563 w 2543175"/>
                <a:gd name="connsiteY77" fmla="*/ 785812 h 1890712"/>
                <a:gd name="connsiteX78" fmla="*/ 1097757 w 2543175"/>
                <a:gd name="connsiteY78" fmla="*/ 807244 h 1890712"/>
                <a:gd name="connsiteX79" fmla="*/ 1104900 w 2543175"/>
                <a:gd name="connsiteY79" fmla="*/ 814387 h 1890712"/>
                <a:gd name="connsiteX80" fmla="*/ 1121569 w 2543175"/>
                <a:gd name="connsiteY80" fmla="*/ 823912 h 1890712"/>
                <a:gd name="connsiteX81" fmla="*/ 1138238 w 2543175"/>
                <a:gd name="connsiteY81" fmla="*/ 835819 h 1890712"/>
                <a:gd name="connsiteX82" fmla="*/ 1147763 w 2543175"/>
                <a:gd name="connsiteY82" fmla="*/ 842962 h 1890712"/>
                <a:gd name="connsiteX83" fmla="*/ 1157288 w 2543175"/>
                <a:gd name="connsiteY83" fmla="*/ 847725 h 1890712"/>
                <a:gd name="connsiteX84" fmla="*/ 1178719 w 2543175"/>
                <a:gd name="connsiteY84" fmla="*/ 859631 h 1890712"/>
                <a:gd name="connsiteX85" fmla="*/ 1188244 w 2543175"/>
                <a:gd name="connsiteY85" fmla="*/ 866775 h 1890712"/>
                <a:gd name="connsiteX86" fmla="*/ 1195388 w 2543175"/>
                <a:gd name="connsiteY86" fmla="*/ 871537 h 1890712"/>
                <a:gd name="connsiteX87" fmla="*/ 1212057 w 2543175"/>
                <a:gd name="connsiteY87" fmla="*/ 883444 h 1890712"/>
                <a:gd name="connsiteX88" fmla="*/ 1226344 w 2543175"/>
                <a:gd name="connsiteY88" fmla="*/ 895350 h 1890712"/>
                <a:gd name="connsiteX89" fmla="*/ 1245394 w 2543175"/>
                <a:gd name="connsiteY89" fmla="*/ 907256 h 1890712"/>
                <a:gd name="connsiteX90" fmla="*/ 1254919 w 2543175"/>
                <a:gd name="connsiteY90" fmla="*/ 914400 h 1890712"/>
                <a:gd name="connsiteX91" fmla="*/ 1269207 w 2543175"/>
                <a:gd name="connsiteY91" fmla="*/ 921544 h 1890712"/>
                <a:gd name="connsiteX92" fmla="*/ 1290638 w 2543175"/>
                <a:gd name="connsiteY92" fmla="*/ 935831 h 1890712"/>
                <a:gd name="connsiteX93" fmla="*/ 1307307 w 2543175"/>
                <a:gd name="connsiteY93" fmla="*/ 952500 h 1890712"/>
                <a:gd name="connsiteX94" fmla="*/ 1333500 w 2543175"/>
                <a:gd name="connsiteY94" fmla="*/ 971550 h 1890712"/>
                <a:gd name="connsiteX95" fmla="*/ 1359694 w 2543175"/>
                <a:gd name="connsiteY95" fmla="*/ 990600 h 1890712"/>
                <a:gd name="connsiteX96" fmla="*/ 1385888 w 2543175"/>
                <a:gd name="connsiteY96" fmla="*/ 1021557 h 1890712"/>
                <a:gd name="connsiteX97" fmla="*/ 1435894 w 2543175"/>
                <a:gd name="connsiteY97" fmla="*/ 1054894 h 1890712"/>
                <a:gd name="connsiteX98" fmla="*/ 1497806 w 2543175"/>
                <a:gd name="connsiteY98" fmla="*/ 1104900 h 1890712"/>
                <a:gd name="connsiteX99" fmla="*/ 1559718 w 2543175"/>
                <a:gd name="connsiteY99" fmla="*/ 1154906 h 1890712"/>
                <a:gd name="connsiteX100" fmla="*/ 1595438 w 2543175"/>
                <a:gd name="connsiteY100" fmla="*/ 1181100 h 1890712"/>
                <a:gd name="connsiteX101" fmla="*/ 1628775 w 2543175"/>
                <a:gd name="connsiteY101" fmla="*/ 1207294 h 1890712"/>
                <a:gd name="connsiteX102" fmla="*/ 1662113 w 2543175"/>
                <a:gd name="connsiteY102" fmla="*/ 1231107 h 1890712"/>
                <a:gd name="connsiteX103" fmla="*/ 1700213 w 2543175"/>
                <a:gd name="connsiteY103" fmla="*/ 1247775 h 1890712"/>
                <a:gd name="connsiteX104" fmla="*/ 1712119 w 2543175"/>
                <a:gd name="connsiteY104" fmla="*/ 1259681 h 1890712"/>
                <a:gd name="connsiteX105" fmla="*/ 1733550 w 2543175"/>
                <a:gd name="connsiteY105" fmla="*/ 1273969 h 1890712"/>
                <a:gd name="connsiteX106" fmla="*/ 1743075 w 2543175"/>
                <a:gd name="connsiteY106" fmla="*/ 1283494 h 1890712"/>
                <a:gd name="connsiteX107" fmla="*/ 1754982 w 2543175"/>
                <a:gd name="connsiteY107" fmla="*/ 1290637 h 1890712"/>
                <a:gd name="connsiteX108" fmla="*/ 1766888 w 2543175"/>
                <a:gd name="connsiteY108" fmla="*/ 1300162 h 1890712"/>
                <a:gd name="connsiteX109" fmla="*/ 1783557 w 2543175"/>
                <a:gd name="connsiteY109" fmla="*/ 1307306 h 1890712"/>
                <a:gd name="connsiteX110" fmla="*/ 1790700 w 2543175"/>
                <a:gd name="connsiteY110" fmla="*/ 1312069 h 1890712"/>
                <a:gd name="connsiteX111" fmla="*/ 1800225 w 2543175"/>
                <a:gd name="connsiteY111" fmla="*/ 1319212 h 1890712"/>
                <a:gd name="connsiteX112" fmla="*/ 1807369 w 2543175"/>
                <a:gd name="connsiteY112" fmla="*/ 1321594 h 1890712"/>
                <a:gd name="connsiteX113" fmla="*/ 1824038 w 2543175"/>
                <a:gd name="connsiteY113" fmla="*/ 1333500 h 1890712"/>
                <a:gd name="connsiteX114" fmla="*/ 1843088 w 2543175"/>
                <a:gd name="connsiteY114" fmla="*/ 1352550 h 1890712"/>
                <a:gd name="connsiteX115" fmla="*/ 1852613 w 2543175"/>
                <a:gd name="connsiteY115" fmla="*/ 1359694 h 1890712"/>
                <a:gd name="connsiteX116" fmla="*/ 1859757 w 2543175"/>
                <a:gd name="connsiteY116" fmla="*/ 1366837 h 1890712"/>
                <a:gd name="connsiteX117" fmla="*/ 1869282 w 2543175"/>
                <a:gd name="connsiteY117" fmla="*/ 1371600 h 1890712"/>
                <a:gd name="connsiteX118" fmla="*/ 1883569 w 2543175"/>
                <a:gd name="connsiteY118" fmla="*/ 1388269 h 1890712"/>
                <a:gd name="connsiteX119" fmla="*/ 1893094 w 2543175"/>
                <a:gd name="connsiteY119" fmla="*/ 1395412 h 1890712"/>
                <a:gd name="connsiteX120" fmla="*/ 1902619 w 2543175"/>
                <a:gd name="connsiteY120" fmla="*/ 1404937 h 1890712"/>
                <a:gd name="connsiteX121" fmla="*/ 1912144 w 2543175"/>
                <a:gd name="connsiteY121" fmla="*/ 1409700 h 1890712"/>
                <a:gd name="connsiteX122" fmla="*/ 1931194 w 2543175"/>
                <a:gd name="connsiteY122" fmla="*/ 1421606 h 1890712"/>
                <a:gd name="connsiteX123" fmla="*/ 1935957 w 2543175"/>
                <a:gd name="connsiteY123" fmla="*/ 1428750 h 1890712"/>
                <a:gd name="connsiteX124" fmla="*/ 1952625 w 2543175"/>
                <a:gd name="connsiteY124" fmla="*/ 1438275 h 1890712"/>
                <a:gd name="connsiteX125" fmla="*/ 1971675 w 2543175"/>
                <a:gd name="connsiteY125" fmla="*/ 1450181 h 1890712"/>
                <a:gd name="connsiteX126" fmla="*/ 1981200 w 2543175"/>
                <a:gd name="connsiteY126" fmla="*/ 1454944 h 1890712"/>
                <a:gd name="connsiteX127" fmla="*/ 1997869 w 2543175"/>
                <a:gd name="connsiteY127" fmla="*/ 1471612 h 1890712"/>
                <a:gd name="connsiteX128" fmla="*/ 2007394 w 2543175"/>
                <a:gd name="connsiteY128" fmla="*/ 1478756 h 1890712"/>
                <a:gd name="connsiteX129" fmla="*/ 2016919 w 2543175"/>
                <a:gd name="connsiteY129" fmla="*/ 1483519 h 1890712"/>
                <a:gd name="connsiteX130" fmla="*/ 2024063 w 2543175"/>
                <a:gd name="connsiteY130" fmla="*/ 1490662 h 1890712"/>
                <a:gd name="connsiteX131" fmla="*/ 2033588 w 2543175"/>
                <a:gd name="connsiteY131" fmla="*/ 1495425 h 1890712"/>
                <a:gd name="connsiteX132" fmla="*/ 2040732 w 2543175"/>
                <a:gd name="connsiteY132" fmla="*/ 1502569 h 1890712"/>
                <a:gd name="connsiteX133" fmla="*/ 2047875 w 2543175"/>
                <a:gd name="connsiteY133" fmla="*/ 1507331 h 1890712"/>
                <a:gd name="connsiteX134" fmla="*/ 2057400 w 2543175"/>
                <a:gd name="connsiteY134" fmla="*/ 1514475 h 1890712"/>
                <a:gd name="connsiteX135" fmla="*/ 2064544 w 2543175"/>
                <a:gd name="connsiteY135" fmla="*/ 1519237 h 1890712"/>
                <a:gd name="connsiteX136" fmla="*/ 2071688 w 2543175"/>
                <a:gd name="connsiteY136" fmla="*/ 1526381 h 1890712"/>
                <a:gd name="connsiteX137" fmla="*/ 2081213 w 2543175"/>
                <a:gd name="connsiteY137" fmla="*/ 1531144 h 1890712"/>
                <a:gd name="connsiteX138" fmla="*/ 2090738 w 2543175"/>
                <a:gd name="connsiteY138" fmla="*/ 1538287 h 1890712"/>
                <a:gd name="connsiteX139" fmla="*/ 2109788 w 2543175"/>
                <a:gd name="connsiteY139" fmla="*/ 1547812 h 1890712"/>
                <a:gd name="connsiteX140" fmla="*/ 2131219 w 2543175"/>
                <a:gd name="connsiteY140" fmla="*/ 1562100 h 1890712"/>
                <a:gd name="connsiteX141" fmla="*/ 2140744 w 2543175"/>
                <a:gd name="connsiteY141" fmla="*/ 1566862 h 1890712"/>
                <a:gd name="connsiteX142" fmla="*/ 2152650 w 2543175"/>
                <a:gd name="connsiteY142" fmla="*/ 1576387 h 1890712"/>
                <a:gd name="connsiteX143" fmla="*/ 2181225 w 2543175"/>
                <a:gd name="connsiteY143" fmla="*/ 1590675 h 1890712"/>
                <a:gd name="connsiteX144" fmla="*/ 2200275 w 2543175"/>
                <a:gd name="connsiteY144" fmla="*/ 1607344 h 1890712"/>
                <a:gd name="connsiteX145" fmla="*/ 2207419 w 2543175"/>
                <a:gd name="connsiteY145" fmla="*/ 1612106 h 1890712"/>
                <a:gd name="connsiteX146" fmla="*/ 2216944 w 2543175"/>
                <a:gd name="connsiteY146" fmla="*/ 1619250 h 1890712"/>
                <a:gd name="connsiteX147" fmla="*/ 2247900 w 2543175"/>
                <a:gd name="connsiteY147" fmla="*/ 1643062 h 1890712"/>
                <a:gd name="connsiteX148" fmla="*/ 2255044 w 2543175"/>
                <a:gd name="connsiteY148" fmla="*/ 1650206 h 1890712"/>
                <a:gd name="connsiteX149" fmla="*/ 2281238 w 2543175"/>
                <a:gd name="connsiteY149" fmla="*/ 1664494 h 1890712"/>
                <a:gd name="connsiteX150" fmla="*/ 2297907 w 2543175"/>
                <a:gd name="connsiteY150" fmla="*/ 1674019 h 1890712"/>
                <a:gd name="connsiteX151" fmla="*/ 2312194 w 2543175"/>
                <a:gd name="connsiteY151" fmla="*/ 1685925 h 1890712"/>
                <a:gd name="connsiteX152" fmla="*/ 2328863 w 2543175"/>
                <a:gd name="connsiteY152" fmla="*/ 1697831 h 1890712"/>
                <a:gd name="connsiteX153" fmla="*/ 2350294 w 2543175"/>
                <a:gd name="connsiteY153" fmla="*/ 1712119 h 1890712"/>
                <a:gd name="connsiteX154" fmla="*/ 2428876 w 2543175"/>
                <a:gd name="connsiteY154" fmla="*/ 1785938 h 1890712"/>
                <a:gd name="connsiteX155" fmla="*/ 2469356 w 2543175"/>
                <a:gd name="connsiteY155" fmla="*/ 1816894 h 1890712"/>
                <a:gd name="connsiteX156" fmla="*/ 2514600 w 2543175"/>
                <a:gd name="connsiteY156" fmla="*/ 1850231 h 1890712"/>
                <a:gd name="connsiteX157" fmla="*/ 2519363 w 2543175"/>
                <a:gd name="connsiteY157" fmla="*/ 1857375 h 1890712"/>
                <a:gd name="connsiteX158" fmla="*/ 2540794 w 2543175"/>
                <a:gd name="connsiteY158" fmla="*/ 1883569 h 1890712"/>
                <a:gd name="connsiteX159" fmla="*/ 2543175 w 2543175"/>
                <a:gd name="connsiteY159" fmla="*/ 1890712 h 1890712"/>
                <a:gd name="connsiteX0" fmla="*/ 0 w 2543175"/>
                <a:gd name="connsiteY0" fmla="*/ 0 h 1890712"/>
                <a:gd name="connsiteX1" fmla="*/ 11907 w 2543175"/>
                <a:gd name="connsiteY1" fmla="*/ 11906 h 1890712"/>
                <a:gd name="connsiteX2" fmla="*/ 21432 w 2543175"/>
                <a:gd name="connsiteY2" fmla="*/ 16669 h 1890712"/>
                <a:gd name="connsiteX3" fmla="*/ 23813 w 2543175"/>
                <a:gd name="connsiteY3" fmla="*/ 23812 h 1890712"/>
                <a:gd name="connsiteX4" fmla="*/ 33338 w 2543175"/>
                <a:gd name="connsiteY4" fmla="*/ 33337 h 1890712"/>
                <a:gd name="connsiteX5" fmla="*/ 40482 w 2543175"/>
                <a:gd name="connsiteY5" fmla="*/ 42862 h 1890712"/>
                <a:gd name="connsiteX6" fmla="*/ 47625 w 2543175"/>
                <a:gd name="connsiteY6" fmla="*/ 47625 h 1890712"/>
                <a:gd name="connsiteX7" fmla="*/ 57150 w 2543175"/>
                <a:gd name="connsiteY7" fmla="*/ 54769 h 1890712"/>
                <a:gd name="connsiteX8" fmla="*/ 64294 w 2543175"/>
                <a:gd name="connsiteY8" fmla="*/ 59531 h 1890712"/>
                <a:gd name="connsiteX9" fmla="*/ 83344 w 2543175"/>
                <a:gd name="connsiteY9" fmla="*/ 73819 h 1890712"/>
                <a:gd name="connsiteX10" fmla="*/ 97632 w 2543175"/>
                <a:gd name="connsiteY10" fmla="*/ 80962 h 1890712"/>
                <a:gd name="connsiteX11" fmla="*/ 104775 w 2543175"/>
                <a:gd name="connsiteY11" fmla="*/ 85725 h 1890712"/>
                <a:gd name="connsiteX12" fmla="*/ 114300 w 2543175"/>
                <a:gd name="connsiteY12" fmla="*/ 95250 h 1890712"/>
                <a:gd name="connsiteX13" fmla="*/ 123825 w 2543175"/>
                <a:gd name="connsiteY13" fmla="*/ 97631 h 1890712"/>
                <a:gd name="connsiteX14" fmla="*/ 130969 w 2543175"/>
                <a:gd name="connsiteY14" fmla="*/ 104775 h 1890712"/>
                <a:gd name="connsiteX15" fmla="*/ 140494 w 2543175"/>
                <a:gd name="connsiteY15" fmla="*/ 111919 h 1890712"/>
                <a:gd name="connsiteX16" fmla="*/ 147638 w 2543175"/>
                <a:gd name="connsiteY16" fmla="*/ 116681 h 1890712"/>
                <a:gd name="connsiteX17" fmla="*/ 164307 w 2543175"/>
                <a:gd name="connsiteY17" fmla="*/ 128587 h 1890712"/>
                <a:gd name="connsiteX18" fmla="*/ 180975 w 2543175"/>
                <a:gd name="connsiteY18" fmla="*/ 140494 h 1890712"/>
                <a:gd name="connsiteX19" fmla="*/ 197644 w 2543175"/>
                <a:gd name="connsiteY19" fmla="*/ 152400 h 1890712"/>
                <a:gd name="connsiteX20" fmla="*/ 204788 w 2543175"/>
                <a:gd name="connsiteY20" fmla="*/ 157162 h 1890712"/>
                <a:gd name="connsiteX21" fmla="*/ 214313 w 2543175"/>
                <a:gd name="connsiteY21" fmla="*/ 164306 h 1890712"/>
                <a:gd name="connsiteX22" fmla="*/ 230982 w 2543175"/>
                <a:gd name="connsiteY22" fmla="*/ 180975 h 1890712"/>
                <a:gd name="connsiteX23" fmla="*/ 247650 w 2543175"/>
                <a:gd name="connsiteY23" fmla="*/ 185737 h 1890712"/>
                <a:gd name="connsiteX24" fmla="*/ 300038 w 2543175"/>
                <a:gd name="connsiteY24" fmla="*/ 219075 h 1890712"/>
                <a:gd name="connsiteX25" fmla="*/ 342900 w 2543175"/>
                <a:gd name="connsiteY25" fmla="*/ 254794 h 1890712"/>
                <a:gd name="connsiteX26" fmla="*/ 366713 w 2543175"/>
                <a:gd name="connsiteY26" fmla="*/ 264319 h 1890712"/>
                <a:gd name="connsiteX27" fmla="*/ 371475 w 2543175"/>
                <a:gd name="connsiteY27" fmla="*/ 271462 h 1890712"/>
                <a:gd name="connsiteX28" fmla="*/ 385763 w 2543175"/>
                <a:gd name="connsiteY28" fmla="*/ 283369 h 1890712"/>
                <a:gd name="connsiteX29" fmla="*/ 404813 w 2543175"/>
                <a:gd name="connsiteY29" fmla="*/ 295275 h 1890712"/>
                <a:gd name="connsiteX30" fmla="*/ 411957 w 2543175"/>
                <a:gd name="connsiteY30" fmla="*/ 297656 h 1890712"/>
                <a:gd name="connsiteX31" fmla="*/ 466725 w 2543175"/>
                <a:gd name="connsiteY31" fmla="*/ 328612 h 1890712"/>
                <a:gd name="connsiteX32" fmla="*/ 476250 w 2543175"/>
                <a:gd name="connsiteY32" fmla="*/ 335756 h 1890712"/>
                <a:gd name="connsiteX33" fmla="*/ 481013 w 2543175"/>
                <a:gd name="connsiteY33" fmla="*/ 342900 h 1890712"/>
                <a:gd name="connsiteX34" fmla="*/ 490538 w 2543175"/>
                <a:gd name="connsiteY34" fmla="*/ 352425 h 1890712"/>
                <a:gd name="connsiteX35" fmla="*/ 495300 w 2543175"/>
                <a:gd name="connsiteY35" fmla="*/ 359569 h 1890712"/>
                <a:gd name="connsiteX36" fmla="*/ 509588 w 2543175"/>
                <a:gd name="connsiteY36" fmla="*/ 376237 h 1890712"/>
                <a:gd name="connsiteX37" fmla="*/ 514350 w 2543175"/>
                <a:gd name="connsiteY37" fmla="*/ 383381 h 1890712"/>
                <a:gd name="connsiteX38" fmla="*/ 531019 w 2543175"/>
                <a:gd name="connsiteY38" fmla="*/ 397669 h 1890712"/>
                <a:gd name="connsiteX39" fmla="*/ 538163 w 2543175"/>
                <a:gd name="connsiteY39" fmla="*/ 407194 h 1890712"/>
                <a:gd name="connsiteX40" fmla="*/ 554832 w 2543175"/>
                <a:gd name="connsiteY40" fmla="*/ 421481 h 1890712"/>
                <a:gd name="connsiteX41" fmla="*/ 564357 w 2543175"/>
                <a:gd name="connsiteY41" fmla="*/ 431006 h 1890712"/>
                <a:gd name="connsiteX42" fmla="*/ 573882 w 2543175"/>
                <a:gd name="connsiteY42" fmla="*/ 438150 h 1890712"/>
                <a:gd name="connsiteX43" fmla="*/ 595313 w 2543175"/>
                <a:gd name="connsiteY43" fmla="*/ 454819 h 1890712"/>
                <a:gd name="connsiteX44" fmla="*/ 602457 w 2543175"/>
                <a:gd name="connsiteY44" fmla="*/ 457200 h 1890712"/>
                <a:gd name="connsiteX45" fmla="*/ 628650 w 2543175"/>
                <a:gd name="connsiteY45" fmla="*/ 469106 h 1890712"/>
                <a:gd name="connsiteX46" fmla="*/ 645319 w 2543175"/>
                <a:gd name="connsiteY46" fmla="*/ 483394 h 1890712"/>
                <a:gd name="connsiteX47" fmla="*/ 654844 w 2543175"/>
                <a:gd name="connsiteY47" fmla="*/ 488156 h 1890712"/>
                <a:gd name="connsiteX48" fmla="*/ 661988 w 2543175"/>
                <a:gd name="connsiteY48" fmla="*/ 497681 h 1890712"/>
                <a:gd name="connsiteX49" fmla="*/ 683419 w 2543175"/>
                <a:gd name="connsiteY49" fmla="*/ 514350 h 1890712"/>
                <a:gd name="connsiteX50" fmla="*/ 700088 w 2543175"/>
                <a:gd name="connsiteY50" fmla="*/ 526256 h 1890712"/>
                <a:gd name="connsiteX51" fmla="*/ 709613 w 2543175"/>
                <a:gd name="connsiteY51" fmla="*/ 535781 h 1890712"/>
                <a:gd name="connsiteX52" fmla="*/ 719138 w 2543175"/>
                <a:gd name="connsiteY52" fmla="*/ 542925 h 1890712"/>
                <a:gd name="connsiteX53" fmla="*/ 733425 w 2543175"/>
                <a:gd name="connsiteY53" fmla="*/ 557212 h 1890712"/>
                <a:gd name="connsiteX54" fmla="*/ 750094 w 2543175"/>
                <a:gd name="connsiteY54" fmla="*/ 569119 h 1890712"/>
                <a:gd name="connsiteX55" fmla="*/ 769144 w 2543175"/>
                <a:gd name="connsiteY55" fmla="*/ 581025 h 1890712"/>
                <a:gd name="connsiteX56" fmla="*/ 785813 w 2543175"/>
                <a:gd name="connsiteY56" fmla="*/ 590550 h 1890712"/>
                <a:gd name="connsiteX57" fmla="*/ 792957 w 2543175"/>
                <a:gd name="connsiteY57" fmla="*/ 600075 h 1890712"/>
                <a:gd name="connsiteX58" fmla="*/ 809625 w 2543175"/>
                <a:gd name="connsiteY58" fmla="*/ 611981 h 1890712"/>
                <a:gd name="connsiteX59" fmla="*/ 816769 w 2543175"/>
                <a:gd name="connsiteY59" fmla="*/ 619125 h 1890712"/>
                <a:gd name="connsiteX60" fmla="*/ 826294 w 2543175"/>
                <a:gd name="connsiteY60" fmla="*/ 626269 h 1890712"/>
                <a:gd name="connsiteX61" fmla="*/ 840582 w 2543175"/>
                <a:gd name="connsiteY61" fmla="*/ 638175 h 1890712"/>
                <a:gd name="connsiteX62" fmla="*/ 847725 w 2543175"/>
                <a:gd name="connsiteY62" fmla="*/ 645319 h 1890712"/>
                <a:gd name="connsiteX63" fmla="*/ 857250 w 2543175"/>
                <a:gd name="connsiteY63" fmla="*/ 652462 h 1890712"/>
                <a:gd name="connsiteX64" fmla="*/ 864394 w 2543175"/>
                <a:gd name="connsiteY64" fmla="*/ 657225 h 1890712"/>
                <a:gd name="connsiteX65" fmla="*/ 888207 w 2543175"/>
                <a:gd name="connsiteY65" fmla="*/ 676275 h 1890712"/>
                <a:gd name="connsiteX66" fmla="*/ 895350 w 2543175"/>
                <a:gd name="connsiteY66" fmla="*/ 681037 h 1890712"/>
                <a:gd name="connsiteX67" fmla="*/ 907257 w 2543175"/>
                <a:gd name="connsiteY67" fmla="*/ 683419 h 1890712"/>
                <a:gd name="connsiteX68" fmla="*/ 928688 w 2543175"/>
                <a:gd name="connsiteY68" fmla="*/ 695325 h 1890712"/>
                <a:gd name="connsiteX69" fmla="*/ 942975 w 2543175"/>
                <a:gd name="connsiteY69" fmla="*/ 700087 h 1890712"/>
                <a:gd name="connsiteX70" fmla="*/ 964407 w 2543175"/>
                <a:gd name="connsiteY70" fmla="*/ 716756 h 1890712"/>
                <a:gd name="connsiteX71" fmla="*/ 971550 w 2543175"/>
                <a:gd name="connsiteY71" fmla="*/ 723900 h 1890712"/>
                <a:gd name="connsiteX72" fmla="*/ 983457 w 2543175"/>
                <a:gd name="connsiteY72" fmla="*/ 733425 h 1890712"/>
                <a:gd name="connsiteX73" fmla="*/ 990600 w 2543175"/>
                <a:gd name="connsiteY73" fmla="*/ 738187 h 1890712"/>
                <a:gd name="connsiteX74" fmla="*/ 1007269 w 2543175"/>
                <a:gd name="connsiteY74" fmla="*/ 752475 h 1890712"/>
                <a:gd name="connsiteX75" fmla="*/ 1031082 w 2543175"/>
                <a:gd name="connsiteY75" fmla="*/ 766762 h 1890712"/>
                <a:gd name="connsiteX76" fmla="*/ 1042988 w 2543175"/>
                <a:gd name="connsiteY76" fmla="*/ 773906 h 1890712"/>
                <a:gd name="connsiteX77" fmla="*/ 1071563 w 2543175"/>
                <a:gd name="connsiteY77" fmla="*/ 785812 h 1890712"/>
                <a:gd name="connsiteX78" fmla="*/ 1097757 w 2543175"/>
                <a:gd name="connsiteY78" fmla="*/ 807244 h 1890712"/>
                <a:gd name="connsiteX79" fmla="*/ 1104900 w 2543175"/>
                <a:gd name="connsiteY79" fmla="*/ 814387 h 1890712"/>
                <a:gd name="connsiteX80" fmla="*/ 1121569 w 2543175"/>
                <a:gd name="connsiteY80" fmla="*/ 823912 h 1890712"/>
                <a:gd name="connsiteX81" fmla="*/ 1138238 w 2543175"/>
                <a:gd name="connsiteY81" fmla="*/ 835819 h 1890712"/>
                <a:gd name="connsiteX82" fmla="*/ 1147763 w 2543175"/>
                <a:gd name="connsiteY82" fmla="*/ 842962 h 1890712"/>
                <a:gd name="connsiteX83" fmla="*/ 1157288 w 2543175"/>
                <a:gd name="connsiteY83" fmla="*/ 847725 h 1890712"/>
                <a:gd name="connsiteX84" fmla="*/ 1178719 w 2543175"/>
                <a:gd name="connsiteY84" fmla="*/ 859631 h 1890712"/>
                <a:gd name="connsiteX85" fmla="*/ 1188244 w 2543175"/>
                <a:gd name="connsiteY85" fmla="*/ 866775 h 1890712"/>
                <a:gd name="connsiteX86" fmla="*/ 1195388 w 2543175"/>
                <a:gd name="connsiteY86" fmla="*/ 871537 h 1890712"/>
                <a:gd name="connsiteX87" fmla="*/ 1212057 w 2543175"/>
                <a:gd name="connsiteY87" fmla="*/ 883444 h 1890712"/>
                <a:gd name="connsiteX88" fmla="*/ 1226344 w 2543175"/>
                <a:gd name="connsiteY88" fmla="*/ 895350 h 1890712"/>
                <a:gd name="connsiteX89" fmla="*/ 1245394 w 2543175"/>
                <a:gd name="connsiteY89" fmla="*/ 907256 h 1890712"/>
                <a:gd name="connsiteX90" fmla="*/ 1254919 w 2543175"/>
                <a:gd name="connsiteY90" fmla="*/ 914400 h 1890712"/>
                <a:gd name="connsiteX91" fmla="*/ 1269207 w 2543175"/>
                <a:gd name="connsiteY91" fmla="*/ 921544 h 1890712"/>
                <a:gd name="connsiteX92" fmla="*/ 1290638 w 2543175"/>
                <a:gd name="connsiteY92" fmla="*/ 935831 h 1890712"/>
                <a:gd name="connsiteX93" fmla="*/ 1307307 w 2543175"/>
                <a:gd name="connsiteY93" fmla="*/ 952500 h 1890712"/>
                <a:gd name="connsiteX94" fmla="*/ 1333500 w 2543175"/>
                <a:gd name="connsiteY94" fmla="*/ 971550 h 1890712"/>
                <a:gd name="connsiteX95" fmla="*/ 1359694 w 2543175"/>
                <a:gd name="connsiteY95" fmla="*/ 990600 h 1890712"/>
                <a:gd name="connsiteX96" fmla="*/ 1385888 w 2543175"/>
                <a:gd name="connsiteY96" fmla="*/ 1021557 h 1890712"/>
                <a:gd name="connsiteX97" fmla="*/ 1435894 w 2543175"/>
                <a:gd name="connsiteY97" fmla="*/ 1054894 h 1890712"/>
                <a:gd name="connsiteX98" fmla="*/ 1497806 w 2543175"/>
                <a:gd name="connsiteY98" fmla="*/ 1104900 h 1890712"/>
                <a:gd name="connsiteX99" fmla="*/ 1559718 w 2543175"/>
                <a:gd name="connsiteY99" fmla="*/ 1154906 h 1890712"/>
                <a:gd name="connsiteX100" fmla="*/ 1595438 w 2543175"/>
                <a:gd name="connsiteY100" fmla="*/ 1181100 h 1890712"/>
                <a:gd name="connsiteX101" fmla="*/ 1628775 w 2543175"/>
                <a:gd name="connsiteY101" fmla="*/ 1207294 h 1890712"/>
                <a:gd name="connsiteX102" fmla="*/ 1662113 w 2543175"/>
                <a:gd name="connsiteY102" fmla="*/ 1231107 h 1890712"/>
                <a:gd name="connsiteX103" fmla="*/ 1700213 w 2543175"/>
                <a:gd name="connsiteY103" fmla="*/ 1247775 h 1890712"/>
                <a:gd name="connsiteX104" fmla="*/ 1712119 w 2543175"/>
                <a:gd name="connsiteY104" fmla="*/ 1259681 h 1890712"/>
                <a:gd name="connsiteX105" fmla="*/ 1733550 w 2543175"/>
                <a:gd name="connsiteY105" fmla="*/ 1273969 h 1890712"/>
                <a:gd name="connsiteX106" fmla="*/ 1743075 w 2543175"/>
                <a:gd name="connsiteY106" fmla="*/ 1283494 h 1890712"/>
                <a:gd name="connsiteX107" fmla="*/ 1754982 w 2543175"/>
                <a:gd name="connsiteY107" fmla="*/ 1290637 h 1890712"/>
                <a:gd name="connsiteX108" fmla="*/ 1766888 w 2543175"/>
                <a:gd name="connsiteY108" fmla="*/ 1300162 h 1890712"/>
                <a:gd name="connsiteX109" fmla="*/ 1783557 w 2543175"/>
                <a:gd name="connsiteY109" fmla="*/ 1307306 h 1890712"/>
                <a:gd name="connsiteX110" fmla="*/ 1790700 w 2543175"/>
                <a:gd name="connsiteY110" fmla="*/ 1312069 h 1890712"/>
                <a:gd name="connsiteX111" fmla="*/ 1800225 w 2543175"/>
                <a:gd name="connsiteY111" fmla="*/ 1319212 h 1890712"/>
                <a:gd name="connsiteX112" fmla="*/ 1807369 w 2543175"/>
                <a:gd name="connsiteY112" fmla="*/ 1321594 h 1890712"/>
                <a:gd name="connsiteX113" fmla="*/ 1824038 w 2543175"/>
                <a:gd name="connsiteY113" fmla="*/ 1333500 h 1890712"/>
                <a:gd name="connsiteX114" fmla="*/ 1843088 w 2543175"/>
                <a:gd name="connsiteY114" fmla="*/ 1352550 h 1890712"/>
                <a:gd name="connsiteX115" fmla="*/ 1852613 w 2543175"/>
                <a:gd name="connsiteY115" fmla="*/ 1359694 h 1890712"/>
                <a:gd name="connsiteX116" fmla="*/ 1859757 w 2543175"/>
                <a:gd name="connsiteY116" fmla="*/ 1366837 h 1890712"/>
                <a:gd name="connsiteX117" fmla="*/ 1869282 w 2543175"/>
                <a:gd name="connsiteY117" fmla="*/ 1371600 h 1890712"/>
                <a:gd name="connsiteX118" fmla="*/ 1883569 w 2543175"/>
                <a:gd name="connsiteY118" fmla="*/ 1388269 h 1890712"/>
                <a:gd name="connsiteX119" fmla="*/ 1893094 w 2543175"/>
                <a:gd name="connsiteY119" fmla="*/ 1395412 h 1890712"/>
                <a:gd name="connsiteX120" fmla="*/ 1902619 w 2543175"/>
                <a:gd name="connsiteY120" fmla="*/ 1404937 h 1890712"/>
                <a:gd name="connsiteX121" fmla="*/ 1912144 w 2543175"/>
                <a:gd name="connsiteY121" fmla="*/ 1409700 h 1890712"/>
                <a:gd name="connsiteX122" fmla="*/ 1931194 w 2543175"/>
                <a:gd name="connsiteY122" fmla="*/ 1421606 h 1890712"/>
                <a:gd name="connsiteX123" fmla="*/ 1935957 w 2543175"/>
                <a:gd name="connsiteY123" fmla="*/ 1428750 h 1890712"/>
                <a:gd name="connsiteX124" fmla="*/ 1952625 w 2543175"/>
                <a:gd name="connsiteY124" fmla="*/ 1438275 h 1890712"/>
                <a:gd name="connsiteX125" fmla="*/ 1971675 w 2543175"/>
                <a:gd name="connsiteY125" fmla="*/ 1450181 h 1890712"/>
                <a:gd name="connsiteX126" fmla="*/ 1981200 w 2543175"/>
                <a:gd name="connsiteY126" fmla="*/ 1454944 h 1890712"/>
                <a:gd name="connsiteX127" fmla="*/ 1997869 w 2543175"/>
                <a:gd name="connsiteY127" fmla="*/ 1471612 h 1890712"/>
                <a:gd name="connsiteX128" fmla="*/ 2007394 w 2543175"/>
                <a:gd name="connsiteY128" fmla="*/ 1478756 h 1890712"/>
                <a:gd name="connsiteX129" fmla="*/ 2016919 w 2543175"/>
                <a:gd name="connsiteY129" fmla="*/ 1483519 h 1890712"/>
                <a:gd name="connsiteX130" fmla="*/ 2024063 w 2543175"/>
                <a:gd name="connsiteY130" fmla="*/ 1490662 h 1890712"/>
                <a:gd name="connsiteX131" fmla="*/ 2033588 w 2543175"/>
                <a:gd name="connsiteY131" fmla="*/ 1495425 h 1890712"/>
                <a:gd name="connsiteX132" fmla="*/ 2040732 w 2543175"/>
                <a:gd name="connsiteY132" fmla="*/ 1502569 h 1890712"/>
                <a:gd name="connsiteX133" fmla="*/ 2047875 w 2543175"/>
                <a:gd name="connsiteY133" fmla="*/ 1507331 h 1890712"/>
                <a:gd name="connsiteX134" fmla="*/ 2057400 w 2543175"/>
                <a:gd name="connsiteY134" fmla="*/ 1514475 h 1890712"/>
                <a:gd name="connsiteX135" fmla="*/ 2064544 w 2543175"/>
                <a:gd name="connsiteY135" fmla="*/ 1519237 h 1890712"/>
                <a:gd name="connsiteX136" fmla="*/ 2071688 w 2543175"/>
                <a:gd name="connsiteY136" fmla="*/ 1526381 h 1890712"/>
                <a:gd name="connsiteX137" fmla="*/ 2081213 w 2543175"/>
                <a:gd name="connsiteY137" fmla="*/ 1531144 h 1890712"/>
                <a:gd name="connsiteX138" fmla="*/ 2090738 w 2543175"/>
                <a:gd name="connsiteY138" fmla="*/ 1538287 h 1890712"/>
                <a:gd name="connsiteX139" fmla="*/ 2109788 w 2543175"/>
                <a:gd name="connsiteY139" fmla="*/ 1547812 h 1890712"/>
                <a:gd name="connsiteX140" fmla="*/ 2131219 w 2543175"/>
                <a:gd name="connsiteY140" fmla="*/ 1562100 h 1890712"/>
                <a:gd name="connsiteX141" fmla="*/ 2140744 w 2543175"/>
                <a:gd name="connsiteY141" fmla="*/ 1566862 h 1890712"/>
                <a:gd name="connsiteX142" fmla="*/ 2152650 w 2543175"/>
                <a:gd name="connsiteY142" fmla="*/ 1576387 h 1890712"/>
                <a:gd name="connsiteX143" fmla="*/ 2181225 w 2543175"/>
                <a:gd name="connsiteY143" fmla="*/ 1590675 h 1890712"/>
                <a:gd name="connsiteX144" fmla="*/ 2200275 w 2543175"/>
                <a:gd name="connsiteY144" fmla="*/ 1607344 h 1890712"/>
                <a:gd name="connsiteX145" fmla="*/ 2207419 w 2543175"/>
                <a:gd name="connsiteY145" fmla="*/ 1612106 h 1890712"/>
                <a:gd name="connsiteX146" fmla="*/ 2216944 w 2543175"/>
                <a:gd name="connsiteY146" fmla="*/ 1619250 h 1890712"/>
                <a:gd name="connsiteX147" fmla="*/ 2247900 w 2543175"/>
                <a:gd name="connsiteY147" fmla="*/ 1643062 h 1890712"/>
                <a:gd name="connsiteX148" fmla="*/ 2255044 w 2543175"/>
                <a:gd name="connsiteY148" fmla="*/ 1650206 h 1890712"/>
                <a:gd name="connsiteX149" fmla="*/ 2281238 w 2543175"/>
                <a:gd name="connsiteY149" fmla="*/ 1664494 h 1890712"/>
                <a:gd name="connsiteX150" fmla="*/ 2297907 w 2543175"/>
                <a:gd name="connsiteY150" fmla="*/ 1674019 h 1890712"/>
                <a:gd name="connsiteX151" fmla="*/ 2312194 w 2543175"/>
                <a:gd name="connsiteY151" fmla="*/ 1685925 h 1890712"/>
                <a:gd name="connsiteX152" fmla="*/ 2350294 w 2543175"/>
                <a:gd name="connsiteY152" fmla="*/ 1712119 h 1890712"/>
                <a:gd name="connsiteX153" fmla="*/ 2428876 w 2543175"/>
                <a:gd name="connsiteY153" fmla="*/ 1785938 h 1890712"/>
                <a:gd name="connsiteX154" fmla="*/ 2469356 w 2543175"/>
                <a:gd name="connsiteY154" fmla="*/ 1816894 h 1890712"/>
                <a:gd name="connsiteX155" fmla="*/ 2514600 w 2543175"/>
                <a:gd name="connsiteY155" fmla="*/ 1850231 h 1890712"/>
                <a:gd name="connsiteX156" fmla="*/ 2519363 w 2543175"/>
                <a:gd name="connsiteY156" fmla="*/ 1857375 h 1890712"/>
                <a:gd name="connsiteX157" fmla="*/ 2540794 w 2543175"/>
                <a:gd name="connsiteY157" fmla="*/ 1883569 h 1890712"/>
                <a:gd name="connsiteX158" fmla="*/ 2543175 w 2543175"/>
                <a:gd name="connsiteY158" fmla="*/ 1890712 h 1890712"/>
                <a:gd name="connsiteX0" fmla="*/ 0 w 2543175"/>
                <a:gd name="connsiteY0" fmla="*/ 0 h 1890712"/>
                <a:gd name="connsiteX1" fmla="*/ 11907 w 2543175"/>
                <a:gd name="connsiteY1" fmla="*/ 11906 h 1890712"/>
                <a:gd name="connsiteX2" fmla="*/ 21432 w 2543175"/>
                <a:gd name="connsiteY2" fmla="*/ 16669 h 1890712"/>
                <a:gd name="connsiteX3" fmla="*/ 23813 w 2543175"/>
                <a:gd name="connsiteY3" fmla="*/ 23812 h 1890712"/>
                <a:gd name="connsiteX4" fmla="*/ 33338 w 2543175"/>
                <a:gd name="connsiteY4" fmla="*/ 33337 h 1890712"/>
                <a:gd name="connsiteX5" fmla="*/ 40482 w 2543175"/>
                <a:gd name="connsiteY5" fmla="*/ 42862 h 1890712"/>
                <a:gd name="connsiteX6" fmla="*/ 47625 w 2543175"/>
                <a:gd name="connsiteY6" fmla="*/ 47625 h 1890712"/>
                <a:gd name="connsiteX7" fmla="*/ 57150 w 2543175"/>
                <a:gd name="connsiteY7" fmla="*/ 54769 h 1890712"/>
                <a:gd name="connsiteX8" fmla="*/ 64294 w 2543175"/>
                <a:gd name="connsiteY8" fmla="*/ 59531 h 1890712"/>
                <a:gd name="connsiteX9" fmla="*/ 83344 w 2543175"/>
                <a:gd name="connsiteY9" fmla="*/ 73819 h 1890712"/>
                <a:gd name="connsiteX10" fmla="*/ 97632 w 2543175"/>
                <a:gd name="connsiteY10" fmla="*/ 80962 h 1890712"/>
                <a:gd name="connsiteX11" fmla="*/ 104775 w 2543175"/>
                <a:gd name="connsiteY11" fmla="*/ 85725 h 1890712"/>
                <a:gd name="connsiteX12" fmla="*/ 114300 w 2543175"/>
                <a:gd name="connsiteY12" fmla="*/ 95250 h 1890712"/>
                <a:gd name="connsiteX13" fmla="*/ 123825 w 2543175"/>
                <a:gd name="connsiteY13" fmla="*/ 97631 h 1890712"/>
                <a:gd name="connsiteX14" fmla="*/ 130969 w 2543175"/>
                <a:gd name="connsiteY14" fmla="*/ 104775 h 1890712"/>
                <a:gd name="connsiteX15" fmla="*/ 140494 w 2543175"/>
                <a:gd name="connsiteY15" fmla="*/ 111919 h 1890712"/>
                <a:gd name="connsiteX16" fmla="*/ 147638 w 2543175"/>
                <a:gd name="connsiteY16" fmla="*/ 116681 h 1890712"/>
                <a:gd name="connsiteX17" fmla="*/ 164307 w 2543175"/>
                <a:gd name="connsiteY17" fmla="*/ 128587 h 1890712"/>
                <a:gd name="connsiteX18" fmla="*/ 180975 w 2543175"/>
                <a:gd name="connsiteY18" fmla="*/ 140494 h 1890712"/>
                <a:gd name="connsiteX19" fmla="*/ 197644 w 2543175"/>
                <a:gd name="connsiteY19" fmla="*/ 152400 h 1890712"/>
                <a:gd name="connsiteX20" fmla="*/ 204788 w 2543175"/>
                <a:gd name="connsiteY20" fmla="*/ 157162 h 1890712"/>
                <a:gd name="connsiteX21" fmla="*/ 214313 w 2543175"/>
                <a:gd name="connsiteY21" fmla="*/ 164306 h 1890712"/>
                <a:gd name="connsiteX22" fmla="*/ 230982 w 2543175"/>
                <a:gd name="connsiteY22" fmla="*/ 180975 h 1890712"/>
                <a:gd name="connsiteX23" fmla="*/ 247650 w 2543175"/>
                <a:gd name="connsiteY23" fmla="*/ 185737 h 1890712"/>
                <a:gd name="connsiteX24" fmla="*/ 300038 w 2543175"/>
                <a:gd name="connsiteY24" fmla="*/ 219075 h 1890712"/>
                <a:gd name="connsiteX25" fmla="*/ 342900 w 2543175"/>
                <a:gd name="connsiteY25" fmla="*/ 254794 h 1890712"/>
                <a:gd name="connsiteX26" fmla="*/ 366713 w 2543175"/>
                <a:gd name="connsiteY26" fmla="*/ 264319 h 1890712"/>
                <a:gd name="connsiteX27" fmla="*/ 371475 w 2543175"/>
                <a:gd name="connsiteY27" fmla="*/ 271462 h 1890712"/>
                <a:gd name="connsiteX28" fmla="*/ 385763 w 2543175"/>
                <a:gd name="connsiteY28" fmla="*/ 283369 h 1890712"/>
                <a:gd name="connsiteX29" fmla="*/ 404813 w 2543175"/>
                <a:gd name="connsiteY29" fmla="*/ 295275 h 1890712"/>
                <a:gd name="connsiteX30" fmla="*/ 411957 w 2543175"/>
                <a:gd name="connsiteY30" fmla="*/ 297656 h 1890712"/>
                <a:gd name="connsiteX31" fmla="*/ 466725 w 2543175"/>
                <a:gd name="connsiteY31" fmla="*/ 328612 h 1890712"/>
                <a:gd name="connsiteX32" fmla="*/ 476250 w 2543175"/>
                <a:gd name="connsiteY32" fmla="*/ 335756 h 1890712"/>
                <a:gd name="connsiteX33" fmla="*/ 481013 w 2543175"/>
                <a:gd name="connsiteY33" fmla="*/ 342900 h 1890712"/>
                <a:gd name="connsiteX34" fmla="*/ 490538 w 2543175"/>
                <a:gd name="connsiteY34" fmla="*/ 352425 h 1890712"/>
                <a:gd name="connsiteX35" fmla="*/ 495300 w 2543175"/>
                <a:gd name="connsiteY35" fmla="*/ 359569 h 1890712"/>
                <a:gd name="connsiteX36" fmla="*/ 509588 w 2543175"/>
                <a:gd name="connsiteY36" fmla="*/ 376237 h 1890712"/>
                <a:gd name="connsiteX37" fmla="*/ 514350 w 2543175"/>
                <a:gd name="connsiteY37" fmla="*/ 383381 h 1890712"/>
                <a:gd name="connsiteX38" fmla="*/ 531019 w 2543175"/>
                <a:gd name="connsiteY38" fmla="*/ 397669 h 1890712"/>
                <a:gd name="connsiteX39" fmla="*/ 538163 w 2543175"/>
                <a:gd name="connsiteY39" fmla="*/ 407194 h 1890712"/>
                <a:gd name="connsiteX40" fmla="*/ 554832 w 2543175"/>
                <a:gd name="connsiteY40" fmla="*/ 421481 h 1890712"/>
                <a:gd name="connsiteX41" fmla="*/ 564357 w 2543175"/>
                <a:gd name="connsiteY41" fmla="*/ 431006 h 1890712"/>
                <a:gd name="connsiteX42" fmla="*/ 573882 w 2543175"/>
                <a:gd name="connsiteY42" fmla="*/ 438150 h 1890712"/>
                <a:gd name="connsiteX43" fmla="*/ 595313 w 2543175"/>
                <a:gd name="connsiteY43" fmla="*/ 454819 h 1890712"/>
                <a:gd name="connsiteX44" fmla="*/ 602457 w 2543175"/>
                <a:gd name="connsiteY44" fmla="*/ 457200 h 1890712"/>
                <a:gd name="connsiteX45" fmla="*/ 628650 w 2543175"/>
                <a:gd name="connsiteY45" fmla="*/ 469106 h 1890712"/>
                <a:gd name="connsiteX46" fmla="*/ 645319 w 2543175"/>
                <a:gd name="connsiteY46" fmla="*/ 483394 h 1890712"/>
                <a:gd name="connsiteX47" fmla="*/ 654844 w 2543175"/>
                <a:gd name="connsiteY47" fmla="*/ 488156 h 1890712"/>
                <a:gd name="connsiteX48" fmla="*/ 661988 w 2543175"/>
                <a:gd name="connsiteY48" fmla="*/ 497681 h 1890712"/>
                <a:gd name="connsiteX49" fmla="*/ 683419 w 2543175"/>
                <a:gd name="connsiteY49" fmla="*/ 514350 h 1890712"/>
                <a:gd name="connsiteX50" fmla="*/ 700088 w 2543175"/>
                <a:gd name="connsiteY50" fmla="*/ 526256 h 1890712"/>
                <a:gd name="connsiteX51" fmla="*/ 709613 w 2543175"/>
                <a:gd name="connsiteY51" fmla="*/ 535781 h 1890712"/>
                <a:gd name="connsiteX52" fmla="*/ 719138 w 2543175"/>
                <a:gd name="connsiteY52" fmla="*/ 542925 h 1890712"/>
                <a:gd name="connsiteX53" fmla="*/ 733425 w 2543175"/>
                <a:gd name="connsiteY53" fmla="*/ 557212 h 1890712"/>
                <a:gd name="connsiteX54" fmla="*/ 750094 w 2543175"/>
                <a:gd name="connsiteY54" fmla="*/ 569119 h 1890712"/>
                <a:gd name="connsiteX55" fmla="*/ 769144 w 2543175"/>
                <a:gd name="connsiteY55" fmla="*/ 581025 h 1890712"/>
                <a:gd name="connsiteX56" fmla="*/ 785813 w 2543175"/>
                <a:gd name="connsiteY56" fmla="*/ 590550 h 1890712"/>
                <a:gd name="connsiteX57" fmla="*/ 792957 w 2543175"/>
                <a:gd name="connsiteY57" fmla="*/ 600075 h 1890712"/>
                <a:gd name="connsiteX58" fmla="*/ 809625 w 2543175"/>
                <a:gd name="connsiteY58" fmla="*/ 611981 h 1890712"/>
                <a:gd name="connsiteX59" fmla="*/ 816769 w 2543175"/>
                <a:gd name="connsiteY59" fmla="*/ 619125 h 1890712"/>
                <a:gd name="connsiteX60" fmla="*/ 826294 w 2543175"/>
                <a:gd name="connsiteY60" fmla="*/ 626269 h 1890712"/>
                <a:gd name="connsiteX61" fmla="*/ 840582 w 2543175"/>
                <a:gd name="connsiteY61" fmla="*/ 638175 h 1890712"/>
                <a:gd name="connsiteX62" fmla="*/ 847725 w 2543175"/>
                <a:gd name="connsiteY62" fmla="*/ 645319 h 1890712"/>
                <a:gd name="connsiteX63" fmla="*/ 857250 w 2543175"/>
                <a:gd name="connsiteY63" fmla="*/ 652462 h 1890712"/>
                <a:gd name="connsiteX64" fmla="*/ 864394 w 2543175"/>
                <a:gd name="connsiteY64" fmla="*/ 657225 h 1890712"/>
                <a:gd name="connsiteX65" fmla="*/ 888207 w 2543175"/>
                <a:gd name="connsiteY65" fmla="*/ 676275 h 1890712"/>
                <a:gd name="connsiteX66" fmla="*/ 895350 w 2543175"/>
                <a:gd name="connsiteY66" fmla="*/ 681037 h 1890712"/>
                <a:gd name="connsiteX67" fmla="*/ 907257 w 2543175"/>
                <a:gd name="connsiteY67" fmla="*/ 683419 h 1890712"/>
                <a:gd name="connsiteX68" fmla="*/ 928688 w 2543175"/>
                <a:gd name="connsiteY68" fmla="*/ 695325 h 1890712"/>
                <a:gd name="connsiteX69" fmla="*/ 942975 w 2543175"/>
                <a:gd name="connsiteY69" fmla="*/ 700087 h 1890712"/>
                <a:gd name="connsiteX70" fmla="*/ 964407 w 2543175"/>
                <a:gd name="connsiteY70" fmla="*/ 716756 h 1890712"/>
                <a:gd name="connsiteX71" fmla="*/ 971550 w 2543175"/>
                <a:gd name="connsiteY71" fmla="*/ 723900 h 1890712"/>
                <a:gd name="connsiteX72" fmla="*/ 983457 w 2543175"/>
                <a:gd name="connsiteY72" fmla="*/ 733425 h 1890712"/>
                <a:gd name="connsiteX73" fmla="*/ 990600 w 2543175"/>
                <a:gd name="connsiteY73" fmla="*/ 738187 h 1890712"/>
                <a:gd name="connsiteX74" fmla="*/ 1007269 w 2543175"/>
                <a:gd name="connsiteY74" fmla="*/ 752475 h 1890712"/>
                <a:gd name="connsiteX75" fmla="*/ 1031082 w 2543175"/>
                <a:gd name="connsiteY75" fmla="*/ 766762 h 1890712"/>
                <a:gd name="connsiteX76" fmla="*/ 1042988 w 2543175"/>
                <a:gd name="connsiteY76" fmla="*/ 773906 h 1890712"/>
                <a:gd name="connsiteX77" fmla="*/ 1071563 w 2543175"/>
                <a:gd name="connsiteY77" fmla="*/ 785812 h 1890712"/>
                <a:gd name="connsiteX78" fmla="*/ 1097757 w 2543175"/>
                <a:gd name="connsiteY78" fmla="*/ 807244 h 1890712"/>
                <a:gd name="connsiteX79" fmla="*/ 1104900 w 2543175"/>
                <a:gd name="connsiteY79" fmla="*/ 814387 h 1890712"/>
                <a:gd name="connsiteX80" fmla="*/ 1121569 w 2543175"/>
                <a:gd name="connsiteY80" fmla="*/ 823912 h 1890712"/>
                <a:gd name="connsiteX81" fmla="*/ 1138238 w 2543175"/>
                <a:gd name="connsiteY81" fmla="*/ 835819 h 1890712"/>
                <a:gd name="connsiteX82" fmla="*/ 1147763 w 2543175"/>
                <a:gd name="connsiteY82" fmla="*/ 842962 h 1890712"/>
                <a:gd name="connsiteX83" fmla="*/ 1157288 w 2543175"/>
                <a:gd name="connsiteY83" fmla="*/ 847725 h 1890712"/>
                <a:gd name="connsiteX84" fmla="*/ 1178719 w 2543175"/>
                <a:gd name="connsiteY84" fmla="*/ 859631 h 1890712"/>
                <a:gd name="connsiteX85" fmla="*/ 1188244 w 2543175"/>
                <a:gd name="connsiteY85" fmla="*/ 866775 h 1890712"/>
                <a:gd name="connsiteX86" fmla="*/ 1195388 w 2543175"/>
                <a:gd name="connsiteY86" fmla="*/ 871537 h 1890712"/>
                <a:gd name="connsiteX87" fmla="*/ 1212057 w 2543175"/>
                <a:gd name="connsiteY87" fmla="*/ 883444 h 1890712"/>
                <a:gd name="connsiteX88" fmla="*/ 1226344 w 2543175"/>
                <a:gd name="connsiteY88" fmla="*/ 895350 h 1890712"/>
                <a:gd name="connsiteX89" fmla="*/ 1245394 w 2543175"/>
                <a:gd name="connsiteY89" fmla="*/ 907256 h 1890712"/>
                <a:gd name="connsiteX90" fmla="*/ 1254919 w 2543175"/>
                <a:gd name="connsiteY90" fmla="*/ 914400 h 1890712"/>
                <a:gd name="connsiteX91" fmla="*/ 1269207 w 2543175"/>
                <a:gd name="connsiteY91" fmla="*/ 921544 h 1890712"/>
                <a:gd name="connsiteX92" fmla="*/ 1290638 w 2543175"/>
                <a:gd name="connsiteY92" fmla="*/ 935831 h 1890712"/>
                <a:gd name="connsiteX93" fmla="*/ 1307307 w 2543175"/>
                <a:gd name="connsiteY93" fmla="*/ 952500 h 1890712"/>
                <a:gd name="connsiteX94" fmla="*/ 1333500 w 2543175"/>
                <a:gd name="connsiteY94" fmla="*/ 971550 h 1890712"/>
                <a:gd name="connsiteX95" fmla="*/ 1359694 w 2543175"/>
                <a:gd name="connsiteY95" fmla="*/ 990600 h 1890712"/>
                <a:gd name="connsiteX96" fmla="*/ 1385888 w 2543175"/>
                <a:gd name="connsiteY96" fmla="*/ 1021557 h 1890712"/>
                <a:gd name="connsiteX97" fmla="*/ 1435894 w 2543175"/>
                <a:gd name="connsiteY97" fmla="*/ 1054894 h 1890712"/>
                <a:gd name="connsiteX98" fmla="*/ 1497806 w 2543175"/>
                <a:gd name="connsiteY98" fmla="*/ 1104900 h 1890712"/>
                <a:gd name="connsiteX99" fmla="*/ 1559718 w 2543175"/>
                <a:gd name="connsiteY99" fmla="*/ 1154906 h 1890712"/>
                <a:gd name="connsiteX100" fmla="*/ 1595438 w 2543175"/>
                <a:gd name="connsiteY100" fmla="*/ 1181100 h 1890712"/>
                <a:gd name="connsiteX101" fmla="*/ 1628775 w 2543175"/>
                <a:gd name="connsiteY101" fmla="*/ 1207294 h 1890712"/>
                <a:gd name="connsiteX102" fmla="*/ 1662113 w 2543175"/>
                <a:gd name="connsiteY102" fmla="*/ 1231107 h 1890712"/>
                <a:gd name="connsiteX103" fmla="*/ 1700213 w 2543175"/>
                <a:gd name="connsiteY103" fmla="*/ 1247775 h 1890712"/>
                <a:gd name="connsiteX104" fmla="*/ 1712119 w 2543175"/>
                <a:gd name="connsiteY104" fmla="*/ 1259681 h 1890712"/>
                <a:gd name="connsiteX105" fmla="*/ 1733550 w 2543175"/>
                <a:gd name="connsiteY105" fmla="*/ 1273969 h 1890712"/>
                <a:gd name="connsiteX106" fmla="*/ 1743075 w 2543175"/>
                <a:gd name="connsiteY106" fmla="*/ 1283494 h 1890712"/>
                <a:gd name="connsiteX107" fmla="*/ 1754982 w 2543175"/>
                <a:gd name="connsiteY107" fmla="*/ 1290637 h 1890712"/>
                <a:gd name="connsiteX108" fmla="*/ 1766888 w 2543175"/>
                <a:gd name="connsiteY108" fmla="*/ 1300162 h 1890712"/>
                <a:gd name="connsiteX109" fmla="*/ 1783557 w 2543175"/>
                <a:gd name="connsiteY109" fmla="*/ 1307306 h 1890712"/>
                <a:gd name="connsiteX110" fmla="*/ 1790700 w 2543175"/>
                <a:gd name="connsiteY110" fmla="*/ 1312069 h 1890712"/>
                <a:gd name="connsiteX111" fmla="*/ 1800225 w 2543175"/>
                <a:gd name="connsiteY111" fmla="*/ 1319212 h 1890712"/>
                <a:gd name="connsiteX112" fmla="*/ 1807369 w 2543175"/>
                <a:gd name="connsiteY112" fmla="*/ 1321594 h 1890712"/>
                <a:gd name="connsiteX113" fmla="*/ 1824038 w 2543175"/>
                <a:gd name="connsiteY113" fmla="*/ 1333500 h 1890712"/>
                <a:gd name="connsiteX114" fmla="*/ 1843088 w 2543175"/>
                <a:gd name="connsiteY114" fmla="*/ 1352550 h 1890712"/>
                <a:gd name="connsiteX115" fmla="*/ 1852613 w 2543175"/>
                <a:gd name="connsiteY115" fmla="*/ 1359694 h 1890712"/>
                <a:gd name="connsiteX116" fmla="*/ 1859757 w 2543175"/>
                <a:gd name="connsiteY116" fmla="*/ 1366837 h 1890712"/>
                <a:gd name="connsiteX117" fmla="*/ 1869282 w 2543175"/>
                <a:gd name="connsiteY117" fmla="*/ 1371600 h 1890712"/>
                <a:gd name="connsiteX118" fmla="*/ 1883569 w 2543175"/>
                <a:gd name="connsiteY118" fmla="*/ 1388269 h 1890712"/>
                <a:gd name="connsiteX119" fmla="*/ 1893094 w 2543175"/>
                <a:gd name="connsiteY119" fmla="*/ 1395412 h 1890712"/>
                <a:gd name="connsiteX120" fmla="*/ 1902619 w 2543175"/>
                <a:gd name="connsiteY120" fmla="*/ 1404937 h 1890712"/>
                <a:gd name="connsiteX121" fmla="*/ 1912144 w 2543175"/>
                <a:gd name="connsiteY121" fmla="*/ 1409700 h 1890712"/>
                <a:gd name="connsiteX122" fmla="*/ 1931194 w 2543175"/>
                <a:gd name="connsiteY122" fmla="*/ 1421606 h 1890712"/>
                <a:gd name="connsiteX123" fmla="*/ 1935957 w 2543175"/>
                <a:gd name="connsiteY123" fmla="*/ 1428750 h 1890712"/>
                <a:gd name="connsiteX124" fmla="*/ 1952625 w 2543175"/>
                <a:gd name="connsiteY124" fmla="*/ 1438275 h 1890712"/>
                <a:gd name="connsiteX125" fmla="*/ 1971675 w 2543175"/>
                <a:gd name="connsiteY125" fmla="*/ 1450181 h 1890712"/>
                <a:gd name="connsiteX126" fmla="*/ 1981200 w 2543175"/>
                <a:gd name="connsiteY126" fmla="*/ 1454944 h 1890712"/>
                <a:gd name="connsiteX127" fmla="*/ 1997869 w 2543175"/>
                <a:gd name="connsiteY127" fmla="*/ 1471612 h 1890712"/>
                <a:gd name="connsiteX128" fmla="*/ 2007394 w 2543175"/>
                <a:gd name="connsiteY128" fmla="*/ 1478756 h 1890712"/>
                <a:gd name="connsiteX129" fmla="*/ 2016919 w 2543175"/>
                <a:gd name="connsiteY129" fmla="*/ 1483519 h 1890712"/>
                <a:gd name="connsiteX130" fmla="*/ 2024063 w 2543175"/>
                <a:gd name="connsiteY130" fmla="*/ 1490662 h 1890712"/>
                <a:gd name="connsiteX131" fmla="*/ 2033588 w 2543175"/>
                <a:gd name="connsiteY131" fmla="*/ 1495425 h 1890712"/>
                <a:gd name="connsiteX132" fmla="*/ 2040732 w 2543175"/>
                <a:gd name="connsiteY132" fmla="*/ 1502569 h 1890712"/>
                <a:gd name="connsiteX133" fmla="*/ 2047875 w 2543175"/>
                <a:gd name="connsiteY133" fmla="*/ 1507331 h 1890712"/>
                <a:gd name="connsiteX134" fmla="*/ 2057400 w 2543175"/>
                <a:gd name="connsiteY134" fmla="*/ 1514475 h 1890712"/>
                <a:gd name="connsiteX135" fmla="*/ 2064544 w 2543175"/>
                <a:gd name="connsiteY135" fmla="*/ 1519237 h 1890712"/>
                <a:gd name="connsiteX136" fmla="*/ 2071688 w 2543175"/>
                <a:gd name="connsiteY136" fmla="*/ 1526381 h 1890712"/>
                <a:gd name="connsiteX137" fmla="*/ 2081213 w 2543175"/>
                <a:gd name="connsiteY137" fmla="*/ 1531144 h 1890712"/>
                <a:gd name="connsiteX138" fmla="*/ 2090738 w 2543175"/>
                <a:gd name="connsiteY138" fmla="*/ 1538287 h 1890712"/>
                <a:gd name="connsiteX139" fmla="*/ 2109788 w 2543175"/>
                <a:gd name="connsiteY139" fmla="*/ 1547812 h 1890712"/>
                <a:gd name="connsiteX140" fmla="*/ 2131219 w 2543175"/>
                <a:gd name="connsiteY140" fmla="*/ 1562100 h 1890712"/>
                <a:gd name="connsiteX141" fmla="*/ 2140744 w 2543175"/>
                <a:gd name="connsiteY141" fmla="*/ 1566862 h 1890712"/>
                <a:gd name="connsiteX142" fmla="*/ 2152650 w 2543175"/>
                <a:gd name="connsiteY142" fmla="*/ 1576387 h 1890712"/>
                <a:gd name="connsiteX143" fmla="*/ 2181225 w 2543175"/>
                <a:gd name="connsiteY143" fmla="*/ 1590675 h 1890712"/>
                <a:gd name="connsiteX144" fmla="*/ 2200275 w 2543175"/>
                <a:gd name="connsiteY144" fmla="*/ 1607344 h 1890712"/>
                <a:gd name="connsiteX145" fmla="*/ 2207419 w 2543175"/>
                <a:gd name="connsiteY145" fmla="*/ 1612106 h 1890712"/>
                <a:gd name="connsiteX146" fmla="*/ 2216944 w 2543175"/>
                <a:gd name="connsiteY146" fmla="*/ 1619250 h 1890712"/>
                <a:gd name="connsiteX147" fmla="*/ 2247900 w 2543175"/>
                <a:gd name="connsiteY147" fmla="*/ 1643062 h 1890712"/>
                <a:gd name="connsiteX148" fmla="*/ 2255044 w 2543175"/>
                <a:gd name="connsiteY148" fmla="*/ 1650206 h 1890712"/>
                <a:gd name="connsiteX149" fmla="*/ 2281238 w 2543175"/>
                <a:gd name="connsiteY149" fmla="*/ 1664494 h 1890712"/>
                <a:gd name="connsiteX150" fmla="*/ 2312194 w 2543175"/>
                <a:gd name="connsiteY150" fmla="*/ 1685925 h 1890712"/>
                <a:gd name="connsiteX151" fmla="*/ 2350294 w 2543175"/>
                <a:gd name="connsiteY151" fmla="*/ 1712119 h 1890712"/>
                <a:gd name="connsiteX152" fmla="*/ 2428876 w 2543175"/>
                <a:gd name="connsiteY152" fmla="*/ 1785938 h 1890712"/>
                <a:gd name="connsiteX153" fmla="*/ 2469356 w 2543175"/>
                <a:gd name="connsiteY153" fmla="*/ 1816894 h 1890712"/>
                <a:gd name="connsiteX154" fmla="*/ 2514600 w 2543175"/>
                <a:gd name="connsiteY154" fmla="*/ 1850231 h 1890712"/>
                <a:gd name="connsiteX155" fmla="*/ 2519363 w 2543175"/>
                <a:gd name="connsiteY155" fmla="*/ 1857375 h 1890712"/>
                <a:gd name="connsiteX156" fmla="*/ 2540794 w 2543175"/>
                <a:gd name="connsiteY156" fmla="*/ 1883569 h 1890712"/>
                <a:gd name="connsiteX157" fmla="*/ 2543175 w 2543175"/>
                <a:gd name="connsiteY157" fmla="*/ 1890712 h 1890712"/>
                <a:gd name="connsiteX0" fmla="*/ 0 w 2543175"/>
                <a:gd name="connsiteY0" fmla="*/ 0 h 1890712"/>
                <a:gd name="connsiteX1" fmla="*/ 11907 w 2543175"/>
                <a:gd name="connsiteY1" fmla="*/ 11906 h 1890712"/>
                <a:gd name="connsiteX2" fmla="*/ 21432 w 2543175"/>
                <a:gd name="connsiteY2" fmla="*/ 16669 h 1890712"/>
                <a:gd name="connsiteX3" fmla="*/ 23813 w 2543175"/>
                <a:gd name="connsiteY3" fmla="*/ 23812 h 1890712"/>
                <a:gd name="connsiteX4" fmla="*/ 33338 w 2543175"/>
                <a:gd name="connsiteY4" fmla="*/ 33337 h 1890712"/>
                <a:gd name="connsiteX5" fmla="*/ 40482 w 2543175"/>
                <a:gd name="connsiteY5" fmla="*/ 42862 h 1890712"/>
                <a:gd name="connsiteX6" fmla="*/ 47625 w 2543175"/>
                <a:gd name="connsiteY6" fmla="*/ 47625 h 1890712"/>
                <a:gd name="connsiteX7" fmla="*/ 57150 w 2543175"/>
                <a:gd name="connsiteY7" fmla="*/ 54769 h 1890712"/>
                <a:gd name="connsiteX8" fmla="*/ 64294 w 2543175"/>
                <a:gd name="connsiteY8" fmla="*/ 59531 h 1890712"/>
                <a:gd name="connsiteX9" fmla="*/ 83344 w 2543175"/>
                <a:gd name="connsiteY9" fmla="*/ 73819 h 1890712"/>
                <a:gd name="connsiteX10" fmla="*/ 97632 w 2543175"/>
                <a:gd name="connsiteY10" fmla="*/ 80962 h 1890712"/>
                <a:gd name="connsiteX11" fmla="*/ 104775 w 2543175"/>
                <a:gd name="connsiteY11" fmla="*/ 85725 h 1890712"/>
                <a:gd name="connsiteX12" fmla="*/ 114300 w 2543175"/>
                <a:gd name="connsiteY12" fmla="*/ 95250 h 1890712"/>
                <a:gd name="connsiteX13" fmla="*/ 123825 w 2543175"/>
                <a:gd name="connsiteY13" fmla="*/ 97631 h 1890712"/>
                <a:gd name="connsiteX14" fmla="*/ 130969 w 2543175"/>
                <a:gd name="connsiteY14" fmla="*/ 104775 h 1890712"/>
                <a:gd name="connsiteX15" fmla="*/ 140494 w 2543175"/>
                <a:gd name="connsiteY15" fmla="*/ 111919 h 1890712"/>
                <a:gd name="connsiteX16" fmla="*/ 147638 w 2543175"/>
                <a:gd name="connsiteY16" fmla="*/ 116681 h 1890712"/>
                <a:gd name="connsiteX17" fmla="*/ 164307 w 2543175"/>
                <a:gd name="connsiteY17" fmla="*/ 128587 h 1890712"/>
                <a:gd name="connsiteX18" fmla="*/ 180975 w 2543175"/>
                <a:gd name="connsiteY18" fmla="*/ 140494 h 1890712"/>
                <a:gd name="connsiteX19" fmla="*/ 197644 w 2543175"/>
                <a:gd name="connsiteY19" fmla="*/ 152400 h 1890712"/>
                <a:gd name="connsiteX20" fmla="*/ 204788 w 2543175"/>
                <a:gd name="connsiteY20" fmla="*/ 157162 h 1890712"/>
                <a:gd name="connsiteX21" fmla="*/ 214313 w 2543175"/>
                <a:gd name="connsiteY21" fmla="*/ 164306 h 1890712"/>
                <a:gd name="connsiteX22" fmla="*/ 230982 w 2543175"/>
                <a:gd name="connsiteY22" fmla="*/ 180975 h 1890712"/>
                <a:gd name="connsiteX23" fmla="*/ 247650 w 2543175"/>
                <a:gd name="connsiteY23" fmla="*/ 185737 h 1890712"/>
                <a:gd name="connsiteX24" fmla="*/ 300038 w 2543175"/>
                <a:gd name="connsiteY24" fmla="*/ 219075 h 1890712"/>
                <a:gd name="connsiteX25" fmla="*/ 342900 w 2543175"/>
                <a:gd name="connsiteY25" fmla="*/ 254794 h 1890712"/>
                <a:gd name="connsiteX26" fmla="*/ 366713 w 2543175"/>
                <a:gd name="connsiteY26" fmla="*/ 264319 h 1890712"/>
                <a:gd name="connsiteX27" fmla="*/ 371475 w 2543175"/>
                <a:gd name="connsiteY27" fmla="*/ 271462 h 1890712"/>
                <a:gd name="connsiteX28" fmla="*/ 385763 w 2543175"/>
                <a:gd name="connsiteY28" fmla="*/ 283369 h 1890712"/>
                <a:gd name="connsiteX29" fmla="*/ 404813 w 2543175"/>
                <a:gd name="connsiteY29" fmla="*/ 295275 h 1890712"/>
                <a:gd name="connsiteX30" fmla="*/ 411957 w 2543175"/>
                <a:gd name="connsiteY30" fmla="*/ 297656 h 1890712"/>
                <a:gd name="connsiteX31" fmla="*/ 466725 w 2543175"/>
                <a:gd name="connsiteY31" fmla="*/ 328612 h 1890712"/>
                <a:gd name="connsiteX32" fmla="*/ 476250 w 2543175"/>
                <a:gd name="connsiteY32" fmla="*/ 335756 h 1890712"/>
                <a:gd name="connsiteX33" fmla="*/ 481013 w 2543175"/>
                <a:gd name="connsiteY33" fmla="*/ 342900 h 1890712"/>
                <a:gd name="connsiteX34" fmla="*/ 490538 w 2543175"/>
                <a:gd name="connsiteY34" fmla="*/ 352425 h 1890712"/>
                <a:gd name="connsiteX35" fmla="*/ 495300 w 2543175"/>
                <a:gd name="connsiteY35" fmla="*/ 359569 h 1890712"/>
                <a:gd name="connsiteX36" fmla="*/ 509588 w 2543175"/>
                <a:gd name="connsiteY36" fmla="*/ 376237 h 1890712"/>
                <a:gd name="connsiteX37" fmla="*/ 514350 w 2543175"/>
                <a:gd name="connsiteY37" fmla="*/ 383381 h 1890712"/>
                <a:gd name="connsiteX38" fmla="*/ 531019 w 2543175"/>
                <a:gd name="connsiteY38" fmla="*/ 397669 h 1890712"/>
                <a:gd name="connsiteX39" fmla="*/ 538163 w 2543175"/>
                <a:gd name="connsiteY39" fmla="*/ 407194 h 1890712"/>
                <a:gd name="connsiteX40" fmla="*/ 554832 w 2543175"/>
                <a:gd name="connsiteY40" fmla="*/ 421481 h 1890712"/>
                <a:gd name="connsiteX41" fmla="*/ 564357 w 2543175"/>
                <a:gd name="connsiteY41" fmla="*/ 431006 h 1890712"/>
                <a:gd name="connsiteX42" fmla="*/ 573882 w 2543175"/>
                <a:gd name="connsiteY42" fmla="*/ 438150 h 1890712"/>
                <a:gd name="connsiteX43" fmla="*/ 595313 w 2543175"/>
                <a:gd name="connsiteY43" fmla="*/ 454819 h 1890712"/>
                <a:gd name="connsiteX44" fmla="*/ 602457 w 2543175"/>
                <a:gd name="connsiteY44" fmla="*/ 457200 h 1890712"/>
                <a:gd name="connsiteX45" fmla="*/ 628650 w 2543175"/>
                <a:gd name="connsiteY45" fmla="*/ 469106 h 1890712"/>
                <a:gd name="connsiteX46" fmla="*/ 645319 w 2543175"/>
                <a:gd name="connsiteY46" fmla="*/ 483394 h 1890712"/>
                <a:gd name="connsiteX47" fmla="*/ 654844 w 2543175"/>
                <a:gd name="connsiteY47" fmla="*/ 488156 h 1890712"/>
                <a:gd name="connsiteX48" fmla="*/ 661988 w 2543175"/>
                <a:gd name="connsiteY48" fmla="*/ 497681 h 1890712"/>
                <a:gd name="connsiteX49" fmla="*/ 683419 w 2543175"/>
                <a:gd name="connsiteY49" fmla="*/ 514350 h 1890712"/>
                <a:gd name="connsiteX50" fmla="*/ 700088 w 2543175"/>
                <a:gd name="connsiteY50" fmla="*/ 526256 h 1890712"/>
                <a:gd name="connsiteX51" fmla="*/ 709613 w 2543175"/>
                <a:gd name="connsiteY51" fmla="*/ 535781 h 1890712"/>
                <a:gd name="connsiteX52" fmla="*/ 719138 w 2543175"/>
                <a:gd name="connsiteY52" fmla="*/ 542925 h 1890712"/>
                <a:gd name="connsiteX53" fmla="*/ 733425 w 2543175"/>
                <a:gd name="connsiteY53" fmla="*/ 557212 h 1890712"/>
                <a:gd name="connsiteX54" fmla="*/ 750094 w 2543175"/>
                <a:gd name="connsiteY54" fmla="*/ 569119 h 1890712"/>
                <a:gd name="connsiteX55" fmla="*/ 769144 w 2543175"/>
                <a:gd name="connsiteY55" fmla="*/ 581025 h 1890712"/>
                <a:gd name="connsiteX56" fmla="*/ 785813 w 2543175"/>
                <a:gd name="connsiteY56" fmla="*/ 590550 h 1890712"/>
                <a:gd name="connsiteX57" fmla="*/ 792957 w 2543175"/>
                <a:gd name="connsiteY57" fmla="*/ 600075 h 1890712"/>
                <a:gd name="connsiteX58" fmla="*/ 809625 w 2543175"/>
                <a:gd name="connsiteY58" fmla="*/ 611981 h 1890712"/>
                <a:gd name="connsiteX59" fmla="*/ 816769 w 2543175"/>
                <a:gd name="connsiteY59" fmla="*/ 619125 h 1890712"/>
                <a:gd name="connsiteX60" fmla="*/ 826294 w 2543175"/>
                <a:gd name="connsiteY60" fmla="*/ 626269 h 1890712"/>
                <a:gd name="connsiteX61" fmla="*/ 840582 w 2543175"/>
                <a:gd name="connsiteY61" fmla="*/ 638175 h 1890712"/>
                <a:gd name="connsiteX62" fmla="*/ 847725 w 2543175"/>
                <a:gd name="connsiteY62" fmla="*/ 645319 h 1890712"/>
                <a:gd name="connsiteX63" fmla="*/ 857250 w 2543175"/>
                <a:gd name="connsiteY63" fmla="*/ 652462 h 1890712"/>
                <a:gd name="connsiteX64" fmla="*/ 864394 w 2543175"/>
                <a:gd name="connsiteY64" fmla="*/ 657225 h 1890712"/>
                <a:gd name="connsiteX65" fmla="*/ 888207 w 2543175"/>
                <a:gd name="connsiteY65" fmla="*/ 676275 h 1890712"/>
                <a:gd name="connsiteX66" fmla="*/ 895350 w 2543175"/>
                <a:gd name="connsiteY66" fmla="*/ 681037 h 1890712"/>
                <a:gd name="connsiteX67" fmla="*/ 907257 w 2543175"/>
                <a:gd name="connsiteY67" fmla="*/ 683419 h 1890712"/>
                <a:gd name="connsiteX68" fmla="*/ 928688 w 2543175"/>
                <a:gd name="connsiteY68" fmla="*/ 695325 h 1890712"/>
                <a:gd name="connsiteX69" fmla="*/ 942975 w 2543175"/>
                <a:gd name="connsiteY69" fmla="*/ 700087 h 1890712"/>
                <a:gd name="connsiteX70" fmla="*/ 964407 w 2543175"/>
                <a:gd name="connsiteY70" fmla="*/ 716756 h 1890712"/>
                <a:gd name="connsiteX71" fmla="*/ 971550 w 2543175"/>
                <a:gd name="connsiteY71" fmla="*/ 723900 h 1890712"/>
                <a:gd name="connsiteX72" fmla="*/ 983457 w 2543175"/>
                <a:gd name="connsiteY72" fmla="*/ 733425 h 1890712"/>
                <a:gd name="connsiteX73" fmla="*/ 990600 w 2543175"/>
                <a:gd name="connsiteY73" fmla="*/ 738187 h 1890712"/>
                <a:gd name="connsiteX74" fmla="*/ 1007269 w 2543175"/>
                <a:gd name="connsiteY74" fmla="*/ 752475 h 1890712"/>
                <a:gd name="connsiteX75" fmla="*/ 1031082 w 2543175"/>
                <a:gd name="connsiteY75" fmla="*/ 766762 h 1890712"/>
                <a:gd name="connsiteX76" fmla="*/ 1042988 w 2543175"/>
                <a:gd name="connsiteY76" fmla="*/ 773906 h 1890712"/>
                <a:gd name="connsiteX77" fmla="*/ 1071563 w 2543175"/>
                <a:gd name="connsiteY77" fmla="*/ 785812 h 1890712"/>
                <a:gd name="connsiteX78" fmla="*/ 1097757 w 2543175"/>
                <a:gd name="connsiteY78" fmla="*/ 807244 h 1890712"/>
                <a:gd name="connsiteX79" fmla="*/ 1104900 w 2543175"/>
                <a:gd name="connsiteY79" fmla="*/ 814387 h 1890712"/>
                <a:gd name="connsiteX80" fmla="*/ 1121569 w 2543175"/>
                <a:gd name="connsiteY80" fmla="*/ 823912 h 1890712"/>
                <a:gd name="connsiteX81" fmla="*/ 1138238 w 2543175"/>
                <a:gd name="connsiteY81" fmla="*/ 835819 h 1890712"/>
                <a:gd name="connsiteX82" fmla="*/ 1147763 w 2543175"/>
                <a:gd name="connsiteY82" fmla="*/ 842962 h 1890712"/>
                <a:gd name="connsiteX83" fmla="*/ 1157288 w 2543175"/>
                <a:gd name="connsiteY83" fmla="*/ 847725 h 1890712"/>
                <a:gd name="connsiteX84" fmla="*/ 1178719 w 2543175"/>
                <a:gd name="connsiteY84" fmla="*/ 859631 h 1890712"/>
                <a:gd name="connsiteX85" fmla="*/ 1188244 w 2543175"/>
                <a:gd name="connsiteY85" fmla="*/ 866775 h 1890712"/>
                <a:gd name="connsiteX86" fmla="*/ 1195388 w 2543175"/>
                <a:gd name="connsiteY86" fmla="*/ 871537 h 1890712"/>
                <a:gd name="connsiteX87" fmla="*/ 1212057 w 2543175"/>
                <a:gd name="connsiteY87" fmla="*/ 883444 h 1890712"/>
                <a:gd name="connsiteX88" fmla="*/ 1226344 w 2543175"/>
                <a:gd name="connsiteY88" fmla="*/ 895350 h 1890712"/>
                <a:gd name="connsiteX89" fmla="*/ 1245394 w 2543175"/>
                <a:gd name="connsiteY89" fmla="*/ 907256 h 1890712"/>
                <a:gd name="connsiteX90" fmla="*/ 1254919 w 2543175"/>
                <a:gd name="connsiteY90" fmla="*/ 914400 h 1890712"/>
                <a:gd name="connsiteX91" fmla="*/ 1269207 w 2543175"/>
                <a:gd name="connsiteY91" fmla="*/ 921544 h 1890712"/>
                <a:gd name="connsiteX92" fmla="*/ 1290638 w 2543175"/>
                <a:gd name="connsiteY92" fmla="*/ 935831 h 1890712"/>
                <a:gd name="connsiteX93" fmla="*/ 1307307 w 2543175"/>
                <a:gd name="connsiteY93" fmla="*/ 952500 h 1890712"/>
                <a:gd name="connsiteX94" fmla="*/ 1333500 w 2543175"/>
                <a:gd name="connsiteY94" fmla="*/ 971550 h 1890712"/>
                <a:gd name="connsiteX95" fmla="*/ 1359694 w 2543175"/>
                <a:gd name="connsiteY95" fmla="*/ 990600 h 1890712"/>
                <a:gd name="connsiteX96" fmla="*/ 1385888 w 2543175"/>
                <a:gd name="connsiteY96" fmla="*/ 1021557 h 1890712"/>
                <a:gd name="connsiteX97" fmla="*/ 1435894 w 2543175"/>
                <a:gd name="connsiteY97" fmla="*/ 1054894 h 1890712"/>
                <a:gd name="connsiteX98" fmla="*/ 1497806 w 2543175"/>
                <a:gd name="connsiteY98" fmla="*/ 1104900 h 1890712"/>
                <a:gd name="connsiteX99" fmla="*/ 1559718 w 2543175"/>
                <a:gd name="connsiteY99" fmla="*/ 1154906 h 1890712"/>
                <a:gd name="connsiteX100" fmla="*/ 1595438 w 2543175"/>
                <a:gd name="connsiteY100" fmla="*/ 1181100 h 1890712"/>
                <a:gd name="connsiteX101" fmla="*/ 1628775 w 2543175"/>
                <a:gd name="connsiteY101" fmla="*/ 1207294 h 1890712"/>
                <a:gd name="connsiteX102" fmla="*/ 1662113 w 2543175"/>
                <a:gd name="connsiteY102" fmla="*/ 1231107 h 1890712"/>
                <a:gd name="connsiteX103" fmla="*/ 1700213 w 2543175"/>
                <a:gd name="connsiteY103" fmla="*/ 1247775 h 1890712"/>
                <a:gd name="connsiteX104" fmla="*/ 1712119 w 2543175"/>
                <a:gd name="connsiteY104" fmla="*/ 1259681 h 1890712"/>
                <a:gd name="connsiteX105" fmla="*/ 1733550 w 2543175"/>
                <a:gd name="connsiteY105" fmla="*/ 1273969 h 1890712"/>
                <a:gd name="connsiteX106" fmla="*/ 1743075 w 2543175"/>
                <a:gd name="connsiteY106" fmla="*/ 1283494 h 1890712"/>
                <a:gd name="connsiteX107" fmla="*/ 1754982 w 2543175"/>
                <a:gd name="connsiteY107" fmla="*/ 1290637 h 1890712"/>
                <a:gd name="connsiteX108" fmla="*/ 1766888 w 2543175"/>
                <a:gd name="connsiteY108" fmla="*/ 1300162 h 1890712"/>
                <a:gd name="connsiteX109" fmla="*/ 1783557 w 2543175"/>
                <a:gd name="connsiteY109" fmla="*/ 1307306 h 1890712"/>
                <a:gd name="connsiteX110" fmla="*/ 1790700 w 2543175"/>
                <a:gd name="connsiteY110" fmla="*/ 1312069 h 1890712"/>
                <a:gd name="connsiteX111" fmla="*/ 1800225 w 2543175"/>
                <a:gd name="connsiteY111" fmla="*/ 1319212 h 1890712"/>
                <a:gd name="connsiteX112" fmla="*/ 1807369 w 2543175"/>
                <a:gd name="connsiteY112" fmla="*/ 1321594 h 1890712"/>
                <a:gd name="connsiteX113" fmla="*/ 1824038 w 2543175"/>
                <a:gd name="connsiteY113" fmla="*/ 1333500 h 1890712"/>
                <a:gd name="connsiteX114" fmla="*/ 1843088 w 2543175"/>
                <a:gd name="connsiteY114" fmla="*/ 1352550 h 1890712"/>
                <a:gd name="connsiteX115" fmla="*/ 1852613 w 2543175"/>
                <a:gd name="connsiteY115" fmla="*/ 1359694 h 1890712"/>
                <a:gd name="connsiteX116" fmla="*/ 1859757 w 2543175"/>
                <a:gd name="connsiteY116" fmla="*/ 1366837 h 1890712"/>
                <a:gd name="connsiteX117" fmla="*/ 1869282 w 2543175"/>
                <a:gd name="connsiteY117" fmla="*/ 1371600 h 1890712"/>
                <a:gd name="connsiteX118" fmla="*/ 1883569 w 2543175"/>
                <a:gd name="connsiteY118" fmla="*/ 1388269 h 1890712"/>
                <a:gd name="connsiteX119" fmla="*/ 1893094 w 2543175"/>
                <a:gd name="connsiteY119" fmla="*/ 1395412 h 1890712"/>
                <a:gd name="connsiteX120" fmla="*/ 1902619 w 2543175"/>
                <a:gd name="connsiteY120" fmla="*/ 1404937 h 1890712"/>
                <a:gd name="connsiteX121" fmla="*/ 1912144 w 2543175"/>
                <a:gd name="connsiteY121" fmla="*/ 1409700 h 1890712"/>
                <a:gd name="connsiteX122" fmla="*/ 1931194 w 2543175"/>
                <a:gd name="connsiteY122" fmla="*/ 1421606 h 1890712"/>
                <a:gd name="connsiteX123" fmla="*/ 1935957 w 2543175"/>
                <a:gd name="connsiteY123" fmla="*/ 1428750 h 1890712"/>
                <a:gd name="connsiteX124" fmla="*/ 1952625 w 2543175"/>
                <a:gd name="connsiteY124" fmla="*/ 1438275 h 1890712"/>
                <a:gd name="connsiteX125" fmla="*/ 1971675 w 2543175"/>
                <a:gd name="connsiteY125" fmla="*/ 1450181 h 1890712"/>
                <a:gd name="connsiteX126" fmla="*/ 1981200 w 2543175"/>
                <a:gd name="connsiteY126" fmla="*/ 1454944 h 1890712"/>
                <a:gd name="connsiteX127" fmla="*/ 1997869 w 2543175"/>
                <a:gd name="connsiteY127" fmla="*/ 1471612 h 1890712"/>
                <a:gd name="connsiteX128" fmla="*/ 2007394 w 2543175"/>
                <a:gd name="connsiteY128" fmla="*/ 1478756 h 1890712"/>
                <a:gd name="connsiteX129" fmla="*/ 2016919 w 2543175"/>
                <a:gd name="connsiteY129" fmla="*/ 1483519 h 1890712"/>
                <a:gd name="connsiteX130" fmla="*/ 2024063 w 2543175"/>
                <a:gd name="connsiteY130" fmla="*/ 1490662 h 1890712"/>
                <a:gd name="connsiteX131" fmla="*/ 2033588 w 2543175"/>
                <a:gd name="connsiteY131" fmla="*/ 1495425 h 1890712"/>
                <a:gd name="connsiteX132" fmla="*/ 2040732 w 2543175"/>
                <a:gd name="connsiteY132" fmla="*/ 1502569 h 1890712"/>
                <a:gd name="connsiteX133" fmla="*/ 2047875 w 2543175"/>
                <a:gd name="connsiteY133" fmla="*/ 1507331 h 1890712"/>
                <a:gd name="connsiteX134" fmla="*/ 2057400 w 2543175"/>
                <a:gd name="connsiteY134" fmla="*/ 1514475 h 1890712"/>
                <a:gd name="connsiteX135" fmla="*/ 2064544 w 2543175"/>
                <a:gd name="connsiteY135" fmla="*/ 1519237 h 1890712"/>
                <a:gd name="connsiteX136" fmla="*/ 2071688 w 2543175"/>
                <a:gd name="connsiteY136" fmla="*/ 1526381 h 1890712"/>
                <a:gd name="connsiteX137" fmla="*/ 2081213 w 2543175"/>
                <a:gd name="connsiteY137" fmla="*/ 1531144 h 1890712"/>
                <a:gd name="connsiteX138" fmla="*/ 2090738 w 2543175"/>
                <a:gd name="connsiteY138" fmla="*/ 1538287 h 1890712"/>
                <a:gd name="connsiteX139" fmla="*/ 2109788 w 2543175"/>
                <a:gd name="connsiteY139" fmla="*/ 1547812 h 1890712"/>
                <a:gd name="connsiteX140" fmla="*/ 2131219 w 2543175"/>
                <a:gd name="connsiteY140" fmla="*/ 1562100 h 1890712"/>
                <a:gd name="connsiteX141" fmla="*/ 2140744 w 2543175"/>
                <a:gd name="connsiteY141" fmla="*/ 1566862 h 1890712"/>
                <a:gd name="connsiteX142" fmla="*/ 2152650 w 2543175"/>
                <a:gd name="connsiteY142" fmla="*/ 1576387 h 1890712"/>
                <a:gd name="connsiteX143" fmla="*/ 2181225 w 2543175"/>
                <a:gd name="connsiteY143" fmla="*/ 1590675 h 1890712"/>
                <a:gd name="connsiteX144" fmla="*/ 2200275 w 2543175"/>
                <a:gd name="connsiteY144" fmla="*/ 1607344 h 1890712"/>
                <a:gd name="connsiteX145" fmla="*/ 2207419 w 2543175"/>
                <a:gd name="connsiteY145" fmla="*/ 1612106 h 1890712"/>
                <a:gd name="connsiteX146" fmla="*/ 2216944 w 2543175"/>
                <a:gd name="connsiteY146" fmla="*/ 1619250 h 1890712"/>
                <a:gd name="connsiteX147" fmla="*/ 2247900 w 2543175"/>
                <a:gd name="connsiteY147" fmla="*/ 1643062 h 1890712"/>
                <a:gd name="connsiteX148" fmla="*/ 2281238 w 2543175"/>
                <a:gd name="connsiteY148" fmla="*/ 1664494 h 1890712"/>
                <a:gd name="connsiteX149" fmla="*/ 2312194 w 2543175"/>
                <a:gd name="connsiteY149" fmla="*/ 1685925 h 1890712"/>
                <a:gd name="connsiteX150" fmla="*/ 2350294 w 2543175"/>
                <a:gd name="connsiteY150" fmla="*/ 1712119 h 1890712"/>
                <a:gd name="connsiteX151" fmla="*/ 2428876 w 2543175"/>
                <a:gd name="connsiteY151" fmla="*/ 1785938 h 1890712"/>
                <a:gd name="connsiteX152" fmla="*/ 2469356 w 2543175"/>
                <a:gd name="connsiteY152" fmla="*/ 1816894 h 1890712"/>
                <a:gd name="connsiteX153" fmla="*/ 2514600 w 2543175"/>
                <a:gd name="connsiteY153" fmla="*/ 1850231 h 1890712"/>
                <a:gd name="connsiteX154" fmla="*/ 2519363 w 2543175"/>
                <a:gd name="connsiteY154" fmla="*/ 1857375 h 1890712"/>
                <a:gd name="connsiteX155" fmla="*/ 2540794 w 2543175"/>
                <a:gd name="connsiteY155" fmla="*/ 1883569 h 1890712"/>
                <a:gd name="connsiteX156" fmla="*/ 2543175 w 2543175"/>
                <a:gd name="connsiteY156" fmla="*/ 1890712 h 1890712"/>
                <a:gd name="connsiteX0" fmla="*/ 0 w 2543175"/>
                <a:gd name="connsiteY0" fmla="*/ 0 h 1890712"/>
                <a:gd name="connsiteX1" fmla="*/ 11907 w 2543175"/>
                <a:gd name="connsiteY1" fmla="*/ 11906 h 1890712"/>
                <a:gd name="connsiteX2" fmla="*/ 21432 w 2543175"/>
                <a:gd name="connsiteY2" fmla="*/ 16669 h 1890712"/>
                <a:gd name="connsiteX3" fmla="*/ 23813 w 2543175"/>
                <a:gd name="connsiteY3" fmla="*/ 23812 h 1890712"/>
                <a:gd name="connsiteX4" fmla="*/ 33338 w 2543175"/>
                <a:gd name="connsiteY4" fmla="*/ 33337 h 1890712"/>
                <a:gd name="connsiteX5" fmla="*/ 40482 w 2543175"/>
                <a:gd name="connsiteY5" fmla="*/ 42862 h 1890712"/>
                <a:gd name="connsiteX6" fmla="*/ 47625 w 2543175"/>
                <a:gd name="connsiteY6" fmla="*/ 47625 h 1890712"/>
                <a:gd name="connsiteX7" fmla="*/ 57150 w 2543175"/>
                <a:gd name="connsiteY7" fmla="*/ 54769 h 1890712"/>
                <a:gd name="connsiteX8" fmla="*/ 64294 w 2543175"/>
                <a:gd name="connsiteY8" fmla="*/ 59531 h 1890712"/>
                <a:gd name="connsiteX9" fmla="*/ 83344 w 2543175"/>
                <a:gd name="connsiteY9" fmla="*/ 73819 h 1890712"/>
                <a:gd name="connsiteX10" fmla="*/ 97632 w 2543175"/>
                <a:gd name="connsiteY10" fmla="*/ 80962 h 1890712"/>
                <a:gd name="connsiteX11" fmla="*/ 104775 w 2543175"/>
                <a:gd name="connsiteY11" fmla="*/ 85725 h 1890712"/>
                <a:gd name="connsiteX12" fmla="*/ 114300 w 2543175"/>
                <a:gd name="connsiteY12" fmla="*/ 95250 h 1890712"/>
                <a:gd name="connsiteX13" fmla="*/ 123825 w 2543175"/>
                <a:gd name="connsiteY13" fmla="*/ 97631 h 1890712"/>
                <a:gd name="connsiteX14" fmla="*/ 130969 w 2543175"/>
                <a:gd name="connsiteY14" fmla="*/ 104775 h 1890712"/>
                <a:gd name="connsiteX15" fmla="*/ 140494 w 2543175"/>
                <a:gd name="connsiteY15" fmla="*/ 111919 h 1890712"/>
                <a:gd name="connsiteX16" fmla="*/ 147638 w 2543175"/>
                <a:gd name="connsiteY16" fmla="*/ 116681 h 1890712"/>
                <a:gd name="connsiteX17" fmla="*/ 164307 w 2543175"/>
                <a:gd name="connsiteY17" fmla="*/ 128587 h 1890712"/>
                <a:gd name="connsiteX18" fmla="*/ 180975 w 2543175"/>
                <a:gd name="connsiteY18" fmla="*/ 140494 h 1890712"/>
                <a:gd name="connsiteX19" fmla="*/ 197644 w 2543175"/>
                <a:gd name="connsiteY19" fmla="*/ 152400 h 1890712"/>
                <a:gd name="connsiteX20" fmla="*/ 204788 w 2543175"/>
                <a:gd name="connsiteY20" fmla="*/ 157162 h 1890712"/>
                <a:gd name="connsiteX21" fmla="*/ 214313 w 2543175"/>
                <a:gd name="connsiteY21" fmla="*/ 164306 h 1890712"/>
                <a:gd name="connsiteX22" fmla="*/ 230982 w 2543175"/>
                <a:gd name="connsiteY22" fmla="*/ 180975 h 1890712"/>
                <a:gd name="connsiteX23" fmla="*/ 247650 w 2543175"/>
                <a:gd name="connsiteY23" fmla="*/ 185737 h 1890712"/>
                <a:gd name="connsiteX24" fmla="*/ 300038 w 2543175"/>
                <a:gd name="connsiteY24" fmla="*/ 219075 h 1890712"/>
                <a:gd name="connsiteX25" fmla="*/ 342900 w 2543175"/>
                <a:gd name="connsiteY25" fmla="*/ 254794 h 1890712"/>
                <a:gd name="connsiteX26" fmla="*/ 366713 w 2543175"/>
                <a:gd name="connsiteY26" fmla="*/ 264319 h 1890712"/>
                <a:gd name="connsiteX27" fmla="*/ 371475 w 2543175"/>
                <a:gd name="connsiteY27" fmla="*/ 271462 h 1890712"/>
                <a:gd name="connsiteX28" fmla="*/ 385763 w 2543175"/>
                <a:gd name="connsiteY28" fmla="*/ 283369 h 1890712"/>
                <a:gd name="connsiteX29" fmla="*/ 404813 w 2543175"/>
                <a:gd name="connsiteY29" fmla="*/ 295275 h 1890712"/>
                <a:gd name="connsiteX30" fmla="*/ 411957 w 2543175"/>
                <a:gd name="connsiteY30" fmla="*/ 297656 h 1890712"/>
                <a:gd name="connsiteX31" fmla="*/ 466725 w 2543175"/>
                <a:gd name="connsiteY31" fmla="*/ 328612 h 1890712"/>
                <a:gd name="connsiteX32" fmla="*/ 476250 w 2543175"/>
                <a:gd name="connsiteY32" fmla="*/ 335756 h 1890712"/>
                <a:gd name="connsiteX33" fmla="*/ 481013 w 2543175"/>
                <a:gd name="connsiteY33" fmla="*/ 342900 h 1890712"/>
                <a:gd name="connsiteX34" fmla="*/ 490538 w 2543175"/>
                <a:gd name="connsiteY34" fmla="*/ 352425 h 1890712"/>
                <a:gd name="connsiteX35" fmla="*/ 495300 w 2543175"/>
                <a:gd name="connsiteY35" fmla="*/ 359569 h 1890712"/>
                <a:gd name="connsiteX36" fmla="*/ 509588 w 2543175"/>
                <a:gd name="connsiteY36" fmla="*/ 376237 h 1890712"/>
                <a:gd name="connsiteX37" fmla="*/ 514350 w 2543175"/>
                <a:gd name="connsiteY37" fmla="*/ 383381 h 1890712"/>
                <a:gd name="connsiteX38" fmla="*/ 531019 w 2543175"/>
                <a:gd name="connsiteY38" fmla="*/ 397669 h 1890712"/>
                <a:gd name="connsiteX39" fmla="*/ 538163 w 2543175"/>
                <a:gd name="connsiteY39" fmla="*/ 407194 h 1890712"/>
                <a:gd name="connsiteX40" fmla="*/ 554832 w 2543175"/>
                <a:gd name="connsiteY40" fmla="*/ 421481 h 1890712"/>
                <a:gd name="connsiteX41" fmla="*/ 564357 w 2543175"/>
                <a:gd name="connsiteY41" fmla="*/ 431006 h 1890712"/>
                <a:gd name="connsiteX42" fmla="*/ 573882 w 2543175"/>
                <a:gd name="connsiteY42" fmla="*/ 438150 h 1890712"/>
                <a:gd name="connsiteX43" fmla="*/ 595313 w 2543175"/>
                <a:gd name="connsiteY43" fmla="*/ 454819 h 1890712"/>
                <a:gd name="connsiteX44" fmla="*/ 602457 w 2543175"/>
                <a:gd name="connsiteY44" fmla="*/ 457200 h 1890712"/>
                <a:gd name="connsiteX45" fmla="*/ 628650 w 2543175"/>
                <a:gd name="connsiteY45" fmla="*/ 469106 h 1890712"/>
                <a:gd name="connsiteX46" fmla="*/ 645319 w 2543175"/>
                <a:gd name="connsiteY46" fmla="*/ 483394 h 1890712"/>
                <a:gd name="connsiteX47" fmla="*/ 654844 w 2543175"/>
                <a:gd name="connsiteY47" fmla="*/ 488156 h 1890712"/>
                <a:gd name="connsiteX48" fmla="*/ 661988 w 2543175"/>
                <a:gd name="connsiteY48" fmla="*/ 497681 h 1890712"/>
                <a:gd name="connsiteX49" fmla="*/ 683419 w 2543175"/>
                <a:gd name="connsiteY49" fmla="*/ 514350 h 1890712"/>
                <a:gd name="connsiteX50" fmla="*/ 700088 w 2543175"/>
                <a:gd name="connsiteY50" fmla="*/ 526256 h 1890712"/>
                <a:gd name="connsiteX51" fmla="*/ 709613 w 2543175"/>
                <a:gd name="connsiteY51" fmla="*/ 535781 h 1890712"/>
                <a:gd name="connsiteX52" fmla="*/ 719138 w 2543175"/>
                <a:gd name="connsiteY52" fmla="*/ 542925 h 1890712"/>
                <a:gd name="connsiteX53" fmla="*/ 733425 w 2543175"/>
                <a:gd name="connsiteY53" fmla="*/ 557212 h 1890712"/>
                <a:gd name="connsiteX54" fmla="*/ 750094 w 2543175"/>
                <a:gd name="connsiteY54" fmla="*/ 569119 h 1890712"/>
                <a:gd name="connsiteX55" fmla="*/ 769144 w 2543175"/>
                <a:gd name="connsiteY55" fmla="*/ 581025 h 1890712"/>
                <a:gd name="connsiteX56" fmla="*/ 785813 w 2543175"/>
                <a:gd name="connsiteY56" fmla="*/ 590550 h 1890712"/>
                <a:gd name="connsiteX57" fmla="*/ 792957 w 2543175"/>
                <a:gd name="connsiteY57" fmla="*/ 600075 h 1890712"/>
                <a:gd name="connsiteX58" fmla="*/ 809625 w 2543175"/>
                <a:gd name="connsiteY58" fmla="*/ 611981 h 1890712"/>
                <a:gd name="connsiteX59" fmla="*/ 816769 w 2543175"/>
                <a:gd name="connsiteY59" fmla="*/ 619125 h 1890712"/>
                <a:gd name="connsiteX60" fmla="*/ 826294 w 2543175"/>
                <a:gd name="connsiteY60" fmla="*/ 626269 h 1890712"/>
                <a:gd name="connsiteX61" fmla="*/ 840582 w 2543175"/>
                <a:gd name="connsiteY61" fmla="*/ 638175 h 1890712"/>
                <a:gd name="connsiteX62" fmla="*/ 847725 w 2543175"/>
                <a:gd name="connsiteY62" fmla="*/ 645319 h 1890712"/>
                <a:gd name="connsiteX63" fmla="*/ 857250 w 2543175"/>
                <a:gd name="connsiteY63" fmla="*/ 652462 h 1890712"/>
                <a:gd name="connsiteX64" fmla="*/ 864394 w 2543175"/>
                <a:gd name="connsiteY64" fmla="*/ 657225 h 1890712"/>
                <a:gd name="connsiteX65" fmla="*/ 888207 w 2543175"/>
                <a:gd name="connsiteY65" fmla="*/ 676275 h 1890712"/>
                <a:gd name="connsiteX66" fmla="*/ 895350 w 2543175"/>
                <a:gd name="connsiteY66" fmla="*/ 681037 h 1890712"/>
                <a:gd name="connsiteX67" fmla="*/ 907257 w 2543175"/>
                <a:gd name="connsiteY67" fmla="*/ 683419 h 1890712"/>
                <a:gd name="connsiteX68" fmla="*/ 928688 w 2543175"/>
                <a:gd name="connsiteY68" fmla="*/ 695325 h 1890712"/>
                <a:gd name="connsiteX69" fmla="*/ 942975 w 2543175"/>
                <a:gd name="connsiteY69" fmla="*/ 700087 h 1890712"/>
                <a:gd name="connsiteX70" fmla="*/ 964407 w 2543175"/>
                <a:gd name="connsiteY70" fmla="*/ 716756 h 1890712"/>
                <a:gd name="connsiteX71" fmla="*/ 971550 w 2543175"/>
                <a:gd name="connsiteY71" fmla="*/ 723900 h 1890712"/>
                <a:gd name="connsiteX72" fmla="*/ 983457 w 2543175"/>
                <a:gd name="connsiteY72" fmla="*/ 733425 h 1890712"/>
                <a:gd name="connsiteX73" fmla="*/ 990600 w 2543175"/>
                <a:gd name="connsiteY73" fmla="*/ 738187 h 1890712"/>
                <a:gd name="connsiteX74" fmla="*/ 1007269 w 2543175"/>
                <a:gd name="connsiteY74" fmla="*/ 752475 h 1890712"/>
                <a:gd name="connsiteX75" fmla="*/ 1031082 w 2543175"/>
                <a:gd name="connsiteY75" fmla="*/ 766762 h 1890712"/>
                <a:gd name="connsiteX76" fmla="*/ 1042988 w 2543175"/>
                <a:gd name="connsiteY76" fmla="*/ 773906 h 1890712"/>
                <a:gd name="connsiteX77" fmla="*/ 1071563 w 2543175"/>
                <a:gd name="connsiteY77" fmla="*/ 785812 h 1890712"/>
                <a:gd name="connsiteX78" fmla="*/ 1097757 w 2543175"/>
                <a:gd name="connsiteY78" fmla="*/ 807244 h 1890712"/>
                <a:gd name="connsiteX79" fmla="*/ 1104900 w 2543175"/>
                <a:gd name="connsiteY79" fmla="*/ 814387 h 1890712"/>
                <a:gd name="connsiteX80" fmla="*/ 1121569 w 2543175"/>
                <a:gd name="connsiteY80" fmla="*/ 823912 h 1890712"/>
                <a:gd name="connsiteX81" fmla="*/ 1138238 w 2543175"/>
                <a:gd name="connsiteY81" fmla="*/ 835819 h 1890712"/>
                <a:gd name="connsiteX82" fmla="*/ 1147763 w 2543175"/>
                <a:gd name="connsiteY82" fmla="*/ 842962 h 1890712"/>
                <a:gd name="connsiteX83" fmla="*/ 1157288 w 2543175"/>
                <a:gd name="connsiteY83" fmla="*/ 847725 h 1890712"/>
                <a:gd name="connsiteX84" fmla="*/ 1178719 w 2543175"/>
                <a:gd name="connsiteY84" fmla="*/ 859631 h 1890712"/>
                <a:gd name="connsiteX85" fmla="*/ 1188244 w 2543175"/>
                <a:gd name="connsiteY85" fmla="*/ 866775 h 1890712"/>
                <a:gd name="connsiteX86" fmla="*/ 1195388 w 2543175"/>
                <a:gd name="connsiteY86" fmla="*/ 871537 h 1890712"/>
                <a:gd name="connsiteX87" fmla="*/ 1212057 w 2543175"/>
                <a:gd name="connsiteY87" fmla="*/ 883444 h 1890712"/>
                <a:gd name="connsiteX88" fmla="*/ 1226344 w 2543175"/>
                <a:gd name="connsiteY88" fmla="*/ 895350 h 1890712"/>
                <a:gd name="connsiteX89" fmla="*/ 1245394 w 2543175"/>
                <a:gd name="connsiteY89" fmla="*/ 907256 h 1890712"/>
                <a:gd name="connsiteX90" fmla="*/ 1254919 w 2543175"/>
                <a:gd name="connsiteY90" fmla="*/ 914400 h 1890712"/>
                <a:gd name="connsiteX91" fmla="*/ 1269207 w 2543175"/>
                <a:gd name="connsiteY91" fmla="*/ 921544 h 1890712"/>
                <a:gd name="connsiteX92" fmla="*/ 1290638 w 2543175"/>
                <a:gd name="connsiteY92" fmla="*/ 935831 h 1890712"/>
                <a:gd name="connsiteX93" fmla="*/ 1307307 w 2543175"/>
                <a:gd name="connsiteY93" fmla="*/ 952500 h 1890712"/>
                <a:gd name="connsiteX94" fmla="*/ 1333500 w 2543175"/>
                <a:gd name="connsiteY94" fmla="*/ 971550 h 1890712"/>
                <a:gd name="connsiteX95" fmla="*/ 1359694 w 2543175"/>
                <a:gd name="connsiteY95" fmla="*/ 990600 h 1890712"/>
                <a:gd name="connsiteX96" fmla="*/ 1385888 w 2543175"/>
                <a:gd name="connsiteY96" fmla="*/ 1021557 h 1890712"/>
                <a:gd name="connsiteX97" fmla="*/ 1435894 w 2543175"/>
                <a:gd name="connsiteY97" fmla="*/ 1054894 h 1890712"/>
                <a:gd name="connsiteX98" fmla="*/ 1497806 w 2543175"/>
                <a:gd name="connsiteY98" fmla="*/ 1104900 h 1890712"/>
                <a:gd name="connsiteX99" fmla="*/ 1559718 w 2543175"/>
                <a:gd name="connsiteY99" fmla="*/ 1154906 h 1890712"/>
                <a:gd name="connsiteX100" fmla="*/ 1595438 w 2543175"/>
                <a:gd name="connsiteY100" fmla="*/ 1181100 h 1890712"/>
                <a:gd name="connsiteX101" fmla="*/ 1628775 w 2543175"/>
                <a:gd name="connsiteY101" fmla="*/ 1207294 h 1890712"/>
                <a:gd name="connsiteX102" fmla="*/ 1662113 w 2543175"/>
                <a:gd name="connsiteY102" fmla="*/ 1231107 h 1890712"/>
                <a:gd name="connsiteX103" fmla="*/ 1700213 w 2543175"/>
                <a:gd name="connsiteY103" fmla="*/ 1247775 h 1890712"/>
                <a:gd name="connsiteX104" fmla="*/ 1712119 w 2543175"/>
                <a:gd name="connsiteY104" fmla="*/ 1259681 h 1890712"/>
                <a:gd name="connsiteX105" fmla="*/ 1733550 w 2543175"/>
                <a:gd name="connsiteY105" fmla="*/ 1273969 h 1890712"/>
                <a:gd name="connsiteX106" fmla="*/ 1743075 w 2543175"/>
                <a:gd name="connsiteY106" fmla="*/ 1283494 h 1890712"/>
                <a:gd name="connsiteX107" fmla="*/ 1754982 w 2543175"/>
                <a:gd name="connsiteY107" fmla="*/ 1290637 h 1890712"/>
                <a:gd name="connsiteX108" fmla="*/ 1766888 w 2543175"/>
                <a:gd name="connsiteY108" fmla="*/ 1300162 h 1890712"/>
                <a:gd name="connsiteX109" fmla="*/ 1783557 w 2543175"/>
                <a:gd name="connsiteY109" fmla="*/ 1307306 h 1890712"/>
                <a:gd name="connsiteX110" fmla="*/ 1790700 w 2543175"/>
                <a:gd name="connsiteY110" fmla="*/ 1312069 h 1890712"/>
                <a:gd name="connsiteX111" fmla="*/ 1800225 w 2543175"/>
                <a:gd name="connsiteY111" fmla="*/ 1319212 h 1890712"/>
                <a:gd name="connsiteX112" fmla="*/ 1807369 w 2543175"/>
                <a:gd name="connsiteY112" fmla="*/ 1321594 h 1890712"/>
                <a:gd name="connsiteX113" fmla="*/ 1824038 w 2543175"/>
                <a:gd name="connsiteY113" fmla="*/ 1333500 h 1890712"/>
                <a:gd name="connsiteX114" fmla="*/ 1843088 w 2543175"/>
                <a:gd name="connsiteY114" fmla="*/ 1352550 h 1890712"/>
                <a:gd name="connsiteX115" fmla="*/ 1852613 w 2543175"/>
                <a:gd name="connsiteY115" fmla="*/ 1359694 h 1890712"/>
                <a:gd name="connsiteX116" fmla="*/ 1859757 w 2543175"/>
                <a:gd name="connsiteY116" fmla="*/ 1366837 h 1890712"/>
                <a:gd name="connsiteX117" fmla="*/ 1869282 w 2543175"/>
                <a:gd name="connsiteY117" fmla="*/ 1371600 h 1890712"/>
                <a:gd name="connsiteX118" fmla="*/ 1883569 w 2543175"/>
                <a:gd name="connsiteY118" fmla="*/ 1388269 h 1890712"/>
                <a:gd name="connsiteX119" fmla="*/ 1893094 w 2543175"/>
                <a:gd name="connsiteY119" fmla="*/ 1395412 h 1890712"/>
                <a:gd name="connsiteX120" fmla="*/ 1902619 w 2543175"/>
                <a:gd name="connsiteY120" fmla="*/ 1404937 h 1890712"/>
                <a:gd name="connsiteX121" fmla="*/ 1912144 w 2543175"/>
                <a:gd name="connsiteY121" fmla="*/ 1409700 h 1890712"/>
                <a:gd name="connsiteX122" fmla="*/ 1931194 w 2543175"/>
                <a:gd name="connsiteY122" fmla="*/ 1421606 h 1890712"/>
                <a:gd name="connsiteX123" fmla="*/ 1935957 w 2543175"/>
                <a:gd name="connsiteY123" fmla="*/ 1428750 h 1890712"/>
                <a:gd name="connsiteX124" fmla="*/ 1952625 w 2543175"/>
                <a:gd name="connsiteY124" fmla="*/ 1438275 h 1890712"/>
                <a:gd name="connsiteX125" fmla="*/ 1971675 w 2543175"/>
                <a:gd name="connsiteY125" fmla="*/ 1450181 h 1890712"/>
                <a:gd name="connsiteX126" fmla="*/ 1981200 w 2543175"/>
                <a:gd name="connsiteY126" fmla="*/ 1454944 h 1890712"/>
                <a:gd name="connsiteX127" fmla="*/ 1997869 w 2543175"/>
                <a:gd name="connsiteY127" fmla="*/ 1471612 h 1890712"/>
                <a:gd name="connsiteX128" fmla="*/ 2007394 w 2543175"/>
                <a:gd name="connsiteY128" fmla="*/ 1478756 h 1890712"/>
                <a:gd name="connsiteX129" fmla="*/ 2016919 w 2543175"/>
                <a:gd name="connsiteY129" fmla="*/ 1483519 h 1890712"/>
                <a:gd name="connsiteX130" fmla="*/ 2024063 w 2543175"/>
                <a:gd name="connsiteY130" fmla="*/ 1490662 h 1890712"/>
                <a:gd name="connsiteX131" fmla="*/ 2033588 w 2543175"/>
                <a:gd name="connsiteY131" fmla="*/ 1495425 h 1890712"/>
                <a:gd name="connsiteX132" fmla="*/ 2040732 w 2543175"/>
                <a:gd name="connsiteY132" fmla="*/ 1502569 h 1890712"/>
                <a:gd name="connsiteX133" fmla="*/ 2047875 w 2543175"/>
                <a:gd name="connsiteY133" fmla="*/ 1507331 h 1890712"/>
                <a:gd name="connsiteX134" fmla="*/ 2057400 w 2543175"/>
                <a:gd name="connsiteY134" fmla="*/ 1514475 h 1890712"/>
                <a:gd name="connsiteX135" fmla="*/ 2064544 w 2543175"/>
                <a:gd name="connsiteY135" fmla="*/ 1519237 h 1890712"/>
                <a:gd name="connsiteX136" fmla="*/ 2071688 w 2543175"/>
                <a:gd name="connsiteY136" fmla="*/ 1526381 h 1890712"/>
                <a:gd name="connsiteX137" fmla="*/ 2081213 w 2543175"/>
                <a:gd name="connsiteY137" fmla="*/ 1531144 h 1890712"/>
                <a:gd name="connsiteX138" fmla="*/ 2090738 w 2543175"/>
                <a:gd name="connsiteY138" fmla="*/ 1538287 h 1890712"/>
                <a:gd name="connsiteX139" fmla="*/ 2109788 w 2543175"/>
                <a:gd name="connsiteY139" fmla="*/ 1547812 h 1890712"/>
                <a:gd name="connsiteX140" fmla="*/ 2131219 w 2543175"/>
                <a:gd name="connsiteY140" fmla="*/ 1562100 h 1890712"/>
                <a:gd name="connsiteX141" fmla="*/ 2140744 w 2543175"/>
                <a:gd name="connsiteY141" fmla="*/ 1566862 h 1890712"/>
                <a:gd name="connsiteX142" fmla="*/ 2152650 w 2543175"/>
                <a:gd name="connsiteY142" fmla="*/ 1576387 h 1890712"/>
                <a:gd name="connsiteX143" fmla="*/ 2181225 w 2543175"/>
                <a:gd name="connsiteY143" fmla="*/ 1590675 h 1890712"/>
                <a:gd name="connsiteX144" fmla="*/ 2200275 w 2543175"/>
                <a:gd name="connsiteY144" fmla="*/ 1607344 h 1890712"/>
                <a:gd name="connsiteX145" fmla="*/ 2207419 w 2543175"/>
                <a:gd name="connsiteY145" fmla="*/ 1612106 h 1890712"/>
                <a:gd name="connsiteX146" fmla="*/ 2216944 w 2543175"/>
                <a:gd name="connsiteY146" fmla="*/ 1619250 h 1890712"/>
                <a:gd name="connsiteX147" fmla="*/ 2247900 w 2543175"/>
                <a:gd name="connsiteY147" fmla="*/ 1643062 h 1890712"/>
                <a:gd name="connsiteX148" fmla="*/ 2281238 w 2543175"/>
                <a:gd name="connsiteY148" fmla="*/ 1674019 h 1890712"/>
                <a:gd name="connsiteX149" fmla="*/ 2312194 w 2543175"/>
                <a:gd name="connsiteY149" fmla="*/ 1685925 h 1890712"/>
                <a:gd name="connsiteX150" fmla="*/ 2350294 w 2543175"/>
                <a:gd name="connsiteY150" fmla="*/ 1712119 h 1890712"/>
                <a:gd name="connsiteX151" fmla="*/ 2428876 w 2543175"/>
                <a:gd name="connsiteY151" fmla="*/ 1785938 h 1890712"/>
                <a:gd name="connsiteX152" fmla="*/ 2469356 w 2543175"/>
                <a:gd name="connsiteY152" fmla="*/ 1816894 h 1890712"/>
                <a:gd name="connsiteX153" fmla="*/ 2514600 w 2543175"/>
                <a:gd name="connsiteY153" fmla="*/ 1850231 h 1890712"/>
                <a:gd name="connsiteX154" fmla="*/ 2519363 w 2543175"/>
                <a:gd name="connsiteY154" fmla="*/ 1857375 h 1890712"/>
                <a:gd name="connsiteX155" fmla="*/ 2540794 w 2543175"/>
                <a:gd name="connsiteY155" fmla="*/ 1883569 h 1890712"/>
                <a:gd name="connsiteX156" fmla="*/ 2543175 w 2543175"/>
                <a:gd name="connsiteY156" fmla="*/ 1890712 h 1890712"/>
                <a:gd name="connsiteX0" fmla="*/ 0 w 2543175"/>
                <a:gd name="connsiteY0" fmla="*/ 0 h 1890712"/>
                <a:gd name="connsiteX1" fmla="*/ 11907 w 2543175"/>
                <a:gd name="connsiteY1" fmla="*/ 11906 h 1890712"/>
                <a:gd name="connsiteX2" fmla="*/ 21432 w 2543175"/>
                <a:gd name="connsiteY2" fmla="*/ 16669 h 1890712"/>
                <a:gd name="connsiteX3" fmla="*/ 23813 w 2543175"/>
                <a:gd name="connsiteY3" fmla="*/ 23812 h 1890712"/>
                <a:gd name="connsiteX4" fmla="*/ 33338 w 2543175"/>
                <a:gd name="connsiteY4" fmla="*/ 33337 h 1890712"/>
                <a:gd name="connsiteX5" fmla="*/ 40482 w 2543175"/>
                <a:gd name="connsiteY5" fmla="*/ 42862 h 1890712"/>
                <a:gd name="connsiteX6" fmla="*/ 47625 w 2543175"/>
                <a:gd name="connsiteY6" fmla="*/ 47625 h 1890712"/>
                <a:gd name="connsiteX7" fmla="*/ 57150 w 2543175"/>
                <a:gd name="connsiteY7" fmla="*/ 54769 h 1890712"/>
                <a:gd name="connsiteX8" fmla="*/ 64294 w 2543175"/>
                <a:gd name="connsiteY8" fmla="*/ 59531 h 1890712"/>
                <a:gd name="connsiteX9" fmla="*/ 83344 w 2543175"/>
                <a:gd name="connsiteY9" fmla="*/ 73819 h 1890712"/>
                <a:gd name="connsiteX10" fmla="*/ 97632 w 2543175"/>
                <a:gd name="connsiteY10" fmla="*/ 80962 h 1890712"/>
                <a:gd name="connsiteX11" fmla="*/ 104775 w 2543175"/>
                <a:gd name="connsiteY11" fmla="*/ 85725 h 1890712"/>
                <a:gd name="connsiteX12" fmla="*/ 114300 w 2543175"/>
                <a:gd name="connsiteY12" fmla="*/ 95250 h 1890712"/>
                <a:gd name="connsiteX13" fmla="*/ 123825 w 2543175"/>
                <a:gd name="connsiteY13" fmla="*/ 97631 h 1890712"/>
                <a:gd name="connsiteX14" fmla="*/ 130969 w 2543175"/>
                <a:gd name="connsiteY14" fmla="*/ 104775 h 1890712"/>
                <a:gd name="connsiteX15" fmla="*/ 140494 w 2543175"/>
                <a:gd name="connsiteY15" fmla="*/ 111919 h 1890712"/>
                <a:gd name="connsiteX16" fmla="*/ 147638 w 2543175"/>
                <a:gd name="connsiteY16" fmla="*/ 116681 h 1890712"/>
                <a:gd name="connsiteX17" fmla="*/ 164307 w 2543175"/>
                <a:gd name="connsiteY17" fmla="*/ 128587 h 1890712"/>
                <a:gd name="connsiteX18" fmla="*/ 180975 w 2543175"/>
                <a:gd name="connsiteY18" fmla="*/ 140494 h 1890712"/>
                <a:gd name="connsiteX19" fmla="*/ 197644 w 2543175"/>
                <a:gd name="connsiteY19" fmla="*/ 152400 h 1890712"/>
                <a:gd name="connsiteX20" fmla="*/ 204788 w 2543175"/>
                <a:gd name="connsiteY20" fmla="*/ 157162 h 1890712"/>
                <a:gd name="connsiteX21" fmla="*/ 214313 w 2543175"/>
                <a:gd name="connsiteY21" fmla="*/ 164306 h 1890712"/>
                <a:gd name="connsiteX22" fmla="*/ 230982 w 2543175"/>
                <a:gd name="connsiteY22" fmla="*/ 180975 h 1890712"/>
                <a:gd name="connsiteX23" fmla="*/ 247650 w 2543175"/>
                <a:gd name="connsiteY23" fmla="*/ 185737 h 1890712"/>
                <a:gd name="connsiteX24" fmla="*/ 300038 w 2543175"/>
                <a:gd name="connsiteY24" fmla="*/ 219075 h 1890712"/>
                <a:gd name="connsiteX25" fmla="*/ 342900 w 2543175"/>
                <a:gd name="connsiteY25" fmla="*/ 254794 h 1890712"/>
                <a:gd name="connsiteX26" fmla="*/ 366713 w 2543175"/>
                <a:gd name="connsiteY26" fmla="*/ 264319 h 1890712"/>
                <a:gd name="connsiteX27" fmla="*/ 371475 w 2543175"/>
                <a:gd name="connsiteY27" fmla="*/ 271462 h 1890712"/>
                <a:gd name="connsiteX28" fmla="*/ 385763 w 2543175"/>
                <a:gd name="connsiteY28" fmla="*/ 283369 h 1890712"/>
                <a:gd name="connsiteX29" fmla="*/ 404813 w 2543175"/>
                <a:gd name="connsiteY29" fmla="*/ 295275 h 1890712"/>
                <a:gd name="connsiteX30" fmla="*/ 411957 w 2543175"/>
                <a:gd name="connsiteY30" fmla="*/ 297656 h 1890712"/>
                <a:gd name="connsiteX31" fmla="*/ 466725 w 2543175"/>
                <a:gd name="connsiteY31" fmla="*/ 328612 h 1890712"/>
                <a:gd name="connsiteX32" fmla="*/ 476250 w 2543175"/>
                <a:gd name="connsiteY32" fmla="*/ 335756 h 1890712"/>
                <a:gd name="connsiteX33" fmla="*/ 481013 w 2543175"/>
                <a:gd name="connsiteY33" fmla="*/ 342900 h 1890712"/>
                <a:gd name="connsiteX34" fmla="*/ 490538 w 2543175"/>
                <a:gd name="connsiteY34" fmla="*/ 352425 h 1890712"/>
                <a:gd name="connsiteX35" fmla="*/ 495300 w 2543175"/>
                <a:gd name="connsiteY35" fmla="*/ 359569 h 1890712"/>
                <a:gd name="connsiteX36" fmla="*/ 509588 w 2543175"/>
                <a:gd name="connsiteY36" fmla="*/ 376237 h 1890712"/>
                <a:gd name="connsiteX37" fmla="*/ 514350 w 2543175"/>
                <a:gd name="connsiteY37" fmla="*/ 383381 h 1890712"/>
                <a:gd name="connsiteX38" fmla="*/ 531019 w 2543175"/>
                <a:gd name="connsiteY38" fmla="*/ 397669 h 1890712"/>
                <a:gd name="connsiteX39" fmla="*/ 538163 w 2543175"/>
                <a:gd name="connsiteY39" fmla="*/ 407194 h 1890712"/>
                <a:gd name="connsiteX40" fmla="*/ 554832 w 2543175"/>
                <a:gd name="connsiteY40" fmla="*/ 421481 h 1890712"/>
                <a:gd name="connsiteX41" fmla="*/ 564357 w 2543175"/>
                <a:gd name="connsiteY41" fmla="*/ 431006 h 1890712"/>
                <a:gd name="connsiteX42" fmla="*/ 573882 w 2543175"/>
                <a:gd name="connsiteY42" fmla="*/ 438150 h 1890712"/>
                <a:gd name="connsiteX43" fmla="*/ 595313 w 2543175"/>
                <a:gd name="connsiteY43" fmla="*/ 454819 h 1890712"/>
                <a:gd name="connsiteX44" fmla="*/ 602457 w 2543175"/>
                <a:gd name="connsiteY44" fmla="*/ 457200 h 1890712"/>
                <a:gd name="connsiteX45" fmla="*/ 628650 w 2543175"/>
                <a:gd name="connsiteY45" fmla="*/ 469106 h 1890712"/>
                <a:gd name="connsiteX46" fmla="*/ 645319 w 2543175"/>
                <a:gd name="connsiteY46" fmla="*/ 483394 h 1890712"/>
                <a:gd name="connsiteX47" fmla="*/ 654844 w 2543175"/>
                <a:gd name="connsiteY47" fmla="*/ 488156 h 1890712"/>
                <a:gd name="connsiteX48" fmla="*/ 661988 w 2543175"/>
                <a:gd name="connsiteY48" fmla="*/ 497681 h 1890712"/>
                <a:gd name="connsiteX49" fmla="*/ 683419 w 2543175"/>
                <a:gd name="connsiteY49" fmla="*/ 514350 h 1890712"/>
                <a:gd name="connsiteX50" fmla="*/ 700088 w 2543175"/>
                <a:gd name="connsiteY50" fmla="*/ 526256 h 1890712"/>
                <a:gd name="connsiteX51" fmla="*/ 709613 w 2543175"/>
                <a:gd name="connsiteY51" fmla="*/ 535781 h 1890712"/>
                <a:gd name="connsiteX52" fmla="*/ 719138 w 2543175"/>
                <a:gd name="connsiteY52" fmla="*/ 542925 h 1890712"/>
                <a:gd name="connsiteX53" fmla="*/ 733425 w 2543175"/>
                <a:gd name="connsiteY53" fmla="*/ 557212 h 1890712"/>
                <a:gd name="connsiteX54" fmla="*/ 750094 w 2543175"/>
                <a:gd name="connsiteY54" fmla="*/ 569119 h 1890712"/>
                <a:gd name="connsiteX55" fmla="*/ 769144 w 2543175"/>
                <a:gd name="connsiteY55" fmla="*/ 581025 h 1890712"/>
                <a:gd name="connsiteX56" fmla="*/ 785813 w 2543175"/>
                <a:gd name="connsiteY56" fmla="*/ 590550 h 1890712"/>
                <a:gd name="connsiteX57" fmla="*/ 792957 w 2543175"/>
                <a:gd name="connsiteY57" fmla="*/ 600075 h 1890712"/>
                <a:gd name="connsiteX58" fmla="*/ 809625 w 2543175"/>
                <a:gd name="connsiteY58" fmla="*/ 611981 h 1890712"/>
                <a:gd name="connsiteX59" fmla="*/ 816769 w 2543175"/>
                <a:gd name="connsiteY59" fmla="*/ 619125 h 1890712"/>
                <a:gd name="connsiteX60" fmla="*/ 826294 w 2543175"/>
                <a:gd name="connsiteY60" fmla="*/ 626269 h 1890712"/>
                <a:gd name="connsiteX61" fmla="*/ 840582 w 2543175"/>
                <a:gd name="connsiteY61" fmla="*/ 638175 h 1890712"/>
                <a:gd name="connsiteX62" fmla="*/ 847725 w 2543175"/>
                <a:gd name="connsiteY62" fmla="*/ 645319 h 1890712"/>
                <a:gd name="connsiteX63" fmla="*/ 857250 w 2543175"/>
                <a:gd name="connsiteY63" fmla="*/ 652462 h 1890712"/>
                <a:gd name="connsiteX64" fmla="*/ 864394 w 2543175"/>
                <a:gd name="connsiteY64" fmla="*/ 657225 h 1890712"/>
                <a:gd name="connsiteX65" fmla="*/ 888207 w 2543175"/>
                <a:gd name="connsiteY65" fmla="*/ 676275 h 1890712"/>
                <a:gd name="connsiteX66" fmla="*/ 895350 w 2543175"/>
                <a:gd name="connsiteY66" fmla="*/ 681037 h 1890712"/>
                <a:gd name="connsiteX67" fmla="*/ 907257 w 2543175"/>
                <a:gd name="connsiteY67" fmla="*/ 683419 h 1890712"/>
                <a:gd name="connsiteX68" fmla="*/ 928688 w 2543175"/>
                <a:gd name="connsiteY68" fmla="*/ 695325 h 1890712"/>
                <a:gd name="connsiteX69" fmla="*/ 942975 w 2543175"/>
                <a:gd name="connsiteY69" fmla="*/ 700087 h 1890712"/>
                <a:gd name="connsiteX70" fmla="*/ 964407 w 2543175"/>
                <a:gd name="connsiteY70" fmla="*/ 716756 h 1890712"/>
                <a:gd name="connsiteX71" fmla="*/ 971550 w 2543175"/>
                <a:gd name="connsiteY71" fmla="*/ 723900 h 1890712"/>
                <a:gd name="connsiteX72" fmla="*/ 983457 w 2543175"/>
                <a:gd name="connsiteY72" fmla="*/ 733425 h 1890712"/>
                <a:gd name="connsiteX73" fmla="*/ 990600 w 2543175"/>
                <a:gd name="connsiteY73" fmla="*/ 738187 h 1890712"/>
                <a:gd name="connsiteX74" fmla="*/ 1007269 w 2543175"/>
                <a:gd name="connsiteY74" fmla="*/ 752475 h 1890712"/>
                <a:gd name="connsiteX75" fmla="*/ 1031082 w 2543175"/>
                <a:gd name="connsiteY75" fmla="*/ 766762 h 1890712"/>
                <a:gd name="connsiteX76" fmla="*/ 1042988 w 2543175"/>
                <a:gd name="connsiteY76" fmla="*/ 773906 h 1890712"/>
                <a:gd name="connsiteX77" fmla="*/ 1071563 w 2543175"/>
                <a:gd name="connsiteY77" fmla="*/ 785812 h 1890712"/>
                <a:gd name="connsiteX78" fmla="*/ 1097757 w 2543175"/>
                <a:gd name="connsiteY78" fmla="*/ 807244 h 1890712"/>
                <a:gd name="connsiteX79" fmla="*/ 1104900 w 2543175"/>
                <a:gd name="connsiteY79" fmla="*/ 814387 h 1890712"/>
                <a:gd name="connsiteX80" fmla="*/ 1121569 w 2543175"/>
                <a:gd name="connsiteY80" fmla="*/ 823912 h 1890712"/>
                <a:gd name="connsiteX81" fmla="*/ 1138238 w 2543175"/>
                <a:gd name="connsiteY81" fmla="*/ 835819 h 1890712"/>
                <a:gd name="connsiteX82" fmla="*/ 1147763 w 2543175"/>
                <a:gd name="connsiteY82" fmla="*/ 842962 h 1890712"/>
                <a:gd name="connsiteX83" fmla="*/ 1157288 w 2543175"/>
                <a:gd name="connsiteY83" fmla="*/ 847725 h 1890712"/>
                <a:gd name="connsiteX84" fmla="*/ 1178719 w 2543175"/>
                <a:gd name="connsiteY84" fmla="*/ 859631 h 1890712"/>
                <a:gd name="connsiteX85" fmla="*/ 1188244 w 2543175"/>
                <a:gd name="connsiteY85" fmla="*/ 866775 h 1890712"/>
                <a:gd name="connsiteX86" fmla="*/ 1195388 w 2543175"/>
                <a:gd name="connsiteY86" fmla="*/ 871537 h 1890712"/>
                <a:gd name="connsiteX87" fmla="*/ 1212057 w 2543175"/>
                <a:gd name="connsiteY87" fmla="*/ 883444 h 1890712"/>
                <a:gd name="connsiteX88" fmla="*/ 1226344 w 2543175"/>
                <a:gd name="connsiteY88" fmla="*/ 895350 h 1890712"/>
                <a:gd name="connsiteX89" fmla="*/ 1245394 w 2543175"/>
                <a:gd name="connsiteY89" fmla="*/ 907256 h 1890712"/>
                <a:gd name="connsiteX90" fmla="*/ 1254919 w 2543175"/>
                <a:gd name="connsiteY90" fmla="*/ 914400 h 1890712"/>
                <a:gd name="connsiteX91" fmla="*/ 1269207 w 2543175"/>
                <a:gd name="connsiteY91" fmla="*/ 921544 h 1890712"/>
                <a:gd name="connsiteX92" fmla="*/ 1290638 w 2543175"/>
                <a:gd name="connsiteY92" fmla="*/ 935831 h 1890712"/>
                <a:gd name="connsiteX93" fmla="*/ 1307307 w 2543175"/>
                <a:gd name="connsiteY93" fmla="*/ 952500 h 1890712"/>
                <a:gd name="connsiteX94" fmla="*/ 1333500 w 2543175"/>
                <a:gd name="connsiteY94" fmla="*/ 971550 h 1890712"/>
                <a:gd name="connsiteX95" fmla="*/ 1359694 w 2543175"/>
                <a:gd name="connsiteY95" fmla="*/ 990600 h 1890712"/>
                <a:gd name="connsiteX96" fmla="*/ 1385888 w 2543175"/>
                <a:gd name="connsiteY96" fmla="*/ 1021557 h 1890712"/>
                <a:gd name="connsiteX97" fmla="*/ 1435894 w 2543175"/>
                <a:gd name="connsiteY97" fmla="*/ 1054894 h 1890712"/>
                <a:gd name="connsiteX98" fmla="*/ 1497806 w 2543175"/>
                <a:gd name="connsiteY98" fmla="*/ 1104900 h 1890712"/>
                <a:gd name="connsiteX99" fmla="*/ 1559718 w 2543175"/>
                <a:gd name="connsiteY99" fmla="*/ 1154906 h 1890712"/>
                <a:gd name="connsiteX100" fmla="*/ 1595438 w 2543175"/>
                <a:gd name="connsiteY100" fmla="*/ 1181100 h 1890712"/>
                <a:gd name="connsiteX101" fmla="*/ 1628775 w 2543175"/>
                <a:gd name="connsiteY101" fmla="*/ 1207294 h 1890712"/>
                <a:gd name="connsiteX102" fmla="*/ 1662113 w 2543175"/>
                <a:gd name="connsiteY102" fmla="*/ 1231107 h 1890712"/>
                <a:gd name="connsiteX103" fmla="*/ 1700213 w 2543175"/>
                <a:gd name="connsiteY103" fmla="*/ 1247775 h 1890712"/>
                <a:gd name="connsiteX104" fmla="*/ 1712119 w 2543175"/>
                <a:gd name="connsiteY104" fmla="*/ 1259681 h 1890712"/>
                <a:gd name="connsiteX105" fmla="*/ 1733550 w 2543175"/>
                <a:gd name="connsiteY105" fmla="*/ 1273969 h 1890712"/>
                <a:gd name="connsiteX106" fmla="*/ 1743075 w 2543175"/>
                <a:gd name="connsiteY106" fmla="*/ 1283494 h 1890712"/>
                <a:gd name="connsiteX107" fmla="*/ 1754982 w 2543175"/>
                <a:gd name="connsiteY107" fmla="*/ 1290637 h 1890712"/>
                <a:gd name="connsiteX108" fmla="*/ 1766888 w 2543175"/>
                <a:gd name="connsiteY108" fmla="*/ 1300162 h 1890712"/>
                <a:gd name="connsiteX109" fmla="*/ 1783557 w 2543175"/>
                <a:gd name="connsiteY109" fmla="*/ 1307306 h 1890712"/>
                <a:gd name="connsiteX110" fmla="*/ 1790700 w 2543175"/>
                <a:gd name="connsiteY110" fmla="*/ 1312069 h 1890712"/>
                <a:gd name="connsiteX111" fmla="*/ 1800225 w 2543175"/>
                <a:gd name="connsiteY111" fmla="*/ 1319212 h 1890712"/>
                <a:gd name="connsiteX112" fmla="*/ 1807369 w 2543175"/>
                <a:gd name="connsiteY112" fmla="*/ 1321594 h 1890712"/>
                <a:gd name="connsiteX113" fmla="*/ 1824038 w 2543175"/>
                <a:gd name="connsiteY113" fmla="*/ 1333500 h 1890712"/>
                <a:gd name="connsiteX114" fmla="*/ 1843088 w 2543175"/>
                <a:gd name="connsiteY114" fmla="*/ 1352550 h 1890712"/>
                <a:gd name="connsiteX115" fmla="*/ 1852613 w 2543175"/>
                <a:gd name="connsiteY115" fmla="*/ 1359694 h 1890712"/>
                <a:gd name="connsiteX116" fmla="*/ 1859757 w 2543175"/>
                <a:gd name="connsiteY116" fmla="*/ 1366837 h 1890712"/>
                <a:gd name="connsiteX117" fmla="*/ 1869282 w 2543175"/>
                <a:gd name="connsiteY117" fmla="*/ 1371600 h 1890712"/>
                <a:gd name="connsiteX118" fmla="*/ 1883569 w 2543175"/>
                <a:gd name="connsiteY118" fmla="*/ 1388269 h 1890712"/>
                <a:gd name="connsiteX119" fmla="*/ 1893094 w 2543175"/>
                <a:gd name="connsiteY119" fmla="*/ 1395412 h 1890712"/>
                <a:gd name="connsiteX120" fmla="*/ 1902619 w 2543175"/>
                <a:gd name="connsiteY120" fmla="*/ 1404937 h 1890712"/>
                <a:gd name="connsiteX121" fmla="*/ 1912144 w 2543175"/>
                <a:gd name="connsiteY121" fmla="*/ 1409700 h 1890712"/>
                <a:gd name="connsiteX122" fmla="*/ 1931194 w 2543175"/>
                <a:gd name="connsiteY122" fmla="*/ 1421606 h 1890712"/>
                <a:gd name="connsiteX123" fmla="*/ 1935957 w 2543175"/>
                <a:gd name="connsiteY123" fmla="*/ 1428750 h 1890712"/>
                <a:gd name="connsiteX124" fmla="*/ 1952625 w 2543175"/>
                <a:gd name="connsiteY124" fmla="*/ 1438275 h 1890712"/>
                <a:gd name="connsiteX125" fmla="*/ 1971675 w 2543175"/>
                <a:gd name="connsiteY125" fmla="*/ 1450181 h 1890712"/>
                <a:gd name="connsiteX126" fmla="*/ 1981200 w 2543175"/>
                <a:gd name="connsiteY126" fmla="*/ 1454944 h 1890712"/>
                <a:gd name="connsiteX127" fmla="*/ 1997869 w 2543175"/>
                <a:gd name="connsiteY127" fmla="*/ 1471612 h 1890712"/>
                <a:gd name="connsiteX128" fmla="*/ 2007394 w 2543175"/>
                <a:gd name="connsiteY128" fmla="*/ 1478756 h 1890712"/>
                <a:gd name="connsiteX129" fmla="*/ 2016919 w 2543175"/>
                <a:gd name="connsiteY129" fmla="*/ 1483519 h 1890712"/>
                <a:gd name="connsiteX130" fmla="*/ 2024063 w 2543175"/>
                <a:gd name="connsiteY130" fmla="*/ 1490662 h 1890712"/>
                <a:gd name="connsiteX131" fmla="*/ 2033588 w 2543175"/>
                <a:gd name="connsiteY131" fmla="*/ 1495425 h 1890712"/>
                <a:gd name="connsiteX132" fmla="*/ 2040732 w 2543175"/>
                <a:gd name="connsiteY132" fmla="*/ 1502569 h 1890712"/>
                <a:gd name="connsiteX133" fmla="*/ 2047875 w 2543175"/>
                <a:gd name="connsiteY133" fmla="*/ 1507331 h 1890712"/>
                <a:gd name="connsiteX134" fmla="*/ 2057400 w 2543175"/>
                <a:gd name="connsiteY134" fmla="*/ 1514475 h 1890712"/>
                <a:gd name="connsiteX135" fmla="*/ 2064544 w 2543175"/>
                <a:gd name="connsiteY135" fmla="*/ 1519237 h 1890712"/>
                <a:gd name="connsiteX136" fmla="*/ 2071688 w 2543175"/>
                <a:gd name="connsiteY136" fmla="*/ 1526381 h 1890712"/>
                <a:gd name="connsiteX137" fmla="*/ 2081213 w 2543175"/>
                <a:gd name="connsiteY137" fmla="*/ 1531144 h 1890712"/>
                <a:gd name="connsiteX138" fmla="*/ 2090738 w 2543175"/>
                <a:gd name="connsiteY138" fmla="*/ 1538287 h 1890712"/>
                <a:gd name="connsiteX139" fmla="*/ 2109788 w 2543175"/>
                <a:gd name="connsiteY139" fmla="*/ 1547812 h 1890712"/>
                <a:gd name="connsiteX140" fmla="*/ 2131219 w 2543175"/>
                <a:gd name="connsiteY140" fmla="*/ 1562100 h 1890712"/>
                <a:gd name="connsiteX141" fmla="*/ 2140744 w 2543175"/>
                <a:gd name="connsiteY141" fmla="*/ 1566862 h 1890712"/>
                <a:gd name="connsiteX142" fmla="*/ 2152650 w 2543175"/>
                <a:gd name="connsiteY142" fmla="*/ 1576387 h 1890712"/>
                <a:gd name="connsiteX143" fmla="*/ 2181225 w 2543175"/>
                <a:gd name="connsiteY143" fmla="*/ 1590675 h 1890712"/>
                <a:gd name="connsiteX144" fmla="*/ 2200275 w 2543175"/>
                <a:gd name="connsiteY144" fmla="*/ 1607344 h 1890712"/>
                <a:gd name="connsiteX145" fmla="*/ 2207419 w 2543175"/>
                <a:gd name="connsiteY145" fmla="*/ 1612106 h 1890712"/>
                <a:gd name="connsiteX146" fmla="*/ 2216944 w 2543175"/>
                <a:gd name="connsiteY146" fmla="*/ 1619250 h 1890712"/>
                <a:gd name="connsiteX147" fmla="*/ 2247900 w 2543175"/>
                <a:gd name="connsiteY147" fmla="*/ 1643062 h 1890712"/>
                <a:gd name="connsiteX148" fmla="*/ 2281238 w 2543175"/>
                <a:gd name="connsiteY148" fmla="*/ 1674019 h 1890712"/>
                <a:gd name="connsiteX149" fmla="*/ 2312194 w 2543175"/>
                <a:gd name="connsiteY149" fmla="*/ 1702594 h 1890712"/>
                <a:gd name="connsiteX150" fmla="*/ 2350294 w 2543175"/>
                <a:gd name="connsiteY150" fmla="*/ 1712119 h 1890712"/>
                <a:gd name="connsiteX151" fmla="*/ 2428876 w 2543175"/>
                <a:gd name="connsiteY151" fmla="*/ 1785938 h 1890712"/>
                <a:gd name="connsiteX152" fmla="*/ 2469356 w 2543175"/>
                <a:gd name="connsiteY152" fmla="*/ 1816894 h 1890712"/>
                <a:gd name="connsiteX153" fmla="*/ 2514600 w 2543175"/>
                <a:gd name="connsiteY153" fmla="*/ 1850231 h 1890712"/>
                <a:gd name="connsiteX154" fmla="*/ 2519363 w 2543175"/>
                <a:gd name="connsiteY154" fmla="*/ 1857375 h 1890712"/>
                <a:gd name="connsiteX155" fmla="*/ 2540794 w 2543175"/>
                <a:gd name="connsiteY155" fmla="*/ 1883569 h 1890712"/>
                <a:gd name="connsiteX156" fmla="*/ 2543175 w 2543175"/>
                <a:gd name="connsiteY156" fmla="*/ 1890712 h 1890712"/>
                <a:gd name="connsiteX0" fmla="*/ 0 w 2543175"/>
                <a:gd name="connsiteY0" fmla="*/ 0 h 1890712"/>
                <a:gd name="connsiteX1" fmla="*/ 11907 w 2543175"/>
                <a:gd name="connsiteY1" fmla="*/ 11906 h 1890712"/>
                <a:gd name="connsiteX2" fmla="*/ 21432 w 2543175"/>
                <a:gd name="connsiteY2" fmla="*/ 16669 h 1890712"/>
                <a:gd name="connsiteX3" fmla="*/ 23813 w 2543175"/>
                <a:gd name="connsiteY3" fmla="*/ 23812 h 1890712"/>
                <a:gd name="connsiteX4" fmla="*/ 33338 w 2543175"/>
                <a:gd name="connsiteY4" fmla="*/ 33337 h 1890712"/>
                <a:gd name="connsiteX5" fmla="*/ 40482 w 2543175"/>
                <a:gd name="connsiteY5" fmla="*/ 42862 h 1890712"/>
                <a:gd name="connsiteX6" fmla="*/ 47625 w 2543175"/>
                <a:gd name="connsiteY6" fmla="*/ 47625 h 1890712"/>
                <a:gd name="connsiteX7" fmla="*/ 57150 w 2543175"/>
                <a:gd name="connsiteY7" fmla="*/ 54769 h 1890712"/>
                <a:gd name="connsiteX8" fmla="*/ 64294 w 2543175"/>
                <a:gd name="connsiteY8" fmla="*/ 59531 h 1890712"/>
                <a:gd name="connsiteX9" fmla="*/ 83344 w 2543175"/>
                <a:gd name="connsiteY9" fmla="*/ 73819 h 1890712"/>
                <a:gd name="connsiteX10" fmla="*/ 97632 w 2543175"/>
                <a:gd name="connsiteY10" fmla="*/ 80962 h 1890712"/>
                <a:gd name="connsiteX11" fmla="*/ 104775 w 2543175"/>
                <a:gd name="connsiteY11" fmla="*/ 85725 h 1890712"/>
                <a:gd name="connsiteX12" fmla="*/ 114300 w 2543175"/>
                <a:gd name="connsiteY12" fmla="*/ 95250 h 1890712"/>
                <a:gd name="connsiteX13" fmla="*/ 123825 w 2543175"/>
                <a:gd name="connsiteY13" fmla="*/ 97631 h 1890712"/>
                <a:gd name="connsiteX14" fmla="*/ 130969 w 2543175"/>
                <a:gd name="connsiteY14" fmla="*/ 104775 h 1890712"/>
                <a:gd name="connsiteX15" fmla="*/ 140494 w 2543175"/>
                <a:gd name="connsiteY15" fmla="*/ 111919 h 1890712"/>
                <a:gd name="connsiteX16" fmla="*/ 147638 w 2543175"/>
                <a:gd name="connsiteY16" fmla="*/ 116681 h 1890712"/>
                <a:gd name="connsiteX17" fmla="*/ 164307 w 2543175"/>
                <a:gd name="connsiteY17" fmla="*/ 128587 h 1890712"/>
                <a:gd name="connsiteX18" fmla="*/ 180975 w 2543175"/>
                <a:gd name="connsiteY18" fmla="*/ 140494 h 1890712"/>
                <a:gd name="connsiteX19" fmla="*/ 197644 w 2543175"/>
                <a:gd name="connsiteY19" fmla="*/ 152400 h 1890712"/>
                <a:gd name="connsiteX20" fmla="*/ 204788 w 2543175"/>
                <a:gd name="connsiteY20" fmla="*/ 157162 h 1890712"/>
                <a:gd name="connsiteX21" fmla="*/ 214313 w 2543175"/>
                <a:gd name="connsiteY21" fmla="*/ 164306 h 1890712"/>
                <a:gd name="connsiteX22" fmla="*/ 230982 w 2543175"/>
                <a:gd name="connsiteY22" fmla="*/ 180975 h 1890712"/>
                <a:gd name="connsiteX23" fmla="*/ 247650 w 2543175"/>
                <a:gd name="connsiteY23" fmla="*/ 185737 h 1890712"/>
                <a:gd name="connsiteX24" fmla="*/ 300038 w 2543175"/>
                <a:gd name="connsiteY24" fmla="*/ 219075 h 1890712"/>
                <a:gd name="connsiteX25" fmla="*/ 342900 w 2543175"/>
                <a:gd name="connsiteY25" fmla="*/ 254794 h 1890712"/>
                <a:gd name="connsiteX26" fmla="*/ 366713 w 2543175"/>
                <a:gd name="connsiteY26" fmla="*/ 264319 h 1890712"/>
                <a:gd name="connsiteX27" fmla="*/ 371475 w 2543175"/>
                <a:gd name="connsiteY27" fmla="*/ 271462 h 1890712"/>
                <a:gd name="connsiteX28" fmla="*/ 385763 w 2543175"/>
                <a:gd name="connsiteY28" fmla="*/ 283369 h 1890712"/>
                <a:gd name="connsiteX29" fmla="*/ 404813 w 2543175"/>
                <a:gd name="connsiteY29" fmla="*/ 295275 h 1890712"/>
                <a:gd name="connsiteX30" fmla="*/ 411957 w 2543175"/>
                <a:gd name="connsiteY30" fmla="*/ 297656 h 1890712"/>
                <a:gd name="connsiteX31" fmla="*/ 466725 w 2543175"/>
                <a:gd name="connsiteY31" fmla="*/ 328612 h 1890712"/>
                <a:gd name="connsiteX32" fmla="*/ 476250 w 2543175"/>
                <a:gd name="connsiteY32" fmla="*/ 335756 h 1890712"/>
                <a:gd name="connsiteX33" fmla="*/ 481013 w 2543175"/>
                <a:gd name="connsiteY33" fmla="*/ 342900 h 1890712"/>
                <a:gd name="connsiteX34" fmla="*/ 490538 w 2543175"/>
                <a:gd name="connsiteY34" fmla="*/ 352425 h 1890712"/>
                <a:gd name="connsiteX35" fmla="*/ 495300 w 2543175"/>
                <a:gd name="connsiteY35" fmla="*/ 359569 h 1890712"/>
                <a:gd name="connsiteX36" fmla="*/ 509588 w 2543175"/>
                <a:gd name="connsiteY36" fmla="*/ 376237 h 1890712"/>
                <a:gd name="connsiteX37" fmla="*/ 514350 w 2543175"/>
                <a:gd name="connsiteY37" fmla="*/ 383381 h 1890712"/>
                <a:gd name="connsiteX38" fmla="*/ 531019 w 2543175"/>
                <a:gd name="connsiteY38" fmla="*/ 397669 h 1890712"/>
                <a:gd name="connsiteX39" fmla="*/ 538163 w 2543175"/>
                <a:gd name="connsiteY39" fmla="*/ 407194 h 1890712"/>
                <a:gd name="connsiteX40" fmla="*/ 554832 w 2543175"/>
                <a:gd name="connsiteY40" fmla="*/ 421481 h 1890712"/>
                <a:gd name="connsiteX41" fmla="*/ 564357 w 2543175"/>
                <a:gd name="connsiteY41" fmla="*/ 431006 h 1890712"/>
                <a:gd name="connsiteX42" fmla="*/ 573882 w 2543175"/>
                <a:gd name="connsiteY42" fmla="*/ 438150 h 1890712"/>
                <a:gd name="connsiteX43" fmla="*/ 595313 w 2543175"/>
                <a:gd name="connsiteY43" fmla="*/ 454819 h 1890712"/>
                <a:gd name="connsiteX44" fmla="*/ 602457 w 2543175"/>
                <a:gd name="connsiteY44" fmla="*/ 457200 h 1890712"/>
                <a:gd name="connsiteX45" fmla="*/ 628650 w 2543175"/>
                <a:gd name="connsiteY45" fmla="*/ 469106 h 1890712"/>
                <a:gd name="connsiteX46" fmla="*/ 645319 w 2543175"/>
                <a:gd name="connsiteY46" fmla="*/ 483394 h 1890712"/>
                <a:gd name="connsiteX47" fmla="*/ 654844 w 2543175"/>
                <a:gd name="connsiteY47" fmla="*/ 488156 h 1890712"/>
                <a:gd name="connsiteX48" fmla="*/ 661988 w 2543175"/>
                <a:gd name="connsiteY48" fmla="*/ 497681 h 1890712"/>
                <a:gd name="connsiteX49" fmla="*/ 683419 w 2543175"/>
                <a:gd name="connsiteY49" fmla="*/ 514350 h 1890712"/>
                <a:gd name="connsiteX50" fmla="*/ 700088 w 2543175"/>
                <a:gd name="connsiteY50" fmla="*/ 526256 h 1890712"/>
                <a:gd name="connsiteX51" fmla="*/ 709613 w 2543175"/>
                <a:gd name="connsiteY51" fmla="*/ 535781 h 1890712"/>
                <a:gd name="connsiteX52" fmla="*/ 719138 w 2543175"/>
                <a:gd name="connsiteY52" fmla="*/ 542925 h 1890712"/>
                <a:gd name="connsiteX53" fmla="*/ 733425 w 2543175"/>
                <a:gd name="connsiteY53" fmla="*/ 557212 h 1890712"/>
                <a:gd name="connsiteX54" fmla="*/ 750094 w 2543175"/>
                <a:gd name="connsiteY54" fmla="*/ 569119 h 1890712"/>
                <a:gd name="connsiteX55" fmla="*/ 769144 w 2543175"/>
                <a:gd name="connsiteY55" fmla="*/ 581025 h 1890712"/>
                <a:gd name="connsiteX56" fmla="*/ 785813 w 2543175"/>
                <a:gd name="connsiteY56" fmla="*/ 590550 h 1890712"/>
                <a:gd name="connsiteX57" fmla="*/ 792957 w 2543175"/>
                <a:gd name="connsiteY57" fmla="*/ 600075 h 1890712"/>
                <a:gd name="connsiteX58" fmla="*/ 809625 w 2543175"/>
                <a:gd name="connsiteY58" fmla="*/ 611981 h 1890712"/>
                <a:gd name="connsiteX59" fmla="*/ 816769 w 2543175"/>
                <a:gd name="connsiteY59" fmla="*/ 619125 h 1890712"/>
                <a:gd name="connsiteX60" fmla="*/ 826294 w 2543175"/>
                <a:gd name="connsiteY60" fmla="*/ 626269 h 1890712"/>
                <a:gd name="connsiteX61" fmla="*/ 840582 w 2543175"/>
                <a:gd name="connsiteY61" fmla="*/ 638175 h 1890712"/>
                <a:gd name="connsiteX62" fmla="*/ 847725 w 2543175"/>
                <a:gd name="connsiteY62" fmla="*/ 645319 h 1890712"/>
                <a:gd name="connsiteX63" fmla="*/ 857250 w 2543175"/>
                <a:gd name="connsiteY63" fmla="*/ 652462 h 1890712"/>
                <a:gd name="connsiteX64" fmla="*/ 864394 w 2543175"/>
                <a:gd name="connsiteY64" fmla="*/ 657225 h 1890712"/>
                <a:gd name="connsiteX65" fmla="*/ 888207 w 2543175"/>
                <a:gd name="connsiteY65" fmla="*/ 676275 h 1890712"/>
                <a:gd name="connsiteX66" fmla="*/ 895350 w 2543175"/>
                <a:gd name="connsiteY66" fmla="*/ 681037 h 1890712"/>
                <a:gd name="connsiteX67" fmla="*/ 907257 w 2543175"/>
                <a:gd name="connsiteY67" fmla="*/ 683419 h 1890712"/>
                <a:gd name="connsiteX68" fmla="*/ 928688 w 2543175"/>
                <a:gd name="connsiteY68" fmla="*/ 695325 h 1890712"/>
                <a:gd name="connsiteX69" fmla="*/ 942975 w 2543175"/>
                <a:gd name="connsiteY69" fmla="*/ 700087 h 1890712"/>
                <a:gd name="connsiteX70" fmla="*/ 964407 w 2543175"/>
                <a:gd name="connsiteY70" fmla="*/ 716756 h 1890712"/>
                <a:gd name="connsiteX71" fmla="*/ 971550 w 2543175"/>
                <a:gd name="connsiteY71" fmla="*/ 723900 h 1890712"/>
                <a:gd name="connsiteX72" fmla="*/ 983457 w 2543175"/>
                <a:gd name="connsiteY72" fmla="*/ 733425 h 1890712"/>
                <a:gd name="connsiteX73" fmla="*/ 990600 w 2543175"/>
                <a:gd name="connsiteY73" fmla="*/ 738187 h 1890712"/>
                <a:gd name="connsiteX74" fmla="*/ 1007269 w 2543175"/>
                <a:gd name="connsiteY74" fmla="*/ 752475 h 1890712"/>
                <a:gd name="connsiteX75" fmla="*/ 1031082 w 2543175"/>
                <a:gd name="connsiteY75" fmla="*/ 766762 h 1890712"/>
                <a:gd name="connsiteX76" fmla="*/ 1042988 w 2543175"/>
                <a:gd name="connsiteY76" fmla="*/ 773906 h 1890712"/>
                <a:gd name="connsiteX77" fmla="*/ 1071563 w 2543175"/>
                <a:gd name="connsiteY77" fmla="*/ 785812 h 1890712"/>
                <a:gd name="connsiteX78" fmla="*/ 1097757 w 2543175"/>
                <a:gd name="connsiteY78" fmla="*/ 807244 h 1890712"/>
                <a:gd name="connsiteX79" fmla="*/ 1104900 w 2543175"/>
                <a:gd name="connsiteY79" fmla="*/ 814387 h 1890712"/>
                <a:gd name="connsiteX80" fmla="*/ 1121569 w 2543175"/>
                <a:gd name="connsiteY80" fmla="*/ 823912 h 1890712"/>
                <a:gd name="connsiteX81" fmla="*/ 1138238 w 2543175"/>
                <a:gd name="connsiteY81" fmla="*/ 835819 h 1890712"/>
                <a:gd name="connsiteX82" fmla="*/ 1147763 w 2543175"/>
                <a:gd name="connsiteY82" fmla="*/ 842962 h 1890712"/>
                <a:gd name="connsiteX83" fmla="*/ 1157288 w 2543175"/>
                <a:gd name="connsiteY83" fmla="*/ 847725 h 1890712"/>
                <a:gd name="connsiteX84" fmla="*/ 1178719 w 2543175"/>
                <a:gd name="connsiteY84" fmla="*/ 859631 h 1890712"/>
                <a:gd name="connsiteX85" fmla="*/ 1188244 w 2543175"/>
                <a:gd name="connsiteY85" fmla="*/ 866775 h 1890712"/>
                <a:gd name="connsiteX86" fmla="*/ 1195388 w 2543175"/>
                <a:gd name="connsiteY86" fmla="*/ 871537 h 1890712"/>
                <a:gd name="connsiteX87" fmla="*/ 1212057 w 2543175"/>
                <a:gd name="connsiteY87" fmla="*/ 883444 h 1890712"/>
                <a:gd name="connsiteX88" fmla="*/ 1226344 w 2543175"/>
                <a:gd name="connsiteY88" fmla="*/ 895350 h 1890712"/>
                <a:gd name="connsiteX89" fmla="*/ 1245394 w 2543175"/>
                <a:gd name="connsiteY89" fmla="*/ 907256 h 1890712"/>
                <a:gd name="connsiteX90" fmla="*/ 1254919 w 2543175"/>
                <a:gd name="connsiteY90" fmla="*/ 914400 h 1890712"/>
                <a:gd name="connsiteX91" fmla="*/ 1269207 w 2543175"/>
                <a:gd name="connsiteY91" fmla="*/ 921544 h 1890712"/>
                <a:gd name="connsiteX92" fmla="*/ 1290638 w 2543175"/>
                <a:gd name="connsiteY92" fmla="*/ 935831 h 1890712"/>
                <a:gd name="connsiteX93" fmla="*/ 1307307 w 2543175"/>
                <a:gd name="connsiteY93" fmla="*/ 952500 h 1890712"/>
                <a:gd name="connsiteX94" fmla="*/ 1333500 w 2543175"/>
                <a:gd name="connsiteY94" fmla="*/ 971550 h 1890712"/>
                <a:gd name="connsiteX95" fmla="*/ 1359694 w 2543175"/>
                <a:gd name="connsiteY95" fmla="*/ 990600 h 1890712"/>
                <a:gd name="connsiteX96" fmla="*/ 1385888 w 2543175"/>
                <a:gd name="connsiteY96" fmla="*/ 1021557 h 1890712"/>
                <a:gd name="connsiteX97" fmla="*/ 1435894 w 2543175"/>
                <a:gd name="connsiteY97" fmla="*/ 1054894 h 1890712"/>
                <a:gd name="connsiteX98" fmla="*/ 1497806 w 2543175"/>
                <a:gd name="connsiteY98" fmla="*/ 1104900 h 1890712"/>
                <a:gd name="connsiteX99" fmla="*/ 1559718 w 2543175"/>
                <a:gd name="connsiteY99" fmla="*/ 1154906 h 1890712"/>
                <a:gd name="connsiteX100" fmla="*/ 1595438 w 2543175"/>
                <a:gd name="connsiteY100" fmla="*/ 1181100 h 1890712"/>
                <a:gd name="connsiteX101" fmla="*/ 1628775 w 2543175"/>
                <a:gd name="connsiteY101" fmla="*/ 1207294 h 1890712"/>
                <a:gd name="connsiteX102" fmla="*/ 1662113 w 2543175"/>
                <a:gd name="connsiteY102" fmla="*/ 1231107 h 1890712"/>
                <a:gd name="connsiteX103" fmla="*/ 1700213 w 2543175"/>
                <a:gd name="connsiteY103" fmla="*/ 1247775 h 1890712"/>
                <a:gd name="connsiteX104" fmla="*/ 1712119 w 2543175"/>
                <a:gd name="connsiteY104" fmla="*/ 1259681 h 1890712"/>
                <a:gd name="connsiteX105" fmla="*/ 1733550 w 2543175"/>
                <a:gd name="connsiteY105" fmla="*/ 1273969 h 1890712"/>
                <a:gd name="connsiteX106" fmla="*/ 1743075 w 2543175"/>
                <a:gd name="connsiteY106" fmla="*/ 1283494 h 1890712"/>
                <a:gd name="connsiteX107" fmla="*/ 1754982 w 2543175"/>
                <a:gd name="connsiteY107" fmla="*/ 1290637 h 1890712"/>
                <a:gd name="connsiteX108" fmla="*/ 1766888 w 2543175"/>
                <a:gd name="connsiteY108" fmla="*/ 1300162 h 1890712"/>
                <a:gd name="connsiteX109" fmla="*/ 1783557 w 2543175"/>
                <a:gd name="connsiteY109" fmla="*/ 1307306 h 1890712"/>
                <a:gd name="connsiteX110" fmla="*/ 1790700 w 2543175"/>
                <a:gd name="connsiteY110" fmla="*/ 1312069 h 1890712"/>
                <a:gd name="connsiteX111" fmla="*/ 1800225 w 2543175"/>
                <a:gd name="connsiteY111" fmla="*/ 1319212 h 1890712"/>
                <a:gd name="connsiteX112" fmla="*/ 1807369 w 2543175"/>
                <a:gd name="connsiteY112" fmla="*/ 1321594 h 1890712"/>
                <a:gd name="connsiteX113" fmla="*/ 1824038 w 2543175"/>
                <a:gd name="connsiteY113" fmla="*/ 1333500 h 1890712"/>
                <a:gd name="connsiteX114" fmla="*/ 1843088 w 2543175"/>
                <a:gd name="connsiteY114" fmla="*/ 1352550 h 1890712"/>
                <a:gd name="connsiteX115" fmla="*/ 1852613 w 2543175"/>
                <a:gd name="connsiteY115" fmla="*/ 1359694 h 1890712"/>
                <a:gd name="connsiteX116" fmla="*/ 1859757 w 2543175"/>
                <a:gd name="connsiteY116" fmla="*/ 1366837 h 1890712"/>
                <a:gd name="connsiteX117" fmla="*/ 1869282 w 2543175"/>
                <a:gd name="connsiteY117" fmla="*/ 1371600 h 1890712"/>
                <a:gd name="connsiteX118" fmla="*/ 1883569 w 2543175"/>
                <a:gd name="connsiteY118" fmla="*/ 1388269 h 1890712"/>
                <a:gd name="connsiteX119" fmla="*/ 1893094 w 2543175"/>
                <a:gd name="connsiteY119" fmla="*/ 1395412 h 1890712"/>
                <a:gd name="connsiteX120" fmla="*/ 1902619 w 2543175"/>
                <a:gd name="connsiteY120" fmla="*/ 1404937 h 1890712"/>
                <a:gd name="connsiteX121" fmla="*/ 1912144 w 2543175"/>
                <a:gd name="connsiteY121" fmla="*/ 1409700 h 1890712"/>
                <a:gd name="connsiteX122" fmla="*/ 1931194 w 2543175"/>
                <a:gd name="connsiteY122" fmla="*/ 1421606 h 1890712"/>
                <a:gd name="connsiteX123" fmla="*/ 1935957 w 2543175"/>
                <a:gd name="connsiteY123" fmla="*/ 1428750 h 1890712"/>
                <a:gd name="connsiteX124" fmla="*/ 1952625 w 2543175"/>
                <a:gd name="connsiteY124" fmla="*/ 1438275 h 1890712"/>
                <a:gd name="connsiteX125" fmla="*/ 1971675 w 2543175"/>
                <a:gd name="connsiteY125" fmla="*/ 1450181 h 1890712"/>
                <a:gd name="connsiteX126" fmla="*/ 1981200 w 2543175"/>
                <a:gd name="connsiteY126" fmla="*/ 1454944 h 1890712"/>
                <a:gd name="connsiteX127" fmla="*/ 1997869 w 2543175"/>
                <a:gd name="connsiteY127" fmla="*/ 1471612 h 1890712"/>
                <a:gd name="connsiteX128" fmla="*/ 2007394 w 2543175"/>
                <a:gd name="connsiteY128" fmla="*/ 1478756 h 1890712"/>
                <a:gd name="connsiteX129" fmla="*/ 2016919 w 2543175"/>
                <a:gd name="connsiteY129" fmla="*/ 1483519 h 1890712"/>
                <a:gd name="connsiteX130" fmla="*/ 2024063 w 2543175"/>
                <a:gd name="connsiteY130" fmla="*/ 1490662 h 1890712"/>
                <a:gd name="connsiteX131" fmla="*/ 2033588 w 2543175"/>
                <a:gd name="connsiteY131" fmla="*/ 1495425 h 1890712"/>
                <a:gd name="connsiteX132" fmla="*/ 2040732 w 2543175"/>
                <a:gd name="connsiteY132" fmla="*/ 1502569 h 1890712"/>
                <a:gd name="connsiteX133" fmla="*/ 2047875 w 2543175"/>
                <a:gd name="connsiteY133" fmla="*/ 1507331 h 1890712"/>
                <a:gd name="connsiteX134" fmla="*/ 2057400 w 2543175"/>
                <a:gd name="connsiteY134" fmla="*/ 1514475 h 1890712"/>
                <a:gd name="connsiteX135" fmla="*/ 2064544 w 2543175"/>
                <a:gd name="connsiteY135" fmla="*/ 1519237 h 1890712"/>
                <a:gd name="connsiteX136" fmla="*/ 2071688 w 2543175"/>
                <a:gd name="connsiteY136" fmla="*/ 1526381 h 1890712"/>
                <a:gd name="connsiteX137" fmla="*/ 2081213 w 2543175"/>
                <a:gd name="connsiteY137" fmla="*/ 1531144 h 1890712"/>
                <a:gd name="connsiteX138" fmla="*/ 2090738 w 2543175"/>
                <a:gd name="connsiteY138" fmla="*/ 1538287 h 1890712"/>
                <a:gd name="connsiteX139" fmla="*/ 2109788 w 2543175"/>
                <a:gd name="connsiteY139" fmla="*/ 1547812 h 1890712"/>
                <a:gd name="connsiteX140" fmla="*/ 2131219 w 2543175"/>
                <a:gd name="connsiteY140" fmla="*/ 1562100 h 1890712"/>
                <a:gd name="connsiteX141" fmla="*/ 2140744 w 2543175"/>
                <a:gd name="connsiteY141" fmla="*/ 1566862 h 1890712"/>
                <a:gd name="connsiteX142" fmla="*/ 2152650 w 2543175"/>
                <a:gd name="connsiteY142" fmla="*/ 1576387 h 1890712"/>
                <a:gd name="connsiteX143" fmla="*/ 2181225 w 2543175"/>
                <a:gd name="connsiteY143" fmla="*/ 1590675 h 1890712"/>
                <a:gd name="connsiteX144" fmla="*/ 2200275 w 2543175"/>
                <a:gd name="connsiteY144" fmla="*/ 1607344 h 1890712"/>
                <a:gd name="connsiteX145" fmla="*/ 2207419 w 2543175"/>
                <a:gd name="connsiteY145" fmla="*/ 1612106 h 1890712"/>
                <a:gd name="connsiteX146" fmla="*/ 2216944 w 2543175"/>
                <a:gd name="connsiteY146" fmla="*/ 1619250 h 1890712"/>
                <a:gd name="connsiteX147" fmla="*/ 2247900 w 2543175"/>
                <a:gd name="connsiteY147" fmla="*/ 1643062 h 1890712"/>
                <a:gd name="connsiteX148" fmla="*/ 2281238 w 2543175"/>
                <a:gd name="connsiteY148" fmla="*/ 1674019 h 1890712"/>
                <a:gd name="connsiteX149" fmla="*/ 2312194 w 2543175"/>
                <a:gd name="connsiteY149" fmla="*/ 1702594 h 1890712"/>
                <a:gd name="connsiteX150" fmla="*/ 2369344 w 2543175"/>
                <a:gd name="connsiteY150" fmla="*/ 1757363 h 1890712"/>
                <a:gd name="connsiteX151" fmla="*/ 2428876 w 2543175"/>
                <a:gd name="connsiteY151" fmla="*/ 1785938 h 1890712"/>
                <a:gd name="connsiteX152" fmla="*/ 2469356 w 2543175"/>
                <a:gd name="connsiteY152" fmla="*/ 1816894 h 1890712"/>
                <a:gd name="connsiteX153" fmla="*/ 2514600 w 2543175"/>
                <a:gd name="connsiteY153" fmla="*/ 1850231 h 1890712"/>
                <a:gd name="connsiteX154" fmla="*/ 2519363 w 2543175"/>
                <a:gd name="connsiteY154" fmla="*/ 1857375 h 1890712"/>
                <a:gd name="connsiteX155" fmla="*/ 2540794 w 2543175"/>
                <a:gd name="connsiteY155" fmla="*/ 1883569 h 1890712"/>
                <a:gd name="connsiteX156" fmla="*/ 2543175 w 2543175"/>
                <a:gd name="connsiteY156" fmla="*/ 1890712 h 1890712"/>
                <a:gd name="connsiteX0" fmla="*/ 0 w 2543175"/>
                <a:gd name="connsiteY0" fmla="*/ 0 h 1890712"/>
                <a:gd name="connsiteX1" fmla="*/ 11907 w 2543175"/>
                <a:gd name="connsiteY1" fmla="*/ 11906 h 1890712"/>
                <a:gd name="connsiteX2" fmla="*/ 21432 w 2543175"/>
                <a:gd name="connsiteY2" fmla="*/ 16669 h 1890712"/>
                <a:gd name="connsiteX3" fmla="*/ 23813 w 2543175"/>
                <a:gd name="connsiteY3" fmla="*/ 23812 h 1890712"/>
                <a:gd name="connsiteX4" fmla="*/ 33338 w 2543175"/>
                <a:gd name="connsiteY4" fmla="*/ 33337 h 1890712"/>
                <a:gd name="connsiteX5" fmla="*/ 40482 w 2543175"/>
                <a:gd name="connsiteY5" fmla="*/ 42862 h 1890712"/>
                <a:gd name="connsiteX6" fmla="*/ 47625 w 2543175"/>
                <a:gd name="connsiteY6" fmla="*/ 47625 h 1890712"/>
                <a:gd name="connsiteX7" fmla="*/ 57150 w 2543175"/>
                <a:gd name="connsiteY7" fmla="*/ 54769 h 1890712"/>
                <a:gd name="connsiteX8" fmla="*/ 64294 w 2543175"/>
                <a:gd name="connsiteY8" fmla="*/ 59531 h 1890712"/>
                <a:gd name="connsiteX9" fmla="*/ 83344 w 2543175"/>
                <a:gd name="connsiteY9" fmla="*/ 73819 h 1890712"/>
                <a:gd name="connsiteX10" fmla="*/ 97632 w 2543175"/>
                <a:gd name="connsiteY10" fmla="*/ 80962 h 1890712"/>
                <a:gd name="connsiteX11" fmla="*/ 104775 w 2543175"/>
                <a:gd name="connsiteY11" fmla="*/ 85725 h 1890712"/>
                <a:gd name="connsiteX12" fmla="*/ 114300 w 2543175"/>
                <a:gd name="connsiteY12" fmla="*/ 95250 h 1890712"/>
                <a:gd name="connsiteX13" fmla="*/ 123825 w 2543175"/>
                <a:gd name="connsiteY13" fmla="*/ 97631 h 1890712"/>
                <a:gd name="connsiteX14" fmla="*/ 130969 w 2543175"/>
                <a:gd name="connsiteY14" fmla="*/ 104775 h 1890712"/>
                <a:gd name="connsiteX15" fmla="*/ 140494 w 2543175"/>
                <a:gd name="connsiteY15" fmla="*/ 111919 h 1890712"/>
                <a:gd name="connsiteX16" fmla="*/ 147638 w 2543175"/>
                <a:gd name="connsiteY16" fmla="*/ 116681 h 1890712"/>
                <a:gd name="connsiteX17" fmla="*/ 164307 w 2543175"/>
                <a:gd name="connsiteY17" fmla="*/ 128587 h 1890712"/>
                <a:gd name="connsiteX18" fmla="*/ 180975 w 2543175"/>
                <a:gd name="connsiteY18" fmla="*/ 140494 h 1890712"/>
                <a:gd name="connsiteX19" fmla="*/ 197644 w 2543175"/>
                <a:gd name="connsiteY19" fmla="*/ 152400 h 1890712"/>
                <a:gd name="connsiteX20" fmla="*/ 204788 w 2543175"/>
                <a:gd name="connsiteY20" fmla="*/ 157162 h 1890712"/>
                <a:gd name="connsiteX21" fmla="*/ 214313 w 2543175"/>
                <a:gd name="connsiteY21" fmla="*/ 164306 h 1890712"/>
                <a:gd name="connsiteX22" fmla="*/ 230982 w 2543175"/>
                <a:gd name="connsiteY22" fmla="*/ 180975 h 1890712"/>
                <a:gd name="connsiteX23" fmla="*/ 247650 w 2543175"/>
                <a:gd name="connsiteY23" fmla="*/ 185737 h 1890712"/>
                <a:gd name="connsiteX24" fmla="*/ 300038 w 2543175"/>
                <a:gd name="connsiteY24" fmla="*/ 219075 h 1890712"/>
                <a:gd name="connsiteX25" fmla="*/ 342900 w 2543175"/>
                <a:gd name="connsiteY25" fmla="*/ 254794 h 1890712"/>
                <a:gd name="connsiteX26" fmla="*/ 366713 w 2543175"/>
                <a:gd name="connsiteY26" fmla="*/ 264319 h 1890712"/>
                <a:gd name="connsiteX27" fmla="*/ 371475 w 2543175"/>
                <a:gd name="connsiteY27" fmla="*/ 271462 h 1890712"/>
                <a:gd name="connsiteX28" fmla="*/ 385763 w 2543175"/>
                <a:gd name="connsiteY28" fmla="*/ 283369 h 1890712"/>
                <a:gd name="connsiteX29" fmla="*/ 404813 w 2543175"/>
                <a:gd name="connsiteY29" fmla="*/ 295275 h 1890712"/>
                <a:gd name="connsiteX30" fmla="*/ 411957 w 2543175"/>
                <a:gd name="connsiteY30" fmla="*/ 297656 h 1890712"/>
                <a:gd name="connsiteX31" fmla="*/ 466725 w 2543175"/>
                <a:gd name="connsiteY31" fmla="*/ 328612 h 1890712"/>
                <a:gd name="connsiteX32" fmla="*/ 476250 w 2543175"/>
                <a:gd name="connsiteY32" fmla="*/ 335756 h 1890712"/>
                <a:gd name="connsiteX33" fmla="*/ 481013 w 2543175"/>
                <a:gd name="connsiteY33" fmla="*/ 342900 h 1890712"/>
                <a:gd name="connsiteX34" fmla="*/ 490538 w 2543175"/>
                <a:gd name="connsiteY34" fmla="*/ 352425 h 1890712"/>
                <a:gd name="connsiteX35" fmla="*/ 495300 w 2543175"/>
                <a:gd name="connsiteY35" fmla="*/ 359569 h 1890712"/>
                <a:gd name="connsiteX36" fmla="*/ 509588 w 2543175"/>
                <a:gd name="connsiteY36" fmla="*/ 376237 h 1890712"/>
                <a:gd name="connsiteX37" fmla="*/ 514350 w 2543175"/>
                <a:gd name="connsiteY37" fmla="*/ 383381 h 1890712"/>
                <a:gd name="connsiteX38" fmla="*/ 531019 w 2543175"/>
                <a:gd name="connsiteY38" fmla="*/ 397669 h 1890712"/>
                <a:gd name="connsiteX39" fmla="*/ 538163 w 2543175"/>
                <a:gd name="connsiteY39" fmla="*/ 407194 h 1890712"/>
                <a:gd name="connsiteX40" fmla="*/ 554832 w 2543175"/>
                <a:gd name="connsiteY40" fmla="*/ 421481 h 1890712"/>
                <a:gd name="connsiteX41" fmla="*/ 564357 w 2543175"/>
                <a:gd name="connsiteY41" fmla="*/ 431006 h 1890712"/>
                <a:gd name="connsiteX42" fmla="*/ 573882 w 2543175"/>
                <a:gd name="connsiteY42" fmla="*/ 438150 h 1890712"/>
                <a:gd name="connsiteX43" fmla="*/ 595313 w 2543175"/>
                <a:gd name="connsiteY43" fmla="*/ 454819 h 1890712"/>
                <a:gd name="connsiteX44" fmla="*/ 602457 w 2543175"/>
                <a:gd name="connsiteY44" fmla="*/ 457200 h 1890712"/>
                <a:gd name="connsiteX45" fmla="*/ 628650 w 2543175"/>
                <a:gd name="connsiteY45" fmla="*/ 469106 h 1890712"/>
                <a:gd name="connsiteX46" fmla="*/ 645319 w 2543175"/>
                <a:gd name="connsiteY46" fmla="*/ 483394 h 1890712"/>
                <a:gd name="connsiteX47" fmla="*/ 654844 w 2543175"/>
                <a:gd name="connsiteY47" fmla="*/ 488156 h 1890712"/>
                <a:gd name="connsiteX48" fmla="*/ 661988 w 2543175"/>
                <a:gd name="connsiteY48" fmla="*/ 497681 h 1890712"/>
                <a:gd name="connsiteX49" fmla="*/ 683419 w 2543175"/>
                <a:gd name="connsiteY49" fmla="*/ 514350 h 1890712"/>
                <a:gd name="connsiteX50" fmla="*/ 700088 w 2543175"/>
                <a:gd name="connsiteY50" fmla="*/ 526256 h 1890712"/>
                <a:gd name="connsiteX51" fmla="*/ 709613 w 2543175"/>
                <a:gd name="connsiteY51" fmla="*/ 535781 h 1890712"/>
                <a:gd name="connsiteX52" fmla="*/ 719138 w 2543175"/>
                <a:gd name="connsiteY52" fmla="*/ 542925 h 1890712"/>
                <a:gd name="connsiteX53" fmla="*/ 733425 w 2543175"/>
                <a:gd name="connsiteY53" fmla="*/ 557212 h 1890712"/>
                <a:gd name="connsiteX54" fmla="*/ 750094 w 2543175"/>
                <a:gd name="connsiteY54" fmla="*/ 569119 h 1890712"/>
                <a:gd name="connsiteX55" fmla="*/ 769144 w 2543175"/>
                <a:gd name="connsiteY55" fmla="*/ 581025 h 1890712"/>
                <a:gd name="connsiteX56" fmla="*/ 785813 w 2543175"/>
                <a:gd name="connsiteY56" fmla="*/ 590550 h 1890712"/>
                <a:gd name="connsiteX57" fmla="*/ 792957 w 2543175"/>
                <a:gd name="connsiteY57" fmla="*/ 600075 h 1890712"/>
                <a:gd name="connsiteX58" fmla="*/ 809625 w 2543175"/>
                <a:gd name="connsiteY58" fmla="*/ 611981 h 1890712"/>
                <a:gd name="connsiteX59" fmla="*/ 816769 w 2543175"/>
                <a:gd name="connsiteY59" fmla="*/ 619125 h 1890712"/>
                <a:gd name="connsiteX60" fmla="*/ 826294 w 2543175"/>
                <a:gd name="connsiteY60" fmla="*/ 626269 h 1890712"/>
                <a:gd name="connsiteX61" fmla="*/ 840582 w 2543175"/>
                <a:gd name="connsiteY61" fmla="*/ 638175 h 1890712"/>
                <a:gd name="connsiteX62" fmla="*/ 847725 w 2543175"/>
                <a:gd name="connsiteY62" fmla="*/ 645319 h 1890712"/>
                <a:gd name="connsiteX63" fmla="*/ 857250 w 2543175"/>
                <a:gd name="connsiteY63" fmla="*/ 652462 h 1890712"/>
                <a:gd name="connsiteX64" fmla="*/ 864394 w 2543175"/>
                <a:gd name="connsiteY64" fmla="*/ 657225 h 1890712"/>
                <a:gd name="connsiteX65" fmla="*/ 888207 w 2543175"/>
                <a:gd name="connsiteY65" fmla="*/ 676275 h 1890712"/>
                <a:gd name="connsiteX66" fmla="*/ 907257 w 2543175"/>
                <a:gd name="connsiteY66" fmla="*/ 683419 h 1890712"/>
                <a:gd name="connsiteX67" fmla="*/ 928688 w 2543175"/>
                <a:gd name="connsiteY67" fmla="*/ 695325 h 1890712"/>
                <a:gd name="connsiteX68" fmla="*/ 942975 w 2543175"/>
                <a:gd name="connsiteY68" fmla="*/ 700087 h 1890712"/>
                <a:gd name="connsiteX69" fmla="*/ 964407 w 2543175"/>
                <a:gd name="connsiteY69" fmla="*/ 716756 h 1890712"/>
                <a:gd name="connsiteX70" fmla="*/ 971550 w 2543175"/>
                <a:gd name="connsiteY70" fmla="*/ 723900 h 1890712"/>
                <a:gd name="connsiteX71" fmla="*/ 983457 w 2543175"/>
                <a:gd name="connsiteY71" fmla="*/ 733425 h 1890712"/>
                <a:gd name="connsiteX72" fmla="*/ 990600 w 2543175"/>
                <a:gd name="connsiteY72" fmla="*/ 738187 h 1890712"/>
                <a:gd name="connsiteX73" fmla="*/ 1007269 w 2543175"/>
                <a:gd name="connsiteY73" fmla="*/ 752475 h 1890712"/>
                <a:gd name="connsiteX74" fmla="*/ 1031082 w 2543175"/>
                <a:gd name="connsiteY74" fmla="*/ 766762 h 1890712"/>
                <a:gd name="connsiteX75" fmla="*/ 1042988 w 2543175"/>
                <a:gd name="connsiteY75" fmla="*/ 773906 h 1890712"/>
                <a:gd name="connsiteX76" fmla="*/ 1071563 w 2543175"/>
                <a:gd name="connsiteY76" fmla="*/ 785812 h 1890712"/>
                <a:gd name="connsiteX77" fmla="*/ 1097757 w 2543175"/>
                <a:gd name="connsiteY77" fmla="*/ 807244 h 1890712"/>
                <a:gd name="connsiteX78" fmla="*/ 1104900 w 2543175"/>
                <a:gd name="connsiteY78" fmla="*/ 814387 h 1890712"/>
                <a:gd name="connsiteX79" fmla="*/ 1121569 w 2543175"/>
                <a:gd name="connsiteY79" fmla="*/ 823912 h 1890712"/>
                <a:gd name="connsiteX80" fmla="*/ 1138238 w 2543175"/>
                <a:gd name="connsiteY80" fmla="*/ 835819 h 1890712"/>
                <a:gd name="connsiteX81" fmla="*/ 1147763 w 2543175"/>
                <a:gd name="connsiteY81" fmla="*/ 842962 h 1890712"/>
                <a:gd name="connsiteX82" fmla="*/ 1157288 w 2543175"/>
                <a:gd name="connsiteY82" fmla="*/ 847725 h 1890712"/>
                <a:gd name="connsiteX83" fmla="*/ 1178719 w 2543175"/>
                <a:gd name="connsiteY83" fmla="*/ 859631 h 1890712"/>
                <a:gd name="connsiteX84" fmla="*/ 1188244 w 2543175"/>
                <a:gd name="connsiteY84" fmla="*/ 866775 h 1890712"/>
                <a:gd name="connsiteX85" fmla="*/ 1195388 w 2543175"/>
                <a:gd name="connsiteY85" fmla="*/ 871537 h 1890712"/>
                <a:gd name="connsiteX86" fmla="*/ 1212057 w 2543175"/>
                <a:gd name="connsiteY86" fmla="*/ 883444 h 1890712"/>
                <a:gd name="connsiteX87" fmla="*/ 1226344 w 2543175"/>
                <a:gd name="connsiteY87" fmla="*/ 895350 h 1890712"/>
                <a:gd name="connsiteX88" fmla="*/ 1245394 w 2543175"/>
                <a:gd name="connsiteY88" fmla="*/ 907256 h 1890712"/>
                <a:gd name="connsiteX89" fmla="*/ 1254919 w 2543175"/>
                <a:gd name="connsiteY89" fmla="*/ 914400 h 1890712"/>
                <a:gd name="connsiteX90" fmla="*/ 1269207 w 2543175"/>
                <a:gd name="connsiteY90" fmla="*/ 921544 h 1890712"/>
                <a:gd name="connsiteX91" fmla="*/ 1290638 w 2543175"/>
                <a:gd name="connsiteY91" fmla="*/ 935831 h 1890712"/>
                <a:gd name="connsiteX92" fmla="*/ 1307307 w 2543175"/>
                <a:gd name="connsiteY92" fmla="*/ 952500 h 1890712"/>
                <a:gd name="connsiteX93" fmla="*/ 1333500 w 2543175"/>
                <a:gd name="connsiteY93" fmla="*/ 971550 h 1890712"/>
                <a:gd name="connsiteX94" fmla="*/ 1359694 w 2543175"/>
                <a:gd name="connsiteY94" fmla="*/ 990600 h 1890712"/>
                <a:gd name="connsiteX95" fmla="*/ 1385888 w 2543175"/>
                <a:gd name="connsiteY95" fmla="*/ 1021557 h 1890712"/>
                <a:gd name="connsiteX96" fmla="*/ 1435894 w 2543175"/>
                <a:gd name="connsiteY96" fmla="*/ 1054894 h 1890712"/>
                <a:gd name="connsiteX97" fmla="*/ 1497806 w 2543175"/>
                <a:gd name="connsiteY97" fmla="*/ 1104900 h 1890712"/>
                <a:gd name="connsiteX98" fmla="*/ 1559718 w 2543175"/>
                <a:gd name="connsiteY98" fmla="*/ 1154906 h 1890712"/>
                <a:gd name="connsiteX99" fmla="*/ 1595438 w 2543175"/>
                <a:gd name="connsiteY99" fmla="*/ 1181100 h 1890712"/>
                <a:gd name="connsiteX100" fmla="*/ 1628775 w 2543175"/>
                <a:gd name="connsiteY100" fmla="*/ 1207294 h 1890712"/>
                <a:gd name="connsiteX101" fmla="*/ 1662113 w 2543175"/>
                <a:gd name="connsiteY101" fmla="*/ 1231107 h 1890712"/>
                <a:gd name="connsiteX102" fmla="*/ 1700213 w 2543175"/>
                <a:gd name="connsiteY102" fmla="*/ 1247775 h 1890712"/>
                <a:gd name="connsiteX103" fmla="*/ 1712119 w 2543175"/>
                <a:gd name="connsiteY103" fmla="*/ 1259681 h 1890712"/>
                <a:gd name="connsiteX104" fmla="*/ 1733550 w 2543175"/>
                <a:gd name="connsiteY104" fmla="*/ 1273969 h 1890712"/>
                <a:gd name="connsiteX105" fmla="*/ 1743075 w 2543175"/>
                <a:gd name="connsiteY105" fmla="*/ 1283494 h 1890712"/>
                <a:gd name="connsiteX106" fmla="*/ 1754982 w 2543175"/>
                <a:gd name="connsiteY106" fmla="*/ 1290637 h 1890712"/>
                <a:gd name="connsiteX107" fmla="*/ 1766888 w 2543175"/>
                <a:gd name="connsiteY107" fmla="*/ 1300162 h 1890712"/>
                <a:gd name="connsiteX108" fmla="*/ 1783557 w 2543175"/>
                <a:gd name="connsiteY108" fmla="*/ 1307306 h 1890712"/>
                <a:gd name="connsiteX109" fmla="*/ 1790700 w 2543175"/>
                <a:gd name="connsiteY109" fmla="*/ 1312069 h 1890712"/>
                <a:gd name="connsiteX110" fmla="*/ 1800225 w 2543175"/>
                <a:gd name="connsiteY110" fmla="*/ 1319212 h 1890712"/>
                <a:gd name="connsiteX111" fmla="*/ 1807369 w 2543175"/>
                <a:gd name="connsiteY111" fmla="*/ 1321594 h 1890712"/>
                <a:gd name="connsiteX112" fmla="*/ 1824038 w 2543175"/>
                <a:gd name="connsiteY112" fmla="*/ 1333500 h 1890712"/>
                <a:gd name="connsiteX113" fmla="*/ 1843088 w 2543175"/>
                <a:gd name="connsiteY113" fmla="*/ 1352550 h 1890712"/>
                <a:gd name="connsiteX114" fmla="*/ 1852613 w 2543175"/>
                <a:gd name="connsiteY114" fmla="*/ 1359694 h 1890712"/>
                <a:gd name="connsiteX115" fmla="*/ 1859757 w 2543175"/>
                <a:gd name="connsiteY115" fmla="*/ 1366837 h 1890712"/>
                <a:gd name="connsiteX116" fmla="*/ 1869282 w 2543175"/>
                <a:gd name="connsiteY116" fmla="*/ 1371600 h 1890712"/>
                <a:gd name="connsiteX117" fmla="*/ 1883569 w 2543175"/>
                <a:gd name="connsiteY117" fmla="*/ 1388269 h 1890712"/>
                <a:gd name="connsiteX118" fmla="*/ 1893094 w 2543175"/>
                <a:gd name="connsiteY118" fmla="*/ 1395412 h 1890712"/>
                <a:gd name="connsiteX119" fmla="*/ 1902619 w 2543175"/>
                <a:gd name="connsiteY119" fmla="*/ 1404937 h 1890712"/>
                <a:gd name="connsiteX120" fmla="*/ 1912144 w 2543175"/>
                <a:gd name="connsiteY120" fmla="*/ 1409700 h 1890712"/>
                <a:gd name="connsiteX121" fmla="*/ 1931194 w 2543175"/>
                <a:gd name="connsiteY121" fmla="*/ 1421606 h 1890712"/>
                <a:gd name="connsiteX122" fmla="*/ 1935957 w 2543175"/>
                <a:gd name="connsiteY122" fmla="*/ 1428750 h 1890712"/>
                <a:gd name="connsiteX123" fmla="*/ 1952625 w 2543175"/>
                <a:gd name="connsiteY123" fmla="*/ 1438275 h 1890712"/>
                <a:gd name="connsiteX124" fmla="*/ 1971675 w 2543175"/>
                <a:gd name="connsiteY124" fmla="*/ 1450181 h 1890712"/>
                <a:gd name="connsiteX125" fmla="*/ 1981200 w 2543175"/>
                <a:gd name="connsiteY125" fmla="*/ 1454944 h 1890712"/>
                <a:gd name="connsiteX126" fmla="*/ 1997869 w 2543175"/>
                <a:gd name="connsiteY126" fmla="*/ 1471612 h 1890712"/>
                <a:gd name="connsiteX127" fmla="*/ 2007394 w 2543175"/>
                <a:gd name="connsiteY127" fmla="*/ 1478756 h 1890712"/>
                <a:gd name="connsiteX128" fmla="*/ 2016919 w 2543175"/>
                <a:gd name="connsiteY128" fmla="*/ 1483519 h 1890712"/>
                <a:gd name="connsiteX129" fmla="*/ 2024063 w 2543175"/>
                <a:gd name="connsiteY129" fmla="*/ 1490662 h 1890712"/>
                <a:gd name="connsiteX130" fmla="*/ 2033588 w 2543175"/>
                <a:gd name="connsiteY130" fmla="*/ 1495425 h 1890712"/>
                <a:gd name="connsiteX131" fmla="*/ 2040732 w 2543175"/>
                <a:gd name="connsiteY131" fmla="*/ 1502569 h 1890712"/>
                <a:gd name="connsiteX132" fmla="*/ 2047875 w 2543175"/>
                <a:gd name="connsiteY132" fmla="*/ 1507331 h 1890712"/>
                <a:gd name="connsiteX133" fmla="*/ 2057400 w 2543175"/>
                <a:gd name="connsiteY133" fmla="*/ 1514475 h 1890712"/>
                <a:gd name="connsiteX134" fmla="*/ 2064544 w 2543175"/>
                <a:gd name="connsiteY134" fmla="*/ 1519237 h 1890712"/>
                <a:gd name="connsiteX135" fmla="*/ 2071688 w 2543175"/>
                <a:gd name="connsiteY135" fmla="*/ 1526381 h 1890712"/>
                <a:gd name="connsiteX136" fmla="*/ 2081213 w 2543175"/>
                <a:gd name="connsiteY136" fmla="*/ 1531144 h 1890712"/>
                <a:gd name="connsiteX137" fmla="*/ 2090738 w 2543175"/>
                <a:gd name="connsiteY137" fmla="*/ 1538287 h 1890712"/>
                <a:gd name="connsiteX138" fmla="*/ 2109788 w 2543175"/>
                <a:gd name="connsiteY138" fmla="*/ 1547812 h 1890712"/>
                <a:gd name="connsiteX139" fmla="*/ 2131219 w 2543175"/>
                <a:gd name="connsiteY139" fmla="*/ 1562100 h 1890712"/>
                <a:gd name="connsiteX140" fmla="*/ 2140744 w 2543175"/>
                <a:gd name="connsiteY140" fmla="*/ 1566862 h 1890712"/>
                <a:gd name="connsiteX141" fmla="*/ 2152650 w 2543175"/>
                <a:gd name="connsiteY141" fmla="*/ 1576387 h 1890712"/>
                <a:gd name="connsiteX142" fmla="*/ 2181225 w 2543175"/>
                <a:gd name="connsiteY142" fmla="*/ 1590675 h 1890712"/>
                <a:gd name="connsiteX143" fmla="*/ 2200275 w 2543175"/>
                <a:gd name="connsiteY143" fmla="*/ 1607344 h 1890712"/>
                <a:gd name="connsiteX144" fmla="*/ 2207419 w 2543175"/>
                <a:gd name="connsiteY144" fmla="*/ 1612106 h 1890712"/>
                <a:gd name="connsiteX145" fmla="*/ 2216944 w 2543175"/>
                <a:gd name="connsiteY145" fmla="*/ 1619250 h 1890712"/>
                <a:gd name="connsiteX146" fmla="*/ 2247900 w 2543175"/>
                <a:gd name="connsiteY146" fmla="*/ 1643062 h 1890712"/>
                <a:gd name="connsiteX147" fmla="*/ 2281238 w 2543175"/>
                <a:gd name="connsiteY147" fmla="*/ 1674019 h 1890712"/>
                <a:gd name="connsiteX148" fmla="*/ 2312194 w 2543175"/>
                <a:gd name="connsiteY148" fmla="*/ 1702594 h 1890712"/>
                <a:gd name="connsiteX149" fmla="*/ 2369344 w 2543175"/>
                <a:gd name="connsiteY149" fmla="*/ 1757363 h 1890712"/>
                <a:gd name="connsiteX150" fmla="*/ 2428876 w 2543175"/>
                <a:gd name="connsiteY150" fmla="*/ 1785938 h 1890712"/>
                <a:gd name="connsiteX151" fmla="*/ 2469356 w 2543175"/>
                <a:gd name="connsiteY151" fmla="*/ 1816894 h 1890712"/>
                <a:gd name="connsiteX152" fmla="*/ 2514600 w 2543175"/>
                <a:gd name="connsiteY152" fmla="*/ 1850231 h 1890712"/>
                <a:gd name="connsiteX153" fmla="*/ 2519363 w 2543175"/>
                <a:gd name="connsiteY153" fmla="*/ 1857375 h 1890712"/>
                <a:gd name="connsiteX154" fmla="*/ 2540794 w 2543175"/>
                <a:gd name="connsiteY154" fmla="*/ 1883569 h 1890712"/>
                <a:gd name="connsiteX155" fmla="*/ 2543175 w 2543175"/>
                <a:gd name="connsiteY155" fmla="*/ 1890712 h 1890712"/>
                <a:gd name="connsiteX0" fmla="*/ 0 w 2543175"/>
                <a:gd name="connsiteY0" fmla="*/ 0 h 1890712"/>
                <a:gd name="connsiteX1" fmla="*/ 11907 w 2543175"/>
                <a:gd name="connsiteY1" fmla="*/ 11906 h 1890712"/>
                <a:gd name="connsiteX2" fmla="*/ 21432 w 2543175"/>
                <a:gd name="connsiteY2" fmla="*/ 16669 h 1890712"/>
                <a:gd name="connsiteX3" fmla="*/ 23813 w 2543175"/>
                <a:gd name="connsiteY3" fmla="*/ 23812 h 1890712"/>
                <a:gd name="connsiteX4" fmla="*/ 33338 w 2543175"/>
                <a:gd name="connsiteY4" fmla="*/ 33337 h 1890712"/>
                <a:gd name="connsiteX5" fmla="*/ 40482 w 2543175"/>
                <a:gd name="connsiteY5" fmla="*/ 42862 h 1890712"/>
                <a:gd name="connsiteX6" fmla="*/ 47625 w 2543175"/>
                <a:gd name="connsiteY6" fmla="*/ 47625 h 1890712"/>
                <a:gd name="connsiteX7" fmla="*/ 57150 w 2543175"/>
                <a:gd name="connsiteY7" fmla="*/ 54769 h 1890712"/>
                <a:gd name="connsiteX8" fmla="*/ 64294 w 2543175"/>
                <a:gd name="connsiteY8" fmla="*/ 59531 h 1890712"/>
                <a:gd name="connsiteX9" fmla="*/ 83344 w 2543175"/>
                <a:gd name="connsiteY9" fmla="*/ 73819 h 1890712"/>
                <a:gd name="connsiteX10" fmla="*/ 97632 w 2543175"/>
                <a:gd name="connsiteY10" fmla="*/ 80962 h 1890712"/>
                <a:gd name="connsiteX11" fmla="*/ 104775 w 2543175"/>
                <a:gd name="connsiteY11" fmla="*/ 85725 h 1890712"/>
                <a:gd name="connsiteX12" fmla="*/ 114300 w 2543175"/>
                <a:gd name="connsiteY12" fmla="*/ 95250 h 1890712"/>
                <a:gd name="connsiteX13" fmla="*/ 123825 w 2543175"/>
                <a:gd name="connsiteY13" fmla="*/ 97631 h 1890712"/>
                <a:gd name="connsiteX14" fmla="*/ 130969 w 2543175"/>
                <a:gd name="connsiteY14" fmla="*/ 104775 h 1890712"/>
                <a:gd name="connsiteX15" fmla="*/ 140494 w 2543175"/>
                <a:gd name="connsiteY15" fmla="*/ 111919 h 1890712"/>
                <a:gd name="connsiteX16" fmla="*/ 147638 w 2543175"/>
                <a:gd name="connsiteY16" fmla="*/ 116681 h 1890712"/>
                <a:gd name="connsiteX17" fmla="*/ 164307 w 2543175"/>
                <a:gd name="connsiteY17" fmla="*/ 128587 h 1890712"/>
                <a:gd name="connsiteX18" fmla="*/ 180975 w 2543175"/>
                <a:gd name="connsiteY18" fmla="*/ 140494 h 1890712"/>
                <a:gd name="connsiteX19" fmla="*/ 197644 w 2543175"/>
                <a:gd name="connsiteY19" fmla="*/ 152400 h 1890712"/>
                <a:gd name="connsiteX20" fmla="*/ 204788 w 2543175"/>
                <a:gd name="connsiteY20" fmla="*/ 157162 h 1890712"/>
                <a:gd name="connsiteX21" fmla="*/ 214313 w 2543175"/>
                <a:gd name="connsiteY21" fmla="*/ 164306 h 1890712"/>
                <a:gd name="connsiteX22" fmla="*/ 230982 w 2543175"/>
                <a:gd name="connsiteY22" fmla="*/ 180975 h 1890712"/>
                <a:gd name="connsiteX23" fmla="*/ 247650 w 2543175"/>
                <a:gd name="connsiteY23" fmla="*/ 185737 h 1890712"/>
                <a:gd name="connsiteX24" fmla="*/ 300038 w 2543175"/>
                <a:gd name="connsiteY24" fmla="*/ 219075 h 1890712"/>
                <a:gd name="connsiteX25" fmla="*/ 342900 w 2543175"/>
                <a:gd name="connsiteY25" fmla="*/ 254794 h 1890712"/>
                <a:gd name="connsiteX26" fmla="*/ 366713 w 2543175"/>
                <a:gd name="connsiteY26" fmla="*/ 264319 h 1890712"/>
                <a:gd name="connsiteX27" fmla="*/ 371475 w 2543175"/>
                <a:gd name="connsiteY27" fmla="*/ 271462 h 1890712"/>
                <a:gd name="connsiteX28" fmla="*/ 385763 w 2543175"/>
                <a:gd name="connsiteY28" fmla="*/ 283369 h 1890712"/>
                <a:gd name="connsiteX29" fmla="*/ 404813 w 2543175"/>
                <a:gd name="connsiteY29" fmla="*/ 295275 h 1890712"/>
                <a:gd name="connsiteX30" fmla="*/ 411957 w 2543175"/>
                <a:gd name="connsiteY30" fmla="*/ 297656 h 1890712"/>
                <a:gd name="connsiteX31" fmla="*/ 466725 w 2543175"/>
                <a:gd name="connsiteY31" fmla="*/ 328612 h 1890712"/>
                <a:gd name="connsiteX32" fmla="*/ 476250 w 2543175"/>
                <a:gd name="connsiteY32" fmla="*/ 335756 h 1890712"/>
                <a:gd name="connsiteX33" fmla="*/ 481013 w 2543175"/>
                <a:gd name="connsiteY33" fmla="*/ 342900 h 1890712"/>
                <a:gd name="connsiteX34" fmla="*/ 490538 w 2543175"/>
                <a:gd name="connsiteY34" fmla="*/ 352425 h 1890712"/>
                <a:gd name="connsiteX35" fmla="*/ 495300 w 2543175"/>
                <a:gd name="connsiteY35" fmla="*/ 359569 h 1890712"/>
                <a:gd name="connsiteX36" fmla="*/ 509588 w 2543175"/>
                <a:gd name="connsiteY36" fmla="*/ 376237 h 1890712"/>
                <a:gd name="connsiteX37" fmla="*/ 514350 w 2543175"/>
                <a:gd name="connsiteY37" fmla="*/ 383381 h 1890712"/>
                <a:gd name="connsiteX38" fmla="*/ 531019 w 2543175"/>
                <a:gd name="connsiteY38" fmla="*/ 397669 h 1890712"/>
                <a:gd name="connsiteX39" fmla="*/ 538163 w 2543175"/>
                <a:gd name="connsiteY39" fmla="*/ 407194 h 1890712"/>
                <a:gd name="connsiteX40" fmla="*/ 554832 w 2543175"/>
                <a:gd name="connsiteY40" fmla="*/ 421481 h 1890712"/>
                <a:gd name="connsiteX41" fmla="*/ 564357 w 2543175"/>
                <a:gd name="connsiteY41" fmla="*/ 431006 h 1890712"/>
                <a:gd name="connsiteX42" fmla="*/ 573882 w 2543175"/>
                <a:gd name="connsiteY42" fmla="*/ 438150 h 1890712"/>
                <a:gd name="connsiteX43" fmla="*/ 595313 w 2543175"/>
                <a:gd name="connsiteY43" fmla="*/ 454819 h 1890712"/>
                <a:gd name="connsiteX44" fmla="*/ 602457 w 2543175"/>
                <a:gd name="connsiteY44" fmla="*/ 457200 h 1890712"/>
                <a:gd name="connsiteX45" fmla="*/ 628650 w 2543175"/>
                <a:gd name="connsiteY45" fmla="*/ 469106 h 1890712"/>
                <a:gd name="connsiteX46" fmla="*/ 645319 w 2543175"/>
                <a:gd name="connsiteY46" fmla="*/ 483394 h 1890712"/>
                <a:gd name="connsiteX47" fmla="*/ 654844 w 2543175"/>
                <a:gd name="connsiteY47" fmla="*/ 488156 h 1890712"/>
                <a:gd name="connsiteX48" fmla="*/ 661988 w 2543175"/>
                <a:gd name="connsiteY48" fmla="*/ 497681 h 1890712"/>
                <a:gd name="connsiteX49" fmla="*/ 683419 w 2543175"/>
                <a:gd name="connsiteY49" fmla="*/ 514350 h 1890712"/>
                <a:gd name="connsiteX50" fmla="*/ 700088 w 2543175"/>
                <a:gd name="connsiteY50" fmla="*/ 526256 h 1890712"/>
                <a:gd name="connsiteX51" fmla="*/ 709613 w 2543175"/>
                <a:gd name="connsiteY51" fmla="*/ 535781 h 1890712"/>
                <a:gd name="connsiteX52" fmla="*/ 719138 w 2543175"/>
                <a:gd name="connsiteY52" fmla="*/ 542925 h 1890712"/>
                <a:gd name="connsiteX53" fmla="*/ 733425 w 2543175"/>
                <a:gd name="connsiteY53" fmla="*/ 557212 h 1890712"/>
                <a:gd name="connsiteX54" fmla="*/ 750094 w 2543175"/>
                <a:gd name="connsiteY54" fmla="*/ 569119 h 1890712"/>
                <a:gd name="connsiteX55" fmla="*/ 769144 w 2543175"/>
                <a:gd name="connsiteY55" fmla="*/ 581025 h 1890712"/>
                <a:gd name="connsiteX56" fmla="*/ 785813 w 2543175"/>
                <a:gd name="connsiteY56" fmla="*/ 590550 h 1890712"/>
                <a:gd name="connsiteX57" fmla="*/ 792957 w 2543175"/>
                <a:gd name="connsiteY57" fmla="*/ 600075 h 1890712"/>
                <a:gd name="connsiteX58" fmla="*/ 809625 w 2543175"/>
                <a:gd name="connsiteY58" fmla="*/ 611981 h 1890712"/>
                <a:gd name="connsiteX59" fmla="*/ 816769 w 2543175"/>
                <a:gd name="connsiteY59" fmla="*/ 619125 h 1890712"/>
                <a:gd name="connsiteX60" fmla="*/ 826294 w 2543175"/>
                <a:gd name="connsiteY60" fmla="*/ 626269 h 1890712"/>
                <a:gd name="connsiteX61" fmla="*/ 840582 w 2543175"/>
                <a:gd name="connsiteY61" fmla="*/ 638175 h 1890712"/>
                <a:gd name="connsiteX62" fmla="*/ 847725 w 2543175"/>
                <a:gd name="connsiteY62" fmla="*/ 645319 h 1890712"/>
                <a:gd name="connsiteX63" fmla="*/ 857250 w 2543175"/>
                <a:gd name="connsiteY63" fmla="*/ 652462 h 1890712"/>
                <a:gd name="connsiteX64" fmla="*/ 888207 w 2543175"/>
                <a:gd name="connsiteY64" fmla="*/ 676275 h 1890712"/>
                <a:gd name="connsiteX65" fmla="*/ 907257 w 2543175"/>
                <a:gd name="connsiteY65" fmla="*/ 683419 h 1890712"/>
                <a:gd name="connsiteX66" fmla="*/ 928688 w 2543175"/>
                <a:gd name="connsiteY66" fmla="*/ 695325 h 1890712"/>
                <a:gd name="connsiteX67" fmla="*/ 942975 w 2543175"/>
                <a:gd name="connsiteY67" fmla="*/ 700087 h 1890712"/>
                <a:gd name="connsiteX68" fmla="*/ 964407 w 2543175"/>
                <a:gd name="connsiteY68" fmla="*/ 716756 h 1890712"/>
                <a:gd name="connsiteX69" fmla="*/ 971550 w 2543175"/>
                <a:gd name="connsiteY69" fmla="*/ 723900 h 1890712"/>
                <a:gd name="connsiteX70" fmla="*/ 983457 w 2543175"/>
                <a:gd name="connsiteY70" fmla="*/ 733425 h 1890712"/>
                <a:gd name="connsiteX71" fmla="*/ 990600 w 2543175"/>
                <a:gd name="connsiteY71" fmla="*/ 738187 h 1890712"/>
                <a:gd name="connsiteX72" fmla="*/ 1007269 w 2543175"/>
                <a:gd name="connsiteY72" fmla="*/ 752475 h 1890712"/>
                <a:gd name="connsiteX73" fmla="*/ 1031082 w 2543175"/>
                <a:gd name="connsiteY73" fmla="*/ 766762 h 1890712"/>
                <a:gd name="connsiteX74" fmla="*/ 1042988 w 2543175"/>
                <a:gd name="connsiteY74" fmla="*/ 773906 h 1890712"/>
                <a:gd name="connsiteX75" fmla="*/ 1071563 w 2543175"/>
                <a:gd name="connsiteY75" fmla="*/ 785812 h 1890712"/>
                <a:gd name="connsiteX76" fmla="*/ 1097757 w 2543175"/>
                <a:gd name="connsiteY76" fmla="*/ 807244 h 1890712"/>
                <a:gd name="connsiteX77" fmla="*/ 1104900 w 2543175"/>
                <a:gd name="connsiteY77" fmla="*/ 814387 h 1890712"/>
                <a:gd name="connsiteX78" fmla="*/ 1121569 w 2543175"/>
                <a:gd name="connsiteY78" fmla="*/ 823912 h 1890712"/>
                <a:gd name="connsiteX79" fmla="*/ 1138238 w 2543175"/>
                <a:gd name="connsiteY79" fmla="*/ 835819 h 1890712"/>
                <a:gd name="connsiteX80" fmla="*/ 1147763 w 2543175"/>
                <a:gd name="connsiteY80" fmla="*/ 842962 h 1890712"/>
                <a:gd name="connsiteX81" fmla="*/ 1157288 w 2543175"/>
                <a:gd name="connsiteY81" fmla="*/ 847725 h 1890712"/>
                <a:gd name="connsiteX82" fmla="*/ 1178719 w 2543175"/>
                <a:gd name="connsiteY82" fmla="*/ 859631 h 1890712"/>
                <a:gd name="connsiteX83" fmla="*/ 1188244 w 2543175"/>
                <a:gd name="connsiteY83" fmla="*/ 866775 h 1890712"/>
                <a:gd name="connsiteX84" fmla="*/ 1195388 w 2543175"/>
                <a:gd name="connsiteY84" fmla="*/ 871537 h 1890712"/>
                <a:gd name="connsiteX85" fmla="*/ 1212057 w 2543175"/>
                <a:gd name="connsiteY85" fmla="*/ 883444 h 1890712"/>
                <a:gd name="connsiteX86" fmla="*/ 1226344 w 2543175"/>
                <a:gd name="connsiteY86" fmla="*/ 895350 h 1890712"/>
                <a:gd name="connsiteX87" fmla="*/ 1245394 w 2543175"/>
                <a:gd name="connsiteY87" fmla="*/ 907256 h 1890712"/>
                <a:gd name="connsiteX88" fmla="*/ 1254919 w 2543175"/>
                <a:gd name="connsiteY88" fmla="*/ 914400 h 1890712"/>
                <a:gd name="connsiteX89" fmla="*/ 1269207 w 2543175"/>
                <a:gd name="connsiteY89" fmla="*/ 921544 h 1890712"/>
                <a:gd name="connsiteX90" fmla="*/ 1290638 w 2543175"/>
                <a:gd name="connsiteY90" fmla="*/ 935831 h 1890712"/>
                <a:gd name="connsiteX91" fmla="*/ 1307307 w 2543175"/>
                <a:gd name="connsiteY91" fmla="*/ 952500 h 1890712"/>
                <a:gd name="connsiteX92" fmla="*/ 1333500 w 2543175"/>
                <a:gd name="connsiteY92" fmla="*/ 971550 h 1890712"/>
                <a:gd name="connsiteX93" fmla="*/ 1359694 w 2543175"/>
                <a:gd name="connsiteY93" fmla="*/ 990600 h 1890712"/>
                <a:gd name="connsiteX94" fmla="*/ 1385888 w 2543175"/>
                <a:gd name="connsiteY94" fmla="*/ 1021557 h 1890712"/>
                <a:gd name="connsiteX95" fmla="*/ 1435894 w 2543175"/>
                <a:gd name="connsiteY95" fmla="*/ 1054894 h 1890712"/>
                <a:gd name="connsiteX96" fmla="*/ 1497806 w 2543175"/>
                <a:gd name="connsiteY96" fmla="*/ 1104900 h 1890712"/>
                <a:gd name="connsiteX97" fmla="*/ 1559718 w 2543175"/>
                <a:gd name="connsiteY97" fmla="*/ 1154906 h 1890712"/>
                <a:gd name="connsiteX98" fmla="*/ 1595438 w 2543175"/>
                <a:gd name="connsiteY98" fmla="*/ 1181100 h 1890712"/>
                <a:gd name="connsiteX99" fmla="*/ 1628775 w 2543175"/>
                <a:gd name="connsiteY99" fmla="*/ 1207294 h 1890712"/>
                <a:gd name="connsiteX100" fmla="*/ 1662113 w 2543175"/>
                <a:gd name="connsiteY100" fmla="*/ 1231107 h 1890712"/>
                <a:gd name="connsiteX101" fmla="*/ 1700213 w 2543175"/>
                <a:gd name="connsiteY101" fmla="*/ 1247775 h 1890712"/>
                <a:gd name="connsiteX102" fmla="*/ 1712119 w 2543175"/>
                <a:gd name="connsiteY102" fmla="*/ 1259681 h 1890712"/>
                <a:gd name="connsiteX103" fmla="*/ 1733550 w 2543175"/>
                <a:gd name="connsiteY103" fmla="*/ 1273969 h 1890712"/>
                <a:gd name="connsiteX104" fmla="*/ 1743075 w 2543175"/>
                <a:gd name="connsiteY104" fmla="*/ 1283494 h 1890712"/>
                <a:gd name="connsiteX105" fmla="*/ 1754982 w 2543175"/>
                <a:gd name="connsiteY105" fmla="*/ 1290637 h 1890712"/>
                <a:gd name="connsiteX106" fmla="*/ 1766888 w 2543175"/>
                <a:gd name="connsiteY106" fmla="*/ 1300162 h 1890712"/>
                <a:gd name="connsiteX107" fmla="*/ 1783557 w 2543175"/>
                <a:gd name="connsiteY107" fmla="*/ 1307306 h 1890712"/>
                <a:gd name="connsiteX108" fmla="*/ 1790700 w 2543175"/>
                <a:gd name="connsiteY108" fmla="*/ 1312069 h 1890712"/>
                <a:gd name="connsiteX109" fmla="*/ 1800225 w 2543175"/>
                <a:gd name="connsiteY109" fmla="*/ 1319212 h 1890712"/>
                <a:gd name="connsiteX110" fmla="*/ 1807369 w 2543175"/>
                <a:gd name="connsiteY110" fmla="*/ 1321594 h 1890712"/>
                <a:gd name="connsiteX111" fmla="*/ 1824038 w 2543175"/>
                <a:gd name="connsiteY111" fmla="*/ 1333500 h 1890712"/>
                <a:gd name="connsiteX112" fmla="*/ 1843088 w 2543175"/>
                <a:gd name="connsiteY112" fmla="*/ 1352550 h 1890712"/>
                <a:gd name="connsiteX113" fmla="*/ 1852613 w 2543175"/>
                <a:gd name="connsiteY113" fmla="*/ 1359694 h 1890712"/>
                <a:gd name="connsiteX114" fmla="*/ 1859757 w 2543175"/>
                <a:gd name="connsiteY114" fmla="*/ 1366837 h 1890712"/>
                <a:gd name="connsiteX115" fmla="*/ 1869282 w 2543175"/>
                <a:gd name="connsiteY115" fmla="*/ 1371600 h 1890712"/>
                <a:gd name="connsiteX116" fmla="*/ 1883569 w 2543175"/>
                <a:gd name="connsiteY116" fmla="*/ 1388269 h 1890712"/>
                <a:gd name="connsiteX117" fmla="*/ 1893094 w 2543175"/>
                <a:gd name="connsiteY117" fmla="*/ 1395412 h 1890712"/>
                <a:gd name="connsiteX118" fmla="*/ 1902619 w 2543175"/>
                <a:gd name="connsiteY118" fmla="*/ 1404937 h 1890712"/>
                <a:gd name="connsiteX119" fmla="*/ 1912144 w 2543175"/>
                <a:gd name="connsiteY119" fmla="*/ 1409700 h 1890712"/>
                <a:gd name="connsiteX120" fmla="*/ 1931194 w 2543175"/>
                <a:gd name="connsiteY120" fmla="*/ 1421606 h 1890712"/>
                <a:gd name="connsiteX121" fmla="*/ 1935957 w 2543175"/>
                <a:gd name="connsiteY121" fmla="*/ 1428750 h 1890712"/>
                <a:gd name="connsiteX122" fmla="*/ 1952625 w 2543175"/>
                <a:gd name="connsiteY122" fmla="*/ 1438275 h 1890712"/>
                <a:gd name="connsiteX123" fmla="*/ 1971675 w 2543175"/>
                <a:gd name="connsiteY123" fmla="*/ 1450181 h 1890712"/>
                <a:gd name="connsiteX124" fmla="*/ 1981200 w 2543175"/>
                <a:gd name="connsiteY124" fmla="*/ 1454944 h 1890712"/>
                <a:gd name="connsiteX125" fmla="*/ 1997869 w 2543175"/>
                <a:gd name="connsiteY125" fmla="*/ 1471612 h 1890712"/>
                <a:gd name="connsiteX126" fmla="*/ 2007394 w 2543175"/>
                <a:gd name="connsiteY126" fmla="*/ 1478756 h 1890712"/>
                <a:gd name="connsiteX127" fmla="*/ 2016919 w 2543175"/>
                <a:gd name="connsiteY127" fmla="*/ 1483519 h 1890712"/>
                <a:gd name="connsiteX128" fmla="*/ 2024063 w 2543175"/>
                <a:gd name="connsiteY128" fmla="*/ 1490662 h 1890712"/>
                <a:gd name="connsiteX129" fmla="*/ 2033588 w 2543175"/>
                <a:gd name="connsiteY129" fmla="*/ 1495425 h 1890712"/>
                <a:gd name="connsiteX130" fmla="*/ 2040732 w 2543175"/>
                <a:gd name="connsiteY130" fmla="*/ 1502569 h 1890712"/>
                <a:gd name="connsiteX131" fmla="*/ 2047875 w 2543175"/>
                <a:gd name="connsiteY131" fmla="*/ 1507331 h 1890712"/>
                <a:gd name="connsiteX132" fmla="*/ 2057400 w 2543175"/>
                <a:gd name="connsiteY132" fmla="*/ 1514475 h 1890712"/>
                <a:gd name="connsiteX133" fmla="*/ 2064544 w 2543175"/>
                <a:gd name="connsiteY133" fmla="*/ 1519237 h 1890712"/>
                <a:gd name="connsiteX134" fmla="*/ 2071688 w 2543175"/>
                <a:gd name="connsiteY134" fmla="*/ 1526381 h 1890712"/>
                <a:gd name="connsiteX135" fmla="*/ 2081213 w 2543175"/>
                <a:gd name="connsiteY135" fmla="*/ 1531144 h 1890712"/>
                <a:gd name="connsiteX136" fmla="*/ 2090738 w 2543175"/>
                <a:gd name="connsiteY136" fmla="*/ 1538287 h 1890712"/>
                <a:gd name="connsiteX137" fmla="*/ 2109788 w 2543175"/>
                <a:gd name="connsiteY137" fmla="*/ 1547812 h 1890712"/>
                <a:gd name="connsiteX138" fmla="*/ 2131219 w 2543175"/>
                <a:gd name="connsiteY138" fmla="*/ 1562100 h 1890712"/>
                <a:gd name="connsiteX139" fmla="*/ 2140744 w 2543175"/>
                <a:gd name="connsiteY139" fmla="*/ 1566862 h 1890712"/>
                <a:gd name="connsiteX140" fmla="*/ 2152650 w 2543175"/>
                <a:gd name="connsiteY140" fmla="*/ 1576387 h 1890712"/>
                <a:gd name="connsiteX141" fmla="*/ 2181225 w 2543175"/>
                <a:gd name="connsiteY141" fmla="*/ 1590675 h 1890712"/>
                <a:gd name="connsiteX142" fmla="*/ 2200275 w 2543175"/>
                <a:gd name="connsiteY142" fmla="*/ 1607344 h 1890712"/>
                <a:gd name="connsiteX143" fmla="*/ 2207419 w 2543175"/>
                <a:gd name="connsiteY143" fmla="*/ 1612106 h 1890712"/>
                <a:gd name="connsiteX144" fmla="*/ 2216944 w 2543175"/>
                <a:gd name="connsiteY144" fmla="*/ 1619250 h 1890712"/>
                <a:gd name="connsiteX145" fmla="*/ 2247900 w 2543175"/>
                <a:gd name="connsiteY145" fmla="*/ 1643062 h 1890712"/>
                <a:gd name="connsiteX146" fmla="*/ 2281238 w 2543175"/>
                <a:gd name="connsiteY146" fmla="*/ 1674019 h 1890712"/>
                <a:gd name="connsiteX147" fmla="*/ 2312194 w 2543175"/>
                <a:gd name="connsiteY147" fmla="*/ 1702594 h 1890712"/>
                <a:gd name="connsiteX148" fmla="*/ 2369344 w 2543175"/>
                <a:gd name="connsiteY148" fmla="*/ 1757363 h 1890712"/>
                <a:gd name="connsiteX149" fmla="*/ 2428876 w 2543175"/>
                <a:gd name="connsiteY149" fmla="*/ 1785938 h 1890712"/>
                <a:gd name="connsiteX150" fmla="*/ 2469356 w 2543175"/>
                <a:gd name="connsiteY150" fmla="*/ 1816894 h 1890712"/>
                <a:gd name="connsiteX151" fmla="*/ 2514600 w 2543175"/>
                <a:gd name="connsiteY151" fmla="*/ 1850231 h 1890712"/>
                <a:gd name="connsiteX152" fmla="*/ 2519363 w 2543175"/>
                <a:gd name="connsiteY152" fmla="*/ 1857375 h 1890712"/>
                <a:gd name="connsiteX153" fmla="*/ 2540794 w 2543175"/>
                <a:gd name="connsiteY153" fmla="*/ 1883569 h 1890712"/>
                <a:gd name="connsiteX154" fmla="*/ 2543175 w 2543175"/>
                <a:gd name="connsiteY154" fmla="*/ 1890712 h 1890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</a:cxnLst>
              <a:rect l="l" t="t" r="r" b="b"/>
              <a:pathLst>
                <a:path w="2543175" h="1890712">
                  <a:moveTo>
                    <a:pt x="0" y="0"/>
                  </a:moveTo>
                  <a:cubicBezTo>
                    <a:pt x="3969" y="3969"/>
                    <a:pt x="7477" y="8460"/>
                    <a:pt x="11907" y="11906"/>
                  </a:cubicBezTo>
                  <a:cubicBezTo>
                    <a:pt x="14709" y="14085"/>
                    <a:pt x="18922" y="14159"/>
                    <a:pt x="21432" y="16669"/>
                  </a:cubicBezTo>
                  <a:cubicBezTo>
                    <a:pt x="23207" y="18444"/>
                    <a:pt x="22354" y="21770"/>
                    <a:pt x="23813" y="23812"/>
                  </a:cubicBezTo>
                  <a:cubicBezTo>
                    <a:pt x="26423" y="27466"/>
                    <a:pt x="30381" y="29958"/>
                    <a:pt x="33338" y="33337"/>
                  </a:cubicBezTo>
                  <a:cubicBezTo>
                    <a:pt x="35951" y="36324"/>
                    <a:pt x="37676" y="40056"/>
                    <a:pt x="40482" y="42862"/>
                  </a:cubicBezTo>
                  <a:cubicBezTo>
                    <a:pt x="42506" y="44886"/>
                    <a:pt x="45296" y="45961"/>
                    <a:pt x="47625" y="47625"/>
                  </a:cubicBezTo>
                  <a:cubicBezTo>
                    <a:pt x="50854" y="49932"/>
                    <a:pt x="53920" y="52462"/>
                    <a:pt x="57150" y="54769"/>
                  </a:cubicBezTo>
                  <a:cubicBezTo>
                    <a:pt x="59479" y="56432"/>
                    <a:pt x="62004" y="57814"/>
                    <a:pt x="64294" y="59531"/>
                  </a:cubicBezTo>
                  <a:cubicBezTo>
                    <a:pt x="70526" y="64205"/>
                    <a:pt x="76425" y="69975"/>
                    <a:pt x="83344" y="73819"/>
                  </a:cubicBezTo>
                  <a:cubicBezTo>
                    <a:pt x="87999" y="76405"/>
                    <a:pt x="92977" y="78376"/>
                    <a:pt x="97632" y="80962"/>
                  </a:cubicBezTo>
                  <a:cubicBezTo>
                    <a:pt x="100134" y="82352"/>
                    <a:pt x="102602" y="83862"/>
                    <a:pt x="104775" y="85725"/>
                  </a:cubicBezTo>
                  <a:cubicBezTo>
                    <a:pt x="108184" y="88647"/>
                    <a:pt x="110492" y="92870"/>
                    <a:pt x="114300" y="95250"/>
                  </a:cubicBezTo>
                  <a:cubicBezTo>
                    <a:pt x="117075" y="96984"/>
                    <a:pt x="120650" y="96837"/>
                    <a:pt x="123825" y="97631"/>
                  </a:cubicBezTo>
                  <a:cubicBezTo>
                    <a:pt x="126206" y="100012"/>
                    <a:pt x="128412" y="102583"/>
                    <a:pt x="130969" y="104775"/>
                  </a:cubicBezTo>
                  <a:cubicBezTo>
                    <a:pt x="133982" y="107358"/>
                    <a:pt x="137264" y="109612"/>
                    <a:pt x="140494" y="111919"/>
                  </a:cubicBezTo>
                  <a:cubicBezTo>
                    <a:pt x="142823" y="113582"/>
                    <a:pt x="145439" y="114849"/>
                    <a:pt x="147638" y="116681"/>
                  </a:cubicBezTo>
                  <a:cubicBezTo>
                    <a:pt x="162120" y="128749"/>
                    <a:pt x="146681" y="119775"/>
                    <a:pt x="164307" y="128587"/>
                  </a:cubicBezTo>
                  <a:cubicBezTo>
                    <a:pt x="175940" y="140221"/>
                    <a:pt x="166351" y="132138"/>
                    <a:pt x="180975" y="140494"/>
                  </a:cubicBezTo>
                  <a:cubicBezTo>
                    <a:pt x="186596" y="143706"/>
                    <a:pt x="192522" y="148741"/>
                    <a:pt x="197644" y="152400"/>
                  </a:cubicBezTo>
                  <a:cubicBezTo>
                    <a:pt x="199973" y="154063"/>
                    <a:pt x="202459" y="155499"/>
                    <a:pt x="204788" y="157162"/>
                  </a:cubicBezTo>
                  <a:cubicBezTo>
                    <a:pt x="208018" y="159469"/>
                    <a:pt x="211507" y="161500"/>
                    <a:pt x="214313" y="164306"/>
                  </a:cubicBezTo>
                  <a:cubicBezTo>
                    <a:pt x="225954" y="175947"/>
                    <a:pt x="216166" y="172508"/>
                    <a:pt x="230982" y="180975"/>
                  </a:cubicBezTo>
                  <a:cubicBezTo>
                    <a:pt x="233514" y="182422"/>
                    <a:pt x="236141" y="179387"/>
                    <a:pt x="247650" y="185737"/>
                  </a:cubicBezTo>
                  <a:cubicBezTo>
                    <a:pt x="259159" y="192087"/>
                    <a:pt x="284163" y="207566"/>
                    <a:pt x="300038" y="219075"/>
                  </a:cubicBezTo>
                  <a:cubicBezTo>
                    <a:pt x="315913" y="230584"/>
                    <a:pt x="331788" y="247253"/>
                    <a:pt x="342900" y="254794"/>
                  </a:cubicBezTo>
                  <a:cubicBezTo>
                    <a:pt x="351711" y="272418"/>
                    <a:pt x="361951" y="261541"/>
                    <a:pt x="366713" y="264319"/>
                  </a:cubicBezTo>
                  <a:cubicBezTo>
                    <a:pt x="371475" y="267097"/>
                    <a:pt x="368300" y="268287"/>
                    <a:pt x="371475" y="271462"/>
                  </a:cubicBezTo>
                  <a:cubicBezTo>
                    <a:pt x="374650" y="274637"/>
                    <a:pt x="380207" y="279400"/>
                    <a:pt x="385763" y="283369"/>
                  </a:cubicBezTo>
                  <a:cubicBezTo>
                    <a:pt x="391319" y="287338"/>
                    <a:pt x="400447" y="292894"/>
                    <a:pt x="404813" y="295275"/>
                  </a:cubicBezTo>
                  <a:cubicBezTo>
                    <a:pt x="409179" y="297656"/>
                    <a:pt x="401638" y="292100"/>
                    <a:pt x="411957" y="297656"/>
                  </a:cubicBezTo>
                  <a:cubicBezTo>
                    <a:pt x="422276" y="303212"/>
                    <a:pt x="456010" y="322262"/>
                    <a:pt x="466725" y="328612"/>
                  </a:cubicBezTo>
                  <a:cubicBezTo>
                    <a:pt x="477440" y="334962"/>
                    <a:pt x="473444" y="332950"/>
                    <a:pt x="476250" y="335756"/>
                  </a:cubicBezTo>
                  <a:cubicBezTo>
                    <a:pt x="478274" y="337780"/>
                    <a:pt x="479150" y="340727"/>
                    <a:pt x="481013" y="342900"/>
                  </a:cubicBezTo>
                  <a:cubicBezTo>
                    <a:pt x="483935" y="346309"/>
                    <a:pt x="487616" y="349016"/>
                    <a:pt x="490538" y="352425"/>
                  </a:cubicBezTo>
                  <a:cubicBezTo>
                    <a:pt x="492400" y="354598"/>
                    <a:pt x="493637" y="357240"/>
                    <a:pt x="495300" y="359569"/>
                  </a:cubicBezTo>
                  <a:cubicBezTo>
                    <a:pt x="513137" y="384542"/>
                    <a:pt x="492279" y="355466"/>
                    <a:pt x="509588" y="376237"/>
                  </a:cubicBezTo>
                  <a:cubicBezTo>
                    <a:pt x="511420" y="378436"/>
                    <a:pt x="512518" y="381182"/>
                    <a:pt x="514350" y="383381"/>
                  </a:cubicBezTo>
                  <a:cubicBezTo>
                    <a:pt x="527305" y="398928"/>
                    <a:pt x="515259" y="381909"/>
                    <a:pt x="531019" y="397669"/>
                  </a:cubicBezTo>
                  <a:cubicBezTo>
                    <a:pt x="533825" y="400475"/>
                    <a:pt x="535550" y="404207"/>
                    <a:pt x="538163" y="407194"/>
                  </a:cubicBezTo>
                  <a:cubicBezTo>
                    <a:pt x="555321" y="426803"/>
                    <a:pt x="540377" y="409091"/>
                    <a:pt x="554832" y="421481"/>
                  </a:cubicBezTo>
                  <a:cubicBezTo>
                    <a:pt x="558241" y="424403"/>
                    <a:pt x="560978" y="428049"/>
                    <a:pt x="564357" y="431006"/>
                  </a:cubicBezTo>
                  <a:cubicBezTo>
                    <a:pt x="567344" y="433619"/>
                    <a:pt x="570783" y="435671"/>
                    <a:pt x="573882" y="438150"/>
                  </a:cubicBezTo>
                  <a:cubicBezTo>
                    <a:pt x="577392" y="440958"/>
                    <a:pt x="589001" y="451663"/>
                    <a:pt x="595313" y="454819"/>
                  </a:cubicBezTo>
                  <a:cubicBezTo>
                    <a:pt x="597558" y="455942"/>
                    <a:pt x="600212" y="456077"/>
                    <a:pt x="602457" y="457200"/>
                  </a:cubicBezTo>
                  <a:cubicBezTo>
                    <a:pt x="627542" y="469743"/>
                    <a:pt x="610065" y="464460"/>
                    <a:pt x="628650" y="469106"/>
                  </a:cubicBezTo>
                  <a:cubicBezTo>
                    <a:pt x="634206" y="473869"/>
                    <a:pt x="639401" y="479090"/>
                    <a:pt x="645319" y="483394"/>
                  </a:cubicBezTo>
                  <a:cubicBezTo>
                    <a:pt x="648190" y="485482"/>
                    <a:pt x="652149" y="485846"/>
                    <a:pt x="654844" y="488156"/>
                  </a:cubicBezTo>
                  <a:cubicBezTo>
                    <a:pt x="657857" y="490739"/>
                    <a:pt x="659062" y="494999"/>
                    <a:pt x="661988" y="497681"/>
                  </a:cubicBezTo>
                  <a:cubicBezTo>
                    <a:pt x="668659" y="503796"/>
                    <a:pt x="675889" y="509330"/>
                    <a:pt x="683419" y="514350"/>
                  </a:cubicBezTo>
                  <a:cubicBezTo>
                    <a:pt x="688757" y="517908"/>
                    <a:pt x="695358" y="522117"/>
                    <a:pt x="700088" y="526256"/>
                  </a:cubicBezTo>
                  <a:cubicBezTo>
                    <a:pt x="703467" y="529213"/>
                    <a:pt x="706234" y="532824"/>
                    <a:pt x="709613" y="535781"/>
                  </a:cubicBezTo>
                  <a:cubicBezTo>
                    <a:pt x="712600" y="538394"/>
                    <a:pt x="716188" y="540270"/>
                    <a:pt x="719138" y="542925"/>
                  </a:cubicBezTo>
                  <a:cubicBezTo>
                    <a:pt x="724144" y="547430"/>
                    <a:pt x="727401" y="554200"/>
                    <a:pt x="733425" y="557212"/>
                  </a:cubicBezTo>
                  <a:cubicBezTo>
                    <a:pt x="758177" y="569589"/>
                    <a:pt x="728852" y="553670"/>
                    <a:pt x="750094" y="569119"/>
                  </a:cubicBezTo>
                  <a:cubicBezTo>
                    <a:pt x="756150" y="573523"/>
                    <a:pt x="762723" y="577172"/>
                    <a:pt x="769144" y="581025"/>
                  </a:cubicBezTo>
                  <a:cubicBezTo>
                    <a:pt x="774632" y="584317"/>
                    <a:pt x="785813" y="590550"/>
                    <a:pt x="785813" y="590550"/>
                  </a:cubicBezTo>
                  <a:cubicBezTo>
                    <a:pt x="788194" y="593725"/>
                    <a:pt x="790151" y="597269"/>
                    <a:pt x="792957" y="600075"/>
                  </a:cubicBezTo>
                  <a:cubicBezTo>
                    <a:pt x="801539" y="608657"/>
                    <a:pt x="801510" y="605219"/>
                    <a:pt x="809625" y="611981"/>
                  </a:cubicBezTo>
                  <a:cubicBezTo>
                    <a:pt x="812212" y="614137"/>
                    <a:pt x="814212" y="616933"/>
                    <a:pt x="816769" y="619125"/>
                  </a:cubicBezTo>
                  <a:cubicBezTo>
                    <a:pt x="819782" y="621708"/>
                    <a:pt x="823195" y="623790"/>
                    <a:pt x="826294" y="626269"/>
                  </a:cubicBezTo>
                  <a:cubicBezTo>
                    <a:pt x="831135" y="630142"/>
                    <a:pt x="835948" y="634056"/>
                    <a:pt x="840582" y="638175"/>
                  </a:cubicBezTo>
                  <a:cubicBezTo>
                    <a:pt x="843099" y="640412"/>
                    <a:pt x="845168" y="643127"/>
                    <a:pt x="847725" y="645319"/>
                  </a:cubicBezTo>
                  <a:cubicBezTo>
                    <a:pt x="850738" y="647902"/>
                    <a:pt x="850503" y="647303"/>
                    <a:pt x="857250" y="652462"/>
                  </a:cubicBezTo>
                  <a:cubicBezTo>
                    <a:pt x="863997" y="657621"/>
                    <a:pt x="879873" y="671116"/>
                    <a:pt x="888207" y="676275"/>
                  </a:cubicBezTo>
                  <a:cubicBezTo>
                    <a:pt x="896541" y="681434"/>
                    <a:pt x="900510" y="680244"/>
                    <a:pt x="907257" y="683419"/>
                  </a:cubicBezTo>
                  <a:cubicBezTo>
                    <a:pt x="913293" y="687040"/>
                    <a:pt x="921861" y="692594"/>
                    <a:pt x="928688" y="695325"/>
                  </a:cubicBezTo>
                  <a:cubicBezTo>
                    <a:pt x="933349" y="697189"/>
                    <a:pt x="938213" y="698500"/>
                    <a:pt x="942975" y="700087"/>
                  </a:cubicBezTo>
                  <a:cubicBezTo>
                    <a:pt x="950119" y="705643"/>
                    <a:pt x="958008" y="710356"/>
                    <a:pt x="964407" y="716756"/>
                  </a:cubicBezTo>
                  <a:cubicBezTo>
                    <a:pt x="966788" y="719137"/>
                    <a:pt x="969016" y="721682"/>
                    <a:pt x="971550" y="723900"/>
                  </a:cubicBezTo>
                  <a:cubicBezTo>
                    <a:pt x="975375" y="727247"/>
                    <a:pt x="979391" y="730375"/>
                    <a:pt x="983457" y="733425"/>
                  </a:cubicBezTo>
                  <a:cubicBezTo>
                    <a:pt x="985746" y="735142"/>
                    <a:pt x="988402" y="736355"/>
                    <a:pt x="990600" y="738187"/>
                  </a:cubicBezTo>
                  <a:cubicBezTo>
                    <a:pt x="1003421" y="748872"/>
                    <a:pt x="991667" y="742445"/>
                    <a:pt x="1007269" y="752475"/>
                  </a:cubicBezTo>
                  <a:cubicBezTo>
                    <a:pt x="1015056" y="757481"/>
                    <a:pt x="1023144" y="762000"/>
                    <a:pt x="1031082" y="766762"/>
                  </a:cubicBezTo>
                  <a:cubicBezTo>
                    <a:pt x="1035051" y="769143"/>
                    <a:pt x="1038597" y="772442"/>
                    <a:pt x="1042988" y="773906"/>
                  </a:cubicBezTo>
                  <a:cubicBezTo>
                    <a:pt x="1062326" y="780353"/>
                    <a:pt x="1052785" y="776424"/>
                    <a:pt x="1071563" y="785812"/>
                  </a:cubicBezTo>
                  <a:cubicBezTo>
                    <a:pt x="1104554" y="818805"/>
                    <a:pt x="1069470" y="786029"/>
                    <a:pt x="1097757" y="807244"/>
                  </a:cubicBezTo>
                  <a:cubicBezTo>
                    <a:pt x="1100451" y="809264"/>
                    <a:pt x="1102343" y="812196"/>
                    <a:pt x="1104900" y="814387"/>
                  </a:cubicBezTo>
                  <a:cubicBezTo>
                    <a:pt x="1114075" y="822251"/>
                    <a:pt x="1112151" y="820773"/>
                    <a:pt x="1121569" y="823912"/>
                  </a:cubicBezTo>
                  <a:cubicBezTo>
                    <a:pt x="1135186" y="837529"/>
                    <a:pt x="1121524" y="825373"/>
                    <a:pt x="1138238" y="835819"/>
                  </a:cubicBezTo>
                  <a:cubicBezTo>
                    <a:pt x="1141603" y="837922"/>
                    <a:pt x="1144398" y="840859"/>
                    <a:pt x="1147763" y="842962"/>
                  </a:cubicBezTo>
                  <a:cubicBezTo>
                    <a:pt x="1150773" y="844843"/>
                    <a:pt x="1154334" y="845756"/>
                    <a:pt x="1157288" y="847725"/>
                  </a:cubicBezTo>
                  <a:cubicBezTo>
                    <a:pt x="1176376" y="860451"/>
                    <a:pt x="1161284" y="855273"/>
                    <a:pt x="1178719" y="859631"/>
                  </a:cubicBezTo>
                  <a:cubicBezTo>
                    <a:pt x="1181894" y="862012"/>
                    <a:pt x="1185014" y="864468"/>
                    <a:pt x="1188244" y="866775"/>
                  </a:cubicBezTo>
                  <a:cubicBezTo>
                    <a:pt x="1190573" y="868438"/>
                    <a:pt x="1193364" y="869513"/>
                    <a:pt x="1195388" y="871537"/>
                  </a:cubicBezTo>
                  <a:cubicBezTo>
                    <a:pt x="1208545" y="884693"/>
                    <a:pt x="1195343" y="879264"/>
                    <a:pt x="1212057" y="883444"/>
                  </a:cubicBezTo>
                  <a:cubicBezTo>
                    <a:pt x="1227843" y="893968"/>
                    <a:pt x="1210302" y="881600"/>
                    <a:pt x="1226344" y="895350"/>
                  </a:cubicBezTo>
                  <a:cubicBezTo>
                    <a:pt x="1240876" y="907806"/>
                    <a:pt x="1230381" y="897873"/>
                    <a:pt x="1245394" y="907256"/>
                  </a:cubicBezTo>
                  <a:cubicBezTo>
                    <a:pt x="1248760" y="909359"/>
                    <a:pt x="1251516" y="912358"/>
                    <a:pt x="1254919" y="914400"/>
                  </a:cubicBezTo>
                  <a:cubicBezTo>
                    <a:pt x="1259485" y="917140"/>
                    <a:pt x="1264532" y="918994"/>
                    <a:pt x="1269207" y="921544"/>
                  </a:cubicBezTo>
                  <a:cubicBezTo>
                    <a:pt x="1275474" y="924962"/>
                    <a:pt x="1285165" y="930855"/>
                    <a:pt x="1290638" y="935831"/>
                  </a:cubicBezTo>
                  <a:cubicBezTo>
                    <a:pt x="1296452" y="941117"/>
                    <a:pt x="1300769" y="948141"/>
                    <a:pt x="1307307" y="952500"/>
                  </a:cubicBezTo>
                  <a:cubicBezTo>
                    <a:pt x="1319614" y="960705"/>
                    <a:pt x="1316156" y="958208"/>
                    <a:pt x="1333500" y="971550"/>
                  </a:cubicBezTo>
                  <a:cubicBezTo>
                    <a:pt x="1345211" y="980558"/>
                    <a:pt x="1350963" y="982266"/>
                    <a:pt x="1359694" y="990600"/>
                  </a:cubicBezTo>
                  <a:cubicBezTo>
                    <a:pt x="1368425" y="998934"/>
                    <a:pt x="1373188" y="1010841"/>
                    <a:pt x="1385888" y="1021557"/>
                  </a:cubicBezTo>
                  <a:cubicBezTo>
                    <a:pt x="1398588" y="1032273"/>
                    <a:pt x="1417241" y="1041004"/>
                    <a:pt x="1435894" y="1054894"/>
                  </a:cubicBezTo>
                  <a:cubicBezTo>
                    <a:pt x="1454547" y="1068784"/>
                    <a:pt x="1477169" y="1088231"/>
                    <a:pt x="1497806" y="1104900"/>
                  </a:cubicBezTo>
                  <a:lnTo>
                    <a:pt x="1559718" y="1154906"/>
                  </a:lnTo>
                  <a:cubicBezTo>
                    <a:pt x="1575990" y="1167606"/>
                    <a:pt x="1583929" y="1172369"/>
                    <a:pt x="1595438" y="1181100"/>
                  </a:cubicBezTo>
                  <a:cubicBezTo>
                    <a:pt x="1606947" y="1189831"/>
                    <a:pt x="1617663" y="1198960"/>
                    <a:pt x="1628775" y="1207294"/>
                  </a:cubicBezTo>
                  <a:cubicBezTo>
                    <a:pt x="1639887" y="1215628"/>
                    <a:pt x="1650207" y="1224360"/>
                    <a:pt x="1662113" y="1231107"/>
                  </a:cubicBezTo>
                  <a:cubicBezTo>
                    <a:pt x="1674019" y="1237854"/>
                    <a:pt x="1691879" y="1243013"/>
                    <a:pt x="1700213" y="1247775"/>
                  </a:cubicBezTo>
                  <a:cubicBezTo>
                    <a:pt x="1704182" y="1251744"/>
                    <a:pt x="1707306" y="1256793"/>
                    <a:pt x="1712119" y="1259681"/>
                  </a:cubicBezTo>
                  <a:cubicBezTo>
                    <a:pt x="1720417" y="1264660"/>
                    <a:pt x="1726335" y="1267656"/>
                    <a:pt x="1733550" y="1273969"/>
                  </a:cubicBezTo>
                  <a:cubicBezTo>
                    <a:pt x="1736929" y="1276926"/>
                    <a:pt x="1739531" y="1280737"/>
                    <a:pt x="1743075" y="1283494"/>
                  </a:cubicBezTo>
                  <a:cubicBezTo>
                    <a:pt x="1746729" y="1286335"/>
                    <a:pt x="1751190" y="1287983"/>
                    <a:pt x="1754982" y="1290637"/>
                  </a:cubicBezTo>
                  <a:cubicBezTo>
                    <a:pt x="1759146" y="1293551"/>
                    <a:pt x="1762659" y="1297343"/>
                    <a:pt x="1766888" y="1300162"/>
                  </a:cubicBezTo>
                  <a:cubicBezTo>
                    <a:pt x="1772775" y="1304087"/>
                    <a:pt x="1777205" y="1305189"/>
                    <a:pt x="1783557" y="1307306"/>
                  </a:cubicBezTo>
                  <a:cubicBezTo>
                    <a:pt x="1785938" y="1308894"/>
                    <a:pt x="1788371" y="1310406"/>
                    <a:pt x="1790700" y="1312069"/>
                  </a:cubicBezTo>
                  <a:cubicBezTo>
                    <a:pt x="1793929" y="1314376"/>
                    <a:pt x="1796779" y="1317243"/>
                    <a:pt x="1800225" y="1319212"/>
                  </a:cubicBezTo>
                  <a:cubicBezTo>
                    <a:pt x="1802404" y="1320457"/>
                    <a:pt x="1804988" y="1320800"/>
                    <a:pt x="1807369" y="1321594"/>
                  </a:cubicBezTo>
                  <a:cubicBezTo>
                    <a:pt x="1812925" y="1325563"/>
                    <a:pt x="1818878" y="1329028"/>
                    <a:pt x="1824038" y="1333500"/>
                  </a:cubicBezTo>
                  <a:cubicBezTo>
                    <a:pt x="1830824" y="1339381"/>
                    <a:pt x="1835904" y="1347162"/>
                    <a:pt x="1843088" y="1352550"/>
                  </a:cubicBezTo>
                  <a:cubicBezTo>
                    <a:pt x="1846263" y="1354931"/>
                    <a:pt x="1849600" y="1357111"/>
                    <a:pt x="1852613" y="1359694"/>
                  </a:cubicBezTo>
                  <a:cubicBezTo>
                    <a:pt x="1855170" y="1361885"/>
                    <a:pt x="1857017" y="1364880"/>
                    <a:pt x="1859757" y="1366837"/>
                  </a:cubicBezTo>
                  <a:cubicBezTo>
                    <a:pt x="1862646" y="1368900"/>
                    <a:pt x="1866107" y="1370012"/>
                    <a:pt x="1869282" y="1371600"/>
                  </a:cubicBezTo>
                  <a:cubicBezTo>
                    <a:pt x="1874928" y="1379129"/>
                    <a:pt x="1876604" y="1382299"/>
                    <a:pt x="1883569" y="1388269"/>
                  </a:cubicBezTo>
                  <a:cubicBezTo>
                    <a:pt x="1886582" y="1390852"/>
                    <a:pt x="1890107" y="1392799"/>
                    <a:pt x="1893094" y="1395412"/>
                  </a:cubicBezTo>
                  <a:cubicBezTo>
                    <a:pt x="1896473" y="1398369"/>
                    <a:pt x="1899027" y="1402243"/>
                    <a:pt x="1902619" y="1404937"/>
                  </a:cubicBezTo>
                  <a:cubicBezTo>
                    <a:pt x="1905459" y="1407067"/>
                    <a:pt x="1909078" y="1407911"/>
                    <a:pt x="1912144" y="1409700"/>
                  </a:cubicBezTo>
                  <a:cubicBezTo>
                    <a:pt x="1918612" y="1413473"/>
                    <a:pt x="1931194" y="1421606"/>
                    <a:pt x="1931194" y="1421606"/>
                  </a:cubicBezTo>
                  <a:cubicBezTo>
                    <a:pt x="1932782" y="1423987"/>
                    <a:pt x="1933933" y="1426726"/>
                    <a:pt x="1935957" y="1428750"/>
                  </a:cubicBezTo>
                  <a:cubicBezTo>
                    <a:pt x="1939923" y="1432716"/>
                    <a:pt x="1948145" y="1435662"/>
                    <a:pt x="1952625" y="1438275"/>
                  </a:cubicBezTo>
                  <a:cubicBezTo>
                    <a:pt x="1959093" y="1442048"/>
                    <a:pt x="1964978" y="1446832"/>
                    <a:pt x="1971675" y="1450181"/>
                  </a:cubicBezTo>
                  <a:cubicBezTo>
                    <a:pt x="1974850" y="1451769"/>
                    <a:pt x="1978453" y="1452696"/>
                    <a:pt x="1981200" y="1454944"/>
                  </a:cubicBezTo>
                  <a:cubicBezTo>
                    <a:pt x="1987282" y="1459920"/>
                    <a:pt x="1991583" y="1466897"/>
                    <a:pt x="1997869" y="1471612"/>
                  </a:cubicBezTo>
                  <a:cubicBezTo>
                    <a:pt x="2001044" y="1473993"/>
                    <a:pt x="2004029" y="1476652"/>
                    <a:pt x="2007394" y="1478756"/>
                  </a:cubicBezTo>
                  <a:cubicBezTo>
                    <a:pt x="2010404" y="1480637"/>
                    <a:pt x="2014030" y="1481456"/>
                    <a:pt x="2016919" y="1483519"/>
                  </a:cubicBezTo>
                  <a:cubicBezTo>
                    <a:pt x="2019659" y="1485476"/>
                    <a:pt x="2021323" y="1488705"/>
                    <a:pt x="2024063" y="1490662"/>
                  </a:cubicBezTo>
                  <a:cubicBezTo>
                    <a:pt x="2026952" y="1492725"/>
                    <a:pt x="2030699" y="1493362"/>
                    <a:pt x="2033588" y="1495425"/>
                  </a:cubicBezTo>
                  <a:cubicBezTo>
                    <a:pt x="2036328" y="1497383"/>
                    <a:pt x="2038145" y="1500413"/>
                    <a:pt x="2040732" y="1502569"/>
                  </a:cubicBezTo>
                  <a:cubicBezTo>
                    <a:pt x="2042930" y="1504401"/>
                    <a:pt x="2045546" y="1505668"/>
                    <a:pt x="2047875" y="1507331"/>
                  </a:cubicBezTo>
                  <a:cubicBezTo>
                    <a:pt x="2051105" y="1509638"/>
                    <a:pt x="2054170" y="1512168"/>
                    <a:pt x="2057400" y="1514475"/>
                  </a:cubicBezTo>
                  <a:cubicBezTo>
                    <a:pt x="2059729" y="1516138"/>
                    <a:pt x="2062345" y="1517405"/>
                    <a:pt x="2064544" y="1519237"/>
                  </a:cubicBezTo>
                  <a:cubicBezTo>
                    <a:pt x="2067131" y="1521393"/>
                    <a:pt x="2068948" y="1524423"/>
                    <a:pt x="2071688" y="1526381"/>
                  </a:cubicBezTo>
                  <a:cubicBezTo>
                    <a:pt x="2074577" y="1528444"/>
                    <a:pt x="2078203" y="1529263"/>
                    <a:pt x="2081213" y="1531144"/>
                  </a:cubicBezTo>
                  <a:cubicBezTo>
                    <a:pt x="2084578" y="1533247"/>
                    <a:pt x="2087310" y="1536287"/>
                    <a:pt x="2090738" y="1538287"/>
                  </a:cubicBezTo>
                  <a:cubicBezTo>
                    <a:pt x="2096870" y="1541864"/>
                    <a:pt x="2103537" y="1544446"/>
                    <a:pt x="2109788" y="1547812"/>
                  </a:cubicBezTo>
                  <a:cubicBezTo>
                    <a:pt x="2136499" y="1562195"/>
                    <a:pt x="2108214" y="1547722"/>
                    <a:pt x="2131219" y="1562100"/>
                  </a:cubicBezTo>
                  <a:cubicBezTo>
                    <a:pt x="2134229" y="1563981"/>
                    <a:pt x="2137790" y="1564893"/>
                    <a:pt x="2140744" y="1566862"/>
                  </a:cubicBezTo>
                  <a:cubicBezTo>
                    <a:pt x="2144973" y="1569681"/>
                    <a:pt x="2148188" y="1573953"/>
                    <a:pt x="2152650" y="1576387"/>
                  </a:cubicBezTo>
                  <a:cubicBezTo>
                    <a:pt x="2180316" y="1591478"/>
                    <a:pt x="2153699" y="1568654"/>
                    <a:pt x="2181225" y="1590675"/>
                  </a:cubicBezTo>
                  <a:cubicBezTo>
                    <a:pt x="2216124" y="1618594"/>
                    <a:pt x="2167211" y="1583728"/>
                    <a:pt x="2200275" y="1607344"/>
                  </a:cubicBezTo>
                  <a:cubicBezTo>
                    <a:pt x="2202604" y="1609007"/>
                    <a:pt x="2205090" y="1610443"/>
                    <a:pt x="2207419" y="1612106"/>
                  </a:cubicBezTo>
                  <a:cubicBezTo>
                    <a:pt x="2210649" y="1614413"/>
                    <a:pt x="2210197" y="1614091"/>
                    <a:pt x="2216944" y="1619250"/>
                  </a:cubicBezTo>
                  <a:cubicBezTo>
                    <a:pt x="2223691" y="1624409"/>
                    <a:pt x="2241550" y="1637903"/>
                    <a:pt x="2247900" y="1643062"/>
                  </a:cubicBezTo>
                  <a:cubicBezTo>
                    <a:pt x="2258616" y="1650603"/>
                    <a:pt x="2270522" y="1664097"/>
                    <a:pt x="2281238" y="1674019"/>
                  </a:cubicBezTo>
                  <a:cubicBezTo>
                    <a:pt x="2291954" y="1683941"/>
                    <a:pt x="2297510" y="1688703"/>
                    <a:pt x="2312194" y="1702594"/>
                  </a:cubicBezTo>
                  <a:cubicBezTo>
                    <a:pt x="2326878" y="1716485"/>
                    <a:pt x="2349897" y="1743472"/>
                    <a:pt x="2369344" y="1757363"/>
                  </a:cubicBezTo>
                  <a:cubicBezTo>
                    <a:pt x="2388791" y="1771254"/>
                    <a:pt x="2412207" y="1776016"/>
                    <a:pt x="2428876" y="1785938"/>
                  </a:cubicBezTo>
                  <a:cubicBezTo>
                    <a:pt x="2445545" y="1795860"/>
                    <a:pt x="2459831" y="1814116"/>
                    <a:pt x="2469356" y="1816894"/>
                  </a:cubicBezTo>
                  <a:cubicBezTo>
                    <a:pt x="2484437" y="1828006"/>
                    <a:pt x="2506266" y="1843484"/>
                    <a:pt x="2514600" y="1850231"/>
                  </a:cubicBezTo>
                  <a:cubicBezTo>
                    <a:pt x="2522934" y="1856978"/>
                    <a:pt x="2517478" y="1855221"/>
                    <a:pt x="2519363" y="1857375"/>
                  </a:cubicBezTo>
                  <a:cubicBezTo>
                    <a:pt x="2526535" y="1865571"/>
                    <a:pt x="2537112" y="1872522"/>
                    <a:pt x="2540794" y="1883569"/>
                  </a:cubicBezTo>
                  <a:lnTo>
                    <a:pt x="2543175" y="1890712"/>
                  </a:lnTo>
                </a:path>
              </a:pathLst>
            </a:custGeom>
            <a:noFill/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BFA4A69E-997B-0892-33B4-0050A97714D8}"/>
                </a:ext>
              </a:extLst>
            </p:cNvPr>
            <p:cNvSpPr/>
            <p:nvPr/>
          </p:nvSpPr>
          <p:spPr>
            <a:xfrm rot="21332914">
              <a:off x="1923000" y="583942"/>
              <a:ext cx="2946836" cy="1990088"/>
            </a:xfrm>
            <a:custGeom>
              <a:avLst/>
              <a:gdLst>
                <a:gd name="connsiteX0" fmla="*/ 0 w 2543175"/>
                <a:gd name="connsiteY0" fmla="*/ 0 h 1890712"/>
                <a:gd name="connsiteX1" fmla="*/ 11907 w 2543175"/>
                <a:gd name="connsiteY1" fmla="*/ 11906 h 1890712"/>
                <a:gd name="connsiteX2" fmla="*/ 21432 w 2543175"/>
                <a:gd name="connsiteY2" fmla="*/ 16669 h 1890712"/>
                <a:gd name="connsiteX3" fmla="*/ 23813 w 2543175"/>
                <a:gd name="connsiteY3" fmla="*/ 23812 h 1890712"/>
                <a:gd name="connsiteX4" fmla="*/ 33338 w 2543175"/>
                <a:gd name="connsiteY4" fmla="*/ 33337 h 1890712"/>
                <a:gd name="connsiteX5" fmla="*/ 40482 w 2543175"/>
                <a:gd name="connsiteY5" fmla="*/ 42862 h 1890712"/>
                <a:gd name="connsiteX6" fmla="*/ 47625 w 2543175"/>
                <a:gd name="connsiteY6" fmla="*/ 47625 h 1890712"/>
                <a:gd name="connsiteX7" fmla="*/ 57150 w 2543175"/>
                <a:gd name="connsiteY7" fmla="*/ 54769 h 1890712"/>
                <a:gd name="connsiteX8" fmla="*/ 64294 w 2543175"/>
                <a:gd name="connsiteY8" fmla="*/ 59531 h 1890712"/>
                <a:gd name="connsiteX9" fmla="*/ 83344 w 2543175"/>
                <a:gd name="connsiteY9" fmla="*/ 73819 h 1890712"/>
                <a:gd name="connsiteX10" fmla="*/ 97632 w 2543175"/>
                <a:gd name="connsiteY10" fmla="*/ 80962 h 1890712"/>
                <a:gd name="connsiteX11" fmla="*/ 104775 w 2543175"/>
                <a:gd name="connsiteY11" fmla="*/ 85725 h 1890712"/>
                <a:gd name="connsiteX12" fmla="*/ 114300 w 2543175"/>
                <a:gd name="connsiteY12" fmla="*/ 95250 h 1890712"/>
                <a:gd name="connsiteX13" fmla="*/ 123825 w 2543175"/>
                <a:gd name="connsiteY13" fmla="*/ 97631 h 1890712"/>
                <a:gd name="connsiteX14" fmla="*/ 130969 w 2543175"/>
                <a:gd name="connsiteY14" fmla="*/ 104775 h 1890712"/>
                <a:gd name="connsiteX15" fmla="*/ 140494 w 2543175"/>
                <a:gd name="connsiteY15" fmla="*/ 111919 h 1890712"/>
                <a:gd name="connsiteX16" fmla="*/ 147638 w 2543175"/>
                <a:gd name="connsiteY16" fmla="*/ 116681 h 1890712"/>
                <a:gd name="connsiteX17" fmla="*/ 164307 w 2543175"/>
                <a:gd name="connsiteY17" fmla="*/ 128587 h 1890712"/>
                <a:gd name="connsiteX18" fmla="*/ 180975 w 2543175"/>
                <a:gd name="connsiteY18" fmla="*/ 140494 h 1890712"/>
                <a:gd name="connsiteX19" fmla="*/ 197644 w 2543175"/>
                <a:gd name="connsiteY19" fmla="*/ 152400 h 1890712"/>
                <a:gd name="connsiteX20" fmla="*/ 204788 w 2543175"/>
                <a:gd name="connsiteY20" fmla="*/ 157162 h 1890712"/>
                <a:gd name="connsiteX21" fmla="*/ 214313 w 2543175"/>
                <a:gd name="connsiteY21" fmla="*/ 164306 h 1890712"/>
                <a:gd name="connsiteX22" fmla="*/ 230982 w 2543175"/>
                <a:gd name="connsiteY22" fmla="*/ 180975 h 1890712"/>
                <a:gd name="connsiteX23" fmla="*/ 247650 w 2543175"/>
                <a:gd name="connsiteY23" fmla="*/ 185737 h 1890712"/>
                <a:gd name="connsiteX24" fmla="*/ 259557 w 2543175"/>
                <a:gd name="connsiteY24" fmla="*/ 188119 h 1890712"/>
                <a:gd name="connsiteX25" fmla="*/ 266700 w 2543175"/>
                <a:gd name="connsiteY25" fmla="*/ 190500 h 1890712"/>
                <a:gd name="connsiteX26" fmla="*/ 283369 w 2543175"/>
                <a:gd name="connsiteY26" fmla="*/ 192881 h 1890712"/>
                <a:gd name="connsiteX27" fmla="*/ 302419 w 2543175"/>
                <a:gd name="connsiteY27" fmla="*/ 204787 h 1890712"/>
                <a:gd name="connsiteX28" fmla="*/ 309563 w 2543175"/>
                <a:gd name="connsiteY28" fmla="*/ 209550 h 1890712"/>
                <a:gd name="connsiteX29" fmla="*/ 319088 w 2543175"/>
                <a:gd name="connsiteY29" fmla="*/ 219075 h 1890712"/>
                <a:gd name="connsiteX30" fmla="*/ 333375 w 2543175"/>
                <a:gd name="connsiteY30" fmla="*/ 228600 h 1890712"/>
                <a:gd name="connsiteX31" fmla="*/ 340519 w 2543175"/>
                <a:gd name="connsiteY31" fmla="*/ 233362 h 1890712"/>
                <a:gd name="connsiteX32" fmla="*/ 354807 w 2543175"/>
                <a:gd name="connsiteY32" fmla="*/ 247650 h 1890712"/>
                <a:gd name="connsiteX33" fmla="*/ 366713 w 2543175"/>
                <a:gd name="connsiteY33" fmla="*/ 264319 h 1890712"/>
                <a:gd name="connsiteX34" fmla="*/ 371475 w 2543175"/>
                <a:gd name="connsiteY34" fmla="*/ 271462 h 1890712"/>
                <a:gd name="connsiteX35" fmla="*/ 378619 w 2543175"/>
                <a:gd name="connsiteY35" fmla="*/ 276225 h 1890712"/>
                <a:gd name="connsiteX36" fmla="*/ 385763 w 2543175"/>
                <a:gd name="connsiteY36" fmla="*/ 283369 h 1890712"/>
                <a:gd name="connsiteX37" fmla="*/ 395288 w 2543175"/>
                <a:gd name="connsiteY37" fmla="*/ 288131 h 1890712"/>
                <a:gd name="connsiteX38" fmla="*/ 404813 w 2543175"/>
                <a:gd name="connsiteY38" fmla="*/ 295275 h 1890712"/>
                <a:gd name="connsiteX39" fmla="*/ 411957 w 2543175"/>
                <a:gd name="connsiteY39" fmla="*/ 297656 h 1890712"/>
                <a:gd name="connsiteX40" fmla="*/ 421482 w 2543175"/>
                <a:gd name="connsiteY40" fmla="*/ 302419 h 1890712"/>
                <a:gd name="connsiteX41" fmla="*/ 447675 w 2543175"/>
                <a:gd name="connsiteY41" fmla="*/ 307181 h 1890712"/>
                <a:gd name="connsiteX42" fmla="*/ 461963 w 2543175"/>
                <a:gd name="connsiteY42" fmla="*/ 321469 h 1890712"/>
                <a:gd name="connsiteX43" fmla="*/ 466725 w 2543175"/>
                <a:gd name="connsiteY43" fmla="*/ 328612 h 1890712"/>
                <a:gd name="connsiteX44" fmla="*/ 476250 w 2543175"/>
                <a:gd name="connsiteY44" fmla="*/ 335756 h 1890712"/>
                <a:gd name="connsiteX45" fmla="*/ 481013 w 2543175"/>
                <a:gd name="connsiteY45" fmla="*/ 342900 h 1890712"/>
                <a:gd name="connsiteX46" fmla="*/ 490538 w 2543175"/>
                <a:gd name="connsiteY46" fmla="*/ 352425 h 1890712"/>
                <a:gd name="connsiteX47" fmla="*/ 495300 w 2543175"/>
                <a:gd name="connsiteY47" fmla="*/ 359569 h 1890712"/>
                <a:gd name="connsiteX48" fmla="*/ 509588 w 2543175"/>
                <a:gd name="connsiteY48" fmla="*/ 376237 h 1890712"/>
                <a:gd name="connsiteX49" fmla="*/ 514350 w 2543175"/>
                <a:gd name="connsiteY49" fmla="*/ 383381 h 1890712"/>
                <a:gd name="connsiteX50" fmla="*/ 531019 w 2543175"/>
                <a:gd name="connsiteY50" fmla="*/ 397669 h 1890712"/>
                <a:gd name="connsiteX51" fmla="*/ 538163 w 2543175"/>
                <a:gd name="connsiteY51" fmla="*/ 407194 h 1890712"/>
                <a:gd name="connsiteX52" fmla="*/ 554832 w 2543175"/>
                <a:gd name="connsiteY52" fmla="*/ 421481 h 1890712"/>
                <a:gd name="connsiteX53" fmla="*/ 564357 w 2543175"/>
                <a:gd name="connsiteY53" fmla="*/ 431006 h 1890712"/>
                <a:gd name="connsiteX54" fmla="*/ 573882 w 2543175"/>
                <a:gd name="connsiteY54" fmla="*/ 438150 h 1890712"/>
                <a:gd name="connsiteX55" fmla="*/ 595313 w 2543175"/>
                <a:gd name="connsiteY55" fmla="*/ 454819 h 1890712"/>
                <a:gd name="connsiteX56" fmla="*/ 602457 w 2543175"/>
                <a:gd name="connsiteY56" fmla="*/ 457200 h 1890712"/>
                <a:gd name="connsiteX57" fmla="*/ 628650 w 2543175"/>
                <a:gd name="connsiteY57" fmla="*/ 469106 h 1890712"/>
                <a:gd name="connsiteX58" fmla="*/ 645319 w 2543175"/>
                <a:gd name="connsiteY58" fmla="*/ 483394 h 1890712"/>
                <a:gd name="connsiteX59" fmla="*/ 654844 w 2543175"/>
                <a:gd name="connsiteY59" fmla="*/ 488156 h 1890712"/>
                <a:gd name="connsiteX60" fmla="*/ 661988 w 2543175"/>
                <a:gd name="connsiteY60" fmla="*/ 497681 h 1890712"/>
                <a:gd name="connsiteX61" fmla="*/ 683419 w 2543175"/>
                <a:gd name="connsiteY61" fmla="*/ 514350 h 1890712"/>
                <a:gd name="connsiteX62" fmla="*/ 700088 w 2543175"/>
                <a:gd name="connsiteY62" fmla="*/ 526256 h 1890712"/>
                <a:gd name="connsiteX63" fmla="*/ 709613 w 2543175"/>
                <a:gd name="connsiteY63" fmla="*/ 535781 h 1890712"/>
                <a:gd name="connsiteX64" fmla="*/ 719138 w 2543175"/>
                <a:gd name="connsiteY64" fmla="*/ 542925 h 1890712"/>
                <a:gd name="connsiteX65" fmla="*/ 733425 w 2543175"/>
                <a:gd name="connsiteY65" fmla="*/ 557212 h 1890712"/>
                <a:gd name="connsiteX66" fmla="*/ 750094 w 2543175"/>
                <a:gd name="connsiteY66" fmla="*/ 569119 h 1890712"/>
                <a:gd name="connsiteX67" fmla="*/ 769144 w 2543175"/>
                <a:gd name="connsiteY67" fmla="*/ 581025 h 1890712"/>
                <a:gd name="connsiteX68" fmla="*/ 785813 w 2543175"/>
                <a:gd name="connsiteY68" fmla="*/ 590550 h 1890712"/>
                <a:gd name="connsiteX69" fmla="*/ 792957 w 2543175"/>
                <a:gd name="connsiteY69" fmla="*/ 600075 h 1890712"/>
                <a:gd name="connsiteX70" fmla="*/ 809625 w 2543175"/>
                <a:gd name="connsiteY70" fmla="*/ 611981 h 1890712"/>
                <a:gd name="connsiteX71" fmla="*/ 816769 w 2543175"/>
                <a:gd name="connsiteY71" fmla="*/ 619125 h 1890712"/>
                <a:gd name="connsiteX72" fmla="*/ 826294 w 2543175"/>
                <a:gd name="connsiteY72" fmla="*/ 626269 h 1890712"/>
                <a:gd name="connsiteX73" fmla="*/ 840582 w 2543175"/>
                <a:gd name="connsiteY73" fmla="*/ 638175 h 1890712"/>
                <a:gd name="connsiteX74" fmla="*/ 847725 w 2543175"/>
                <a:gd name="connsiteY74" fmla="*/ 645319 h 1890712"/>
                <a:gd name="connsiteX75" fmla="*/ 857250 w 2543175"/>
                <a:gd name="connsiteY75" fmla="*/ 652462 h 1890712"/>
                <a:gd name="connsiteX76" fmla="*/ 864394 w 2543175"/>
                <a:gd name="connsiteY76" fmla="*/ 657225 h 1890712"/>
                <a:gd name="connsiteX77" fmla="*/ 888207 w 2543175"/>
                <a:gd name="connsiteY77" fmla="*/ 676275 h 1890712"/>
                <a:gd name="connsiteX78" fmla="*/ 895350 w 2543175"/>
                <a:gd name="connsiteY78" fmla="*/ 681037 h 1890712"/>
                <a:gd name="connsiteX79" fmla="*/ 907257 w 2543175"/>
                <a:gd name="connsiteY79" fmla="*/ 683419 h 1890712"/>
                <a:gd name="connsiteX80" fmla="*/ 928688 w 2543175"/>
                <a:gd name="connsiteY80" fmla="*/ 695325 h 1890712"/>
                <a:gd name="connsiteX81" fmla="*/ 942975 w 2543175"/>
                <a:gd name="connsiteY81" fmla="*/ 700087 h 1890712"/>
                <a:gd name="connsiteX82" fmla="*/ 964407 w 2543175"/>
                <a:gd name="connsiteY82" fmla="*/ 716756 h 1890712"/>
                <a:gd name="connsiteX83" fmla="*/ 971550 w 2543175"/>
                <a:gd name="connsiteY83" fmla="*/ 723900 h 1890712"/>
                <a:gd name="connsiteX84" fmla="*/ 983457 w 2543175"/>
                <a:gd name="connsiteY84" fmla="*/ 733425 h 1890712"/>
                <a:gd name="connsiteX85" fmla="*/ 990600 w 2543175"/>
                <a:gd name="connsiteY85" fmla="*/ 738187 h 1890712"/>
                <a:gd name="connsiteX86" fmla="*/ 1007269 w 2543175"/>
                <a:gd name="connsiteY86" fmla="*/ 752475 h 1890712"/>
                <a:gd name="connsiteX87" fmla="*/ 1031082 w 2543175"/>
                <a:gd name="connsiteY87" fmla="*/ 766762 h 1890712"/>
                <a:gd name="connsiteX88" fmla="*/ 1042988 w 2543175"/>
                <a:gd name="connsiteY88" fmla="*/ 773906 h 1890712"/>
                <a:gd name="connsiteX89" fmla="*/ 1071563 w 2543175"/>
                <a:gd name="connsiteY89" fmla="*/ 785812 h 1890712"/>
                <a:gd name="connsiteX90" fmla="*/ 1097757 w 2543175"/>
                <a:gd name="connsiteY90" fmla="*/ 807244 h 1890712"/>
                <a:gd name="connsiteX91" fmla="*/ 1104900 w 2543175"/>
                <a:gd name="connsiteY91" fmla="*/ 814387 h 1890712"/>
                <a:gd name="connsiteX92" fmla="*/ 1121569 w 2543175"/>
                <a:gd name="connsiteY92" fmla="*/ 823912 h 1890712"/>
                <a:gd name="connsiteX93" fmla="*/ 1138238 w 2543175"/>
                <a:gd name="connsiteY93" fmla="*/ 835819 h 1890712"/>
                <a:gd name="connsiteX94" fmla="*/ 1147763 w 2543175"/>
                <a:gd name="connsiteY94" fmla="*/ 842962 h 1890712"/>
                <a:gd name="connsiteX95" fmla="*/ 1157288 w 2543175"/>
                <a:gd name="connsiteY95" fmla="*/ 847725 h 1890712"/>
                <a:gd name="connsiteX96" fmla="*/ 1178719 w 2543175"/>
                <a:gd name="connsiteY96" fmla="*/ 859631 h 1890712"/>
                <a:gd name="connsiteX97" fmla="*/ 1188244 w 2543175"/>
                <a:gd name="connsiteY97" fmla="*/ 866775 h 1890712"/>
                <a:gd name="connsiteX98" fmla="*/ 1195388 w 2543175"/>
                <a:gd name="connsiteY98" fmla="*/ 871537 h 1890712"/>
                <a:gd name="connsiteX99" fmla="*/ 1212057 w 2543175"/>
                <a:gd name="connsiteY99" fmla="*/ 883444 h 1890712"/>
                <a:gd name="connsiteX100" fmla="*/ 1226344 w 2543175"/>
                <a:gd name="connsiteY100" fmla="*/ 895350 h 1890712"/>
                <a:gd name="connsiteX101" fmla="*/ 1245394 w 2543175"/>
                <a:gd name="connsiteY101" fmla="*/ 907256 h 1890712"/>
                <a:gd name="connsiteX102" fmla="*/ 1254919 w 2543175"/>
                <a:gd name="connsiteY102" fmla="*/ 914400 h 1890712"/>
                <a:gd name="connsiteX103" fmla="*/ 1269207 w 2543175"/>
                <a:gd name="connsiteY103" fmla="*/ 921544 h 1890712"/>
                <a:gd name="connsiteX104" fmla="*/ 1290638 w 2543175"/>
                <a:gd name="connsiteY104" fmla="*/ 935831 h 1890712"/>
                <a:gd name="connsiteX105" fmla="*/ 1307307 w 2543175"/>
                <a:gd name="connsiteY105" fmla="*/ 952500 h 1890712"/>
                <a:gd name="connsiteX106" fmla="*/ 1333500 w 2543175"/>
                <a:gd name="connsiteY106" fmla="*/ 971550 h 1890712"/>
                <a:gd name="connsiteX107" fmla="*/ 1359694 w 2543175"/>
                <a:gd name="connsiteY107" fmla="*/ 990600 h 1890712"/>
                <a:gd name="connsiteX108" fmla="*/ 1373982 w 2543175"/>
                <a:gd name="connsiteY108" fmla="*/ 997744 h 1890712"/>
                <a:gd name="connsiteX109" fmla="*/ 1388269 w 2543175"/>
                <a:gd name="connsiteY109" fmla="*/ 1007269 h 1890712"/>
                <a:gd name="connsiteX110" fmla="*/ 1414463 w 2543175"/>
                <a:gd name="connsiteY110" fmla="*/ 1019175 h 1890712"/>
                <a:gd name="connsiteX111" fmla="*/ 1428750 w 2543175"/>
                <a:gd name="connsiteY111" fmla="*/ 1026319 h 1890712"/>
                <a:gd name="connsiteX112" fmla="*/ 1473994 w 2543175"/>
                <a:gd name="connsiteY112" fmla="*/ 1047750 h 1890712"/>
                <a:gd name="connsiteX113" fmla="*/ 1502569 w 2543175"/>
                <a:gd name="connsiteY113" fmla="*/ 1066800 h 1890712"/>
                <a:gd name="connsiteX114" fmla="*/ 1526382 w 2543175"/>
                <a:gd name="connsiteY114" fmla="*/ 1085850 h 1890712"/>
                <a:gd name="connsiteX115" fmla="*/ 1531144 w 2543175"/>
                <a:gd name="connsiteY115" fmla="*/ 1095375 h 1890712"/>
                <a:gd name="connsiteX116" fmla="*/ 1559719 w 2543175"/>
                <a:gd name="connsiteY116" fmla="*/ 1121569 h 1890712"/>
                <a:gd name="connsiteX117" fmla="*/ 1569244 w 2543175"/>
                <a:gd name="connsiteY117" fmla="*/ 1131094 h 1890712"/>
                <a:gd name="connsiteX118" fmla="*/ 1597819 w 2543175"/>
                <a:gd name="connsiteY118" fmla="*/ 1154906 h 1890712"/>
                <a:gd name="connsiteX119" fmla="*/ 1604963 w 2543175"/>
                <a:gd name="connsiteY119" fmla="*/ 1162050 h 1890712"/>
                <a:gd name="connsiteX120" fmla="*/ 1612107 w 2543175"/>
                <a:gd name="connsiteY120" fmla="*/ 1166812 h 1890712"/>
                <a:gd name="connsiteX121" fmla="*/ 1628775 w 2543175"/>
                <a:gd name="connsiteY121" fmla="*/ 1183481 h 1890712"/>
                <a:gd name="connsiteX122" fmla="*/ 1662113 w 2543175"/>
                <a:gd name="connsiteY122" fmla="*/ 1209675 h 1890712"/>
                <a:gd name="connsiteX123" fmla="*/ 1678782 w 2543175"/>
                <a:gd name="connsiteY123" fmla="*/ 1226344 h 1890712"/>
                <a:gd name="connsiteX124" fmla="*/ 1700213 w 2543175"/>
                <a:gd name="connsiteY124" fmla="*/ 1247775 h 1890712"/>
                <a:gd name="connsiteX125" fmla="*/ 1712119 w 2543175"/>
                <a:gd name="connsiteY125" fmla="*/ 1259681 h 1890712"/>
                <a:gd name="connsiteX126" fmla="*/ 1733550 w 2543175"/>
                <a:gd name="connsiteY126" fmla="*/ 1273969 h 1890712"/>
                <a:gd name="connsiteX127" fmla="*/ 1743075 w 2543175"/>
                <a:gd name="connsiteY127" fmla="*/ 1283494 h 1890712"/>
                <a:gd name="connsiteX128" fmla="*/ 1754982 w 2543175"/>
                <a:gd name="connsiteY128" fmla="*/ 1290637 h 1890712"/>
                <a:gd name="connsiteX129" fmla="*/ 1766888 w 2543175"/>
                <a:gd name="connsiteY129" fmla="*/ 1300162 h 1890712"/>
                <a:gd name="connsiteX130" fmla="*/ 1783557 w 2543175"/>
                <a:gd name="connsiteY130" fmla="*/ 1307306 h 1890712"/>
                <a:gd name="connsiteX131" fmla="*/ 1790700 w 2543175"/>
                <a:gd name="connsiteY131" fmla="*/ 1312069 h 1890712"/>
                <a:gd name="connsiteX132" fmla="*/ 1800225 w 2543175"/>
                <a:gd name="connsiteY132" fmla="*/ 1319212 h 1890712"/>
                <a:gd name="connsiteX133" fmla="*/ 1807369 w 2543175"/>
                <a:gd name="connsiteY133" fmla="*/ 1321594 h 1890712"/>
                <a:gd name="connsiteX134" fmla="*/ 1824038 w 2543175"/>
                <a:gd name="connsiteY134" fmla="*/ 1333500 h 1890712"/>
                <a:gd name="connsiteX135" fmla="*/ 1843088 w 2543175"/>
                <a:gd name="connsiteY135" fmla="*/ 1352550 h 1890712"/>
                <a:gd name="connsiteX136" fmla="*/ 1852613 w 2543175"/>
                <a:gd name="connsiteY136" fmla="*/ 1359694 h 1890712"/>
                <a:gd name="connsiteX137" fmla="*/ 1859757 w 2543175"/>
                <a:gd name="connsiteY137" fmla="*/ 1366837 h 1890712"/>
                <a:gd name="connsiteX138" fmla="*/ 1869282 w 2543175"/>
                <a:gd name="connsiteY138" fmla="*/ 1371600 h 1890712"/>
                <a:gd name="connsiteX139" fmla="*/ 1883569 w 2543175"/>
                <a:gd name="connsiteY139" fmla="*/ 1388269 h 1890712"/>
                <a:gd name="connsiteX140" fmla="*/ 1893094 w 2543175"/>
                <a:gd name="connsiteY140" fmla="*/ 1395412 h 1890712"/>
                <a:gd name="connsiteX141" fmla="*/ 1902619 w 2543175"/>
                <a:gd name="connsiteY141" fmla="*/ 1404937 h 1890712"/>
                <a:gd name="connsiteX142" fmla="*/ 1912144 w 2543175"/>
                <a:gd name="connsiteY142" fmla="*/ 1409700 h 1890712"/>
                <a:gd name="connsiteX143" fmla="*/ 1931194 w 2543175"/>
                <a:gd name="connsiteY143" fmla="*/ 1421606 h 1890712"/>
                <a:gd name="connsiteX144" fmla="*/ 1935957 w 2543175"/>
                <a:gd name="connsiteY144" fmla="*/ 1428750 h 1890712"/>
                <a:gd name="connsiteX145" fmla="*/ 1952625 w 2543175"/>
                <a:gd name="connsiteY145" fmla="*/ 1438275 h 1890712"/>
                <a:gd name="connsiteX146" fmla="*/ 1971675 w 2543175"/>
                <a:gd name="connsiteY146" fmla="*/ 1450181 h 1890712"/>
                <a:gd name="connsiteX147" fmla="*/ 1981200 w 2543175"/>
                <a:gd name="connsiteY147" fmla="*/ 1454944 h 1890712"/>
                <a:gd name="connsiteX148" fmla="*/ 1997869 w 2543175"/>
                <a:gd name="connsiteY148" fmla="*/ 1471612 h 1890712"/>
                <a:gd name="connsiteX149" fmla="*/ 2007394 w 2543175"/>
                <a:gd name="connsiteY149" fmla="*/ 1478756 h 1890712"/>
                <a:gd name="connsiteX150" fmla="*/ 2016919 w 2543175"/>
                <a:gd name="connsiteY150" fmla="*/ 1483519 h 1890712"/>
                <a:gd name="connsiteX151" fmla="*/ 2024063 w 2543175"/>
                <a:gd name="connsiteY151" fmla="*/ 1490662 h 1890712"/>
                <a:gd name="connsiteX152" fmla="*/ 2033588 w 2543175"/>
                <a:gd name="connsiteY152" fmla="*/ 1495425 h 1890712"/>
                <a:gd name="connsiteX153" fmla="*/ 2040732 w 2543175"/>
                <a:gd name="connsiteY153" fmla="*/ 1502569 h 1890712"/>
                <a:gd name="connsiteX154" fmla="*/ 2047875 w 2543175"/>
                <a:gd name="connsiteY154" fmla="*/ 1507331 h 1890712"/>
                <a:gd name="connsiteX155" fmla="*/ 2057400 w 2543175"/>
                <a:gd name="connsiteY155" fmla="*/ 1514475 h 1890712"/>
                <a:gd name="connsiteX156" fmla="*/ 2064544 w 2543175"/>
                <a:gd name="connsiteY156" fmla="*/ 1519237 h 1890712"/>
                <a:gd name="connsiteX157" fmla="*/ 2071688 w 2543175"/>
                <a:gd name="connsiteY157" fmla="*/ 1526381 h 1890712"/>
                <a:gd name="connsiteX158" fmla="*/ 2081213 w 2543175"/>
                <a:gd name="connsiteY158" fmla="*/ 1531144 h 1890712"/>
                <a:gd name="connsiteX159" fmla="*/ 2090738 w 2543175"/>
                <a:gd name="connsiteY159" fmla="*/ 1538287 h 1890712"/>
                <a:gd name="connsiteX160" fmla="*/ 2109788 w 2543175"/>
                <a:gd name="connsiteY160" fmla="*/ 1547812 h 1890712"/>
                <a:gd name="connsiteX161" fmla="*/ 2131219 w 2543175"/>
                <a:gd name="connsiteY161" fmla="*/ 1562100 h 1890712"/>
                <a:gd name="connsiteX162" fmla="*/ 2140744 w 2543175"/>
                <a:gd name="connsiteY162" fmla="*/ 1566862 h 1890712"/>
                <a:gd name="connsiteX163" fmla="*/ 2152650 w 2543175"/>
                <a:gd name="connsiteY163" fmla="*/ 1576387 h 1890712"/>
                <a:gd name="connsiteX164" fmla="*/ 2181225 w 2543175"/>
                <a:gd name="connsiteY164" fmla="*/ 1590675 h 1890712"/>
                <a:gd name="connsiteX165" fmla="*/ 2200275 w 2543175"/>
                <a:gd name="connsiteY165" fmla="*/ 1607344 h 1890712"/>
                <a:gd name="connsiteX166" fmla="*/ 2207419 w 2543175"/>
                <a:gd name="connsiteY166" fmla="*/ 1612106 h 1890712"/>
                <a:gd name="connsiteX167" fmla="*/ 2216944 w 2543175"/>
                <a:gd name="connsiteY167" fmla="*/ 1619250 h 1890712"/>
                <a:gd name="connsiteX168" fmla="*/ 2224088 w 2543175"/>
                <a:gd name="connsiteY168" fmla="*/ 1624012 h 1890712"/>
                <a:gd name="connsiteX169" fmla="*/ 2247900 w 2543175"/>
                <a:gd name="connsiteY169" fmla="*/ 1643062 h 1890712"/>
                <a:gd name="connsiteX170" fmla="*/ 2255044 w 2543175"/>
                <a:gd name="connsiteY170" fmla="*/ 1650206 h 1890712"/>
                <a:gd name="connsiteX171" fmla="*/ 2281238 w 2543175"/>
                <a:gd name="connsiteY171" fmla="*/ 1664494 h 1890712"/>
                <a:gd name="connsiteX172" fmla="*/ 2297907 w 2543175"/>
                <a:gd name="connsiteY172" fmla="*/ 1674019 h 1890712"/>
                <a:gd name="connsiteX173" fmla="*/ 2305050 w 2543175"/>
                <a:gd name="connsiteY173" fmla="*/ 1678781 h 1890712"/>
                <a:gd name="connsiteX174" fmla="*/ 2312194 w 2543175"/>
                <a:gd name="connsiteY174" fmla="*/ 1685925 h 1890712"/>
                <a:gd name="connsiteX175" fmla="*/ 2321719 w 2543175"/>
                <a:gd name="connsiteY175" fmla="*/ 1690687 h 1890712"/>
                <a:gd name="connsiteX176" fmla="*/ 2328863 w 2543175"/>
                <a:gd name="connsiteY176" fmla="*/ 1697831 h 1890712"/>
                <a:gd name="connsiteX177" fmla="*/ 2350294 w 2543175"/>
                <a:gd name="connsiteY177" fmla="*/ 1712119 h 1890712"/>
                <a:gd name="connsiteX178" fmla="*/ 2359819 w 2543175"/>
                <a:gd name="connsiteY178" fmla="*/ 1719262 h 1890712"/>
                <a:gd name="connsiteX179" fmla="*/ 2369344 w 2543175"/>
                <a:gd name="connsiteY179" fmla="*/ 1724025 h 1890712"/>
                <a:gd name="connsiteX180" fmla="*/ 2376488 w 2543175"/>
                <a:gd name="connsiteY180" fmla="*/ 1731169 h 1890712"/>
                <a:gd name="connsiteX181" fmla="*/ 2402682 w 2543175"/>
                <a:gd name="connsiteY181" fmla="*/ 1747837 h 1890712"/>
                <a:gd name="connsiteX182" fmla="*/ 2450307 w 2543175"/>
                <a:gd name="connsiteY182" fmla="*/ 1769269 h 1890712"/>
                <a:gd name="connsiteX183" fmla="*/ 2466975 w 2543175"/>
                <a:gd name="connsiteY183" fmla="*/ 1783556 h 1890712"/>
                <a:gd name="connsiteX184" fmla="*/ 2481263 w 2543175"/>
                <a:gd name="connsiteY184" fmla="*/ 1795462 h 1890712"/>
                <a:gd name="connsiteX185" fmla="*/ 2486025 w 2543175"/>
                <a:gd name="connsiteY185" fmla="*/ 1802606 h 1890712"/>
                <a:gd name="connsiteX186" fmla="*/ 2493169 w 2543175"/>
                <a:gd name="connsiteY186" fmla="*/ 1807369 h 1890712"/>
                <a:gd name="connsiteX187" fmla="*/ 2495550 w 2543175"/>
                <a:gd name="connsiteY187" fmla="*/ 1816894 h 1890712"/>
                <a:gd name="connsiteX188" fmla="*/ 2497932 w 2543175"/>
                <a:gd name="connsiteY188" fmla="*/ 1824037 h 1890712"/>
                <a:gd name="connsiteX189" fmla="*/ 2514600 w 2543175"/>
                <a:gd name="connsiteY189" fmla="*/ 1850231 h 1890712"/>
                <a:gd name="connsiteX190" fmla="*/ 2519363 w 2543175"/>
                <a:gd name="connsiteY190" fmla="*/ 1857375 h 1890712"/>
                <a:gd name="connsiteX191" fmla="*/ 2540794 w 2543175"/>
                <a:gd name="connsiteY191" fmla="*/ 1883569 h 1890712"/>
                <a:gd name="connsiteX192" fmla="*/ 2543175 w 2543175"/>
                <a:gd name="connsiteY192" fmla="*/ 1890712 h 1890712"/>
                <a:gd name="connsiteX0" fmla="*/ 0 w 2543175"/>
                <a:gd name="connsiteY0" fmla="*/ 0 h 1890712"/>
                <a:gd name="connsiteX1" fmla="*/ 11907 w 2543175"/>
                <a:gd name="connsiteY1" fmla="*/ 11906 h 1890712"/>
                <a:gd name="connsiteX2" fmla="*/ 21432 w 2543175"/>
                <a:gd name="connsiteY2" fmla="*/ 16669 h 1890712"/>
                <a:gd name="connsiteX3" fmla="*/ 23813 w 2543175"/>
                <a:gd name="connsiteY3" fmla="*/ 23812 h 1890712"/>
                <a:gd name="connsiteX4" fmla="*/ 33338 w 2543175"/>
                <a:gd name="connsiteY4" fmla="*/ 33337 h 1890712"/>
                <a:gd name="connsiteX5" fmla="*/ 40482 w 2543175"/>
                <a:gd name="connsiteY5" fmla="*/ 42862 h 1890712"/>
                <a:gd name="connsiteX6" fmla="*/ 47625 w 2543175"/>
                <a:gd name="connsiteY6" fmla="*/ 47625 h 1890712"/>
                <a:gd name="connsiteX7" fmla="*/ 57150 w 2543175"/>
                <a:gd name="connsiteY7" fmla="*/ 54769 h 1890712"/>
                <a:gd name="connsiteX8" fmla="*/ 64294 w 2543175"/>
                <a:gd name="connsiteY8" fmla="*/ 59531 h 1890712"/>
                <a:gd name="connsiteX9" fmla="*/ 83344 w 2543175"/>
                <a:gd name="connsiteY9" fmla="*/ 73819 h 1890712"/>
                <a:gd name="connsiteX10" fmla="*/ 97632 w 2543175"/>
                <a:gd name="connsiteY10" fmla="*/ 80962 h 1890712"/>
                <a:gd name="connsiteX11" fmla="*/ 104775 w 2543175"/>
                <a:gd name="connsiteY11" fmla="*/ 85725 h 1890712"/>
                <a:gd name="connsiteX12" fmla="*/ 114300 w 2543175"/>
                <a:gd name="connsiteY12" fmla="*/ 95250 h 1890712"/>
                <a:gd name="connsiteX13" fmla="*/ 123825 w 2543175"/>
                <a:gd name="connsiteY13" fmla="*/ 97631 h 1890712"/>
                <a:gd name="connsiteX14" fmla="*/ 130969 w 2543175"/>
                <a:gd name="connsiteY14" fmla="*/ 104775 h 1890712"/>
                <a:gd name="connsiteX15" fmla="*/ 140494 w 2543175"/>
                <a:gd name="connsiteY15" fmla="*/ 111919 h 1890712"/>
                <a:gd name="connsiteX16" fmla="*/ 147638 w 2543175"/>
                <a:gd name="connsiteY16" fmla="*/ 116681 h 1890712"/>
                <a:gd name="connsiteX17" fmla="*/ 164307 w 2543175"/>
                <a:gd name="connsiteY17" fmla="*/ 128587 h 1890712"/>
                <a:gd name="connsiteX18" fmla="*/ 180975 w 2543175"/>
                <a:gd name="connsiteY18" fmla="*/ 140494 h 1890712"/>
                <a:gd name="connsiteX19" fmla="*/ 197644 w 2543175"/>
                <a:gd name="connsiteY19" fmla="*/ 152400 h 1890712"/>
                <a:gd name="connsiteX20" fmla="*/ 204788 w 2543175"/>
                <a:gd name="connsiteY20" fmla="*/ 157162 h 1890712"/>
                <a:gd name="connsiteX21" fmla="*/ 214313 w 2543175"/>
                <a:gd name="connsiteY21" fmla="*/ 164306 h 1890712"/>
                <a:gd name="connsiteX22" fmla="*/ 230982 w 2543175"/>
                <a:gd name="connsiteY22" fmla="*/ 180975 h 1890712"/>
                <a:gd name="connsiteX23" fmla="*/ 247650 w 2543175"/>
                <a:gd name="connsiteY23" fmla="*/ 185737 h 1890712"/>
                <a:gd name="connsiteX24" fmla="*/ 259557 w 2543175"/>
                <a:gd name="connsiteY24" fmla="*/ 188119 h 1890712"/>
                <a:gd name="connsiteX25" fmla="*/ 266700 w 2543175"/>
                <a:gd name="connsiteY25" fmla="*/ 190500 h 1890712"/>
                <a:gd name="connsiteX26" fmla="*/ 283369 w 2543175"/>
                <a:gd name="connsiteY26" fmla="*/ 192881 h 1890712"/>
                <a:gd name="connsiteX27" fmla="*/ 302419 w 2543175"/>
                <a:gd name="connsiteY27" fmla="*/ 204787 h 1890712"/>
                <a:gd name="connsiteX28" fmla="*/ 309563 w 2543175"/>
                <a:gd name="connsiteY28" fmla="*/ 209550 h 1890712"/>
                <a:gd name="connsiteX29" fmla="*/ 319088 w 2543175"/>
                <a:gd name="connsiteY29" fmla="*/ 219075 h 1890712"/>
                <a:gd name="connsiteX30" fmla="*/ 333375 w 2543175"/>
                <a:gd name="connsiteY30" fmla="*/ 228600 h 1890712"/>
                <a:gd name="connsiteX31" fmla="*/ 340519 w 2543175"/>
                <a:gd name="connsiteY31" fmla="*/ 233362 h 1890712"/>
                <a:gd name="connsiteX32" fmla="*/ 354807 w 2543175"/>
                <a:gd name="connsiteY32" fmla="*/ 247650 h 1890712"/>
                <a:gd name="connsiteX33" fmla="*/ 366713 w 2543175"/>
                <a:gd name="connsiteY33" fmla="*/ 264319 h 1890712"/>
                <a:gd name="connsiteX34" fmla="*/ 371475 w 2543175"/>
                <a:gd name="connsiteY34" fmla="*/ 271462 h 1890712"/>
                <a:gd name="connsiteX35" fmla="*/ 378619 w 2543175"/>
                <a:gd name="connsiteY35" fmla="*/ 276225 h 1890712"/>
                <a:gd name="connsiteX36" fmla="*/ 385763 w 2543175"/>
                <a:gd name="connsiteY36" fmla="*/ 283369 h 1890712"/>
                <a:gd name="connsiteX37" fmla="*/ 395288 w 2543175"/>
                <a:gd name="connsiteY37" fmla="*/ 288131 h 1890712"/>
                <a:gd name="connsiteX38" fmla="*/ 404813 w 2543175"/>
                <a:gd name="connsiteY38" fmla="*/ 295275 h 1890712"/>
                <a:gd name="connsiteX39" fmla="*/ 411957 w 2543175"/>
                <a:gd name="connsiteY39" fmla="*/ 297656 h 1890712"/>
                <a:gd name="connsiteX40" fmla="*/ 421482 w 2543175"/>
                <a:gd name="connsiteY40" fmla="*/ 302419 h 1890712"/>
                <a:gd name="connsiteX41" fmla="*/ 447675 w 2543175"/>
                <a:gd name="connsiteY41" fmla="*/ 307181 h 1890712"/>
                <a:gd name="connsiteX42" fmla="*/ 461963 w 2543175"/>
                <a:gd name="connsiteY42" fmla="*/ 321469 h 1890712"/>
                <a:gd name="connsiteX43" fmla="*/ 466725 w 2543175"/>
                <a:gd name="connsiteY43" fmla="*/ 328612 h 1890712"/>
                <a:gd name="connsiteX44" fmla="*/ 476250 w 2543175"/>
                <a:gd name="connsiteY44" fmla="*/ 335756 h 1890712"/>
                <a:gd name="connsiteX45" fmla="*/ 481013 w 2543175"/>
                <a:gd name="connsiteY45" fmla="*/ 342900 h 1890712"/>
                <a:gd name="connsiteX46" fmla="*/ 490538 w 2543175"/>
                <a:gd name="connsiteY46" fmla="*/ 352425 h 1890712"/>
                <a:gd name="connsiteX47" fmla="*/ 495300 w 2543175"/>
                <a:gd name="connsiteY47" fmla="*/ 359569 h 1890712"/>
                <a:gd name="connsiteX48" fmla="*/ 509588 w 2543175"/>
                <a:gd name="connsiteY48" fmla="*/ 376237 h 1890712"/>
                <a:gd name="connsiteX49" fmla="*/ 514350 w 2543175"/>
                <a:gd name="connsiteY49" fmla="*/ 383381 h 1890712"/>
                <a:gd name="connsiteX50" fmla="*/ 531019 w 2543175"/>
                <a:gd name="connsiteY50" fmla="*/ 397669 h 1890712"/>
                <a:gd name="connsiteX51" fmla="*/ 538163 w 2543175"/>
                <a:gd name="connsiteY51" fmla="*/ 407194 h 1890712"/>
                <a:gd name="connsiteX52" fmla="*/ 554832 w 2543175"/>
                <a:gd name="connsiteY52" fmla="*/ 421481 h 1890712"/>
                <a:gd name="connsiteX53" fmla="*/ 564357 w 2543175"/>
                <a:gd name="connsiteY53" fmla="*/ 431006 h 1890712"/>
                <a:gd name="connsiteX54" fmla="*/ 573882 w 2543175"/>
                <a:gd name="connsiteY54" fmla="*/ 438150 h 1890712"/>
                <a:gd name="connsiteX55" fmla="*/ 595313 w 2543175"/>
                <a:gd name="connsiteY55" fmla="*/ 454819 h 1890712"/>
                <a:gd name="connsiteX56" fmla="*/ 602457 w 2543175"/>
                <a:gd name="connsiteY56" fmla="*/ 457200 h 1890712"/>
                <a:gd name="connsiteX57" fmla="*/ 628650 w 2543175"/>
                <a:gd name="connsiteY57" fmla="*/ 469106 h 1890712"/>
                <a:gd name="connsiteX58" fmla="*/ 645319 w 2543175"/>
                <a:gd name="connsiteY58" fmla="*/ 483394 h 1890712"/>
                <a:gd name="connsiteX59" fmla="*/ 654844 w 2543175"/>
                <a:gd name="connsiteY59" fmla="*/ 488156 h 1890712"/>
                <a:gd name="connsiteX60" fmla="*/ 661988 w 2543175"/>
                <a:gd name="connsiteY60" fmla="*/ 497681 h 1890712"/>
                <a:gd name="connsiteX61" fmla="*/ 683419 w 2543175"/>
                <a:gd name="connsiteY61" fmla="*/ 514350 h 1890712"/>
                <a:gd name="connsiteX62" fmla="*/ 700088 w 2543175"/>
                <a:gd name="connsiteY62" fmla="*/ 526256 h 1890712"/>
                <a:gd name="connsiteX63" fmla="*/ 709613 w 2543175"/>
                <a:gd name="connsiteY63" fmla="*/ 535781 h 1890712"/>
                <a:gd name="connsiteX64" fmla="*/ 719138 w 2543175"/>
                <a:gd name="connsiteY64" fmla="*/ 542925 h 1890712"/>
                <a:gd name="connsiteX65" fmla="*/ 733425 w 2543175"/>
                <a:gd name="connsiteY65" fmla="*/ 557212 h 1890712"/>
                <a:gd name="connsiteX66" fmla="*/ 750094 w 2543175"/>
                <a:gd name="connsiteY66" fmla="*/ 569119 h 1890712"/>
                <a:gd name="connsiteX67" fmla="*/ 769144 w 2543175"/>
                <a:gd name="connsiteY67" fmla="*/ 581025 h 1890712"/>
                <a:gd name="connsiteX68" fmla="*/ 785813 w 2543175"/>
                <a:gd name="connsiteY68" fmla="*/ 590550 h 1890712"/>
                <a:gd name="connsiteX69" fmla="*/ 792957 w 2543175"/>
                <a:gd name="connsiteY69" fmla="*/ 600075 h 1890712"/>
                <a:gd name="connsiteX70" fmla="*/ 809625 w 2543175"/>
                <a:gd name="connsiteY70" fmla="*/ 611981 h 1890712"/>
                <a:gd name="connsiteX71" fmla="*/ 816769 w 2543175"/>
                <a:gd name="connsiteY71" fmla="*/ 619125 h 1890712"/>
                <a:gd name="connsiteX72" fmla="*/ 826294 w 2543175"/>
                <a:gd name="connsiteY72" fmla="*/ 626269 h 1890712"/>
                <a:gd name="connsiteX73" fmla="*/ 840582 w 2543175"/>
                <a:gd name="connsiteY73" fmla="*/ 638175 h 1890712"/>
                <a:gd name="connsiteX74" fmla="*/ 847725 w 2543175"/>
                <a:gd name="connsiteY74" fmla="*/ 645319 h 1890712"/>
                <a:gd name="connsiteX75" fmla="*/ 857250 w 2543175"/>
                <a:gd name="connsiteY75" fmla="*/ 652462 h 1890712"/>
                <a:gd name="connsiteX76" fmla="*/ 864394 w 2543175"/>
                <a:gd name="connsiteY76" fmla="*/ 657225 h 1890712"/>
                <a:gd name="connsiteX77" fmla="*/ 888207 w 2543175"/>
                <a:gd name="connsiteY77" fmla="*/ 676275 h 1890712"/>
                <a:gd name="connsiteX78" fmla="*/ 895350 w 2543175"/>
                <a:gd name="connsiteY78" fmla="*/ 681037 h 1890712"/>
                <a:gd name="connsiteX79" fmla="*/ 907257 w 2543175"/>
                <a:gd name="connsiteY79" fmla="*/ 683419 h 1890712"/>
                <a:gd name="connsiteX80" fmla="*/ 928688 w 2543175"/>
                <a:gd name="connsiteY80" fmla="*/ 695325 h 1890712"/>
                <a:gd name="connsiteX81" fmla="*/ 942975 w 2543175"/>
                <a:gd name="connsiteY81" fmla="*/ 700087 h 1890712"/>
                <a:gd name="connsiteX82" fmla="*/ 964407 w 2543175"/>
                <a:gd name="connsiteY82" fmla="*/ 716756 h 1890712"/>
                <a:gd name="connsiteX83" fmla="*/ 971550 w 2543175"/>
                <a:gd name="connsiteY83" fmla="*/ 723900 h 1890712"/>
                <a:gd name="connsiteX84" fmla="*/ 983457 w 2543175"/>
                <a:gd name="connsiteY84" fmla="*/ 733425 h 1890712"/>
                <a:gd name="connsiteX85" fmla="*/ 990600 w 2543175"/>
                <a:gd name="connsiteY85" fmla="*/ 738187 h 1890712"/>
                <a:gd name="connsiteX86" fmla="*/ 1007269 w 2543175"/>
                <a:gd name="connsiteY86" fmla="*/ 752475 h 1890712"/>
                <a:gd name="connsiteX87" fmla="*/ 1031082 w 2543175"/>
                <a:gd name="connsiteY87" fmla="*/ 766762 h 1890712"/>
                <a:gd name="connsiteX88" fmla="*/ 1042988 w 2543175"/>
                <a:gd name="connsiteY88" fmla="*/ 773906 h 1890712"/>
                <a:gd name="connsiteX89" fmla="*/ 1071563 w 2543175"/>
                <a:gd name="connsiteY89" fmla="*/ 785812 h 1890712"/>
                <a:gd name="connsiteX90" fmla="*/ 1097757 w 2543175"/>
                <a:gd name="connsiteY90" fmla="*/ 807244 h 1890712"/>
                <a:gd name="connsiteX91" fmla="*/ 1104900 w 2543175"/>
                <a:gd name="connsiteY91" fmla="*/ 814387 h 1890712"/>
                <a:gd name="connsiteX92" fmla="*/ 1121569 w 2543175"/>
                <a:gd name="connsiteY92" fmla="*/ 823912 h 1890712"/>
                <a:gd name="connsiteX93" fmla="*/ 1138238 w 2543175"/>
                <a:gd name="connsiteY93" fmla="*/ 835819 h 1890712"/>
                <a:gd name="connsiteX94" fmla="*/ 1147763 w 2543175"/>
                <a:gd name="connsiteY94" fmla="*/ 842962 h 1890712"/>
                <a:gd name="connsiteX95" fmla="*/ 1157288 w 2543175"/>
                <a:gd name="connsiteY95" fmla="*/ 847725 h 1890712"/>
                <a:gd name="connsiteX96" fmla="*/ 1178719 w 2543175"/>
                <a:gd name="connsiteY96" fmla="*/ 859631 h 1890712"/>
                <a:gd name="connsiteX97" fmla="*/ 1188244 w 2543175"/>
                <a:gd name="connsiteY97" fmla="*/ 866775 h 1890712"/>
                <a:gd name="connsiteX98" fmla="*/ 1195388 w 2543175"/>
                <a:gd name="connsiteY98" fmla="*/ 871537 h 1890712"/>
                <a:gd name="connsiteX99" fmla="*/ 1212057 w 2543175"/>
                <a:gd name="connsiteY99" fmla="*/ 883444 h 1890712"/>
                <a:gd name="connsiteX100" fmla="*/ 1226344 w 2543175"/>
                <a:gd name="connsiteY100" fmla="*/ 895350 h 1890712"/>
                <a:gd name="connsiteX101" fmla="*/ 1245394 w 2543175"/>
                <a:gd name="connsiteY101" fmla="*/ 907256 h 1890712"/>
                <a:gd name="connsiteX102" fmla="*/ 1254919 w 2543175"/>
                <a:gd name="connsiteY102" fmla="*/ 914400 h 1890712"/>
                <a:gd name="connsiteX103" fmla="*/ 1269207 w 2543175"/>
                <a:gd name="connsiteY103" fmla="*/ 921544 h 1890712"/>
                <a:gd name="connsiteX104" fmla="*/ 1290638 w 2543175"/>
                <a:gd name="connsiteY104" fmla="*/ 935831 h 1890712"/>
                <a:gd name="connsiteX105" fmla="*/ 1307307 w 2543175"/>
                <a:gd name="connsiteY105" fmla="*/ 952500 h 1890712"/>
                <a:gd name="connsiteX106" fmla="*/ 1333500 w 2543175"/>
                <a:gd name="connsiteY106" fmla="*/ 971550 h 1890712"/>
                <a:gd name="connsiteX107" fmla="*/ 1359694 w 2543175"/>
                <a:gd name="connsiteY107" fmla="*/ 990600 h 1890712"/>
                <a:gd name="connsiteX108" fmla="*/ 1373982 w 2543175"/>
                <a:gd name="connsiteY108" fmla="*/ 997744 h 1890712"/>
                <a:gd name="connsiteX109" fmla="*/ 1388269 w 2543175"/>
                <a:gd name="connsiteY109" fmla="*/ 1007269 h 1890712"/>
                <a:gd name="connsiteX110" fmla="*/ 1414463 w 2543175"/>
                <a:gd name="connsiteY110" fmla="*/ 1019175 h 1890712"/>
                <a:gd name="connsiteX111" fmla="*/ 1428750 w 2543175"/>
                <a:gd name="connsiteY111" fmla="*/ 1026319 h 1890712"/>
                <a:gd name="connsiteX112" fmla="*/ 1471613 w 2543175"/>
                <a:gd name="connsiteY112" fmla="*/ 1059656 h 1890712"/>
                <a:gd name="connsiteX113" fmla="*/ 1502569 w 2543175"/>
                <a:gd name="connsiteY113" fmla="*/ 1066800 h 1890712"/>
                <a:gd name="connsiteX114" fmla="*/ 1526382 w 2543175"/>
                <a:gd name="connsiteY114" fmla="*/ 1085850 h 1890712"/>
                <a:gd name="connsiteX115" fmla="*/ 1531144 w 2543175"/>
                <a:gd name="connsiteY115" fmla="*/ 1095375 h 1890712"/>
                <a:gd name="connsiteX116" fmla="*/ 1559719 w 2543175"/>
                <a:gd name="connsiteY116" fmla="*/ 1121569 h 1890712"/>
                <a:gd name="connsiteX117" fmla="*/ 1569244 w 2543175"/>
                <a:gd name="connsiteY117" fmla="*/ 1131094 h 1890712"/>
                <a:gd name="connsiteX118" fmla="*/ 1597819 w 2543175"/>
                <a:gd name="connsiteY118" fmla="*/ 1154906 h 1890712"/>
                <a:gd name="connsiteX119" fmla="*/ 1604963 w 2543175"/>
                <a:gd name="connsiteY119" fmla="*/ 1162050 h 1890712"/>
                <a:gd name="connsiteX120" fmla="*/ 1612107 w 2543175"/>
                <a:gd name="connsiteY120" fmla="*/ 1166812 h 1890712"/>
                <a:gd name="connsiteX121" fmla="*/ 1628775 w 2543175"/>
                <a:gd name="connsiteY121" fmla="*/ 1183481 h 1890712"/>
                <a:gd name="connsiteX122" fmla="*/ 1662113 w 2543175"/>
                <a:gd name="connsiteY122" fmla="*/ 1209675 h 1890712"/>
                <a:gd name="connsiteX123" fmla="*/ 1678782 w 2543175"/>
                <a:gd name="connsiteY123" fmla="*/ 1226344 h 1890712"/>
                <a:gd name="connsiteX124" fmla="*/ 1700213 w 2543175"/>
                <a:gd name="connsiteY124" fmla="*/ 1247775 h 1890712"/>
                <a:gd name="connsiteX125" fmla="*/ 1712119 w 2543175"/>
                <a:gd name="connsiteY125" fmla="*/ 1259681 h 1890712"/>
                <a:gd name="connsiteX126" fmla="*/ 1733550 w 2543175"/>
                <a:gd name="connsiteY126" fmla="*/ 1273969 h 1890712"/>
                <a:gd name="connsiteX127" fmla="*/ 1743075 w 2543175"/>
                <a:gd name="connsiteY127" fmla="*/ 1283494 h 1890712"/>
                <a:gd name="connsiteX128" fmla="*/ 1754982 w 2543175"/>
                <a:gd name="connsiteY128" fmla="*/ 1290637 h 1890712"/>
                <a:gd name="connsiteX129" fmla="*/ 1766888 w 2543175"/>
                <a:gd name="connsiteY129" fmla="*/ 1300162 h 1890712"/>
                <a:gd name="connsiteX130" fmla="*/ 1783557 w 2543175"/>
                <a:gd name="connsiteY130" fmla="*/ 1307306 h 1890712"/>
                <a:gd name="connsiteX131" fmla="*/ 1790700 w 2543175"/>
                <a:gd name="connsiteY131" fmla="*/ 1312069 h 1890712"/>
                <a:gd name="connsiteX132" fmla="*/ 1800225 w 2543175"/>
                <a:gd name="connsiteY132" fmla="*/ 1319212 h 1890712"/>
                <a:gd name="connsiteX133" fmla="*/ 1807369 w 2543175"/>
                <a:gd name="connsiteY133" fmla="*/ 1321594 h 1890712"/>
                <a:gd name="connsiteX134" fmla="*/ 1824038 w 2543175"/>
                <a:gd name="connsiteY134" fmla="*/ 1333500 h 1890712"/>
                <a:gd name="connsiteX135" fmla="*/ 1843088 w 2543175"/>
                <a:gd name="connsiteY135" fmla="*/ 1352550 h 1890712"/>
                <a:gd name="connsiteX136" fmla="*/ 1852613 w 2543175"/>
                <a:gd name="connsiteY136" fmla="*/ 1359694 h 1890712"/>
                <a:gd name="connsiteX137" fmla="*/ 1859757 w 2543175"/>
                <a:gd name="connsiteY137" fmla="*/ 1366837 h 1890712"/>
                <a:gd name="connsiteX138" fmla="*/ 1869282 w 2543175"/>
                <a:gd name="connsiteY138" fmla="*/ 1371600 h 1890712"/>
                <a:gd name="connsiteX139" fmla="*/ 1883569 w 2543175"/>
                <a:gd name="connsiteY139" fmla="*/ 1388269 h 1890712"/>
                <a:gd name="connsiteX140" fmla="*/ 1893094 w 2543175"/>
                <a:gd name="connsiteY140" fmla="*/ 1395412 h 1890712"/>
                <a:gd name="connsiteX141" fmla="*/ 1902619 w 2543175"/>
                <a:gd name="connsiteY141" fmla="*/ 1404937 h 1890712"/>
                <a:gd name="connsiteX142" fmla="*/ 1912144 w 2543175"/>
                <a:gd name="connsiteY142" fmla="*/ 1409700 h 1890712"/>
                <a:gd name="connsiteX143" fmla="*/ 1931194 w 2543175"/>
                <a:gd name="connsiteY143" fmla="*/ 1421606 h 1890712"/>
                <a:gd name="connsiteX144" fmla="*/ 1935957 w 2543175"/>
                <a:gd name="connsiteY144" fmla="*/ 1428750 h 1890712"/>
                <a:gd name="connsiteX145" fmla="*/ 1952625 w 2543175"/>
                <a:gd name="connsiteY145" fmla="*/ 1438275 h 1890712"/>
                <a:gd name="connsiteX146" fmla="*/ 1971675 w 2543175"/>
                <a:gd name="connsiteY146" fmla="*/ 1450181 h 1890712"/>
                <a:gd name="connsiteX147" fmla="*/ 1981200 w 2543175"/>
                <a:gd name="connsiteY147" fmla="*/ 1454944 h 1890712"/>
                <a:gd name="connsiteX148" fmla="*/ 1997869 w 2543175"/>
                <a:gd name="connsiteY148" fmla="*/ 1471612 h 1890712"/>
                <a:gd name="connsiteX149" fmla="*/ 2007394 w 2543175"/>
                <a:gd name="connsiteY149" fmla="*/ 1478756 h 1890712"/>
                <a:gd name="connsiteX150" fmla="*/ 2016919 w 2543175"/>
                <a:gd name="connsiteY150" fmla="*/ 1483519 h 1890712"/>
                <a:gd name="connsiteX151" fmla="*/ 2024063 w 2543175"/>
                <a:gd name="connsiteY151" fmla="*/ 1490662 h 1890712"/>
                <a:gd name="connsiteX152" fmla="*/ 2033588 w 2543175"/>
                <a:gd name="connsiteY152" fmla="*/ 1495425 h 1890712"/>
                <a:gd name="connsiteX153" fmla="*/ 2040732 w 2543175"/>
                <a:gd name="connsiteY153" fmla="*/ 1502569 h 1890712"/>
                <a:gd name="connsiteX154" fmla="*/ 2047875 w 2543175"/>
                <a:gd name="connsiteY154" fmla="*/ 1507331 h 1890712"/>
                <a:gd name="connsiteX155" fmla="*/ 2057400 w 2543175"/>
                <a:gd name="connsiteY155" fmla="*/ 1514475 h 1890712"/>
                <a:gd name="connsiteX156" fmla="*/ 2064544 w 2543175"/>
                <a:gd name="connsiteY156" fmla="*/ 1519237 h 1890712"/>
                <a:gd name="connsiteX157" fmla="*/ 2071688 w 2543175"/>
                <a:gd name="connsiteY157" fmla="*/ 1526381 h 1890712"/>
                <a:gd name="connsiteX158" fmla="*/ 2081213 w 2543175"/>
                <a:gd name="connsiteY158" fmla="*/ 1531144 h 1890712"/>
                <a:gd name="connsiteX159" fmla="*/ 2090738 w 2543175"/>
                <a:gd name="connsiteY159" fmla="*/ 1538287 h 1890712"/>
                <a:gd name="connsiteX160" fmla="*/ 2109788 w 2543175"/>
                <a:gd name="connsiteY160" fmla="*/ 1547812 h 1890712"/>
                <a:gd name="connsiteX161" fmla="*/ 2131219 w 2543175"/>
                <a:gd name="connsiteY161" fmla="*/ 1562100 h 1890712"/>
                <a:gd name="connsiteX162" fmla="*/ 2140744 w 2543175"/>
                <a:gd name="connsiteY162" fmla="*/ 1566862 h 1890712"/>
                <a:gd name="connsiteX163" fmla="*/ 2152650 w 2543175"/>
                <a:gd name="connsiteY163" fmla="*/ 1576387 h 1890712"/>
                <a:gd name="connsiteX164" fmla="*/ 2181225 w 2543175"/>
                <a:gd name="connsiteY164" fmla="*/ 1590675 h 1890712"/>
                <a:gd name="connsiteX165" fmla="*/ 2200275 w 2543175"/>
                <a:gd name="connsiteY165" fmla="*/ 1607344 h 1890712"/>
                <a:gd name="connsiteX166" fmla="*/ 2207419 w 2543175"/>
                <a:gd name="connsiteY166" fmla="*/ 1612106 h 1890712"/>
                <a:gd name="connsiteX167" fmla="*/ 2216944 w 2543175"/>
                <a:gd name="connsiteY167" fmla="*/ 1619250 h 1890712"/>
                <a:gd name="connsiteX168" fmla="*/ 2224088 w 2543175"/>
                <a:gd name="connsiteY168" fmla="*/ 1624012 h 1890712"/>
                <a:gd name="connsiteX169" fmla="*/ 2247900 w 2543175"/>
                <a:gd name="connsiteY169" fmla="*/ 1643062 h 1890712"/>
                <a:gd name="connsiteX170" fmla="*/ 2255044 w 2543175"/>
                <a:gd name="connsiteY170" fmla="*/ 1650206 h 1890712"/>
                <a:gd name="connsiteX171" fmla="*/ 2281238 w 2543175"/>
                <a:gd name="connsiteY171" fmla="*/ 1664494 h 1890712"/>
                <a:gd name="connsiteX172" fmla="*/ 2297907 w 2543175"/>
                <a:gd name="connsiteY172" fmla="*/ 1674019 h 1890712"/>
                <a:gd name="connsiteX173" fmla="*/ 2305050 w 2543175"/>
                <a:gd name="connsiteY173" fmla="*/ 1678781 h 1890712"/>
                <a:gd name="connsiteX174" fmla="*/ 2312194 w 2543175"/>
                <a:gd name="connsiteY174" fmla="*/ 1685925 h 1890712"/>
                <a:gd name="connsiteX175" fmla="*/ 2321719 w 2543175"/>
                <a:gd name="connsiteY175" fmla="*/ 1690687 h 1890712"/>
                <a:gd name="connsiteX176" fmla="*/ 2328863 w 2543175"/>
                <a:gd name="connsiteY176" fmla="*/ 1697831 h 1890712"/>
                <a:gd name="connsiteX177" fmla="*/ 2350294 w 2543175"/>
                <a:gd name="connsiteY177" fmla="*/ 1712119 h 1890712"/>
                <a:gd name="connsiteX178" fmla="*/ 2359819 w 2543175"/>
                <a:gd name="connsiteY178" fmla="*/ 1719262 h 1890712"/>
                <a:gd name="connsiteX179" fmla="*/ 2369344 w 2543175"/>
                <a:gd name="connsiteY179" fmla="*/ 1724025 h 1890712"/>
                <a:gd name="connsiteX180" fmla="*/ 2376488 w 2543175"/>
                <a:gd name="connsiteY180" fmla="*/ 1731169 h 1890712"/>
                <a:gd name="connsiteX181" fmla="*/ 2402682 w 2543175"/>
                <a:gd name="connsiteY181" fmla="*/ 1747837 h 1890712"/>
                <a:gd name="connsiteX182" fmla="*/ 2450307 w 2543175"/>
                <a:gd name="connsiteY182" fmla="*/ 1769269 h 1890712"/>
                <a:gd name="connsiteX183" fmla="*/ 2466975 w 2543175"/>
                <a:gd name="connsiteY183" fmla="*/ 1783556 h 1890712"/>
                <a:gd name="connsiteX184" fmla="*/ 2481263 w 2543175"/>
                <a:gd name="connsiteY184" fmla="*/ 1795462 h 1890712"/>
                <a:gd name="connsiteX185" fmla="*/ 2486025 w 2543175"/>
                <a:gd name="connsiteY185" fmla="*/ 1802606 h 1890712"/>
                <a:gd name="connsiteX186" fmla="*/ 2493169 w 2543175"/>
                <a:gd name="connsiteY186" fmla="*/ 1807369 h 1890712"/>
                <a:gd name="connsiteX187" fmla="*/ 2495550 w 2543175"/>
                <a:gd name="connsiteY187" fmla="*/ 1816894 h 1890712"/>
                <a:gd name="connsiteX188" fmla="*/ 2497932 w 2543175"/>
                <a:gd name="connsiteY188" fmla="*/ 1824037 h 1890712"/>
                <a:gd name="connsiteX189" fmla="*/ 2514600 w 2543175"/>
                <a:gd name="connsiteY189" fmla="*/ 1850231 h 1890712"/>
                <a:gd name="connsiteX190" fmla="*/ 2519363 w 2543175"/>
                <a:gd name="connsiteY190" fmla="*/ 1857375 h 1890712"/>
                <a:gd name="connsiteX191" fmla="*/ 2540794 w 2543175"/>
                <a:gd name="connsiteY191" fmla="*/ 1883569 h 1890712"/>
                <a:gd name="connsiteX192" fmla="*/ 2543175 w 2543175"/>
                <a:gd name="connsiteY192" fmla="*/ 1890712 h 1890712"/>
                <a:gd name="connsiteX0" fmla="*/ 0 w 2543175"/>
                <a:gd name="connsiteY0" fmla="*/ 0 h 1890712"/>
                <a:gd name="connsiteX1" fmla="*/ 11907 w 2543175"/>
                <a:gd name="connsiteY1" fmla="*/ 11906 h 1890712"/>
                <a:gd name="connsiteX2" fmla="*/ 21432 w 2543175"/>
                <a:gd name="connsiteY2" fmla="*/ 16669 h 1890712"/>
                <a:gd name="connsiteX3" fmla="*/ 23813 w 2543175"/>
                <a:gd name="connsiteY3" fmla="*/ 23812 h 1890712"/>
                <a:gd name="connsiteX4" fmla="*/ 33338 w 2543175"/>
                <a:gd name="connsiteY4" fmla="*/ 33337 h 1890712"/>
                <a:gd name="connsiteX5" fmla="*/ 40482 w 2543175"/>
                <a:gd name="connsiteY5" fmla="*/ 42862 h 1890712"/>
                <a:gd name="connsiteX6" fmla="*/ 47625 w 2543175"/>
                <a:gd name="connsiteY6" fmla="*/ 47625 h 1890712"/>
                <a:gd name="connsiteX7" fmla="*/ 57150 w 2543175"/>
                <a:gd name="connsiteY7" fmla="*/ 54769 h 1890712"/>
                <a:gd name="connsiteX8" fmla="*/ 64294 w 2543175"/>
                <a:gd name="connsiteY8" fmla="*/ 59531 h 1890712"/>
                <a:gd name="connsiteX9" fmla="*/ 83344 w 2543175"/>
                <a:gd name="connsiteY9" fmla="*/ 73819 h 1890712"/>
                <a:gd name="connsiteX10" fmla="*/ 97632 w 2543175"/>
                <a:gd name="connsiteY10" fmla="*/ 80962 h 1890712"/>
                <a:gd name="connsiteX11" fmla="*/ 104775 w 2543175"/>
                <a:gd name="connsiteY11" fmla="*/ 85725 h 1890712"/>
                <a:gd name="connsiteX12" fmla="*/ 114300 w 2543175"/>
                <a:gd name="connsiteY12" fmla="*/ 95250 h 1890712"/>
                <a:gd name="connsiteX13" fmla="*/ 123825 w 2543175"/>
                <a:gd name="connsiteY13" fmla="*/ 97631 h 1890712"/>
                <a:gd name="connsiteX14" fmla="*/ 130969 w 2543175"/>
                <a:gd name="connsiteY14" fmla="*/ 104775 h 1890712"/>
                <a:gd name="connsiteX15" fmla="*/ 140494 w 2543175"/>
                <a:gd name="connsiteY15" fmla="*/ 111919 h 1890712"/>
                <a:gd name="connsiteX16" fmla="*/ 147638 w 2543175"/>
                <a:gd name="connsiteY16" fmla="*/ 116681 h 1890712"/>
                <a:gd name="connsiteX17" fmla="*/ 164307 w 2543175"/>
                <a:gd name="connsiteY17" fmla="*/ 128587 h 1890712"/>
                <a:gd name="connsiteX18" fmla="*/ 180975 w 2543175"/>
                <a:gd name="connsiteY18" fmla="*/ 140494 h 1890712"/>
                <a:gd name="connsiteX19" fmla="*/ 197644 w 2543175"/>
                <a:gd name="connsiteY19" fmla="*/ 152400 h 1890712"/>
                <a:gd name="connsiteX20" fmla="*/ 204788 w 2543175"/>
                <a:gd name="connsiteY20" fmla="*/ 157162 h 1890712"/>
                <a:gd name="connsiteX21" fmla="*/ 214313 w 2543175"/>
                <a:gd name="connsiteY21" fmla="*/ 164306 h 1890712"/>
                <a:gd name="connsiteX22" fmla="*/ 230982 w 2543175"/>
                <a:gd name="connsiteY22" fmla="*/ 180975 h 1890712"/>
                <a:gd name="connsiteX23" fmla="*/ 247650 w 2543175"/>
                <a:gd name="connsiteY23" fmla="*/ 185737 h 1890712"/>
                <a:gd name="connsiteX24" fmla="*/ 259557 w 2543175"/>
                <a:gd name="connsiteY24" fmla="*/ 188119 h 1890712"/>
                <a:gd name="connsiteX25" fmla="*/ 266700 w 2543175"/>
                <a:gd name="connsiteY25" fmla="*/ 190500 h 1890712"/>
                <a:gd name="connsiteX26" fmla="*/ 283369 w 2543175"/>
                <a:gd name="connsiteY26" fmla="*/ 192881 h 1890712"/>
                <a:gd name="connsiteX27" fmla="*/ 302419 w 2543175"/>
                <a:gd name="connsiteY27" fmla="*/ 204787 h 1890712"/>
                <a:gd name="connsiteX28" fmla="*/ 309563 w 2543175"/>
                <a:gd name="connsiteY28" fmla="*/ 209550 h 1890712"/>
                <a:gd name="connsiteX29" fmla="*/ 319088 w 2543175"/>
                <a:gd name="connsiteY29" fmla="*/ 219075 h 1890712"/>
                <a:gd name="connsiteX30" fmla="*/ 333375 w 2543175"/>
                <a:gd name="connsiteY30" fmla="*/ 228600 h 1890712"/>
                <a:gd name="connsiteX31" fmla="*/ 340519 w 2543175"/>
                <a:gd name="connsiteY31" fmla="*/ 233362 h 1890712"/>
                <a:gd name="connsiteX32" fmla="*/ 354807 w 2543175"/>
                <a:gd name="connsiteY32" fmla="*/ 247650 h 1890712"/>
                <a:gd name="connsiteX33" fmla="*/ 366713 w 2543175"/>
                <a:gd name="connsiteY33" fmla="*/ 264319 h 1890712"/>
                <a:gd name="connsiteX34" fmla="*/ 371475 w 2543175"/>
                <a:gd name="connsiteY34" fmla="*/ 271462 h 1890712"/>
                <a:gd name="connsiteX35" fmla="*/ 378619 w 2543175"/>
                <a:gd name="connsiteY35" fmla="*/ 276225 h 1890712"/>
                <a:gd name="connsiteX36" fmla="*/ 385763 w 2543175"/>
                <a:gd name="connsiteY36" fmla="*/ 283369 h 1890712"/>
                <a:gd name="connsiteX37" fmla="*/ 395288 w 2543175"/>
                <a:gd name="connsiteY37" fmla="*/ 288131 h 1890712"/>
                <a:gd name="connsiteX38" fmla="*/ 404813 w 2543175"/>
                <a:gd name="connsiteY38" fmla="*/ 295275 h 1890712"/>
                <a:gd name="connsiteX39" fmla="*/ 411957 w 2543175"/>
                <a:gd name="connsiteY39" fmla="*/ 297656 h 1890712"/>
                <a:gd name="connsiteX40" fmla="*/ 421482 w 2543175"/>
                <a:gd name="connsiteY40" fmla="*/ 302419 h 1890712"/>
                <a:gd name="connsiteX41" fmla="*/ 447675 w 2543175"/>
                <a:gd name="connsiteY41" fmla="*/ 307181 h 1890712"/>
                <a:gd name="connsiteX42" fmla="*/ 461963 w 2543175"/>
                <a:gd name="connsiteY42" fmla="*/ 321469 h 1890712"/>
                <a:gd name="connsiteX43" fmla="*/ 466725 w 2543175"/>
                <a:gd name="connsiteY43" fmla="*/ 328612 h 1890712"/>
                <a:gd name="connsiteX44" fmla="*/ 476250 w 2543175"/>
                <a:gd name="connsiteY44" fmla="*/ 335756 h 1890712"/>
                <a:gd name="connsiteX45" fmla="*/ 481013 w 2543175"/>
                <a:gd name="connsiteY45" fmla="*/ 342900 h 1890712"/>
                <a:gd name="connsiteX46" fmla="*/ 490538 w 2543175"/>
                <a:gd name="connsiteY46" fmla="*/ 352425 h 1890712"/>
                <a:gd name="connsiteX47" fmla="*/ 495300 w 2543175"/>
                <a:gd name="connsiteY47" fmla="*/ 359569 h 1890712"/>
                <a:gd name="connsiteX48" fmla="*/ 509588 w 2543175"/>
                <a:gd name="connsiteY48" fmla="*/ 376237 h 1890712"/>
                <a:gd name="connsiteX49" fmla="*/ 514350 w 2543175"/>
                <a:gd name="connsiteY49" fmla="*/ 383381 h 1890712"/>
                <a:gd name="connsiteX50" fmla="*/ 531019 w 2543175"/>
                <a:gd name="connsiteY50" fmla="*/ 397669 h 1890712"/>
                <a:gd name="connsiteX51" fmla="*/ 538163 w 2543175"/>
                <a:gd name="connsiteY51" fmla="*/ 407194 h 1890712"/>
                <a:gd name="connsiteX52" fmla="*/ 554832 w 2543175"/>
                <a:gd name="connsiteY52" fmla="*/ 421481 h 1890712"/>
                <a:gd name="connsiteX53" fmla="*/ 564357 w 2543175"/>
                <a:gd name="connsiteY53" fmla="*/ 431006 h 1890712"/>
                <a:gd name="connsiteX54" fmla="*/ 573882 w 2543175"/>
                <a:gd name="connsiteY54" fmla="*/ 438150 h 1890712"/>
                <a:gd name="connsiteX55" fmla="*/ 595313 w 2543175"/>
                <a:gd name="connsiteY55" fmla="*/ 454819 h 1890712"/>
                <a:gd name="connsiteX56" fmla="*/ 602457 w 2543175"/>
                <a:gd name="connsiteY56" fmla="*/ 457200 h 1890712"/>
                <a:gd name="connsiteX57" fmla="*/ 628650 w 2543175"/>
                <a:gd name="connsiteY57" fmla="*/ 469106 h 1890712"/>
                <a:gd name="connsiteX58" fmla="*/ 645319 w 2543175"/>
                <a:gd name="connsiteY58" fmla="*/ 483394 h 1890712"/>
                <a:gd name="connsiteX59" fmla="*/ 654844 w 2543175"/>
                <a:gd name="connsiteY59" fmla="*/ 488156 h 1890712"/>
                <a:gd name="connsiteX60" fmla="*/ 661988 w 2543175"/>
                <a:gd name="connsiteY60" fmla="*/ 497681 h 1890712"/>
                <a:gd name="connsiteX61" fmla="*/ 683419 w 2543175"/>
                <a:gd name="connsiteY61" fmla="*/ 514350 h 1890712"/>
                <a:gd name="connsiteX62" fmla="*/ 700088 w 2543175"/>
                <a:gd name="connsiteY62" fmla="*/ 526256 h 1890712"/>
                <a:gd name="connsiteX63" fmla="*/ 709613 w 2543175"/>
                <a:gd name="connsiteY63" fmla="*/ 535781 h 1890712"/>
                <a:gd name="connsiteX64" fmla="*/ 719138 w 2543175"/>
                <a:gd name="connsiteY64" fmla="*/ 542925 h 1890712"/>
                <a:gd name="connsiteX65" fmla="*/ 733425 w 2543175"/>
                <a:gd name="connsiteY65" fmla="*/ 557212 h 1890712"/>
                <a:gd name="connsiteX66" fmla="*/ 750094 w 2543175"/>
                <a:gd name="connsiteY66" fmla="*/ 569119 h 1890712"/>
                <a:gd name="connsiteX67" fmla="*/ 769144 w 2543175"/>
                <a:gd name="connsiteY67" fmla="*/ 581025 h 1890712"/>
                <a:gd name="connsiteX68" fmla="*/ 785813 w 2543175"/>
                <a:gd name="connsiteY68" fmla="*/ 590550 h 1890712"/>
                <a:gd name="connsiteX69" fmla="*/ 792957 w 2543175"/>
                <a:gd name="connsiteY69" fmla="*/ 600075 h 1890712"/>
                <a:gd name="connsiteX70" fmla="*/ 809625 w 2543175"/>
                <a:gd name="connsiteY70" fmla="*/ 611981 h 1890712"/>
                <a:gd name="connsiteX71" fmla="*/ 816769 w 2543175"/>
                <a:gd name="connsiteY71" fmla="*/ 619125 h 1890712"/>
                <a:gd name="connsiteX72" fmla="*/ 826294 w 2543175"/>
                <a:gd name="connsiteY72" fmla="*/ 626269 h 1890712"/>
                <a:gd name="connsiteX73" fmla="*/ 840582 w 2543175"/>
                <a:gd name="connsiteY73" fmla="*/ 638175 h 1890712"/>
                <a:gd name="connsiteX74" fmla="*/ 847725 w 2543175"/>
                <a:gd name="connsiteY74" fmla="*/ 645319 h 1890712"/>
                <a:gd name="connsiteX75" fmla="*/ 857250 w 2543175"/>
                <a:gd name="connsiteY75" fmla="*/ 652462 h 1890712"/>
                <a:gd name="connsiteX76" fmla="*/ 864394 w 2543175"/>
                <a:gd name="connsiteY76" fmla="*/ 657225 h 1890712"/>
                <a:gd name="connsiteX77" fmla="*/ 888207 w 2543175"/>
                <a:gd name="connsiteY77" fmla="*/ 676275 h 1890712"/>
                <a:gd name="connsiteX78" fmla="*/ 895350 w 2543175"/>
                <a:gd name="connsiteY78" fmla="*/ 681037 h 1890712"/>
                <a:gd name="connsiteX79" fmla="*/ 907257 w 2543175"/>
                <a:gd name="connsiteY79" fmla="*/ 683419 h 1890712"/>
                <a:gd name="connsiteX80" fmla="*/ 928688 w 2543175"/>
                <a:gd name="connsiteY80" fmla="*/ 695325 h 1890712"/>
                <a:gd name="connsiteX81" fmla="*/ 942975 w 2543175"/>
                <a:gd name="connsiteY81" fmla="*/ 700087 h 1890712"/>
                <a:gd name="connsiteX82" fmla="*/ 964407 w 2543175"/>
                <a:gd name="connsiteY82" fmla="*/ 716756 h 1890712"/>
                <a:gd name="connsiteX83" fmla="*/ 971550 w 2543175"/>
                <a:gd name="connsiteY83" fmla="*/ 723900 h 1890712"/>
                <a:gd name="connsiteX84" fmla="*/ 983457 w 2543175"/>
                <a:gd name="connsiteY84" fmla="*/ 733425 h 1890712"/>
                <a:gd name="connsiteX85" fmla="*/ 990600 w 2543175"/>
                <a:gd name="connsiteY85" fmla="*/ 738187 h 1890712"/>
                <a:gd name="connsiteX86" fmla="*/ 1007269 w 2543175"/>
                <a:gd name="connsiteY86" fmla="*/ 752475 h 1890712"/>
                <a:gd name="connsiteX87" fmla="*/ 1031082 w 2543175"/>
                <a:gd name="connsiteY87" fmla="*/ 766762 h 1890712"/>
                <a:gd name="connsiteX88" fmla="*/ 1042988 w 2543175"/>
                <a:gd name="connsiteY88" fmla="*/ 773906 h 1890712"/>
                <a:gd name="connsiteX89" fmla="*/ 1071563 w 2543175"/>
                <a:gd name="connsiteY89" fmla="*/ 785812 h 1890712"/>
                <a:gd name="connsiteX90" fmla="*/ 1097757 w 2543175"/>
                <a:gd name="connsiteY90" fmla="*/ 807244 h 1890712"/>
                <a:gd name="connsiteX91" fmla="*/ 1104900 w 2543175"/>
                <a:gd name="connsiteY91" fmla="*/ 814387 h 1890712"/>
                <a:gd name="connsiteX92" fmla="*/ 1121569 w 2543175"/>
                <a:gd name="connsiteY92" fmla="*/ 823912 h 1890712"/>
                <a:gd name="connsiteX93" fmla="*/ 1138238 w 2543175"/>
                <a:gd name="connsiteY93" fmla="*/ 835819 h 1890712"/>
                <a:gd name="connsiteX94" fmla="*/ 1147763 w 2543175"/>
                <a:gd name="connsiteY94" fmla="*/ 842962 h 1890712"/>
                <a:gd name="connsiteX95" fmla="*/ 1157288 w 2543175"/>
                <a:gd name="connsiteY95" fmla="*/ 847725 h 1890712"/>
                <a:gd name="connsiteX96" fmla="*/ 1178719 w 2543175"/>
                <a:gd name="connsiteY96" fmla="*/ 859631 h 1890712"/>
                <a:gd name="connsiteX97" fmla="*/ 1188244 w 2543175"/>
                <a:gd name="connsiteY97" fmla="*/ 866775 h 1890712"/>
                <a:gd name="connsiteX98" fmla="*/ 1195388 w 2543175"/>
                <a:gd name="connsiteY98" fmla="*/ 871537 h 1890712"/>
                <a:gd name="connsiteX99" fmla="*/ 1212057 w 2543175"/>
                <a:gd name="connsiteY99" fmla="*/ 883444 h 1890712"/>
                <a:gd name="connsiteX100" fmla="*/ 1226344 w 2543175"/>
                <a:gd name="connsiteY100" fmla="*/ 895350 h 1890712"/>
                <a:gd name="connsiteX101" fmla="*/ 1245394 w 2543175"/>
                <a:gd name="connsiteY101" fmla="*/ 907256 h 1890712"/>
                <a:gd name="connsiteX102" fmla="*/ 1254919 w 2543175"/>
                <a:gd name="connsiteY102" fmla="*/ 914400 h 1890712"/>
                <a:gd name="connsiteX103" fmla="*/ 1269207 w 2543175"/>
                <a:gd name="connsiteY103" fmla="*/ 921544 h 1890712"/>
                <a:gd name="connsiteX104" fmla="*/ 1290638 w 2543175"/>
                <a:gd name="connsiteY104" fmla="*/ 935831 h 1890712"/>
                <a:gd name="connsiteX105" fmla="*/ 1307307 w 2543175"/>
                <a:gd name="connsiteY105" fmla="*/ 952500 h 1890712"/>
                <a:gd name="connsiteX106" fmla="*/ 1333500 w 2543175"/>
                <a:gd name="connsiteY106" fmla="*/ 971550 h 1890712"/>
                <a:gd name="connsiteX107" fmla="*/ 1359694 w 2543175"/>
                <a:gd name="connsiteY107" fmla="*/ 990600 h 1890712"/>
                <a:gd name="connsiteX108" fmla="*/ 1373982 w 2543175"/>
                <a:gd name="connsiteY108" fmla="*/ 997744 h 1890712"/>
                <a:gd name="connsiteX109" fmla="*/ 1388269 w 2543175"/>
                <a:gd name="connsiteY109" fmla="*/ 1007269 h 1890712"/>
                <a:gd name="connsiteX110" fmla="*/ 1414463 w 2543175"/>
                <a:gd name="connsiteY110" fmla="*/ 1019175 h 1890712"/>
                <a:gd name="connsiteX111" fmla="*/ 1428750 w 2543175"/>
                <a:gd name="connsiteY111" fmla="*/ 1026319 h 1890712"/>
                <a:gd name="connsiteX112" fmla="*/ 1471613 w 2543175"/>
                <a:gd name="connsiteY112" fmla="*/ 1059656 h 1890712"/>
                <a:gd name="connsiteX113" fmla="*/ 1495425 w 2543175"/>
                <a:gd name="connsiteY113" fmla="*/ 1088231 h 1890712"/>
                <a:gd name="connsiteX114" fmla="*/ 1526382 w 2543175"/>
                <a:gd name="connsiteY114" fmla="*/ 1085850 h 1890712"/>
                <a:gd name="connsiteX115" fmla="*/ 1531144 w 2543175"/>
                <a:gd name="connsiteY115" fmla="*/ 1095375 h 1890712"/>
                <a:gd name="connsiteX116" fmla="*/ 1559719 w 2543175"/>
                <a:gd name="connsiteY116" fmla="*/ 1121569 h 1890712"/>
                <a:gd name="connsiteX117" fmla="*/ 1569244 w 2543175"/>
                <a:gd name="connsiteY117" fmla="*/ 1131094 h 1890712"/>
                <a:gd name="connsiteX118" fmla="*/ 1597819 w 2543175"/>
                <a:gd name="connsiteY118" fmla="*/ 1154906 h 1890712"/>
                <a:gd name="connsiteX119" fmla="*/ 1604963 w 2543175"/>
                <a:gd name="connsiteY119" fmla="*/ 1162050 h 1890712"/>
                <a:gd name="connsiteX120" fmla="*/ 1612107 w 2543175"/>
                <a:gd name="connsiteY120" fmla="*/ 1166812 h 1890712"/>
                <a:gd name="connsiteX121" fmla="*/ 1628775 w 2543175"/>
                <a:gd name="connsiteY121" fmla="*/ 1183481 h 1890712"/>
                <a:gd name="connsiteX122" fmla="*/ 1662113 w 2543175"/>
                <a:gd name="connsiteY122" fmla="*/ 1209675 h 1890712"/>
                <a:gd name="connsiteX123" fmla="*/ 1678782 w 2543175"/>
                <a:gd name="connsiteY123" fmla="*/ 1226344 h 1890712"/>
                <a:gd name="connsiteX124" fmla="*/ 1700213 w 2543175"/>
                <a:gd name="connsiteY124" fmla="*/ 1247775 h 1890712"/>
                <a:gd name="connsiteX125" fmla="*/ 1712119 w 2543175"/>
                <a:gd name="connsiteY125" fmla="*/ 1259681 h 1890712"/>
                <a:gd name="connsiteX126" fmla="*/ 1733550 w 2543175"/>
                <a:gd name="connsiteY126" fmla="*/ 1273969 h 1890712"/>
                <a:gd name="connsiteX127" fmla="*/ 1743075 w 2543175"/>
                <a:gd name="connsiteY127" fmla="*/ 1283494 h 1890712"/>
                <a:gd name="connsiteX128" fmla="*/ 1754982 w 2543175"/>
                <a:gd name="connsiteY128" fmla="*/ 1290637 h 1890712"/>
                <a:gd name="connsiteX129" fmla="*/ 1766888 w 2543175"/>
                <a:gd name="connsiteY129" fmla="*/ 1300162 h 1890712"/>
                <a:gd name="connsiteX130" fmla="*/ 1783557 w 2543175"/>
                <a:gd name="connsiteY130" fmla="*/ 1307306 h 1890712"/>
                <a:gd name="connsiteX131" fmla="*/ 1790700 w 2543175"/>
                <a:gd name="connsiteY131" fmla="*/ 1312069 h 1890712"/>
                <a:gd name="connsiteX132" fmla="*/ 1800225 w 2543175"/>
                <a:gd name="connsiteY132" fmla="*/ 1319212 h 1890712"/>
                <a:gd name="connsiteX133" fmla="*/ 1807369 w 2543175"/>
                <a:gd name="connsiteY133" fmla="*/ 1321594 h 1890712"/>
                <a:gd name="connsiteX134" fmla="*/ 1824038 w 2543175"/>
                <a:gd name="connsiteY134" fmla="*/ 1333500 h 1890712"/>
                <a:gd name="connsiteX135" fmla="*/ 1843088 w 2543175"/>
                <a:gd name="connsiteY135" fmla="*/ 1352550 h 1890712"/>
                <a:gd name="connsiteX136" fmla="*/ 1852613 w 2543175"/>
                <a:gd name="connsiteY136" fmla="*/ 1359694 h 1890712"/>
                <a:gd name="connsiteX137" fmla="*/ 1859757 w 2543175"/>
                <a:gd name="connsiteY137" fmla="*/ 1366837 h 1890712"/>
                <a:gd name="connsiteX138" fmla="*/ 1869282 w 2543175"/>
                <a:gd name="connsiteY138" fmla="*/ 1371600 h 1890712"/>
                <a:gd name="connsiteX139" fmla="*/ 1883569 w 2543175"/>
                <a:gd name="connsiteY139" fmla="*/ 1388269 h 1890712"/>
                <a:gd name="connsiteX140" fmla="*/ 1893094 w 2543175"/>
                <a:gd name="connsiteY140" fmla="*/ 1395412 h 1890712"/>
                <a:gd name="connsiteX141" fmla="*/ 1902619 w 2543175"/>
                <a:gd name="connsiteY141" fmla="*/ 1404937 h 1890712"/>
                <a:gd name="connsiteX142" fmla="*/ 1912144 w 2543175"/>
                <a:gd name="connsiteY142" fmla="*/ 1409700 h 1890712"/>
                <a:gd name="connsiteX143" fmla="*/ 1931194 w 2543175"/>
                <a:gd name="connsiteY143" fmla="*/ 1421606 h 1890712"/>
                <a:gd name="connsiteX144" fmla="*/ 1935957 w 2543175"/>
                <a:gd name="connsiteY144" fmla="*/ 1428750 h 1890712"/>
                <a:gd name="connsiteX145" fmla="*/ 1952625 w 2543175"/>
                <a:gd name="connsiteY145" fmla="*/ 1438275 h 1890712"/>
                <a:gd name="connsiteX146" fmla="*/ 1971675 w 2543175"/>
                <a:gd name="connsiteY146" fmla="*/ 1450181 h 1890712"/>
                <a:gd name="connsiteX147" fmla="*/ 1981200 w 2543175"/>
                <a:gd name="connsiteY147" fmla="*/ 1454944 h 1890712"/>
                <a:gd name="connsiteX148" fmla="*/ 1997869 w 2543175"/>
                <a:gd name="connsiteY148" fmla="*/ 1471612 h 1890712"/>
                <a:gd name="connsiteX149" fmla="*/ 2007394 w 2543175"/>
                <a:gd name="connsiteY149" fmla="*/ 1478756 h 1890712"/>
                <a:gd name="connsiteX150" fmla="*/ 2016919 w 2543175"/>
                <a:gd name="connsiteY150" fmla="*/ 1483519 h 1890712"/>
                <a:gd name="connsiteX151" fmla="*/ 2024063 w 2543175"/>
                <a:gd name="connsiteY151" fmla="*/ 1490662 h 1890712"/>
                <a:gd name="connsiteX152" fmla="*/ 2033588 w 2543175"/>
                <a:gd name="connsiteY152" fmla="*/ 1495425 h 1890712"/>
                <a:gd name="connsiteX153" fmla="*/ 2040732 w 2543175"/>
                <a:gd name="connsiteY153" fmla="*/ 1502569 h 1890712"/>
                <a:gd name="connsiteX154" fmla="*/ 2047875 w 2543175"/>
                <a:gd name="connsiteY154" fmla="*/ 1507331 h 1890712"/>
                <a:gd name="connsiteX155" fmla="*/ 2057400 w 2543175"/>
                <a:gd name="connsiteY155" fmla="*/ 1514475 h 1890712"/>
                <a:gd name="connsiteX156" fmla="*/ 2064544 w 2543175"/>
                <a:gd name="connsiteY156" fmla="*/ 1519237 h 1890712"/>
                <a:gd name="connsiteX157" fmla="*/ 2071688 w 2543175"/>
                <a:gd name="connsiteY157" fmla="*/ 1526381 h 1890712"/>
                <a:gd name="connsiteX158" fmla="*/ 2081213 w 2543175"/>
                <a:gd name="connsiteY158" fmla="*/ 1531144 h 1890712"/>
                <a:gd name="connsiteX159" fmla="*/ 2090738 w 2543175"/>
                <a:gd name="connsiteY159" fmla="*/ 1538287 h 1890712"/>
                <a:gd name="connsiteX160" fmla="*/ 2109788 w 2543175"/>
                <a:gd name="connsiteY160" fmla="*/ 1547812 h 1890712"/>
                <a:gd name="connsiteX161" fmla="*/ 2131219 w 2543175"/>
                <a:gd name="connsiteY161" fmla="*/ 1562100 h 1890712"/>
                <a:gd name="connsiteX162" fmla="*/ 2140744 w 2543175"/>
                <a:gd name="connsiteY162" fmla="*/ 1566862 h 1890712"/>
                <a:gd name="connsiteX163" fmla="*/ 2152650 w 2543175"/>
                <a:gd name="connsiteY163" fmla="*/ 1576387 h 1890712"/>
                <a:gd name="connsiteX164" fmla="*/ 2181225 w 2543175"/>
                <a:gd name="connsiteY164" fmla="*/ 1590675 h 1890712"/>
                <a:gd name="connsiteX165" fmla="*/ 2200275 w 2543175"/>
                <a:gd name="connsiteY165" fmla="*/ 1607344 h 1890712"/>
                <a:gd name="connsiteX166" fmla="*/ 2207419 w 2543175"/>
                <a:gd name="connsiteY166" fmla="*/ 1612106 h 1890712"/>
                <a:gd name="connsiteX167" fmla="*/ 2216944 w 2543175"/>
                <a:gd name="connsiteY167" fmla="*/ 1619250 h 1890712"/>
                <a:gd name="connsiteX168" fmla="*/ 2224088 w 2543175"/>
                <a:gd name="connsiteY168" fmla="*/ 1624012 h 1890712"/>
                <a:gd name="connsiteX169" fmla="*/ 2247900 w 2543175"/>
                <a:gd name="connsiteY169" fmla="*/ 1643062 h 1890712"/>
                <a:gd name="connsiteX170" fmla="*/ 2255044 w 2543175"/>
                <a:gd name="connsiteY170" fmla="*/ 1650206 h 1890712"/>
                <a:gd name="connsiteX171" fmla="*/ 2281238 w 2543175"/>
                <a:gd name="connsiteY171" fmla="*/ 1664494 h 1890712"/>
                <a:gd name="connsiteX172" fmla="*/ 2297907 w 2543175"/>
                <a:gd name="connsiteY172" fmla="*/ 1674019 h 1890712"/>
                <a:gd name="connsiteX173" fmla="*/ 2305050 w 2543175"/>
                <a:gd name="connsiteY173" fmla="*/ 1678781 h 1890712"/>
                <a:gd name="connsiteX174" fmla="*/ 2312194 w 2543175"/>
                <a:gd name="connsiteY174" fmla="*/ 1685925 h 1890712"/>
                <a:gd name="connsiteX175" fmla="*/ 2321719 w 2543175"/>
                <a:gd name="connsiteY175" fmla="*/ 1690687 h 1890712"/>
                <a:gd name="connsiteX176" fmla="*/ 2328863 w 2543175"/>
                <a:gd name="connsiteY176" fmla="*/ 1697831 h 1890712"/>
                <a:gd name="connsiteX177" fmla="*/ 2350294 w 2543175"/>
                <a:gd name="connsiteY177" fmla="*/ 1712119 h 1890712"/>
                <a:gd name="connsiteX178" fmla="*/ 2359819 w 2543175"/>
                <a:gd name="connsiteY178" fmla="*/ 1719262 h 1890712"/>
                <a:gd name="connsiteX179" fmla="*/ 2369344 w 2543175"/>
                <a:gd name="connsiteY179" fmla="*/ 1724025 h 1890712"/>
                <a:gd name="connsiteX180" fmla="*/ 2376488 w 2543175"/>
                <a:gd name="connsiteY180" fmla="*/ 1731169 h 1890712"/>
                <a:gd name="connsiteX181" fmla="*/ 2402682 w 2543175"/>
                <a:gd name="connsiteY181" fmla="*/ 1747837 h 1890712"/>
                <a:gd name="connsiteX182" fmla="*/ 2450307 w 2543175"/>
                <a:gd name="connsiteY182" fmla="*/ 1769269 h 1890712"/>
                <a:gd name="connsiteX183" fmla="*/ 2466975 w 2543175"/>
                <a:gd name="connsiteY183" fmla="*/ 1783556 h 1890712"/>
                <a:gd name="connsiteX184" fmla="*/ 2481263 w 2543175"/>
                <a:gd name="connsiteY184" fmla="*/ 1795462 h 1890712"/>
                <a:gd name="connsiteX185" fmla="*/ 2486025 w 2543175"/>
                <a:gd name="connsiteY185" fmla="*/ 1802606 h 1890712"/>
                <a:gd name="connsiteX186" fmla="*/ 2493169 w 2543175"/>
                <a:gd name="connsiteY186" fmla="*/ 1807369 h 1890712"/>
                <a:gd name="connsiteX187" fmla="*/ 2495550 w 2543175"/>
                <a:gd name="connsiteY187" fmla="*/ 1816894 h 1890712"/>
                <a:gd name="connsiteX188" fmla="*/ 2497932 w 2543175"/>
                <a:gd name="connsiteY188" fmla="*/ 1824037 h 1890712"/>
                <a:gd name="connsiteX189" fmla="*/ 2514600 w 2543175"/>
                <a:gd name="connsiteY189" fmla="*/ 1850231 h 1890712"/>
                <a:gd name="connsiteX190" fmla="*/ 2519363 w 2543175"/>
                <a:gd name="connsiteY190" fmla="*/ 1857375 h 1890712"/>
                <a:gd name="connsiteX191" fmla="*/ 2540794 w 2543175"/>
                <a:gd name="connsiteY191" fmla="*/ 1883569 h 1890712"/>
                <a:gd name="connsiteX192" fmla="*/ 2543175 w 2543175"/>
                <a:gd name="connsiteY192" fmla="*/ 1890712 h 1890712"/>
                <a:gd name="connsiteX0" fmla="*/ 0 w 2543175"/>
                <a:gd name="connsiteY0" fmla="*/ 0 h 1890712"/>
                <a:gd name="connsiteX1" fmla="*/ 11907 w 2543175"/>
                <a:gd name="connsiteY1" fmla="*/ 11906 h 1890712"/>
                <a:gd name="connsiteX2" fmla="*/ 21432 w 2543175"/>
                <a:gd name="connsiteY2" fmla="*/ 16669 h 1890712"/>
                <a:gd name="connsiteX3" fmla="*/ 23813 w 2543175"/>
                <a:gd name="connsiteY3" fmla="*/ 23812 h 1890712"/>
                <a:gd name="connsiteX4" fmla="*/ 33338 w 2543175"/>
                <a:gd name="connsiteY4" fmla="*/ 33337 h 1890712"/>
                <a:gd name="connsiteX5" fmla="*/ 40482 w 2543175"/>
                <a:gd name="connsiteY5" fmla="*/ 42862 h 1890712"/>
                <a:gd name="connsiteX6" fmla="*/ 47625 w 2543175"/>
                <a:gd name="connsiteY6" fmla="*/ 47625 h 1890712"/>
                <a:gd name="connsiteX7" fmla="*/ 57150 w 2543175"/>
                <a:gd name="connsiteY7" fmla="*/ 54769 h 1890712"/>
                <a:gd name="connsiteX8" fmla="*/ 64294 w 2543175"/>
                <a:gd name="connsiteY8" fmla="*/ 59531 h 1890712"/>
                <a:gd name="connsiteX9" fmla="*/ 83344 w 2543175"/>
                <a:gd name="connsiteY9" fmla="*/ 73819 h 1890712"/>
                <a:gd name="connsiteX10" fmla="*/ 97632 w 2543175"/>
                <a:gd name="connsiteY10" fmla="*/ 80962 h 1890712"/>
                <a:gd name="connsiteX11" fmla="*/ 104775 w 2543175"/>
                <a:gd name="connsiteY11" fmla="*/ 85725 h 1890712"/>
                <a:gd name="connsiteX12" fmla="*/ 114300 w 2543175"/>
                <a:gd name="connsiteY12" fmla="*/ 95250 h 1890712"/>
                <a:gd name="connsiteX13" fmla="*/ 123825 w 2543175"/>
                <a:gd name="connsiteY13" fmla="*/ 97631 h 1890712"/>
                <a:gd name="connsiteX14" fmla="*/ 130969 w 2543175"/>
                <a:gd name="connsiteY14" fmla="*/ 104775 h 1890712"/>
                <a:gd name="connsiteX15" fmla="*/ 140494 w 2543175"/>
                <a:gd name="connsiteY15" fmla="*/ 111919 h 1890712"/>
                <a:gd name="connsiteX16" fmla="*/ 147638 w 2543175"/>
                <a:gd name="connsiteY16" fmla="*/ 116681 h 1890712"/>
                <a:gd name="connsiteX17" fmla="*/ 164307 w 2543175"/>
                <a:gd name="connsiteY17" fmla="*/ 128587 h 1890712"/>
                <a:gd name="connsiteX18" fmla="*/ 180975 w 2543175"/>
                <a:gd name="connsiteY18" fmla="*/ 140494 h 1890712"/>
                <a:gd name="connsiteX19" fmla="*/ 197644 w 2543175"/>
                <a:gd name="connsiteY19" fmla="*/ 152400 h 1890712"/>
                <a:gd name="connsiteX20" fmla="*/ 204788 w 2543175"/>
                <a:gd name="connsiteY20" fmla="*/ 157162 h 1890712"/>
                <a:gd name="connsiteX21" fmla="*/ 214313 w 2543175"/>
                <a:gd name="connsiteY21" fmla="*/ 164306 h 1890712"/>
                <a:gd name="connsiteX22" fmla="*/ 230982 w 2543175"/>
                <a:gd name="connsiteY22" fmla="*/ 180975 h 1890712"/>
                <a:gd name="connsiteX23" fmla="*/ 247650 w 2543175"/>
                <a:gd name="connsiteY23" fmla="*/ 185737 h 1890712"/>
                <a:gd name="connsiteX24" fmla="*/ 259557 w 2543175"/>
                <a:gd name="connsiteY24" fmla="*/ 188119 h 1890712"/>
                <a:gd name="connsiteX25" fmla="*/ 266700 w 2543175"/>
                <a:gd name="connsiteY25" fmla="*/ 190500 h 1890712"/>
                <a:gd name="connsiteX26" fmla="*/ 283369 w 2543175"/>
                <a:gd name="connsiteY26" fmla="*/ 192881 h 1890712"/>
                <a:gd name="connsiteX27" fmla="*/ 302419 w 2543175"/>
                <a:gd name="connsiteY27" fmla="*/ 204787 h 1890712"/>
                <a:gd name="connsiteX28" fmla="*/ 309563 w 2543175"/>
                <a:gd name="connsiteY28" fmla="*/ 209550 h 1890712"/>
                <a:gd name="connsiteX29" fmla="*/ 319088 w 2543175"/>
                <a:gd name="connsiteY29" fmla="*/ 219075 h 1890712"/>
                <a:gd name="connsiteX30" fmla="*/ 333375 w 2543175"/>
                <a:gd name="connsiteY30" fmla="*/ 228600 h 1890712"/>
                <a:gd name="connsiteX31" fmla="*/ 340519 w 2543175"/>
                <a:gd name="connsiteY31" fmla="*/ 233362 h 1890712"/>
                <a:gd name="connsiteX32" fmla="*/ 354807 w 2543175"/>
                <a:gd name="connsiteY32" fmla="*/ 247650 h 1890712"/>
                <a:gd name="connsiteX33" fmla="*/ 366713 w 2543175"/>
                <a:gd name="connsiteY33" fmla="*/ 264319 h 1890712"/>
                <a:gd name="connsiteX34" fmla="*/ 371475 w 2543175"/>
                <a:gd name="connsiteY34" fmla="*/ 271462 h 1890712"/>
                <a:gd name="connsiteX35" fmla="*/ 378619 w 2543175"/>
                <a:gd name="connsiteY35" fmla="*/ 276225 h 1890712"/>
                <a:gd name="connsiteX36" fmla="*/ 385763 w 2543175"/>
                <a:gd name="connsiteY36" fmla="*/ 283369 h 1890712"/>
                <a:gd name="connsiteX37" fmla="*/ 395288 w 2543175"/>
                <a:gd name="connsiteY37" fmla="*/ 288131 h 1890712"/>
                <a:gd name="connsiteX38" fmla="*/ 404813 w 2543175"/>
                <a:gd name="connsiteY38" fmla="*/ 295275 h 1890712"/>
                <a:gd name="connsiteX39" fmla="*/ 411957 w 2543175"/>
                <a:gd name="connsiteY39" fmla="*/ 297656 h 1890712"/>
                <a:gd name="connsiteX40" fmla="*/ 421482 w 2543175"/>
                <a:gd name="connsiteY40" fmla="*/ 302419 h 1890712"/>
                <a:gd name="connsiteX41" fmla="*/ 447675 w 2543175"/>
                <a:gd name="connsiteY41" fmla="*/ 307181 h 1890712"/>
                <a:gd name="connsiteX42" fmla="*/ 461963 w 2543175"/>
                <a:gd name="connsiteY42" fmla="*/ 321469 h 1890712"/>
                <a:gd name="connsiteX43" fmla="*/ 466725 w 2543175"/>
                <a:gd name="connsiteY43" fmla="*/ 328612 h 1890712"/>
                <a:gd name="connsiteX44" fmla="*/ 476250 w 2543175"/>
                <a:gd name="connsiteY44" fmla="*/ 335756 h 1890712"/>
                <a:gd name="connsiteX45" fmla="*/ 481013 w 2543175"/>
                <a:gd name="connsiteY45" fmla="*/ 342900 h 1890712"/>
                <a:gd name="connsiteX46" fmla="*/ 490538 w 2543175"/>
                <a:gd name="connsiteY46" fmla="*/ 352425 h 1890712"/>
                <a:gd name="connsiteX47" fmla="*/ 495300 w 2543175"/>
                <a:gd name="connsiteY47" fmla="*/ 359569 h 1890712"/>
                <a:gd name="connsiteX48" fmla="*/ 509588 w 2543175"/>
                <a:gd name="connsiteY48" fmla="*/ 376237 h 1890712"/>
                <a:gd name="connsiteX49" fmla="*/ 514350 w 2543175"/>
                <a:gd name="connsiteY49" fmla="*/ 383381 h 1890712"/>
                <a:gd name="connsiteX50" fmla="*/ 531019 w 2543175"/>
                <a:gd name="connsiteY50" fmla="*/ 397669 h 1890712"/>
                <a:gd name="connsiteX51" fmla="*/ 538163 w 2543175"/>
                <a:gd name="connsiteY51" fmla="*/ 407194 h 1890712"/>
                <a:gd name="connsiteX52" fmla="*/ 554832 w 2543175"/>
                <a:gd name="connsiteY52" fmla="*/ 421481 h 1890712"/>
                <a:gd name="connsiteX53" fmla="*/ 564357 w 2543175"/>
                <a:gd name="connsiteY53" fmla="*/ 431006 h 1890712"/>
                <a:gd name="connsiteX54" fmla="*/ 573882 w 2543175"/>
                <a:gd name="connsiteY54" fmla="*/ 438150 h 1890712"/>
                <a:gd name="connsiteX55" fmla="*/ 595313 w 2543175"/>
                <a:gd name="connsiteY55" fmla="*/ 454819 h 1890712"/>
                <a:gd name="connsiteX56" fmla="*/ 602457 w 2543175"/>
                <a:gd name="connsiteY56" fmla="*/ 457200 h 1890712"/>
                <a:gd name="connsiteX57" fmla="*/ 628650 w 2543175"/>
                <a:gd name="connsiteY57" fmla="*/ 469106 h 1890712"/>
                <a:gd name="connsiteX58" fmla="*/ 645319 w 2543175"/>
                <a:gd name="connsiteY58" fmla="*/ 483394 h 1890712"/>
                <a:gd name="connsiteX59" fmla="*/ 654844 w 2543175"/>
                <a:gd name="connsiteY59" fmla="*/ 488156 h 1890712"/>
                <a:gd name="connsiteX60" fmla="*/ 661988 w 2543175"/>
                <a:gd name="connsiteY60" fmla="*/ 497681 h 1890712"/>
                <a:gd name="connsiteX61" fmla="*/ 683419 w 2543175"/>
                <a:gd name="connsiteY61" fmla="*/ 514350 h 1890712"/>
                <a:gd name="connsiteX62" fmla="*/ 700088 w 2543175"/>
                <a:gd name="connsiteY62" fmla="*/ 526256 h 1890712"/>
                <a:gd name="connsiteX63" fmla="*/ 709613 w 2543175"/>
                <a:gd name="connsiteY63" fmla="*/ 535781 h 1890712"/>
                <a:gd name="connsiteX64" fmla="*/ 719138 w 2543175"/>
                <a:gd name="connsiteY64" fmla="*/ 542925 h 1890712"/>
                <a:gd name="connsiteX65" fmla="*/ 733425 w 2543175"/>
                <a:gd name="connsiteY65" fmla="*/ 557212 h 1890712"/>
                <a:gd name="connsiteX66" fmla="*/ 750094 w 2543175"/>
                <a:gd name="connsiteY66" fmla="*/ 569119 h 1890712"/>
                <a:gd name="connsiteX67" fmla="*/ 769144 w 2543175"/>
                <a:gd name="connsiteY67" fmla="*/ 581025 h 1890712"/>
                <a:gd name="connsiteX68" fmla="*/ 785813 w 2543175"/>
                <a:gd name="connsiteY68" fmla="*/ 590550 h 1890712"/>
                <a:gd name="connsiteX69" fmla="*/ 792957 w 2543175"/>
                <a:gd name="connsiteY69" fmla="*/ 600075 h 1890712"/>
                <a:gd name="connsiteX70" fmla="*/ 809625 w 2543175"/>
                <a:gd name="connsiteY70" fmla="*/ 611981 h 1890712"/>
                <a:gd name="connsiteX71" fmla="*/ 816769 w 2543175"/>
                <a:gd name="connsiteY71" fmla="*/ 619125 h 1890712"/>
                <a:gd name="connsiteX72" fmla="*/ 826294 w 2543175"/>
                <a:gd name="connsiteY72" fmla="*/ 626269 h 1890712"/>
                <a:gd name="connsiteX73" fmla="*/ 840582 w 2543175"/>
                <a:gd name="connsiteY73" fmla="*/ 638175 h 1890712"/>
                <a:gd name="connsiteX74" fmla="*/ 847725 w 2543175"/>
                <a:gd name="connsiteY74" fmla="*/ 645319 h 1890712"/>
                <a:gd name="connsiteX75" fmla="*/ 857250 w 2543175"/>
                <a:gd name="connsiteY75" fmla="*/ 652462 h 1890712"/>
                <a:gd name="connsiteX76" fmla="*/ 864394 w 2543175"/>
                <a:gd name="connsiteY76" fmla="*/ 657225 h 1890712"/>
                <a:gd name="connsiteX77" fmla="*/ 888207 w 2543175"/>
                <a:gd name="connsiteY77" fmla="*/ 676275 h 1890712"/>
                <a:gd name="connsiteX78" fmla="*/ 895350 w 2543175"/>
                <a:gd name="connsiteY78" fmla="*/ 681037 h 1890712"/>
                <a:gd name="connsiteX79" fmla="*/ 907257 w 2543175"/>
                <a:gd name="connsiteY79" fmla="*/ 683419 h 1890712"/>
                <a:gd name="connsiteX80" fmla="*/ 928688 w 2543175"/>
                <a:gd name="connsiteY80" fmla="*/ 695325 h 1890712"/>
                <a:gd name="connsiteX81" fmla="*/ 942975 w 2543175"/>
                <a:gd name="connsiteY81" fmla="*/ 700087 h 1890712"/>
                <a:gd name="connsiteX82" fmla="*/ 964407 w 2543175"/>
                <a:gd name="connsiteY82" fmla="*/ 716756 h 1890712"/>
                <a:gd name="connsiteX83" fmla="*/ 971550 w 2543175"/>
                <a:gd name="connsiteY83" fmla="*/ 723900 h 1890712"/>
                <a:gd name="connsiteX84" fmla="*/ 983457 w 2543175"/>
                <a:gd name="connsiteY84" fmla="*/ 733425 h 1890712"/>
                <a:gd name="connsiteX85" fmla="*/ 990600 w 2543175"/>
                <a:gd name="connsiteY85" fmla="*/ 738187 h 1890712"/>
                <a:gd name="connsiteX86" fmla="*/ 1007269 w 2543175"/>
                <a:gd name="connsiteY86" fmla="*/ 752475 h 1890712"/>
                <a:gd name="connsiteX87" fmla="*/ 1031082 w 2543175"/>
                <a:gd name="connsiteY87" fmla="*/ 766762 h 1890712"/>
                <a:gd name="connsiteX88" fmla="*/ 1042988 w 2543175"/>
                <a:gd name="connsiteY88" fmla="*/ 773906 h 1890712"/>
                <a:gd name="connsiteX89" fmla="*/ 1071563 w 2543175"/>
                <a:gd name="connsiteY89" fmla="*/ 785812 h 1890712"/>
                <a:gd name="connsiteX90" fmla="*/ 1097757 w 2543175"/>
                <a:gd name="connsiteY90" fmla="*/ 807244 h 1890712"/>
                <a:gd name="connsiteX91" fmla="*/ 1104900 w 2543175"/>
                <a:gd name="connsiteY91" fmla="*/ 814387 h 1890712"/>
                <a:gd name="connsiteX92" fmla="*/ 1121569 w 2543175"/>
                <a:gd name="connsiteY92" fmla="*/ 823912 h 1890712"/>
                <a:gd name="connsiteX93" fmla="*/ 1138238 w 2543175"/>
                <a:gd name="connsiteY93" fmla="*/ 835819 h 1890712"/>
                <a:gd name="connsiteX94" fmla="*/ 1147763 w 2543175"/>
                <a:gd name="connsiteY94" fmla="*/ 842962 h 1890712"/>
                <a:gd name="connsiteX95" fmla="*/ 1157288 w 2543175"/>
                <a:gd name="connsiteY95" fmla="*/ 847725 h 1890712"/>
                <a:gd name="connsiteX96" fmla="*/ 1178719 w 2543175"/>
                <a:gd name="connsiteY96" fmla="*/ 859631 h 1890712"/>
                <a:gd name="connsiteX97" fmla="*/ 1188244 w 2543175"/>
                <a:gd name="connsiteY97" fmla="*/ 866775 h 1890712"/>
                <a:gd name="connsiteX98" fmla="*/ 1195388 w 2543175"/>
                <a:gd name="connsiteY98" fmla="*/ 871537 h 1890712"/>
                <a:gd name="connsiteX99" fmla="*/ 1212057 w 2543175"/>
                <a:gd name="connsiteY99" fmla="*/ 883444 h 1890712"/>
                <a:gd name="connsiteX100" fmla="*/ 1226344 w 2543175"/>
                <a:gd name="connsiteY100" fmla="*/ 895350 h 1890712"/>
                <a:gd name="connsiteX101" fmla="*/ 1245394 w 2543175"/>
                <a:gd name="connsiteY101" fmla="*/ 907256 h 1890712"/>
                <a:gd name="connsiteX102" fmla="*/ 1254919 w 2543175"/>
                <a:gd name="connsiteY102" fmla="*/ 914400 h 1890712"/>
                <a:gd name="connsiteX103" fmla="*/ 1269207 w 2543175"/>
                <a:gd name="connsiteY103" fmla="*/ 921544 h 1890712"/>
                <a:gd name="connsiteX104" fmla="*/ 1290638 w 2543175"/>
                <a:gd name="connsiteY104" fmla="*/ 935831 h 1890712"/>
                <a:gd name="connsiteX105" fmla="*/ 1307307 w 2543175"/>
                <a:gd name="connsiteY105" fmla="*/ 952500 h 1890712"/>
                <a:gd name="connsiteX106" fmla="*/ 1333500 w 2543175"/>
                <a:gd name="connsiteY106" fmla="*/ 971550 h 1890712"/>
                <a:gd name="connsiteX107" fmla="*/ 1359694 w 2543175"/>
                <a:gd name="connsiteY107" fmla="*/ 990600 h 1890712"/>
                <a:gd name="connsiteX108" fmla="*/ 1373982 w 2543175"/>
                <a:gd name="connsiteY108" fmla="*/ 997744 h 1890712"/>
                <a:gd name="connsiteX109" fmla="*/ 1388269 w 2543175"/>
                <a:gd name="connsiteY109" fmla="*/ 1007269 h 1890712"/>
                <a:gd name="connsiteX110" fmla="*/ 1414463 w 2543175"/>
                <a:gd name="connsiteY110" fmla="*/ 1019175 h 1890712"/>
                <a:gd name="connsiteX111" fmla="*/ 1428750 w 2543175"/>
                <a:gd name="connsiteY111" fmla="*/ 1026319 h 1890712"/>
                <a:gd name="connsiteX112" fmla="*/ 1471613 w 2543175"/>
                <a:gd name="connsiteY112" fmla="*/ 1059656 h 1890712"/>
                <a:gd name="connsiteX113" fmla="*/ 1495425 w 2543175"/>
                <a:gd name="connsiteY113" fmla="*/ 1088231 h 1890712"/>
                <a:gd name="connsiteX114" fmla="*/ 1526382 w 2543175"/>
                <a:gd name="connsiteY114" fmla="*/ 1085850 h 1890712"/>
                <a:gd name="connsiteX115" fmla="*/ 1559719 w 2543175"/>
                <a:gd name="connsiteY115" fmla="*/ 1121569 h 1890712"/>
                <a:gd name="connsiteX116" fmla="*/ 1569244 w 2543175"/>
                <a:gd name="connsiteY116" fmla="*/ 1131094 h 1890712"/>
                <a:gd name="connsiteX117" fmla="*/ 1597819 w 2543175"/>
                <a:gd name="connsiteY117" fmla="*/ 1154906 h 1890712"/>
                <a:gd name="connsiteX118" fmla="*/ 1604963 w 2543175"/>
                <a:gd name="connsiteY118" fmla="*/ 1162050 h 1890712"/>
                <a:gd name="connsiteX119" fmla="*/ 1612107 w 2543175"/>
                <a:gd name="connsiteY119" fmla="*/ 1166812 h 1890712"/>
                <a:gd name="connsiteX120" fmla="*/ 1628775 w 2543175"/>
                <a:gd name="connsiteY120" fmla="*/ 1183481 h 1890712"/>
                <a:gd name="connsiteX121" fmla="*/ 1662113 w 2543175"/>
                <a:gd name="connsiteY121" fmla="*/ 1209675 h 1890712"/>
                <a:gd name="connsiteX122" fmla="*/ 1678782 w 2543175"/>
                <a:gd name="connsiteY122" fmla="*/ 1226344 h 1890712"/>
                <a:gd name="connsiteX123" fmla="*/ 1700213 w 2543175"/>
                <a:gd name="connsiteY123" fmla="*/ 1247775 h 1890712"/>
                <a:gd name="connsiteX124" fmla="*/ 1712119 w 2543175"/>
                <a:gd name="connsiteY124" fmla="*/ 1259681 h 1890712"/>
                <a:gd name="connsiteX125" fmla="*/ 1733550 w 2543175"/>
                <a:gd name="connsiteY125" fmla="*/ 1273969 h 1890712"/>
                <a:gd name="connsiteX126" fmla="*/ 1743075 w 2543175"/>
                <a:gd name="connsiteY126" fmla="*/ 1283494 h 1890712"/>
                <a:gd name="connsiteX127" fmla="*/ 1754982 w 2543175"/>
                <a:gd name="connsiteY127" fmla="*/ 1290637 h 1890712"/>
                <a:gd name="connsiteX128" fmla="*/ 1766888 w 2543175"/>
                <a:gd name="connsiteY128" fmla="*/ 1300162 h 1890712"/>
                <a:gd name="connsiteX129" fmla="*/ 1783557 w 2543175"/>
                <a:gd name="connsiteY129" fmla="*/ 1307306 h 1890712"/>
                <a:gd name="connsiteX130" fmla="*/ 1790700 w 2543175"/>
                <a:gd name="connsiteY130" fmla="*/ 1312069 h 1890712"/>
                <a:gd name="connsiteX131" fmla="*/ 1800225 w 2543175"/>
                <a:gd name="connsiteY131" fmla="*/ 1319212 h 1890712"/>
                <a:gd name="connsiteX132" fmla="*/ 1807369 w 2543175"/>
                <a:gd name="connsiteY132" fmla="*/ 1321594 h 1890712"/>
                <a:gd name="connsiteX133" fmla="*/ 1824038 w 2543175"/>
                <a:gd name="connsiteY133" fmla="*/ 1333500 h 1890712"/>
                <a:gd name="connsiteX134" fmla="*/ 1843088 w 2543175"/>
                <a:gd name="connsiteY134" fmla="*/ 1352550 h 1890712"/>
                <a:gd name="connsiteX135" fmla="*/ 1852613 w 2543175"/>
                <a:gd name="connsiteY135" fmla="*/ 1359694 h 1890712"/>
                <a:gd name="connsiteX136" fmla="*/ 1859757 w 2543175"/>
                <a:gd name="connsiteY136" fmla="*/ 1366837 h 1890712"/>
                <a:gd name="connsiteX137" fmla="*/ 1869282 w 2543175"/>
                <a:gd name="connsiteY137" fmla="*/ 1371600 h 1890712"/>
                <a:gd name="connsiteX138" fmla="*/ 1883569 w 2543175"/>
                <a:gd name="connsiteY138" fmla="*/ 1388269 h 1890712"/>
                <a:gd name="connsiteX139" fmla="*/ 1893094 w 2543175"/>
                <a:gd name="connsiteY139" fmla="*/ 1395412 h 1890712"/>
                <a:gd name="connsiteX140" fmla="*/ 1902619 w 2543175"/>
                <a:gd name="connsiteY140" fmla="*/ 1404937 h 1890712"/>
                <a:gd name="connsiteX141" fmla="*/ 1912144 w 2543175"/>
                <a:gd name="connsiteY141" fmla="*/ 1409700 h 1890712"/>
                <a:gd name="connsiteX142" fmla="*/ 1931194 w 2543175"/>
                <a:gd name="connsiteY142" fmla="*/ 1421606 h 1890712"/>
                <a:gd name="connsiteX143" fmla="*/ 1935957 w 2543175"/>
                <a:gd name="connsiteY143" fmla="*/ 1428750 h 1890712"/>
                <a:gd name="connsiteX144" fmla="*/ 1952625 w 2543175"/>
                <a:gd name="connsiteY144" fmla="*/ 1438275 h 1890712"/>
                <a:gd name="connsiteX145" fmla="*/ 1971675 w 2543175"/>
                <a:gd name="connsiteY145" fmla="*/ 1450181 h 1890712"/>
                <a:gd name="connsiteX146" fmla="*/ 1981200 w 2543175"/>
                <a:gd name="connsiteY146" fmla="*/ 1454944 h 1890712"/>
                <a:gd name="connsiteX147" fmla="*/ 1997869 w 2543175"/>
                <a:gd name="connsiteY147" fmla="*/ 1471612 h 1890712"/>
                <a:gd name="connsiteX148" fmla="*/ 2007394 w 2543175"/>
                <a:gd name="connsiteY148" fmla="*/ 1478756 h 1890712"/>
                <a:gd name="connsiteX149" fmla="*/ 2016919 w 2543175"/>
                <a:gd name="connsiteY149" fmla="*/ 1483519 h 1890712"/>
                <a:gd name="connsiteX150" fmla="*/ 2024063 w 2543175"/>
                <a:gd name="connsiteY150" fmla="*/ 1490662 h 1890712"/>
                <a:gd name="connsiteX151" fmla="*/ 2033588 w 2543175"/>
                <a:gd name="connsiteY151" fmla="*/ 1495425 h 1890712"/>
                <a:gd name="connsiteX152" fmla="*/ 2040732 w 2543175"/>
                <a:gd name="connsiteY152" fmla="*/ 1502569 h 1890712"/>
                <a:gd name="connsiteX153" fmla="*/ 2047875 w 2543175"/>
                <a:gd name="connsiteY153" fmla="*/ 1507331 h 1890712"/>
                <a:gd name="connsiteX154" fmla="*/ 2057400 w 2543175"/>
                <a:gd name="connsiteY154" fmla="*/ 1514475 h 1890712"/>
                <a:gd name="connsiteX155" fmla="*/ 2064544 w 2543175"/>
                <a:gd name="connsiteY155" fmla="*/ 1519237 h 1890712"/>
                <a:gd name="connsiteX156" fmla="*/ 2071688 w 2543175"/>
                <a:gd name="connsiteY156" fmla="*/ 1526381 h 1890712"/>
                <a:gd name="connsiteX157" fmla="*/ 2081213 w 2543175"/>
                <a:gd name="connsiteY157" fmla="*/ 1531144 h 1890712"/>
                <a:gd name="connsiteX158" fmla="*/ 2090738 w 2543175"/>
                <a:gd name="connsiteY158" fmla="*/ 1538287 h 1890712"/>
                <a:gd name="connsiteX159" fmla="*/ 2109788 w 2543175"/>
                <a:gd name="connsiteY159" fmla="*/ 1547812 h 1890712"/>
                <a:gd name="connsiteX160" fmla="*/ 2131219 w 2543175"/>
                <a:gd name="connsiteY160" fmla="*/ 1562100 h 1890712"/>
                <a:gd name="connsiteX161" fmla="*/ 2140744 w 2543175"/>
                <a:gd name="connsiteY161" fmla="*/ 1566862 h 1890712"/>
                <a:gd name="connsiteX162" fmla="*/ 2152650 w 2543175"/>
                <a:gd name="connsiteY162" fmla="*/ 1576387 h 1890712"/>
                <a:gd name="connsiteX163" fmla="*/ 2181225 w 2543175"/>
                <a:gd name="connsiteY163" fmla="*/ 1590675 h 1890712"/>
                <a:gd name="connsiteX164" fmla="*/ 2200275 w 2543175"/>
                <a:gd name="connsiteY164" fmla="*/ 1607344 h 1890712"/>
                <a:gd name="connsiteX165" fmla="*/ 2207419 w 2543175"/>
                <a:gd name="connsiteY165" fmla="*/ 1612106 h 1890712"/>
                <a:gd name="connsiteX166" fmla="*/ 2216944 w 2543175"/>
                <a:gd name="connsiteY166" fmla="*/ 1619250 h 1890712"/>
                <a:gd name="connsiteX167" fmla="*/ 2224088 w 2543175"/>
                <a:gd name="connsiteY167" fmla="*/ 1624012 h 1890712"/>
                <a:gd name="connsiteX168" fmla="*/ 2247900 w 2543175"/>
                <a:gd name="connsiteY168" fmla="*/ 1643062 h 1890712"/>
                <a:gd name="connsiteX169" fmla="*/ 2255044 w 2543175"/>
                <a:gd name="connsiteY169" fmla="*/ 1650206 h 1890712"/>
                <a:gd name="connsiteX170" fmla="*/ 2281238 w 2543175"/>
                <a:gd name="connsiteY170" fmla="*/ 1664494 h 1890712"/>
                <a:gd name="connsiteX171" fmla="*/ 2297907 w 2543175"/>
                <a:gd name="connsiteY171" fmla="*/ 1674019 h 1890712"/>
                <a:gd name="connsiteX172" fmla="*/ 2305050 w 2543175"/>
                <a:gd name="connsiteY172" fmla="*/ 1678781 h 1890712"/>
                <a:gd name="connsiteX173" fmla="*/ 2312194 w 2543175"/>
                <a:gd name="connsiteY173" fmla="*/ 1685925 h 1890712"/>
                <a:gd name="connsiteX174" fmla="*/ 2321719 w 2543175"/>
                <a:gd name="connsiteY174" fmla="*/ 1690687 h 1890712"/>
                <a:gd name="connsiteX175" fmla="*/ 2328863 w 2543175"/>
                <a:gd name="connsiteY175" fmla="*/ 1697831 h 1890712"/>
                <a:gd name="connsiteX176" fmla="*/ 2350294 w 2543175"/>
                <a:gd name="connsiteY176" fmla="*/ 1712119 h 1890712"/>
                <a:gd name="connsiteX177" fmla="*/ 2359819 w 2543175"/>
                <a:gd name="connsiteY177" fmla="*/ 1719262 h 1890712"/>
                <a:gd name="connsiteX178" fmla="*/ 2369344 w 2543175"/>
                <a:gd name="connsiteY178" fmla="*/ 1724025 h 1890712"/>
                <a:gd name="connsiteX179" fmla="*/ 2376488 w 2543175"/>
                <a:gd name="connsiteY179" fmla="*/ 1731169 h 1890712"/>
                <a:gd name="connsiteX180" fmla="*/ 2402682 w 2543175"/>
                <a:gd name="connsiteY180" fmla="*/ 1747837 h 1890712"/>
                <a:gd name="connsiteX181" fmla="*/ 2450307 w 2543175"/>
                <a:gd name="connsiteY181" fmla="*/ 1769269 h 1890712"/>
                <a:gd name="connsiteX182" fmla="*/ 2466975 w 2543175"/>
                <a:gd name="connsiteY182" fmla="*/ 1783556 h 1890712"/>
                <a:gd name="connsiteX183" fmla="*/ 2481263 w 2543175"/>
                <a:gd name="connsiteY183" fmla="*/ 1795462 h 1890712"/>
                <a:gd name="connsiteX184" fmla="*/ 2486025 w 2543175"/>
                <a:gd name="connsiteY184" fmla="*/ 1802606 h 1890712"/>
                <a:gd name="connsiteX185" fmla="*/ 2493169 w 2543175"/>
                <a:gd name="connsiteY185" fmla="*/ 1807369 h 1890712"/>
                <a:gd name="connsiteX186" fmla="*/ 2495550 w 2543175"/>
                <a:gd name="connsiteY186" fmla="*/ 1816894 h 1890712"/>
                <a:gd name="connsiteX187" fmla="*/ 2497932 w 2543175"/>
                <a:gd name="connsiteY187" fmla="*/ 1824037 h 1890712"/>
                <a:gd name="connsiteX188" fmla="*/ 2514600 w 2543175"/>
                <a:gd name="connsiteY188" fmla="*/ 1850231 h 1890712"/>
                <a:gd name="connsiteX189" fmla="*/ 2519363 w 2543175"/>
                <a:gd name="connsiteY189" fmla="*/ 1857375 h 1890712"/>
                <a:gd name="connsiteX190" fmla="*/ 2540794 w 2543175"/>
                <a:gd name="connsiteY190" fmla="*/ 1883569 h 1890712"/>
                <a:gd name="connsiteX191" fmla="*/ 2543175 w 2543175"/>
                <a:gd name="connsiteY191" fmla="*/ 1890712 h 1890712"/>
                <a:gd name="connsiteX0" fmla="*/ 0 w 2543175"/>
                <a:gd name="connsiteY0" fmla="*/ 0 h 1890712"/>
                <a:gd name="connsiteX1" fmla="*/ 11907 w 2543175"/>
                <a:gd name="connsiteY1" fmla="*/ 11906 h 1890712"/>
                <a:gd name="connsiteX2" fmla="*/ 21432 w 2543175"/>
                <a:gd name="connsiteY2" fmla="*/ 16669 h 1890712"/>
                <a:gd name="connsiteX3" fmla="*/ 23813 w 2543175"/>
                <a:gd name="connsiteY3" fmla="*/ 23812 h 1890712"/>
                <a:gd name="connsiteX4" fmla="*/ 33338 w 2543175"/>
                <a:gd name="connsiteY4" fmla="*/ 33337 h 1890712"/>
                <a:gd name="connsiteX5" fmla="*/ 40482 w 2543175"/>
                <a:gd name="connsiteY5" fmla="*/ 42862 h 1890712"/>
                <a:gd name="connsiteX6" fmla="*/ 47625 w 2543175"/>
                <a:gd name="connsiteY6" fmla="*/ 47625 h 1890712"/>
                <a:gd name="connsiteX7" fmla="*/ 57150 w 2543175"/>
                <a:gd name="connsiteY7" fmla="*/ 54769 h 1890712"/>
                <a:gd name="connsiteX8" fmla="*/ 64294 w 2543175"/>
                <a:gd name="connsiteY8" fmla="*/ 59531 h 1890712"/>
                <a:gd name="connsiteX9" fmla="*/ 83344 w 2543175"/>
                <a:gd name="connsiteY9" fmla="*/ 73819 h 1890712"/>
                <a:gd name="connsiteX10" fmla="*/ 97632 w 2543175"/>
                <a:gd name="connsiteY10" fmla="*/ 80962 h 1890712"/>
                <a:gd name="connsiteX11" fmla="*/ 104775 w 2543175"/>
                <a:gd name="connsiteY11" fmla="*/ 85725 h 1890712"/>
                <a:gd name="connsiteX12" fmla="*/ 114300 w 2543175"/>
                <a:gd name="connsiteY12" fmla="*/ 95250 h 1890712"/>
                <a:gd name="connsiteX13" fmla="*/ 123825 w 2543175"/>
                <a:gd name="connsiteY13" fmla="*/ 97631 h 1890712"/>
                <a:gd name="connsiteX14" fmla="*/ 130969 w 2543175"/>
                <a:gd name="connsiteY14" fmla="*/ 104775 h 1890712"/>
                <a:gd name="connsiteX15" fmla="*/ 140494 w 2543175"/>
                <a:gd name="connsiteY15" fmla="*/ 111919 h 1890712"/>
                <a:gd name="connsiteX16" fmla="*/ 147638 w 2543175"/>
                <a:gd name="connsiteY16" fmla="*/ 116681 h 1890712"/>
                <a:gd name="connsiteX17" fmla="*/ 164307 w 2543175"/>
                <a:gd name="connsiteY17" fmla="*/ 128587 h 1890712"/>
                <a:gd name="connsiteX18" fmla="*/ 180975 w 2543175"/>
                <a:gd name="connsiteY18" fmla="*/ 140494 h 1890712"/>
                <a:gd name="connsiteX19" fmla="*/ 197644 w 2543175"/>
                <a:gd name="connsiteY19" fmla="*/ 152400 h 1890712"/>
                <a:gd name="connsiteX20" fmla="*/ 204788 w 2543175"/>
                <a:gd name="connsiteY20" fmla="*/ 157162 h 1890712"/>
                <a:gd name="connsiteX21" fmla="*/ 214313 w 2543175"/>
                <a:gd name="connsiteY21" fmla="*/ 164306 h 1890712"/>
                <a:gd name="connsiteX22" fmla="*/ 230982 w 2543175"/>
                <a:gd name="connsiteY22" fmla="*/ 180975 h 1890712"/>
                <a:gd name="connsiteX23" fmla="*/ 247650 w 2543175"/>
                <a:gd name="connsiteY23" fmla="*/ 185737 h 1890712"/>
                <a:gd name="connsiteX24" fmla="*/ 259557 w 2543175"/>
                <a:gd name="connsiteY24" fmla="*/ 188119 h 1890712"/>
                <a:gd name="connsiteX25" fmla="*/ 266700 w 2543175"/>
                <a:gd name="connsiteY25" fmla="*/ 190500 h 1890712"/>
                <a:gd name="connsiteX26" fmla="*/ 283369 w 2543175"/>
                <a:gd name="connsiteY26" fmla="*/ 192881 h 1890712"/>
                <a:gd name="connsiteX27" fmla="*/ 302419 w 2543175"/>
                <a:gd name="connsiteY27" fmla="*/ 204787 h 1890712"/>
                <a:gd name="connsiteX28" fmla="*/ 309563 w 2543175"/>
                <a:gd name="connsiteY28" fmla="*/ 209550 h 1890712"/>
                <a:gd name="connsiteX29" fmla="*/ 319088 w 2543175"/>
                <a:gd name="connsiteY29" fmla="*/ 219075 h 1890712"/>
                <a:gd name="connsiteX30" fmla="*/ 333375 w 2543175"/>
                <a:gd name="connsiteY30" fmla="*/ 228600 h 1890712"/>
                <a:gd name="connsiteX31" fmla="*/ 340519 w 2543175"/>
                <a:gd name="connsiteY31" fmla="*/ 233362 h 1890712"/>
                <a:gd name="connsiteX32" fmla="*/ 354807 w 2543175"/>
                <a:gd name="connsiteY32" fmla="*/ 247650 h 1890712"/>
                <a:gd name="connsiteX33" fmla="*/ 366713 w 2543175"/>
                <a:gd name="connsiteY33" fmla="*/ 264319 h 1890712"/>
                <a:gd name="connsiteX34" fmla="*/ 371475 w 2543175"/>
                <a:gd name="connsiteY34" fmla="*/ 271462 h 1890712"/>
                <a:gd name="connsiteX35" fmla="*/ 378619 w 2543175"/>
                <a:gd name="connsiteY35" fmla="*/ 276225 h 1890712"/>
                <a:gd name="connsiteX36" fmla="*/ 385763 w 2543175"/>
                <a:gd name="connsiteY36" fmla="*/ 283369 h 1890712"/>
                <a:gd name="connsiteX37" fmla="*/ 395288 w 2543175"/>
                <a:gd name="connsiteY37" fmla="*/ 288131 h 1890712"/>
                <a:gd name="connsiteX38" fmla="*/ 404813 w 2543175"/>
                <a:gd name="connsiteY38" fmla="*/ 295275 h 1890712"/>
                <a:gd name="connsiteX39" fmla="*/ 411957 w 2543175"/>
                <a:gd name="connsiteY39" fmla="*/ 297656 h 1890712"/>
                <a:gd name="connsiteX40" fmla="*/ 421482 w 2543175"/>
                <a:gd name="connsiteY40" fmla="*/ 302419 h 1890712"/>
                <a:gd name="connsiteX41" fmla="*/ 447675 w 2543175"/>
                <a:gd name="connsiteY41" fmla="*/ 307181 h 1890712"/>
                <a:gd name="connsiteX42" fmla="*/ 461963 w 2543175"/>
                <a:gd name="connsiteY42" fmla="*/ 321469 h 1890712"/>
                <a:gd name="connsiteX43" fmla="*/ 466725 w 2543175"/>
                <a:gd name="connsiteY43" fmla="*/ 328612 h 1890712"/>
                <a:gd name="connsiteX44" fmla="*/ 476250 w 2543175"/>
                <a:gd name="connsiteY44" fmla="*/ 335756 h 1890712"/>
                <a:gd name="connsiteX45" fmla="*/ 481013 w 2543175"/>
                <a:gd name="connsiteY45" fmla="*/ 342900 h 1890712"/>
                <a:gd name="connsiteX46" fmla="*/ 490538 w 2543175"/>
                <a:gd name="connsiteY46" fmla="*/ 352425 h 1890712"/>
                <a:gd name="connsiteX47" fmla="*/ 495300 w 2543175"/>
                <a:gd name="connsiteY47" fmla="*/ 359569 h 1890712"/>
                <a:gd name="connsiteX48" fmla="*/ 509588 w 2543175"/>
                <a:gd name="connsiteY48" fmla="*/ 376237 h 1890712"/>
                <a:gd name="connsiteX49" fmla="*/ 514350 w 2543175"/>
                <a:gd name="connsiteY49" fmla="*/ 383381 h 1890712"/>
                <a:gd name="connsiteX50" fmla="*/ 531019 w 2543175"/>
                <a:gd name="connsiteY50" fmla="*/ 397669 h 1890712"/>
                <a:gd name="connsiteX51" fmla="*/ 538163 w 2543175"/>
                <a:gd name="connsiteY51" fmla="*/ 407194 h 1890712"/>
                <a:gd name="connsiteX52" fmla="*/ 554832 w 2543175"/>
                <a:gd name="connsiteY52" fmla="*/ 421481 h 1890712"/>
                <a:gd name="connsiteX53" fmla="*/ 564357 w 2543175"/>
                <a:gd name="connsiteY53" fmla="*/ 431006 h 1890712"/>
                <a:gd name="connsiteX54" fmla="*/ 573882 w 2543175"/>
                <a:gd name="connsiteY54" fmla="*/ 438150 h 1890712"/>
                <a:gd name="connsiteX55" fmla="*/ 595313 w 2543175"/>
                <a:gd name="connsiteY55" fmla="*/ 454819 h 1890712"/>
                <a:gd name="connsiteX56" fmla="*/ 602457 w 2543175"/>
                <a:gd name="connsiteY56" fmla="*/ 457200 h 1890712"/>
                <a:gd name="connsiteX57" fmla="*/ 628650 w 2543175"/>
                <a:gd name="connsiteY57" fmla="*/ 469106 h 1890712"/>
                <a:gd name="connsiteX58" fmla="*/ 645319 w 2543175"/>
                <a:gd name="connsiteY58" fmla="*/ 483394 h 1890712"/>
                <a:gd name="connsiteX59" fmla="*/ 654844 w 2543175"/>
                <a:gd name="connsiteY59" fmla="*/ 488156 h 1890712"/>
                <a:gd name="connsiteX60" fmla="*/ 661988 w 2543175"/>
                <a:gd name="connsiteY60" fmla="*/ 497681 h 1890712"/>
                <a:gd name="connsiteX61" fmla="*/ 683419 w 2543175"/>
                <a:gd name="connsiteY61" fmla="*/ 514350 h 1890712"/>
                <a:gd name="connsiteX62" fmla="*/ 700088 w 2543175"/>
                <a:gd name="connsiteY62" fmla="*/ 526256 h 1890712"/>
                <a:gd name="connsiteX63" fmla="*/ 709613 w 2543175"/>
                <a:gd name="connsiteY63" fmla="*/ 535781 h 1890712"/>
                <a:gd name="connsiteX64" fmla="*/ 719138 w 2543175"/>
                <a:gd name="connsiteY64" fmla="*/ 542925 h 1890712"/>
                <a:gd name="connsiteX65" fmla="*/ 733425 w 2543175"/>
                <a:gd name="connsiteY65" fmla="*/ 557212 h 1890712"/>
                <a:gd name="connsiteX66" fmla="*/ 750094 w 2543175"/>
                <a:gd name="connsiteY66" fmla="*/ 569119 h 1890712"/>
                <a:gd name="connsiteX67" fmla="*/ 769144 w 2543175"/>
                <a:gd name="connsiteY67" fmla="*/ 581025 h 1890712"/>
                <a:gd name="connsiteX68" fmla="*/ 785813 w 2543175"/>
                <a:gd name="connsiteY68" fmla="*/ 590550 h 1890712"/>
                <a:gd name="connsiteX69" fmla="*/ 792957 w 2543175"/>
                <a:gd name="connsiteY69" fmla="*/ 600075 h 1890712"/>
                <a:gd name="connsiteX70" fmla="*/ 809625 w 2543175"/>
                <a:gd name="connsiteY70" fmla="*/ 611981 h 1890712"/>
                <a:gd name="connsiteX71" fmla="*/ 816769 w 2543175"/>
                <a:gd name="connsiteY71" fmla="*/ 619125 h 1890712"/>
                <a:gd name="connsiteX72" fmla="*/ 826294 w 2543175"/>
                <a:gd name="connsiteY72" fmla="*/ 626269 h 1890712"/>
                <a:gd name="connsiteX73" fmla="*/ 840582 w 2543175"/>
                <a:gd name="connsiteY73" fmla="*/ 638175 h 1890712"/>
                <a:gd name="connsiteX74" fmla="*/ 847725 w 2543175"/>
                <a:gd name="connsiteY74" fmla="*/ 645319 h 1890712"/>
                <a:gd name="connsiteX75" fmla="*/ 857250 w 2543175"/>
                <a:gd name="connsiteY75" fmla="*/ 652462 h 1890712"/>
                <a:gd name="connsiteX76" fmla="*/ 864394 w 2543175"/>
                <a:gd name="connsiteY76" fmla="*/ 657225 h 1890712"/>
                <a:gd name="connsiteX77" fmla="*/ 888207 w 2543175"/>
                <a:gd name="connsiteY77" fmla="*/ 676275 h 1890712"/>
                <a:gd name="connsiteX78" fmla="*/ 895350 w 2543175"/>
                <a:gd name="connsiteY78" fmla="*/ 681037 h 1890712"/>
                <a:gd name="connsiteX79" fmla="*/ 907257 w 2543175"/>
                <a:gd name="connsiteY79" fmla="*/ 683419 h 1890712"/>
                <a:gd name="connsiteX80" fmla="*/ 928688 w 2543175"/>
                <a:gd name="connsiteY80" fmla="*/ 695325 h 1890712"/>
                <a:gd name="connsiteX81" fmla="*/ 942975 w 2543175"/>
                <a:gd name="connsiteY81" fmla="*/ 700087 h 1890712"/>
                <a:gd name="connsiteX82" fmla="*/ 964407 w 2543175"/>
                <a:gd name="connsiteY82" fmla="*/ 716756 h 1890712"/>
                <a:gd name="connsiteX83" fmla="*/ 971550 w 2543175"/>
                <a:gd name="connsiteY83" fmla="*/ 723900 h 1890712"/>
                <a:gd name="connsiteX84" fmla="*/ 983457 w 2543175"/>
                <a:gd name="connsiteY84" fmla="*/ 733425 h 1890712"/>
                <a:gd name="connsiteX85" fmla="*/ 990600 w 2543175"/>
                <a:gd name="connsiteY85" fmla="*/ 738187 h 1890712"/>
                <a:gd name="connsiteX86" fmla="*/ 1007269 w 2543175"/>
                <a:gd name="connsiteY86" fmla="*/ 752475 h 1890712"/>
                <a:gd name="connsiteX87" fmla="*/ 1031082 w 2543175"/>
                <a:gd name="connsiteY87" fmla="*/ 766762 h 1890712"/>
                <a:gd name="connsiteX88" fmla="*/ 1042988 w 2543175"/>
                <a:gd name="connsiteY88" fmla="*/ 773906 h 1890712"/>
                <a:gd name="connsiteX89" fmla="*/ 1071563 w 2543175"/>
                <a:gd name="connsiteY89" fmla="*/ 785812 h 1890712"/>
                <a:gd name="connsiteX90" fmla="*/ 1097757 w 2543175"/>
                <a:gd name="connsiteY90" fmla="*/ 807244 h 1890712"/>
                <a:gd name="connsiteX91" fmla="*/ 1104900 w 2543175"/>
                <a:gd name="connsiteY91" fmla="*/ 814387 h 1890712"/>
                <a:gd name="connsiteX92" fmla="*/ 1121569 w 2543175"/>
                <a:gd name="connsiteY92" fmla="*/ 823912 h 1890712"/>
                <a:gd name="connsiteX93" fmla="*/ 1138238 w 2543175"/>
                <a:gd name="connsiteY93" fmla="*/ 835819 h 1890712"/>
                <a:gd name="connsiteX94" fmla="*/ 1147763 w 2543175"/>
                <a:gd name="connsiteY94" fmla="*/ 842962 h 1890712"/>
                <a:gd name="connsiteX95" fmla="*/ 1157288 w 2543175"/>
                <a:gd name="connsiteY95" fmla="*/ 847725 h 1890712"/>
                <a:gd name="connsiteX96" fmla="*/ 1178719 w 2543175"/>
                <a:gd name="connsiteY96" fmla="*/ 859631 h 1890712"/>
                <a:gd name="connsiteX97" fmla="*/ 1188244 w 2543175"/>
                <a:gd name="connsiteY97" fmla="*/ 866775 h 1890712"/>
                <a:gd name="connsiteX98" fmla="*/ 1195388 w 2543175"/>
                <a:gd name="connsiteY98" fmla="*/ 871537 h 1890712"/>
                <a:gd name="connsiteX99" fmla="*/ 1212057 w 2543175"/>
                <a:gd name="connsiteY99" fmla="*/ 883444 h 1890712"/>
                <a:gd name="connsiteX100" fmla="*/ 1226344 w 2543175"/>
                <a:gd name="connsiteY100" fmla="*/ 895350 h 1890712"/>
                <a:gd name="connsiteX101" fmla="*/ 1245394 w 2543175"/>
                <a:gd name="connsiteY101" fmla="*/ 907256 h 1890712"/>
                <a:gd name="connsiteX102" fmla="*/ 1254919 w 2543175"/>
                <a:gd name="connsiteY102" fmla="*/ 914400 h 1890712"/>
                <a:gd name="connsiteX103" fmla="*/ 1269207 w 2543175"/>
                <a:gd name="connsiteY103" fmla="*/ 921544 h 1890712"/>
                <a:gd name="connsiteX104" fmla="*/ 1290638 w 2543175"/>
                <a:gd name="connsiteY104" fmla="*/ 935831 h 1890712"/>
                <a:gd name="connsiteX105" fmla="*/ 1307307 w 2543175"/>
                <a:gd name="connsiteY105" fmla="*/ 952500 h 1890712"/>
                <a:gd name="connsiteX106" fmla="*/ 1333500 w 2543175"/>
                <a:gd name="connsiteY106" fmla="*/ 971550 h 1890712"/>
                <a:gd name="connsiteX107" fmla="*/ 1359694 w 2543175"/>
                <a:gd name="connsiteY107" fmla="*/ 990600 h 1890712"/>
                <a:gd name="connsiteX108" fmla="*/ 1373982 w 2543175"/>
                <a:gd name="connsiteY108" fmla="*/ 997744 h 1890712"/>
                <a:gd name="connsiteX109" fmla="*/ 1388269 w 2543175"/>
                <a:gd name="connsiteY109" fmla="*/ 1007269 h 1890712"/>
                <a:gd name="connsiteX110" fmla="*/ 1414463 w 2543175"/>
                <a:gd name="connsiteY110" fmla="*/ 1019175 h 1890712"/>
                <a:gd name="connsiteX111" fmla="*/ 1428750 w 2543175"/>
                <a:gd name="connsiteY111" fmla="*/ 1026319 h 1890712"/>
                <a:gd name="connsiteX112" fmla="*/ 1471613 w 2543175"/>
                <a:gd name="connsiteY112" fmla="*/ 1059656 h 1890712"/>
                <a:gd name="connsiteX113" fmla="*/ 1495425 w 2543175"/>
                <a:gd name="connsiteY113" fmla="*/ 1088231 h 1890712"/>
                <a:gd name="connsiteX114" fmla="*/ 1559719 w 2543175"/>
                <a:gd name="connsiteY114" fmla="*/ 1121569 h 1890712"/>
                <a:gd name="connsiteX115" fmla="*/ 1569244 w 2543175"/>
                <a:gd name="connsiteY115" fmla="*/ 1131094 h 1890712"/>
                <a:gd name="connsiteX116" fmla="*/ 1597819 w 2543175"/>
                <a:gd name="connsiteY116" fmla="*/ 1154906 h 1890712"/>
                <a:gd name="connsiteX117" fmla="*/ 1604963 w 2543175"/>
                <a:gd name="connsiteY117" fmla="*/ 1162050 h 1890712"/>
                <a:gd name="connsiteX118" fmla="*/ 1612107 w 2543175"/>
                <a:gd name="connsiteY118" fmla="*/ 1166812 h 1890712"/>
                <a:gd name="connsiteX119" fmla="*/ 1628775 w 2543175"/>
                <a:gd name="connsiteY119" fmla="*/ 1183481 h 1890712"/>
                <a:gd name="connsiteX120" fmla="*/ 1662113 w 2543175"/>
                <a:gd name="connsiteY120" fmla="*/ 1209675 h 1890712"/>
                <a:gd name="connsiteX121" fmla="*/ 1678782 w 2543175"/>
                <a:gd name="connsiteY121" fmla="*/ 1226344 h 1890712"/>
                <a:gd name="connsiteX122" fmla="*/ 1700213 w 2543175"/>
                <a:gd name="connsiteY122" fmla="*/ 1247775 h 1890712"/>
                <a:gd name="connsiteX123" fmla="*/ 1712119 w 2543175"/>
                <a:gd name="connsiteY123" fmla="*/ 1259681 h 1890712"/>
                <a:gd name="connsiteX124" fmla="*/ 1733550 w 2543175"/>
                <a:gd name="connsiteY124" fmla="*/ 1273969 h 1890712"/>
                <a:gd name="connsiteX125" fmla="*/ 1743075 w 2543175"/>
                <a:gd name="connsiteY125" fmla="*/ 1283494 h 1890712"/>
                <a:gd name="connsiteX126" fmla="*/ 1754982 w 2543175"/>
                <a:gd name="connsiteY126" fmla="*/ 1290637 h 1890712"/>
                <a:gd name="connsiteX127" fmla="*/ 1766888 w 2543175"/>
                <a:gd name="connsiteY127" fmla="*/ 1300162 h 1890712"/>
                <a:gd name="connsiteX128" fmla="*/ 1783557 w 2543175"/>
                <a:gd name="connsiteY128" fmla="*/ 1307306 h 1890712"/>
                <a:gd name="connsiteX129" fmla="*/ 1790700 w 2543175"/>
                <a:gd name="connsiteY129" fmla="*/ 1312069 h 1890712"/>
                <a:gd name="connsiteX130" fmla="*/ 1800225 w 2543175"/>
                <a:gd name="connsiteY130" fmla="*/ 1319212 h 1890712"/>
                <a:gd name="connsiteX131" fmla="*/ 1807369 w 2543175"/>
                <a:gd name="connsiteY131" fmla="*/ 1321594 h 1890712"/>
                <a:gd name="connsiteX132" fmla="*/ 1824038 w 2543175"/>
                <a:gd name="connsiteY132" fmla="*/ 1333500 h 1890712"/>
                <a:gd name="connsiteX133" fmla="*/ 1843088 w 2543175"/>
                <a:gd name="connsiteY133" fmla="*/ 1352550 h 1890712"/>
                <a:gd name="connsiteX134" fmla="*/ 1852613 w 2543175"/>
                <a:gd name="connsiteY134" fmla="*/ 1359694 h 1890712"/>
                <a:gd name="connsiteX135" fmla="*/ 1859757 w 2543175"/>
                <a:gd name="connsiteY135" fmla="*/ 1366837 h 1890712"/>
                <a:gd name="connsiteX136" fmla="*/ 1869282 w 2543175"/>
                <a:gd name="connsiteY136" fmla="*/ 1371600 h 1890712"/>
                <a:gd name="connsiteX137" fmla="*/ 1883569 w 2543175"/>
                <a:gd name="connsiteY137" fmla="*/ 1388269 h 1890712"/>
                <a:gd name="connsiteX138" fmla="*/ 1893094 w 2543175"/>
                <a:gd name="connsiteY138" fmla="*/ 1395412 h 1890712"/>
                <a:gd name="connsiteX139" fmla="*/ 1902619 w 2543175"/>
                <a:gd name="connsiteY139" fmla="*/ 1404937 h 1890712"/>
                <a:gd name="connsiteX140" fmla="*/ 1912144 w 2543175"/>
                <a:gd name="connsiteY140" fmla="*/ 1409700 h 1890712"/>
                <a:gd name="connsiteX141" fmla="*/ 1931194 w 2543175"/>
                <a:gd name="connsiteY141" fmla="*/ 1421606 h 1890712"/>
                <a:gd name="connsiteX142" fmla="*/ 1935957 w 2543175"/>
                <a:gd name="connsiteY142" fmla="*/ 1428750 h 1890712"/>
                <a:gd name="connsiteX143" fmla="*/ 1952625 w 2543175"/>
                <a:gd name="connsiteY143" fmla="*/ 1438275 h 1890712"/>
                <a:gd name="connsiteX144" fmla="*/ 1971675 w 2543175"/>
                <a:gd name="connsiteY144" fmla="*/ 1450181 h 1890712"/>
                <a:gd name="connsiteX145" fmla="*/ 1981200 w 2543175"/>
                <a:gd name="connsiteY145" fmla="*/ 1454944 h 1890712"/>
                <a:gd name="connsiteX146" fmla="*/ 1997869 w 2543175"/>
                <a:gd name="connsiteY146" fmla="*/ 1471612 h 1890712"/>
                <a:gd name="connsiteX147" fmla="*/ 2007394 w 2543175"/>
                <a:gd name="connsiteY147" fmla="*/ 1478756 h 1890712"/>
                <a:gd name="connsiteX148" fmla="*/ 2016919 w 2543175"/>
                <a:gd name="connsiteY148" fmla="*/ 1483519 h 1890712"/>
                <a:gd name="connsiteX149" fmla="*/ 2024063 w 2543175"/>
                <a:gd name="connsiteY149" fmla="*/ 1490662 h 1890712"/>
                <a:gd name="connsiteX150" fmla="*/ 2033588 w 2543175"/>
                <a:gd name="connsiteY150" fmla="*/ 1495425 h 1890712"/>
                <a:gd name="connsiteX151" fmla="*/ 2040732 w 2543175"/>
                <a:gd name="connsiteY151" fmla="*/ 1502569 h 1890712"/>
                <a:gd name="connsiteX152" fmla="*/ 2047875 w 2543175"/>
                <a:gd name="connsiteY152" fmla="*/ 1507331 h 1890712"/>
                <a:gd name="connsiteX153" fmla="*/ 2057400 w 2543175"/>
                <a:gd name="connsiteY153" fmla="*/ 1514475 h 1890712"/>
                <a:gd name="connsiteX154" fmla="*/ 2064544 w 2543175"/>
                <a:gd name="connsiteY154" fmla="*/ 1519237 h 1890712"/>
                <a:gd name="connsiteX155" fmla="*/ 2071688 w 2543175"/>
                <a:gd name="connsiteY155" fmla="*/ 1526381 h 1890712"/>
                <a:gd name="connsiteX156" fmla="*/ 2081213 w 2543175"/>
                <a:gd name="connsiteY156" fmla="*/ 1531144 h 1890712"/>
                <a:gd name="connsiteX157" fmla="*/ 2090738 w 2543175"/>
                <a:gd name="connsiteY157" fmla="*/ 1538287 h 1890712"/>
                <a:gd name="connsiteX158" fmla="*/ 2109788 w 2543175"/>
                <a:gd name="connsiteY158" fmla="*/ 1547812 h 1890712"/>
                <a:gd name="connsiteX159" fmla="*/ 2131219 w 2543175"/>
                <a:gd name="connsiteY159" fmla="*/ 1562100 h 1890712"/>
                <a:gd name="connsiteX160" fmla="*/ 2140744 w 2543175"/>
                <a:gd name="connsiteY160" fmla="*/ 1566862 h 1890712"/>
                <a:gd name="connsiteX161" fmla="*/ 2152650 w 2543175"/>
                <a:gd name="connsiteY161" fmla="*/ 1576387 h 1890712"/>
                <a:gd name="connsiteX162" fmla="*/ 2181225 w 2543175"/>
                <a:gd name="connsiteY162" fmla="*/ 1590675 h 1890712"/>
                <a:gd name="connsiteX163" fmla="*/ 2200275 w 2543175"/>
                <a:gd name="connsiteY163" fmla="*/ 1607344 h 1890712"/>
                <a:gd name="connsiteX164" fmla="*/ 2207419 w 2543175"/>
                <a:gd name="connsiteY164" fmla="*/ 1612106 h 1890712"/>
                <a:gd name="connsiteX165" fmla="*/ 2216944 w 2543175"/>
                <a:gd name="connsiteY165" fmla="*/ 1619250 h 1890712"/>
                <a:gd name="connsiteX166" fmla="*/ 2224088 w 2543175"/>
                <a:gd name="connsiteY166" fmla="*/ 1624012 h 1890712"/>
                <a:gd name="connsiteX167" fmla="*/ 2247900 w 2543175"/>
                <a:gd name="connsiteY167" fmla="*/ 1643062 h 1890712"/>
                <a:gd name="connsiteX168" fmla="*/ 2255044 w 2543175"/>
                <a:gd name="connsiteY168" fmla="*/ 1650206 h 1890712"/>
                <a:gd name="connsiteX169" fmla="*/ 2281238 w 2543175"/>
                <a:gd name="connsiteY169" fmla="*/ 1664494 h 1890712"/>
                <a:gd name="connsiteX170" fmla="*/ 2297907 w 2543175"/>
                <a:gd name="connsiteY170" fmla="*/ 1674019 h 1890712"/>
                <a:gd name="connsiteX171" fmla="*/ 2305050 w 2543175"/>
                <a:gd name="connsiteY171" fmla="*/ 1678781 h 1890712"/>
                <a:gd name="connsiteX172" fmla="*/ 2312194 w 2543175"/>
                <a:gd name="connsiteY172" fmla="*/ 1685925 h 1890712"/>
                <a:gd name="connsiteX173" fmla="*/ 2321719 w 2543175"/>
                <a:gd name="connsiteY173" fmla="*/ 1690687 h 1890712"/>
                <a:gd name="connsiteX174" fmla="*/ 2328863 w 2543175"/>
                <a:gd name="connsiteY174" fmla="*/ 1697831 h 1890712"/>
                <a:gd name="connsiteX175" fmla="*/ 2350294 w 2543175"/>
                <a:gd name="connsiteY175" fmla="*/ 1712119 h 1890712"/>
                <a:gd name="connsiteX176" fmla="*/ 2359819 w 2543175"/>
                <a:gd name="connsiteY176" fmla="*/ 1719262 h 1890712"/>
                <a:gd name="connsiteX177" fmla="*/ 2369344 w 2543175"/>
                <a:gd name="connsiteY177" fmla="*/ 1724025 h 1890712"/>
                <a:gd name="connsiteX178" fmla="*/ 2376488 w 2543175"/>
                <a:gd name="connsiteY178" fmla="*/ 1731169 h 1890712"/>
                <a:gd name="connsiteX179" fmla="*/ 2402682 w 2543175"/>
                <a:gd name="connsiteY179" fmla="*/ 1747837 h 1890712"/>
                <a:gd name="connsiteX180" fmla="*/ 2450307 w 2543175"/>
                <a:gd name="connsiteY180" fmla="*/ 1769269 h 1890712"/>
                <a:gd name="connsiteX181" fmla="*/ 2466975 w 2543175"/>
                <a:gd name="connsiteY181" fmla="*/ 1783556 h 1890712"/>
                <a:gd name="connsiteX182" fmla="*/ 2481263 w 2543175"/>
                <a:gd name="connsiteY182" fmla="*/ 1795462 h 1890712"/>
                <a:gd name="connsiteX183" fmla="*/ 2486025 w 2543175"/>
                <a:gd name="connsiteY183" fmla="*/ 1802606 h 1890712"/>
                <a:gd name="connsiteX184" fmla="*/ 2493169 w 2543175"/>
                <a:gd name="connsiteY184" fmla="*/ 1807369 h 1890712"/>
                <a:gd name="connsiteX185" fmla="*/ 2495550 w 2543175"/>
                <a:gd name="connsiteY185" fmla="*/ 1816894 h 1890712"/>
                <a:gd name="connsiteX186" fmla="*/ 2497932 w 2543175"/>
                <a:gd name="connsiteY186" fmla="*/ 1824037 h 1890712"/>
                <a:gd name="connsiteX187" fmla="*/ 2514600 w 2543175"/>
                <a:gd name="connsiteY187" fmla="*/ 1850231 h 1890712"/>
                <a:gd name="connsiteX188" fmla="*/ 2519363 w 2543175"/>
                <a:gd name="connsiteY188" fmla="*/ 1857375 h 1890712"/>
                <a:gd name="connsiteX189" fmla="*/ 2540794 w 2543175"/>
                <a:gd name="connsiteY189" fmla="*/ 1883569 h 1890712"/>
                <a:gd name="connsiteX190" fmla="*/ 2543175 w 2543175"/>
                <a:gd name="connsiteY190" fmla="*/ 1890712 h 1890712"/>
                <a:gd name="connsiteX0" fmla="*/ 0 w 2543175"/>
                <a:gd name="connsiteY0" fmla="*/ 0 h 1890712"/>
                <a:gd name="connsiteX1" fmla="*/ 11907 w 2543175"/>
                <a:gd name="connsiteY1" fmla="*/ 11906 h 1890712"/>
                <a:gd name="connsiteX2" fmla="*/ 21432 w 2543175"/>
                <a:gd name="connsiteY2" fmla="*/ 16669 h 1890712"/>
                <a:gd name="connsiteX3" fmla="*/ 23813 w 2543175"/>
                <a:gd name="connsiteY3" fmla="*/ 23812 h 1890712"/>
                <a:gd name="connsiteX4" fmla="*/ 33338 w 2543175"/>
                <a:gd name="connsiteY4" fmla="*/ 33337 h 1890712"/>
                <a:gd name="connsiteX5" fmla="*/ 40482 w 2543175"/>
                <a:gd name="connsiteY5" fmla="*/ 42862 h 1890712"/>
                <a:gd name="connsiteX6" fmla="*/ 47625 w 2543175"/>
                <a:gd name="connsiteY6" fmla="*/ 47625 h 1890712"/>
                <a:gd name="connsiteX7" fmla="*/ 57150 w 2543175"/>
                <a:gd name="connsiteY7" fmla="*/ 54769 h 1890712"/>
                <a:gd name="connsiteX8" fmla="*/ 64294 w 2543175"/>
                <a:gd name="connsiteY8" fmla="*/ 59531 h 1890712"/>
                <a:gd name="connsiteX9" fmla="*/ 83344 w 2543175"/>
                <a:gd name="connsiteY9" fmla="*/ 73819 h 1890712"/>
                <a:gd name="connsiteX10" fmla="*/ 97632 w 2543175"/>
                <a:gd name="connsiteY10" fmla="*/ 80962 h 1890712"/>
                <a:gd name="connsiteX11" fmla="*/ 104775 w 2543175"/>
                <a:gd name="connsiteY11" fmla="*/ 85725 h 1890712"/>
                <a:gd name="connsiteX12" fmla="*/ 114300 w 2543175"/>
                <a:gd name="connsiteY12" fmla="*/ 95250 h 1890712"/>
                <a:gd name="connsiteX13" fmla="*/ 123825 w 2543175"/>
                <a:gd name="connsiteY13" fmla="*/ 97631 h 1890712"/>
                <a:gd name="connsiteX14" fmla="*/ 130969 w 2543175"/>
                <a:gd name="connsiteY14" fmla="*/ 104775 h 1890712"/>
                <a:gd name="connsiteX15" fmla="*/ 140494 w 2543175"/>
                <a:gd name="connsiteY15" fmla="*/ 111919 h 1890712"/>
                <a:gd name="connsiteX16" fmla="*/ 147638 w 2543175"/>
                <a:gd name="connsiteY16" fmla="*/ 116681 h 1890712"/>
                <a:gd name="connsiteX17" fmla="*/ 164307 w 2543175"/>
                <a:gd name="connsiteY17" fmla="*/ 128587 h 1890712"/>
                <a:gd name="connsiteX18" fmla="*/ 180975 w 2543175"/>
                <a:gd name="connsiteY18" fmla="*/ 140494 h 1890712"/>
                <a:gd name="connsiteX19" fmla="*/ 197644 w 2543175"/>
                <a:gd name="connsiteY19" fmla="*/ 152400 h 1890712"/>
                <a:gd name="connsiteX20" fmla="*/ 204788 w 2543175"/>
                <a:gd name="connsiteY20" fmla="*/ 157162 h 1890712"/>
                <a:gd name="connsiteX21" fmla="*/ 214313 w 2543175"/>
                <a:gd name="connsiteY21" fmla="*/ 164306 h 1890712"/>
                <a:gd name="connsiteX22" fmla="*/ 230982 w 2543175"/>
                <a:gd name="connsiteY22" fmla="*/ 180975 h 1890712"/>
                <a:gd name="connsiteX23" fmla="*/ 247650 w 2543175"/>
                <a:gd name="connsiteY23" fmla="*/ 185737 h 1890712"/>
                <a:gd name="connsiteX24" fmla="*/ 259557 w 2543175"/>
                <a:gd name="connsiteY24" fmla="*/ 188119 h 1890712"/>
                <a:gd name="connsiteX25" fmla="*/ 266700 w 2543175"/>
                <a:gd name="connsiteY25" fmla="*/ 190500 h 1890712"/>
                <a:gd name="connsiteX26" fmla="*/ 283369 w 2543175"/>
                <a:gd name="connsiteY26" fmla="*/ 192881 h 1890712"/>
                <a:gd name="connsiteX27" fmla="*/ 302419 w 2543175"/>
                <a:gd name="connsiteY27" fmla="*/ 204787 h 1890712"/>
                <a:gd name="connsiteX28" fmla="*/ 309563 w 2543175"/>
                <a:gd name="connsiteY28" fmla="*/ 209550 h 1890712"/>
                <a:gd name="connsiteX29" fmla="*/ 319088 w 2543175"/>
                <a:gd name="connsiteY29" fmla="*/ 219075 h 1890712"/>
                <a:gd name="connsiteX30" fmla="*/ 333375 w 2543175"/>
                <a:gd name="connsiteY30" fmla="*/ 228600 h 1890712"/>
                <a:gd name="connsiteX31" fmla="*/ 340519 w 2543175"/>
                <a:gd name="connsiteY31" fmla="*/ 233362 h 1890712"/>
                <a:gd name="connsiteX32" fmla="*/ 354807 w 2543175"/>
                <a:gd name="connsiteY32" fmla="*/ 247650 h 1890712"/>
                <a:gd name="connsiteX33" fmla="*/ 366713 w 2543175"/>
                <a:gd name="connsiteY33" fmla="*/ 264319 h 1890712"/>
                <a:gd name="connsiteX34" fmla="*/ 371475 w 2543175"/>
                <a:gd name="connsiteY34" fmla="*/ 271462 h 1890712"/>
                <a:gd name="connsiteX35" fmla="*/ 378619 w 2543175"/>
                <a:gd name="connsiteY35" fmla="*/ 276225 h 1890712"/>
                <a:gd name="connsiteX36" fmla="*/ 385763 w 2543175"/>
                <a:gd name="connsiteY36" fmla="*/ 283369 h 1890712"/>
                <a:gd name="connsiteX37" fmla="*/ 395288 w 2543175"/>
                <a:gd name="connsiteY37" fmla="*/ 288131 h 1890712"/>
                <a:gd name="connsiteX38" fmla="*/ 404813 w 2543175"/>
                <a:gd name="connsiteY38" fmla="*/ 295275 h 1890712"/>
                <a:gd name="connsiteX39" fmla="*/ 411957 w 2543175"/>
                <a:gd name="connsiteY39" fmla="*/ 297656 h 1890712"/>
                <a:gd name="connsiteX40" fmla="*/ 421482 w 2543175"/>
                <a:gd name="connsiteY40" fmla="*/ 302419 h 1890712"/>
                <a:gd name="connsiteX41" fmla="*/ 447675 w 2543175"/>
                <a:gd name="connsiteY41" fmla="*/ 307181 h 1890712"/>
                <a:gd name="connsiteX42" fmla="*/ 461963 w 2543175"/>
                <a:gd name="connsiteY42" fmla="*/ 321469 h 1890712"/>
                <a:gd name="connsiteX43" fmla="*/ 466725 w 2543175"/>
                <a:gd name="connsiteY43" fmla="*/ 328612 h 1890712"/>
                <a:gd name="connsiteX44" fmla="*/ 476250 w 2543175"/>
                <a:gd name="connsiteY44" fmla="*/ 335756 h 1890712"/>
                <a:gd name="connsiteX45" fmla="*/ 481013 w 2543175"/>
                <a:gd name="connsiteY45" fmla="*/ 342900 h 1890712"/>
                <a:gd name="connsiteX46" fmla="*/ 490538 w 2543175"/>
                <a:gd name="connsiteY46" fmla="*/ 352425 h 1890712"/>
                <a:gd name="connsiteX47" fmla="*/ 495300 w 2543175"/>
                <a:gd name="connsiteY47" fmla="*/ 359569 h 1890712"/>
                <a:gd name="connsiteX48" fmla="*/ 509588 w 2543175"/>
                <a:gd name="connsiteY48" fmla="*/ 376237 h 1890712"/>
                <a:gd name="connsiteX49" fmla="*/ 514350 w 2543175"/>
                <a:gd name="connsiteY49" fmla="*/ 383381 h 1890712"/>
                <a:gd name="connsiteX50" fmla="*/ 531019 w 2543175"/>
                <a:gd name="connsiteY50" fmla="*/ 397669 h 1890712"/>
                <a:gd name="connsiteX51" fmla="*/ 538163 w 2543175"/>
                <a:gd name="connsiteY51" fmla="*/ 407194 h 1890712"/>
                <a:gd name="connsiteX52" fmla="*/ 554832 w 2543175"/>
                <a:gd name="connsiteY52" fmla="*/ 421481 h 1890712"/>
                <a:gd name="connsiteX53" fmla="*/ 564357 w 2543175"/>
                <a:gd name="connsiteY53" fmla="*/ 431006 h 1890712"/>
                <a:gd name="connsiteX54" fmla="*/ 573882 w 2543175"/>
                <a:gd name="connsiteY54" fmla="*/ 438150 h 1890712"/>
                <a:gd name="connsiteX55" fmla="*/ 595313 w 2543175"/>
                <a:gd name="connsiteY55" fmla="*/ 454819 h 1890712"/>
                <a:gd name="connsiteX56" fmla="*/ 602457 w 2543175"/>
                <a:gd name="connsiteY56" fmla="*/ 457200 h 1890712"/>
                <a:gd name="connsiteX57" fmla="*/ 628650 w 2543175"/>
                <a:gd name="connsiteY57" fmla="*/ 469106 h 1890712"/>
                <a:gd name="connsiteX58" fmla="*/ 645319 w 2543175"/>
                <a:gd name="connsiteY58" fmla="*/ 483394 h 1890712"/>
                <a:gd name="connsiteX59" fmla="*/ 654844 w 2543175"/>
                <a:gd name="connsiteY59" fmla="*/ 488156 h 1890712"/>
                <a:gd name="connsiteX60" fmla="*/ 661988 w 2543175"/>
                <a:gd name="connsiteY60" fmla="*/ 497681 h 1890712"/>
                <a:gd name="connsiteX61" fmla="*/ 683419 w 2543175"/>
                <a:gd name="connsiteY61" fmla="*/ 514350 h 1890712"/>
                <a:gd name="connsiteX62" fmla="*/ 700088 w 2543175"/>
                <a:gd name="connsiteY62" fmla="*/ 526256 h 1890712"/>
                <a:gd name="connsiteX63" fmla="*/ 709613 w 2543175"/>
                <a:gd name="connsiteY63" fmla="*/ 535781 h 1890712"/>
                <a:gd name="connsiteX64" fmla="*/ 719138 w 2543175"/>
                <a:gd name="connsiteY64" fmla="*/ 542925 h 1890712"/>
                <a:gd name="connsiteX65" fmla="*/ 733425 w 2543175"/>
                <a:gd name="connsiteY65" fmla="*/ 557212 h 1890712"/>
                <a:gd name="connsiteX66" fmla="*/ 750094 w 2543175"/>
                <a:gd name="connsiteY66" fmla="*/ 569119 h 1890712"/>
                <a:gd name="connsiteX67" fmla="*/ 769144 w 2543175"/>
                <a:gd name="connsiteY67" fmla="*/ 581025 h 1890712"/>
                <a:gd name="connsiteX68" fmla="*/ 785813 w 2543175"/>
                <a:gd name="connsiteY68" fmla="*/ 590550 h 1890712"/>
                <a:gd name="connsiteX69" fmla="*/ 792957 w 2543175"/>
                <a:gd name="connsiteY69" fmla="*/ 600075 h 1890712"/>
                <a:gd name="connsiteX70" fmla="*/ 809625 w 2543175"/>
                <a:gd name="connsiteY70" fmla="*/ 611981 h 1890712"/>
                <a:gd name="connsiteX71" fmla="*/ 816769 w 2543175"/>
                <a:gd name="connsiteY71" fmla="*/ 619125 h 1890712"/>
                <a:gd name="connsiteX72" fmla="*/ 826294 w 2543175"/>
                <a:gd name="connsiteY72" fmla="*/ 626269 h 1890712"/>
                <a:gd name="connsiteX73" fmla="*/ 840582 w 2543175"/>
                <a:gd name="connsiteY73" fmla="*/ 638175 h 1890712"/>
                <a:gd name="connsiteX74" fmla="*/ 847725 w 2543175"/>
                <a:gd name="connsiteY74" fmla="*/ 645319 h 1890712"/>
                <a:gd name="connsiteX75" fmla="*/ 857250 w 2543175"/>
                <a:gd name="connsiteY75" fmla="*/ 652462 h 1890712"/>
                <a:gd name="connsiteX76" fmla="*/ 864394 w 2543175"/>
                <a:gd name="connsiteY76" fmla="*/ 657225 h 1890712"/>
                <a:gd name="connsiteX77" fmla="*/ 888207 w 2543175"/>
                <a:gd name="connsiteY77" fmla="*/ 676275 h 1890712"/>
                <a:gd name="connsiteX78" fmla="*/ 895350 w 2543175"/>
                <a:gd name="connsiteY78" fmla="*/ 681037 h 1890712"/>
                <a:gd name="connsiteX79" fmla="*/ 907257 w 2543175"/>
                <a:gd name="connsiteY79" fmla="*/ 683419 h 1890712"/>
                <a:gd name="connsiteX80" fmla="*/ 928688 w 2543175"/>
                <a:gd name="connsiteY80" fmla="*/ 695325 h 1890712"/>
                <a:gd name="connsiteX81" fmla="*/ 942975 w 2543175"/>
                <a:gd name="connsiteY81" fmla="*/ 700087 h 1890712"/>
                <a:gd name="connsiteX82" fmla="*/ 964407 w 2543175"/>
                <a:gd name="connsiteY82" fmla="*/ 716756 h 1890712"/>
                <a:gd name="connsiteX83" fmla="*/ 971550 w 2543175"/>
                <a:gd name="connsiteY83" fmla="*/ 723900 h 1890712"/>
                <a:gd name="connsiteX84" fmla="*/ 983457 w 2543175"/>
                <a:gd name="connsiteY84" fmla="*/ 733425 h 1890712"/>
                <a:gd name="connsiteX85" fmla="*/ 990600 w 2543175"/>
                <a:gd name="connsiteY85" fmla="*/ 738187 h 1890712"/>
                <a:gd name="connsiteX86" fmla="*/ 1007269 w 2543175"/>
                <a:gd name="connsiteY86" fmla="*/ 752475 h 1890712"/>
                <a:gd name="connsiteX87" fmla="*/ 1031082 w 2543175"/>
                <a:gd name="connsiteY87" fmla="*/ 766762 h 1890712"/>
                <a:gd name="connsiteX88" fmla="*/ 1042988 w 2543175"/>
                <a:gd name="connsiteY88" fmla="*/ 773906 h 1890712"/>
                <a:gd name="connsiteX89" fmla="*/ 1071563 w 2543175"/>
                <a:gd name="connsiteY89" fmla="*/ 785812 h 1890712"/>
                <a:gd name="connsiteX90" fmla="*/ 1097757 w 2543175"/>
                <a:gd name="connsiteY90" fmla="*/ 807244 h 1890712"/>
                <a:gd name="connsiteX91" fmla="*/ 1104900 w 2543175"/>
                <a:gd name="connsiteY91" fmla="*/ 814387 h 1890712"/>
                <a:gd name="connsiteX92" fmla="*/ 1121569 w 2543175"/>
                <a:gd name="connsiteY92" fmla="*/ 823912 h 1890712"/>
                <a:gd name="connsiteX93" fmla="*/ 1138238 w 2543175"/>
                <a:gd name="connsiteY93" fmla="*/ 835819 h 1890712"/>
                <a:gd name="connsiteX94" fmla="*/ 1147763 w 2543175"/>
                <a:gd name="connsiteY94" fmla="*/ 842962 h 1890712"/>
                <a:gd name="connsiteX95" fmla="*/ 1157288 w 2543175"/>
                <a:gd name="connsiteY95" fmla="*/ 847725 h 1890712"/>
                <a:gd name="connsiteX96" fmla="*/ 1178719 w 2543175"/>
                <a:gd name="connsiteY96" fmla="*/ 859631 h 1890712"/>
                <a:gd name="connsiteX97" fmla="*/ 1188244 w 2543175"/>
                <a:gd name="connsiteY97" fmla="*/ 866775 h 1890712"/>
                <a:gd name="connsiteX98" fmla="*/ 1195388 w 2543175"/>
                <a:gd name="connsiteY98" fmla="*/ 871537 h 1890712"/>
                <a:gd name="connsiteX99" fmla="*/ 1212057 w 2543175"/>
                <a:gd name="connsiteY99" fmla="*/ 883444 h 1890712"/>
                <a:gd name="connsiteX100" fmla="*/ 1226344 w 2543175"/>
                <a:gd name="connsiteY100" fmla="*/ 895350 h 1890712"/>
                <a:gd name="connsiteX101" fmla="*/ 1245394 w 2543175"/>
                <a:gd name="connsiteY101" fmla="*/ 907256 h 1890712"/>
                <a:gd name="connsiteX102" fmla="*/ 1254919 w 2543175"/>
                <a:gd name="connsiteY102" fmla="*/ 914400 h 1890712"/>
                <a:gd name="connsiteX103" fmla="*/ 1269207 w 2543175"/>
                <a:gd name="connsiteY103" fmla="*/ 921544 h 1890712"/>
                <a:gd name="connsiteX104" fmla="*/ 1290638 w 2543175"/>
                <a:gd name="connsiteY104" fmla="*/ 935831 h 1890712"/>
                <a:gd name="connsiteX105" fmla="*/ 1307307 w 2543175"/>
                <a:gd name="connsiteY105" fmla="*/ 952500 h 1890712"/>
                <a:gd name="connsiteX106" fmla="*/ 1333500 w 2543175"/>
                <a:gd name="connsiteY106" fmla="*/ 971550 h 1890712"/>
                <a:gd name="connsiteX107" fmla="*/ 1359694 w 2543175"/>
                <a:gd name="connsiteY107" fmla="*/ 990600 h 1890712"/>
                <a:gd name="connsiteX108" fmla="*/ 1373982 w 2543175"/>
                <a:gd name="connsiteY108" fmla="*/ 997744 h 1890712"/>
                <a:gd name="connsiteX109" fmla="*/ 1388269 w 2543175"/>
                <a:gd name="connsiteY109" fmla="*/ 1007269 h 1890712"/>
                <a:gd name="connsiteX110" fmla="*/ 1414463 w 2543175"/>
                <a:gd name="connsiteY110" fmla="*/ 1019175 h 1890712"/>
                <a:gd name="connsiteX111" fmla="*/ 1428750 w 2543175"/>
                <a:gd name="connsiteY111" fmla="*/ 1026319 h 1890712"/>
                <a:gd name="connsiteX112" fmla="*/ 1471613 w 2543175"/>
                <a:gd name="connsiteY112" fmla="*/ 1059656 h 1890712"/>
                <a:gd name="connsiteX113" fmla="*/ 1495425 w 2543175"/>
                <a:gd name="connsiteY113" fmla="*/ 1088231 h 1890712"/>
                <a:gd name="connsiteX114" fmla="*/ 1559719 w 2543175"/>
                <a:gd name="connsiteY114" fmla="*/ 1121569 h 1890712"/>
                <a:gd name="connsiteX115" fmla="*/ 1550194 w 2543175"/>
                <a:gd name="connsiteY115" fmla="*/ 1135856 h 1890712"/>
                <a:gd name="connsiteX116" fmla="*/ 1597819 w 2543175"/>
                <a:gd name="connsiteY116" fmla="*/ 1154906 h 1890712"/>
                <a:gd name="connsiteX117" fmla="*/ 1604963 w 2543175"/>
                <a:gd name="connsiteY117" fmla="*/ 1162050 h 1890712"/>
                <a:gd name="connsiteX118" fmla="*/ 1612107 w 2543175"/>
                <a:gd name="connsiteY118" fmla="*/ 1166812 h 1890712"/>
                <a:gd name="connsiteX119" fmla="*/ 1628775 w 2543175"/>
                <a:gd name="connsiteY119" fmla="*/ 1183481 h 1890712"/>
                <a:gd name="connsiteX120" fmla="*/ 1662113 w 2543175"/>
                <a:gd name="connsiteY120" fmla="*/ 1209675 h 1890712"/>
                <a:gd name="connsiteX121" fmla="*/ 1678782 w 2543175"/>
                <a:gd name="connsiteY121" fmla="*/ 1226344 h 1890712"/>
                <a:gd name="connsiteX122" fmla="*/ 1700213 w 2543175"/>
                <a:gd name="connsiteY122" fmla="*/ 1247775 h 1890712"/>
                <a:gd name="connsiteX123" fmla="*/ 1712119 w 2543175"/>
                <a:gd name="connsiteY123" fmla="*/ 1259681 h 1890712"/>
                <a:gd name="connsiteX124" fmla="*/ 1733550 w 2543175"/>
                <a:gd name="connsiteY124" fmla="*/ 1273969 h 1890712"/>
                <a:gd name="connsiteX125" fmla="*/ 1743075 w 2543175"/>
                <a:gd name="connsiteY125" fmla="*/ 1283494 h 1890712"/>
                <a:gd name="connsiteX126" fmla="*/ 1754982 w 2543175"/>
                <a:gd name="connsiteY126" fmla="*/ 1290637 h 1890712"/>
                <a:gd name="connsiteX127" fmla="*/ 1766888 w 2543175"/>
                <a:gd name="connsiteY127" fmla="*/ 1300162 h 1890712"/>
                <a:gd name="connsiteX128" fmla="*/ 1783557 w 2543175"/>
                <a:gd name="connsiteY128" fmla="*/ 1307306 h 1890712"/>
                <a:gd name="connsiteX129" fmla="*/ 1790700 w 2543175"/>
                <a:gd name="connsiteY129" fmla="*/ 1312069 h 1890712"/>
                <a:gd name="connsiteX130" fmla="*/ 1800225 w 2543175"/>
                <a:gd name="connsiteY130" fmla="*/ 1319212 h 1890712"/>
                <a:gd name="connsiteX131" fmla="*/ 1807369 w 2543175"/>
                <a:gd name="connsiteY131" fmla="*/ 1321594 h 1890712"/>
                <a:gd name="connsiteX132" fmla="*/ 1824038 w 2543175"/>
                <a:gd name="connsiteY132" fmla="*/ 1333500 h 1890712"/>
                <a:gd name="connsiteX133" fmla="*/ 1843088 w 2543175"/>
                <a:gd name="connsiteY133" fmla="*/ 1352550 h 1890712"/>
                <a:gd name="connsiteX134" fmla="*/ 1852613 w 2543175"/>
                <a:gd name="connsiteY134" fmla="*/ 1359694 h 1890712"/>
                <a:gd name="connsiteX135" fmla="*/ 1859757 w 2543175"/>
                <a:gd name="connsiteY135" fmla="*/ 1366837 h 1890712"/>
                <a:gd name="connsiteX136" fmla="*/ 1869282 w 2543175"/>
                <a:gd name="connsiteY136" fmla="*/ 1371600 h 1890712"/>
                <a:gd name="connsiteX137" fmla="*/ 1883569 w 2543175"/>
                <a:gd name="connsiteY137" fmla="*/ 1388269 h 1890712"/>
                <a:gd name="connsiteX138" fmla="*/ 1893094 w 2543175"/>
                <a:gd name="connsiteY138" fmla="*/ 1395412 h 1890712"/>
                <a:gd name="connsiteX139" fmla="*/ 1902619 w 2543175"/>
                <a:gd name="connsiteY139" fmla="*/ 1404937 h 1890712"/>
                <a:gd name="connsiteX140" fmla="*/ 1912144 w 2543175"/>
                <a:gd name="connsiteY140" fmla="*/ 1409700 h 1890712"/>
                <a:gd name="connsiteX141" fmla="*/ 1931194 w 2543175"/>
                <a:gd name="connsiteY141" fmla="*/ 1421606 h 1890712"/>
                <a:gd name="connsiteX142" fmla="*/ 1935957 w 2543175"/>
                <a:gd name="connsiteY142" fmla="*/ 1428750 h 1890712"/>
                <a:gd name="connsiteX143" fmla="*/ 1952625 w 2543175"/>
                <a:gd name="connsiteY143" fmla="*/ 1438275 h 1890712"/>
                <a:gd name="connsiteX144" fmla="*/ 1971675 w 2543175"/>
                <a:gd name="connsiteY144" fmla="*/ 1450181 h 1890712"/>
                <a:gd name="connsiteX145" fmla="*/ 1981200 w 2543175"/>
                <a:gd name="connsiteY145" fmla="*/ 1454944 h 1890712"/>
                <a:gd name="connsiteX146" fmla="*/ 1997869 w 2543175"/>
                <a:gd name="connsiteY146" fmla="*/ 1471612 h 1890712"/>
                <a:gd name="connsiteX147" fmla="*/ 2007394 w 2543175"/>
                <a:gd name="connsiteY147" fmla="*/ 1478756 h 1890712"/>
                <a:gd name="connsiteX148" fmla="*/ 2016919 w 2543175"/>
                <a:gd name="connsiteY148" fmla="*/ 1483519 h 1890712"/>
                <a:gd name="connsiteX149" fmla="*/ 2024063 w 2543175"/>
                <a:gd name="connsiteY149" fmla="*/ 1490662 h 1890712"/>
                <a:gd name="connsiteX150" fmla="*/ 2033588 w 2543175"/>
                <a:gd name="connsiteY150" fmla="*/ 1495425 h 1890712"/>
                <a:gd name="connsiteX151" fmla="*/ 2040732 w 2543175"/>
                <a:gd name="connsiteY151" fmla="*/ 1502569 h 1890712"/>
                <a:gd name="connsiteX152" fmla="*/ 2047875 w 2543175"/>
                <a:gd name="connsiteY152" fmla="*/ 1507331 h 1890712"/>
                <a:gd name="connsiteX153" fmla="*/ 2057400 w 2543175"/>
                <a:gd name="connsiteY153" fmla="*/ 1514475 h 1890712"/>
                <a:gd name="connsiteX154" fmla="*/ 2064544 w 2543175"/>
                <a:gd name="connsiteY154" fmla="*/ 1519237 h 1890712"/>
                <a:gd name="connsiteX155" fmla="*/ 2071688 w 2543175"/>
                <a:gd name="connsiteY155" fmla="*/ 1526381 h 1890712"/>
                <a:gd name="connsiteX156" fmla="*/ 2081213 w 2543175"/>
                <a:gd name="connsiteY156" fmla="*/ 1531144 h 1890712"/>
                <a:gd name="connsiteX157" fmla="*/ 2090738 w 2543175"/>
                <a:gd name="connsiteY157" fmla="*/ 1538287 h 1890712"/>
                <a:gd name="connsiteX158" fmla="*/ 2109788 w 2543175"/>
                <a:gd name="connsiteY158" fmla="*/ 1547812 h 1890712"/>
                <a:gd name="connsiteX159" fmla="*/ 2131219 w 2543175"/>
                <a:gd name="connsiteY159" fmla="*/ 1562100 h 1890712"/>
                <a:gd name="connsiteX160" fmla="*/ 2140744 w 2543175"/>
                <a:gd name="connsiteY160" fmla="*/ 1566862 h 1890712"/>
                <a:gd name="connsiteX161" fmla="*/ 2152650 w 2543175"/>
                <a:gd name="connsiteY161" fmla="*/ 1576387 h 1890712"/>
                <a:gd name="connsiteX162" fmla="*/ 2181225 w 2543175"/>
                <a:gd name="connsiteY162" fmla="*/ 1590675 h 1890712"/>
                <a:gd name="connsiteX163" fmla="*/ 2200275 w 2543175"/>
                <a:gd name="connsiteY163" fmla="*/ 1607344 h 1890712"/>
                <a:gd name="connsiteX164" fmla="*/ 2207419 w 2543175"/>
                <a:gd name="connsiteY164" fmla="*/ 1612106 h 1890712"/>
                <a:gd name="connsiteX165" fmla="*/ 2216944 w 2543175"/>
                <a:gd name="connsiteY165" fmla="*/ 1619250 h 1890712"/>
                <a:gd name="connsiteX166" fmla="*/ 2224088 w 2543175"/>
                <a:gd name="connsiteY166" fmla="*/ 1624012 h 1890712"/>
                <a:gd name="connsiteX167" fmla="*/ 2247900 w 2543175"/>
                <a:gd name="connsiteY167" fmla="*/ 1643062 h 1890712"/>
                <a:gd name="connsiteX168" fmla="*/ 2255044 w 2543175"/>
                <a:gd name="connsiteY168" fmla="*/ 1650206 h 1890712"/>
                <a:gd name="connsiteX169" fmla="*/ 2281238 w 2543175"/>
                <a:gd name="connsiteY169" fmla="*/ 1664494 h 1890712"/>
                <a:gd name="connsiteX170" fmla="*/ 2297907 w 2543175"/>
                <a:gd name="connsiteY170" fmla="*/ 1674019 h 1890712"/>
                <a:gd name="connsiteX171" fmla="*/ 2305050 w 2543175"/>
                <a:gd name="connsiteY171" fmla="*/ 1678781 h 1890712"/>
                <a:gd name="connsiteX172" fmla="*/ 2312194 w 2543175"/>
                <a:gd name="connsiteY172" fmla="*/ 1685925 h 1890712"/>
                <a:gd name="connsiteX173" fmla="*/ 2321719 w 2543175"/>
                <a:gd name="connsiteY173" fmla="*/ 1690687 h 1890712"/>
                <a:gd name="connsiteX174" fmla="*/ 2328863 w 2543175"/>
                <a:gd name="connsiteY174" fmla="*/ 1697831 h 1890712"/>
                <a:gd name="connsiteX175" fmla="*/ 2350294 w 2543175"/>
                <a:gd name="connsiteY175" fmla="*/ 1712119 h 1890712"/>
                <a:gd name="connsiteX176" fmla="*/ 2359819 w 2543175"/>
                <a:gd name="connsiteY176" fmla="*/ 1719262 h 1890712"/>
                <a:gd name="connsiteX177" fmla="*/ 2369344 w 2543175"/>
                <a:gd name="connsiteY177" fmla="*/ 1724025 h 1890712"/>
                <a:gd name="connsiteX178" fmla="*/ 2376488 w 2543175"/>
                <a:gd name="connsiteY178" fmla="*/ 1731169 h 1890712"/>
                <a:gd name="connsiteX179" fmla="*/ 2402682 w 2543175"/>
                <a:gd name="connsiteY179" fmla="*/ 1747837 h 1890712"/>
                <a:gd name="connsiteX180" fmla="*/ 2450307 w 2543175"/>
                <a:gd name="connsiteY180" fmla="*/ 1769269 h 1890712"/>
                <a:gd name="connsiteX181" fmla="*/ 2466975 w 2543175"/>
                <a:gd name="connsiteY181" fmla="*/ 1783556 h 1890712"/>
                <a:gd name="connsiteX182" fmla="*/ 2481263 w 2543175"/>
                <a:gd name="connsiteY182" fmla="*/ 1795462 h 1890712"/>
                <a:gd name="connsiteX183" fmla="*/ 2486025 w 2543175"/>
                <a:gd name="connsiteY183" fmla="*/ 1802606 h 1890712"/>
                <a:gd name="connsiteX184" fmla="*/ 2493169 w 2543175"/>
                <a:gd name="connsiteY184" fmla="*/ 1807369 h 1890712"/>
                <a:gd name="connsiteX185" fmla="*/ 2495550 w 2543175"/>
                <a:gd name="connsiteY185" fmla="*/ 1816894 h 1890712"/>
                <a:gd name="connsiteX186" fmla="*/ 2497932 w 2543175"/>
                <a:gd name="connsiteY186" fmla="*/ 1824037 h 1890712"/>
                <a:gd name="connsiteX187" fmla="*/ 2514600 w 2543175"/>
                <a:gd name="connsiteY187" fmla="*/ 1850231 h 1890712"/>
                <a:gd name="connsiteX188" fmla="*/ 2519363 w 2543175"/>
                <a:gd name="connsiteY188" fmla="*/ 1857375 h 1890712"/>
                <a:gd name="connsiteX189" fmla="*/ 2540794 w 2543175"/>
                <a:gd name="connsiteY189" fmla="*/ 1883569 h 1890712"/>
                <a:gd name="connsiteX190" fmla="*/ 2543175 w 2543175"/>
                <a:gd name="connsiteY190" fmla="*/ 1890712 h 1890712"/>
                <a:gd name="connsiteX0" fmla="*/ 0 w 2543175"/>
                <a:gd name="connsiteY0" fmla="*/ 0 h 1890712"/>
                <a:gd name="connsiteX1" fmla="*/ 11907 w 2543175"/>
                <a:gd name="connsiteY1" fmla="*/ 11906 h 1890712"/>
                <a:gd name="connsiteX2" fmla="*/ 21432 w 2543175"/>
                <a:gd name="connsiteY2" fmla="*/ 16669 h 1890712"/>
                <a:gd name="connsiteX3" fmla="*/ 23813 w 2543175"/>
                <a:gd name="connsiteY3" fmla="*/ 23812 h 1890712"/>
                <a:gd name="connsiteX4" fmla="*/ 33338 w 2543175"/>
                <a:gd name="connsiteY4" fmla="*/ 33337 h 1890712"/>
                <a:gd name="connsiteX5" fmla="*/ 40482 w 2543175"/>
                <a:gd name="connsiteY5" fmla="*/ 42862 h 1890712"/>
                <a:gd name="connsiteX6" fmla="*/ 47625 w 2543175"/>
                <a:gd name="connsiteY6" fmla="*/ 47625 h 1890712"/>
                <a:gd name="connsiteX7" fmla="*/ 57150 w 2543175"/>
                <a:gd name="connsiteY7" fmla="*/ 54769 h 1890712"/>
                <a:gd name="connsiteX8" fmla="*/ 64294 w 2543175"/>
                <a:gd name="connsiteY8" fmla="*/ 59531 h 1890712"/>
                <a:gd name="connsiteX9" fmla="*/ 83344 w 2543175"/>
                <a:gd name="connsiteY9" fmla="*/ 73819 h 1890712"/>
                <a:gd name="connsiteX10" fmla="*/ 97632 w 2543175"/>
                <a:gd name="connsiteY10" fmla="*/ 80962 h 1890712"/>
                <a:gd name="connsiteX11" fmla="*/ 104775 w 2543175"/>
                <a:gd name="connsiteY11" fmla="*/ 85725 h 1890712"/>
                <a:gd name="connsiteX12" fmla="*/ 114300 w 2543175"/>
                <a:gd name="connsiteY12" fmla="*/ 95250 h 1890712"/>
                <a:gd name="connsiteX13" fmla="*/ 123825 w 2543175"/>
                <a:gd name="connsiteY13" fmla="*/ 97631 h 1890712"/>
                <a:gd name="connsiteX14" fmla="*/ 130969 w 2543175"/>
                <a:gd name="connsiteY14" fmla="*/ 104775 h 1890712"/>
                <a:gd name="connsiteX15" fmla="*/ 140494 w 2543175"/>
                <a:gd name="connsiteY15" fmla="*/ 111919 h 1890712"/>
                <a:gd name="connsiteX16" fmla="*/ 147638 w 2543175"/>
                <a:gd name="connsiteY16" fmla="*/ 116681 h 1890712"/>
                <a:gd name="connsiteX17" fmla="*/ 164307 w 2543175"/>
                <a:gd name="connsiteY17" fmla="*/ 128587 h 1890712"/>
                <a:gd name="connsiteX18" fmla="*/ 180975 w 2543175"/>
                <a:gd name="connsiteY18" fmla="*/ 140494 h 1890712"/>
                <a:gd name="connsiteX19" fmla="*/ 197644 w 2543175"/>
                <a:gd name="connsiteY19" fmla="*/ 152400 h 1890712"/>
                <a:gd name="connsiteX20" fmla="*/ 204788 w 2543175"/>
                <a:gd name="connsiteY20" fmla="*/ 157162 h 1890712"/>
                <a:gd name="connsiteX21" fmla="*/ 214313 w 2543175"/>
                <a:gd name="connsiteY21" fmla="*/ 164306 h 1890712"/>
                <a:gd name="connsiteX22" fmla="*/ 230982 w 2543175"/>
                <a:gd name="connsiteY22" fmla="*/ 180975 h 1890712"/>
                <a:gd name="connsiteX23" fmla="*/ 247650 w 2543175"/>
                <a:gd name="connsiteY23" fmla="*/ 185737 h 1890712"/>
                <a:gd name="connsiteX24" fmla="*/ 259557 w 2543175"/>
                <a:gd name="connsiteY24" fmla="*/ 188119 h 1890712"/>
                <a:gd name="connsiteX25" fmla="*/ 266700 w 2543175"/>
                <a:gd name="connsiteY25" fmla="*/ 190500 h 1890712"/>
                <a:gd name="connsiteX26" fmla="*/ 283369 w 2543175"/>
                <a:gd name="connsiteY26" fmla="*/ 192881 h 1890712"/>
                <a:gd name="connsiteX27" fmla="*/ 302419 w 2543175"/>
                <a:gd name="connsiteY27" fmla="*/ 204787 h 1890712"/>
                <a:gd name="connsiteX28" fmla="*/ 309563 w 2543175"/>
                <a:gd name="connsiteY28" fmla="*/ 209550 h 1890712"/>
                <a:gd name="connsiteX29" fmla="*/ 319088 w 2543175"/>
                <a:gd name="connsiteY29" fmla="*/ 219075 h 1890712"/>
                <a:gd name="connsiteX30" fmla="*/ 333375 w 2543175"/>
                <a:gd name="connsiteY30" fmla="*/ 228600 h 1890712"/>
                <a:gd name="connsiteX31" fmla="*/ 340519 w 2543175"/>
                <a:gd name="connsiteY31" fmla="*/ 233362 h 1890712"/>
                <a:gd name="connsiteX32" fmla="*/ 354807 w 2543175"/>
                <a:gd name="connsiteY32" fmla="*/ 247650 h 1890712"/>
                <a:gd name="connsiteX33" fmla="*/ 366713 w 2543175"/>
                <a:gd name="connsiteY33" fmla="*/ 264319 h 1890712"/>
                <a:gd name="connsiteX34" fmla="*/ 371475 w 2543175"/>
                <a:gd name="connsiteY34" fmla="*/ 271462 h 1890712"/>
                <a:gd name="connsiteX35" fmla="*/ 378619 w 2543175"/>
                <a:gd name="connsiteY35" fmla="*/ 276225 h 1890712"/>
                <a:gd name="connsiteX36" fmla="*/ 385763 w 2543175"/>
                <a:gd name="connsiteY36" fmla="*/ 283369 h 1890712"/>
                <a:gd name="connsiteX37" fmla="*/ 395288 w 2543175"/>
                <a:gd name="connsiteY37" fmla="*/ 288131 h 1890712"/>
                <a:gd name="connsiteX38" fmla="*/ 404813 w 2543175"/>
                <a:gd name="connsiteY38" fmla="*/ 295275 h 1890712"/>
                <a:gd name="connsiteX39" fmla="*/ 411957 w 2543175"/>
                <a:gd name="connsiteY39" fmla="*/ 297656 h 1890712"/>
                <a:gd name="connsiteX40" fmla="*/ 421482 w 2543175"/>
                <a:gd name="connsiteY40" fmla="*/ 302419 h 1890712"/>
                <a:gd name="connsiteX41" fmla="*/ 447675 w 2543175"/>
                <a:gd name="connsiteY41" fmla="*/ 307181 h 1890712"/>
                <a:gd name="connsiteX42" fmla="*/ 461963 w 2543175"/>
                <a:gd name="connsiteY42" fmla="*/ 321469 h 1890712"/>
                <a:gd name="connsiteX43" fmla="*/ 466725 w 2543175"/>
                <a:gd name="connsiteY43" fmla="*/ 328612 h 1890712"/>
                <a:gd name="connsiteX44" fmla="*/ 476250 w 2543175"/>
                <a:gd name="connsiteY44" fmla="*/ 335756 h 1890712"/>
                <a:gd name="connsiteX45" fmla="*/ 481013 w 2543175"/>
                <a:gd name="connsiteY45" fmla="*/ 342900 h 1890712"/>
                <a:gd name="connsiteX46" fmla="*/ 490538 w 2543175"/>
                <a:gd name="connsiteY46" fmla="*/ 352425 h 1890712"/>
                <a:gd name="connsiteX47" fmla="*/ 495300 w 2543175"/>
                <a:gd name="connsiteY47" fmla="*/ 359569 h 1890712"/>
                <a:gd name="connsiteX48" fmla="*/ 509588 w 2543175"/>
                <a:gd name="connsiteY48" fmla="*/ 376237 h 1890712"/>
                <a:gd name="connsiteX49" fmla="*/ 514350 w 2543175"/>
                <a:gd name="connsiteY49" fmla="*/ 383381 h 1890712"/>
                <a:gd name="connsiteX50" fmla="*/ 531019 w 2543175"/>
                <a:gd name="connsiteY50" fmla="*/ 397669 h 1890712"/>
                <a:gd name="connsiteX51" fmla="*/ 538163 w 2543175"/>
                <a:gd name="connsiteY51" fmla="*/ 407194 h 1890712"/>
                <a:gd name="connsiteX52" fmla="*/ 554832 w 2543175"/>
                <a:gd name="connsiteY52" fmla="*/ 421481 h 1890712"/>
                <a:gd name="connsiteX53" fmla="*/ 564357 w 2543175"/>
                <a:gd name="connsiteY53" fmla="*/ 431006 h 1890712"/>
                <a:gd name="connsiteX54" fmla="*/ 573882 w 2543175"/>
                <a:gd name="connsiteY54" fmla="*/ 438150 h 1890712"/>
                <a:gd name="connsiteX55" fmla="*/ 595313 w 2543175"/>
                <a:gd name="connsiteY55" fmla="*/ 454819 h 1890712"/>
                <a:gd name="connsiteX56" fmla="*/ 602457 w 2543175"/>
                <a:gd name="connsiteY56" fmla="*/ 457200 h 1890712"/>
                <a:gd name="connsiteX57" fmla="*/ 628650 w 2543175"/>
                <a:gd name="connsiteY57" fmla="*/ 469106 h 1890712"/>
                <a:gd name="connsiteX58" fmla="*/ 645319 w 2543175"/>
                <a:gd name="connsiteY58" fmla="*/ 483394 h 1890712"/>
                <a:gd name="connsiteX59" fmla="*/ 654844 w 2543175"/>
                <a:gd name="connsiteY59" fmla="*/ 488156 h 1890712"/>
                <a:gd name="connsiteX60" fmla="*/ 661988 w 2543175"/>
                <a:gd name="connsiteY60" fmla="*/ 497681 h 1890712"/>
                <a:gd name="connsiteX61" fmla="*/ 683419 w 2543175"/>
                <a:gd name="connsiteY61" fmla="*/ 514350 h 1890712"/>
                <a:gd name="connsiteX62" fmla="*/ 700088 w 2543175"/>
                <a:gd name="connsiteY62" fmla="*/ 526256 h 1890712"/>
                <a:gd name="connsiteX63" fmla="*/ 709613 w 2543175"/>
                <a:gd name="connsiteY63" fmla="*/ 535781 h 1890712"/>
                <a:gd name="connsiteX64" fmla="*/ 719138 w 2543175"/>
                <a:gd name="connsiteY64" fmla="*/ 542925 h 1890712"/>
                <a:gd name="connsiteX65" fmla="*/ 733425 w 2543175"/>
                <a:gd name="connsiteY65" fmla="*/ 557212 h 1890712"/>
                <a:gd name="connsiteX66" fmla="*/ 750094 w 2543175"/>
                <a:gd name="connsiteY66" fmla="*/ 569119 h 1890712"/>
                <a:gd name="connsiteX67" fmla="*/ 769144 w 2543175"/>
                <a:gd name="connsiteY67" fmla="*/ 581025 h 1890712"/>
                <a:gd name="connsiteX68" fmla="*/ 785813 w 2543175"/>
                <a:gd name="connsiteY68" fmla="*/ 590550 h 1890712"/>
                <a:gd name="connsiteX69" fmla="*/ 792957 w 2543175"/>
                <a:gd name="connsiteY69" fmla="*/ 600075 h 1890712"/>
                <a:gd name="connsiteX70" fmla="*/ 809625 w 2543175"/>
                <a:gd name="connsiteY70" fmla="*/ 611981 h 1890712"/>
                <a:gd name="connsiteX71" fmla="*/ 816769 w 2543175"/>
                <a:gd name="connsiteY71" fmla="*/ 619125 h 1890712"/>
                <a:gd name="connsiteX72" fmla="*/ 826294 w 2543175"/>
                <a:gd name="connsiteY72" fmla="*/ 626269 h 1890712"/>
                <a:gd name="connsiteX73" fmla="*/ 840582 w 2543175"/>
                <a:gd name="connsiteY73" fmla="*/ 638175 h 1890712"/>
                <a:gd name="connsiteX74" fmla="*/ 847725 w 2543175"/>
                <a:gd name="connsiteY74" fmla="*/ 645319 h 1890712"/>
                <a:gd name="connsiteX75" fmla="*/ 857250 w 2543175"/>
                <a:gd name="connsiteY75" fmla="*/ 652462 h 1890712"/>
                <a:gd name="connsiteX76" fmla="*/ 864394 w 2543175"/>
                <a:gd name="connsiteY76" fmla="*/ 657225 h 1890712"/>
                <a:gd name="connsiteX77" fmla="*/ 888207 w 2543175"/>
                <a:gd name="connsiteY77" fmla="*/ 676275 h 1890712"/>
                <a:gd name="connsiteX78" fmla="*/ 895350 w 2543175"/>
                <a:gd name="connsiteY78" fmla="*/ 681037 h 1890712"/>
                <a:gd name="connsiteX79" fmla="*/ 907257 w 2543175"/>
                <a:gd name="connsiteY79" fmla="*/ 683419 h 1890712"/>
                <a:gd name="connsiteX80" fmla="*/ 928688 w 2543175"/>
                <a:gd name="connsiteY80" fmla="*/ 695325 h 1890712"/>
                <a:gd name="connsiteX81" fmla="*/ 942975 w 2543175"/>
                <a:gd name="connsiteY81" fmla="*/ 700087 h 1890712"/>
                <a:gd name="connsiteX82" fmla="*/ 964407 w 2543175"/>
                <a:gd name="connsiteY82" fmla="*/ 716756 h 1890712"/>
                <a:gd name="connsiteX83" fmla="*/ 971550 w 2543175"/>
                <a:gd name="connsiteY83" fmla="*/ 723900 h 1890712"/>
                <a:gd name="connsiteX84" fmla="*/ 983457 w 2543175"/>
                <a:gd name="connsiteY84" fmla="*/ 733425 h 1890712"/>
                <a:gd name="connsiteX85" fmla="*/ 990600 w 2543175"/>
                <a:gd name="connsiteY85" fmla="*/ 738187 h 1890712"/>
                <a:gd name="connsiteX86" fmla="*/ 1007269 w 2543175"/>
                <a:gd name="connsiteY86" fmla="*/ 752475 h 1890712"/>
                <a:gd name="connsiteX87" fmla="*/ 1031082 w 2543175"/>
                <a:gd name="connsiteY87" fmla="*/ 766762 h 1890712"/>
                <a:gd name="connsiteX88" fmla="*/ 1042988 w 2543175"/>
                <a:gd name="connsiteY88" fmla="*/ 773906 h 1890712"/>
                <a:gd name="connsiteX89" fmla="*/ 1071563 w 2543175"/>
                <a:gd name="connsiteY89" fmla="*/ 785812 h 1890712"/>
                <a:gd name="connsiteX90" fmla="*/ 1097757 w 2543175"/>
                <a:gd name="connsiteY90" fmla="*/ 807244 h 1890712"/>
                <a:gd name="connsiteX91" fmla="*/ 1104900 w 2543175"/>
                <a:gd name="connsiteY91" fmla="*/ 814387 h 1890712"/>
                <a:gd name="connsiteX92" fmla="*/ 1121569 w 2543175"/>
                <a:gd name="connsiteY92" fmla="*/ 823912 h 1890712"/>
                <a:gd name="connsiteX93" fmla="*/ 1138238 w 2543175"/>
                <a:gd name="connsiteY93" fmla="*/ 835819 h 1890712"/>
                <a:gd name="connsiteX94" fmla="*/ 1147763 w 2543175"/>
                <a:gd name="connsiteY94" fmla="*/ 842962 h 1890712"/>
                <a:gd name="connsiteX95" fmla="*/ 1157288 w 2543175"/>
                <a:gd name="connsiteY95" fmla="*/ 847725 h 1890712"/>
                <a:gd name="connsiteX96" fmla="*/ 1178719 w 2543175"/>
                <a:gd name="connsiteY96" fmla="*/ 859631 h 1890712"/>
                <a:gd name="connsiteX97" fmla="*/ 1188244 w 2543175"/>
                <a:gd name="connsiteY97" fmla="*/ 866775 h 1890712"/>
                <a:gd name="connsiteX98" fmla="*/ 1195388 w 2543175"/>
                <a:gd name="connsiteY98" fmla="*/ 871537 h 1890712"/>
                <a:gd name="connsiteX99" fmla="*/ 1212057 w 2543175"/>
                <a:gd name="connsiteY99" fmla="*/ 883444 h 1890712"/>
                <a:gd name="connsiteX100" fmla="*/ 1226344 w 2543175"/>
                <a:gd name="connsiteY100" fmla="*/ 895350 h 1890712"/>
                <a:gd name="connsiteX101" fmla="*/ 1245394 w 2543175"/>
                <a:gd name="connsiteY101" fmla="*/ 907256 h 1890712"/>
                <a:gd name="connsiteX102" fmla="*/ 1254919 w 2543175"/>
                <a:gd name="connsiteY102" fmla="*/ 914400 h 1890712"/>
                <a:gd name="connsiteX103" fmla="*/ 1269207 w 2543175"/>
                <a:gd name="connsiteY103" fmla="*/ 921544 h 1890712"/>
                <a:gd name="connsiteX104" fmla="*/ 1290638 w 2543175"/>
                <a:gd name="connsiteY104" fmla="*/ 935831 h 1890712"/>
                <a:gd name="connsiteX105" fmla="*/ 1307307 w 2543175"/>
                <a:gd name="connsiteY105" fmla="*/ 952500 h 1890712"/>
                <a:gd name="connsiteX106" fmla="*/ 1333500 w 2543175"/>
                <a:gd name="connsiteY106" fmla="*/ 971550 h 1890712"/>
                <a:gd name="connsiteX107" fmla="*/ 1359694 w 2543175"/>
                <a:gd name="connsiteY107" fmla="*/ 990600 h 1890712"/>
                <a:gd name="connsiteX108" fmla="*/ 1373982 w 2543175"/>
                <a:gd name="connsiteY108" fmla="*/ 997744 h 1890712"/>
                <a:gd name="connsiteX109" fmla="*/ 1388269 w 2543175"/>
                <a:gd name="connsiteY109" fmla="*/ 1007269 h 1890712"/>
                <a:gd name="connsiteX110" fmla="*/ 1414463 w 2543175"/>
                <a:gd name="connsiteY110" fmla="*/ 1019175 h 1890712"/>
                <a:gd name="connsiteX111" fmla="*/ 1428750 w 2543175"/>
                <a:gd name="connsiteY111" fmla="*/ 1026319 h 1890712"/>
                <a:gd name="connsiteX112" fmla="*/ 1471613 w 2543175"/>
                <a:gd name="connsiteY112" fmla="*/ 1059656 h 1890712"/>
                <a:gd name="connsiteX113" fmla="*/ 1495425 w 2543175"/>
                <a:gd name="connsiteY113" fmla="*/ 1088231 h 1890712"/>
                <a:gd name="connsiteX114" fmla="*/ 1559719 w 2543175"/>
                <a:gd name="connsiteY114" fmla="*/ 1121569 h 1890712"/>
                <a:gd name="connsiteX115" fmla="*/ 1597819 w 2543175"/>
                <a:gd name="connsiteY115" fmla="*/ 1154906 h 1890712"/>
                <a:gd name="connsiteX116" fmla="*/ 1604963 w 2543175"/>
                <a:gd name="connsiteY116" fmla="*/ 1162050 h 1890712"/>
                <a:gd name="connsiteX117" fmla="*/ 1612107 w 2543175"/>
                <a:gd name="connsiteY117" fmla="*/ 1166812 h 1890712"/>
                <a:gd name="connsiteX118" fmla="*/ 1628775 w 2543175"/>
                <a:gd name="connsiteY118" fmla="*/ 1183481 h 1890712"/>
                <a:gd name="connsiteX119" fmla="*/ 1662113 w 2543175"/>
                <a:gd name="connsiteY119" fmla="*/ 1209675 h 1890712"/>
                <a:gd name="connsiteX120" fmla="*/ 1678782 w 2543175"/>
                <a:gd name="connsiteY120" fmla="*/ 1226344 h 1890712"/>
                <a:gd name="connsiteX121" fmla="*/ 1700213 w 2543175"/>
                <a:gd name="connsiteY121" fmla="*/ 1247775 h 1890712"/>
                <a:gd name="connsiteX122" fmla="*/ 1712119 w 2543175"/>
                <a:gd name="connsiteY122" fmla="*/ 1259681 h 1890712"/>
                <a:gd name="connsiteX123" fmla="*/ 1733550 w 2543175"/>
                <a:gd name="connsiteY123" fmla="*/ 1273969 h 1890712"/>
                <a:gd name="connsiteX124" fmla="*/ 1743075 w 2543175"/>
                <a:gd name="connsiteY124" fmla="*/ 1283494 h 1890712"/>
                <a:gd name="connsiteX125" fmla="*/ 1754982 w 2543175"/>
                <a:gd name="connsiteY125" fmla="*/ 1290637 h 1890712"/>
                <a:gd name="connsiteX126" fmla="*/ 1766888 w 2543175"/>
                <a:gd name="connsiteY126" fmla="*/ 1300162 h 1890712"/>
                <a:gd name="connsiteX127" fmla="*/ 1783557 w 2543175"/>
                <a:gd name="connsiteY127" fmla="*/ 1307306 h 1890712"/>
                <a:gd name="connsiteX128" fmla="*/ 1790700 w 2543175"/>
                <a:gd name="connsiteY128" fmla="*/ 1312069 h 1890712"/>
                <a:gd name="connsiteX129" fmla="*/ 1800225 w 2543175"/>
                <a:gd name="connsiteY129" fmla="*/ 1319212 h 1890712"/>
                <a:gd name="connsiteX130" fmla="*/ 1807369 w 2543175"/>
                <a:gd name="connsiteY130" fmla="*/ 1321594 h 1890712"/>
                <a:gd name="connsiteX131" fmla="*/ 1824038 w 2543175"/>
                <a:gd name="connsiteY131" fmla="*/ 1333500 h 1890712"/>
                <a:gd name="connsiteX132" fmla="*/ 1843088 w 2543175"/>
                <a:gd name="connsiteY132" fmla="*/ 1352550 h 1890712"/>
                <a:gd name="connsiteX133" fmla="*/ 1852613 w 2543175"/>
                <a:gd name="connsiteY133" fmla="*/ 1359694 h 1890712"/>
                <a:gd name="connsiteX134" fmla="*/ 1859757 w 2543175"/>
                <a:gd name="connsiteY134" fmla="*/ 1366837 h 1890712"/>
                <a:gd name="connsiteX135" fmla="*/ 1869282 w 2543175"/>
                <a:gd name="connsiteY135" fmla="*/ 1371600 h 1890712"/>
                <a:gd name="connsiteX136" fmla="*/ 1883569 w 2543175"/>
                <a:gd name="connsiteY136" fmla="*/ 1388269 h 1890712"/>
                <a:gd name="connsiteX137" fmla="*/ 1893094 w 2543175"/>
                <a:gd name="connsiteY137" fmla="*/ 1395412 h 1890712"/>
                <a:gd name="connsiteX138" fmla="*/ 1902619 w 2543175"/>
                <a:gd name="connsiteY138" fmla="*/ 1404937 h 1890712"/>
                <a:gd name="connsiteX139" fmla="*/ 1912144 w 2543175"/>
                <a:gd name="connsiteY139" fmla="*/ 1409700 h 1890712"/>
                <a:gd name="connsiteX140" fmla="*/ 1931194 w 2543175"/>
                <a:gd name="connsiteY140" fmla="*/ 1421606 h 1890712"/>
                <a:gd name="connsiteX141" fmla="*/ 1935957 w 2543175"/>
                <a:gd name="connsiteY141" fmla="*/ 1428750 h 1890712"/>
                <a:gd name="connsiteX142" fmla="*/ 1952625 w 2543175"/>
                <a:gd name="connsiteY142" fmla="*/ 1438275 h 1890712"/>
                <a:gd name="connsiteX143" fmla="*/ 1971675 w 2543175"/>
                <a:gd name="connsiteY143" fmla="*/ 1450181 h 1890712"/>
                <a:gd name="connsiteX144" fmla="*/ 1981200 w 2543175"/>
                <a:gd name="connsiteY144" fmla="*/ 1454944 h 1890712"/>
                <a:gd name="connsiteX145" fmla="*/ 1997869 w 2543175"/>
                <a:gd name="connsiteY145" fmla="*/ 1471612 h 1890712"/>
                <a:gd name="connsiteX146" fmla="*/ 2007394 w 2543175"/>
                <a:gd name="connsiteY146" fmla="*/ 1478756 h 1890712"/>
                <a:gd name="connsiteX147" fmla="*/ 2016919 w 2543175"/>
                <a:gd name="connsiteY147" fmla="*/ 1483519 h 1890712"/>
                <a:gd name="connsiteX148" fmla="*/ 2024063 w 2543175"/>
                <a:gd name="connsiteY148" fmla="*/ 1490662 h 1890712"/>
                <a:gd name="connsiteX149" fmla="*/ 2033588 w 2543175"/>
                <a:gd name="connsiteY149" fmla="*/ 1495425 h 1890712"/>
                <a:gd name="connsiteX150" fmla="*/ 2040732 w 2543175"/>
                <a:gd name="connsiteY150" fmla="*/ 1502569 h 1890712"/>
                <a:gd name="connsiteX151" fmla="*/ 2047875 w 2543175"/>
                <a:gd name="connsiteY151" fmla="*/ 1507331 h 1890712"/>
                <a:gd name="connsiteX152" fmla="*/ 2057400 w 2543175"/>
                <a:gd name="connsiteY152" fmla="*/ 1514475 h 1890712"/>
                <a:gd name="connsiteX153" fmla="*/ 2064544 w 2543175"/>
                <a:gd name="connsiteY153" fmla="*/ 1519237 h 1890712"/>
                <a:gd name="connsiteX154" fmla="*/ 2071688 w 2543175"/>
                <a:gd name="connsiteY154" fmla="*/ 1526381 h 1890712"/>
                <a:gd name="connsiteX155" fmla="*/ 2081213 w 2543175"/>
                <a:gd name="connsiteY155" fmla="*/ 1531144 h 1890712"/>
                <a:gd name="connsiteX156" fmla="*/ 2090738 w 2543175"/>
                <a:gd name="connsiteY156" fmla="*/ 1538287 h 1890712"/>
                <a:gd name="connsiteX157" fmla="*/ 2109788 w 2543175"/>
                <a:gd name="connsiteY157" fmla="*/ 1547812 h 1890712"/>
                <a:gd name="connsiteX158" fmla="*/ 2131219 w 2543175"/>
                <a:gd name="connsiteY158" fmla="*/ 1562100 h 1890712"/>
                <a:gd name="connsiteX159" fmla="*/ 2140744 w 2543175"/>
                <a:gd name="connsiteY159" fmla="*/ 1566862 h 1890712"/>
                <a:gd name="connsiteX160" fmla="*/ 2152650 w 2543175"/>
                <a:gd name="connsiteY160" fmla="*/ 1576387 h 1890712"/>
                <a:gd name="connsiteX161" fmla="*/ 2181225 w 2543175"/>
                <a:gd name="connsiteY161" fmla="*/ 1590675 h 1890712"/>
                <a:gd name="connsiteX162" fmla="*/ 2200275 w 2543175"/>
                <a:gd name="connsiteY162" fmla="*/ 1607344 h 1890712"/>
                <a:gd name="connsiteX163" fmla="*/ 2207419 w 2543175"/>
                <a:gd name="connsiteY163" fmla="*/ 1612106 h 1890712"/>
                <a:gd name="connsiteX164" fmla="*/ 2216944 w 2543175"/>
                <a:gd name="connsiteY164" fmla="*/ 1619250 h 1890712"/>
                <a:gd name="connsiteX165" fmla="*/ 2224088 w 2543175"/>
                <a:gd name="connsiteY165" fmla="*/ 1624012 h 1890712"/>
                <a:gd name="connsiteX166" fmla="*/ 2247900 w 2543175"/>
                <a:gd name="connsiteY166" fmla="*/ 1643062 h 1890712"/>
                <a:gd name="connsiteX167" fmla="*/ 2255044 w 2543175"/>
                <a:gd name="connsiteY167" fmla="*/ 1650206 h 1890712"/>
                <a:gd name="connsiteX168" fmla="*/ 2281238 w 2543175"/>
                <a:gd name="connsiteY168" fmla="*/ 1664494 h 1890712"/>
                <a:gd name="connsiteX169" fmla="*/ 2297907 w 2543175"/>
                <a:gd name="connsiteY169" fmla="*/ 1674019 h 1890712"/>
                <a:gd name="connsiteX170" fmla="*/ 2305050 w 2543175"/>
                <a:gd name="connsiteY170" fmla="*/ 1678781 h 1890712"/>
                <a:gd name="connsiteX171" fmla="*/ 2312194 w 2543175"/>
                <a:gd name="connsiteY171" fmla="*/ 1685925 h 1890712"/>
                <a:gd name="connsiteX172" fmla="*/ 2321719 w 2543175"/>
                <a:gd name="connsiteY172" fmla="*/ 1690687 h 1890712"/>
                <a:gd name="connsiteX173" fmla="*/ 2328863 w 2543175"/>
                <a:gd name="connsiteY173" fmla="*/ 1697831 h 1890712"/>
                <a:gd name="connsiteX174" fmla="*/ 2350294 w 2543175"/>
                <a:gd name="connsiteY174" fmla="*/ 1712119 h 1890712"/>
                <a:gd name="connsiteX175" fmla="*/ 2359819 w 2543175"/>
                <a:gd name="connsiteY175" fmla="*/ 1719262 h 1890712"/>
                <a:gd name="connsiteX176" fmla="*/ 2369344 w 2543175"/>
                <a:gd name="connsiteY176" fmla="*/ 1724025 h 1890712"/>
                <a:gd name="connsiteX177" fmla="*/ 2376488 w 2543175"/>
                <a:gd name="connsiteY177" fmla="*/ 1731169 h 1890712"/>
                <a:gd name="connsiteX178" fmla="*/ 2402682 w 2543175"/>
                <a:gd name="connsiteY178" fmla="*/ 1747837 h 1890712"/>
                <a:gd name="connsiteX179" fmla="*/ 2450307 w 2543175"/>
                <a:gd name="connsiteY179" fmla="*/ 1769269 h 1890712"/>
                <a:gd name="connsiteX180" fmla="*/ 2466975 w 2543175"/>
                <a:gd name="connsiteY180" fmla="*/ 1783556 h 1890712"/>
                <a:gd name="connsiteX181" fmla="*/ 2481263 w 2543175"/>
                <a:gd name="connsiteY181" fmla="*/ 1795462 h 1890712"/>
                <a:gd name="connsiteX182" fmla="*/ 2486025 w 2543175"/>
                <a:gd name="connsiteY182" fmla="*/ 1802606 h 1890712"/>
                <a:gd name="connsiteX183" fmla="*/ 2493169 w 2543175"/>
                <a:gd name="connsiteY183" fmla="*/ 1807369 h 1890712"/>
                <a:gd name="connsiteX184" fmla="*/ 2495550 w 2543175"/>
                <a:gd name="connsiteY184" fmla="*/ 1816894 h 1890712"/>
                <a:gd name="connsiteX185" fmla="*/ 2497932 w 2543175"/>
                <a:gd name="connsiteY185" fmla="*/ 1824037 h 1890712"/>
                <a:gd name="connsiteX186" fmla="*/ 2514600 w 2543175"/>
                <a:gd name="connsiteY186" fmla="*/ 1850231 h 1890712"/>
                <a:gd name="connsiteX187" fmla="*/ 2519363 w 2543175"/>
                <a:gd name="connsiteY187" fmla="*/ 1857375 h 1890712"/>
                <a:gd name="connsiteX188" fmla="*/ 2540794 w 2543175"/>
                <a:gd name="connsiteY188" fmla="*/ 1883569 h 1890712"/>
                <a:gd name="connsiteX189" fmla="*/ 2543175 w 2543175"/>
                <a:gd name="connsiteY189" fmla="*/ 1890712 h 1890712"/>
                <a:gd name="connsiteX0" fmla="*/ 0 w 2543175"/>
                <a:gd name="connsiteY0" fmla="*/ 0 h 1890712"/>
                <a:gd name="connsiteX1" fmla="*/ 11907 w 2543175"/>
                <a:gd name="connsiteY1" fmla="*/ 11906 h 1890712"/>
                <a:gd name="connsiteX2" fmla="*/ 21432 w 2543175"/>
                <a:gd name="connsiteY2" fmla="*/ 16669 h 1890712"/>
                <a:gd name="connsiteX3" fmla="*/ 23813 w 2543175"/>
                <a:gd name="connsiteY3" fmla="*/ 23812 h 1890712"/>
                <a:gd name="connsiteX4" fmla="*/ 33338 w 2543175"/>
                <a:gd name="connsiteY4" fmla="*/ 33337 h 1890712"/>
                <a:gd name="connsiteX5" fmla="*/ 40482 w 2543175"/>
                <a:gd name="connsiteY5" fmla="*/ 42862 h 1890712"/>
                <a:gd name="connsiteX6" fmla="*/ 47625 w 2543175"/>
                <a:gd name="connsiteY6" fmla="*/ 47625 h 1890712"/>
                <a:gd name="connsiteX7" fmla="*/ 57150 w 2543175"/>
                <a:gd name="connsiteY7" fmla="*/ 54769 h 1890712"/>
                <a:gd name="connsiteX8" fmla="*/ 64294 w 2543175"/>
                <a:gd name="connsiteY8" fmla="*/ 59531 h 1890712"/>
                <a:gd name="connsiteX9" fmla="*/ 83344 w 2543175"/>
                <a:gd name="connsiteY9" fmla="*/ 73819 h 1890712"/>
                <a:gd name="connsiteX10" fmla="*/ 97632 w 2543175"/>
                <a:gd name="connsiteY10" fmla="*/ 80962 h 1890712"/>
                <a:gd name="connsiteX11" fmla="*/ 104775 w 2543175"/>
                <a:gd name="connsiteY11" fmla="*/ 85725 h 1890712"/>
                <a:gd name="connsiteX12" fmla="*/ 114300 w 2543175"/>
                <a:gd name="connsiteY12" fmla="*/ 95250 h 1890712"/>
                <a:gd name="connsiteX13" fmla="*/ 123825 w 2543175"/>
                <a:gd name="connsiteY13" fmla="*/ 97631 h 1890712"/>
                <a:gd name="connsiteX14" fmla="*/ 130969 w 2543175"/>
                <a:gd name="connsiteY14" fmla="*/ 104775 h 1890712"/>
                <a:gd name="connsiteX15" fmla="*/ 140494 w 2543175"/>
                <a:gd name="connsiteY15" fmla="*/ 111919 h 1890712"/>
                <a:gd name="connsiteX16" fmla="*/ 147638 w 2543175"/>
                <a:gd name="connsiteY16" fmla="*/ 116681 h 1890712"/>
                <a:gd name="connsiteX17" fmla="*/ 164307 w 2543175"/>
                <a:gd name="connsiteY17" fmla="*/ 128587 h 1890712"/>
                <a:gd name="connsiteX18" fmla="*/ 180975 w 2543175"/>
                <a:gd name="connsiteY18" fmla="*/ 140494 h 1890712"/>
                <a:gd name="connsiteX19" fmla="*/ 197644 w 2543175"/>
                <a:gd name="connsiteY19" fmla="*/ 152400 h 1890712"/>
                <a:gd name="connsiteX20" fmla="*/ 204788 w 2543175"/>
                <a:gd name="connsiteY20" fmla="*/ 157162 h 1890712"/>
                <a:gd name="connsiteX21" fmla="*/ 214313 w 2543175"/>
                <a:gd name="connsiteY21" fmla="*/ 164306 h 1890712"/>
                <a:gd name="connsiteX22" fmla="*/ 230982 w 2543175"/>
                <a:gd name="connsiteY22" fmla="*/ 180975 h 1890712"/>
                <a:gd name="connsiteX23" fmla="*/ 247650 w 2543175"/>
                <a:gd name="connsiteY23" fmla="*/ 185737 h 1890712"/>
                <a:gd name="connsiteX24" fmla="*/ 259557 w 2543175"/>
                <a:gd name="connsiteY24" fmla="*/ 188119 h 1890712"/>
                <a:gd name="connsiteX25" fmla="*/ 266700 w 2543175"/>
                <a:gd name="connsiteY25" fmla="*/ 190500 h 1890712"/>
                <a:gd name="connsiteX26" fmla="*/ 283369 w 2543175"/>
                <a:gd name="connsiteY26" fmla="*/ 192881 h 1890712"/>
                <a:gd name="connsiteX27" fmla="*/ 302419 w 2543175"/>
                <a:gd name="connsiteY27" fmla="*/ 204787 h 1890712"/>
                <a:gd name="connsiteX28" fmla="*/ 309563 w 2543175"/>
                <a:gd name="connsiteY28" fmla="*/ 209550 h 1890712"/>
                <a:gd name="connsiteX29" fmla="*/ 319088 w 2543175"/>
                <a:gd name="connsiteY29" fmla="*/ 219075 h 1890712"/>
                <a:gd name="connsiteX30" fmla="*/ 333375 w 2543175"/>
                <a:gd name="connsiteY30" fmla="*/ 228600 h 1890712"/>
                <a:gd name="connsiteX31" fmla="*/ 340519 w 2543175"/>
                <a:gd name="connsiteY31" fmla="*/ 233362 h 1890712"/>
                <a:gd name="connsiteX32" fmla="*/ 354807 w 2543175"/>
                <a:gd name="connsiteY32" fmla="*/ 247650 h 1890712"/>
                <a:gd name="connsiteX33" fmla="*/ 366713 w 2543175"/>
                <a:gd name="connsiteY33" fmla="*/ 264319 h 1890712"/>
                <a:gd name="connsiteX34" fmla="*/ 371475 w 2543175"/>
                <a:gd name="connsiteY34" fmla="*/ 271462 h 1890712"/>
                <a:gd name="connsiteX35" fmla="*/ 378619 w 2543175"/>
                <a:gd name="connsiteY35" fmla="*/ 276225 h 1890712"/>
                <a:gd name="connsiteX36" fmla="*/ 385763 w 2543175"/>
                <a:gd name="connsiteY36" fmla="*/ 283369 h 1890712"/>
                <a:gd name="connsiteX37" fmla="*/ 395288 w 2543175"/>
                <a:gd name="connsiteY37" fmla="*/ 288131 h 1890712"/>
                <a:gd name="connsiteX38" fmla="*/ 404813 w 2543175"/>
                <a:gd name="connsiteY38" fmla="*/ 295275 h 1890712"/>
                <a:gd name="connsiteX39" fmla="*/ 411957 w 2543175"/>
                <a:gd name="connsiteY39" fmla="*/ 297656 h 1890712"/>
                <a:gd name="connsiteX40" fmla="*/ 421482 w 2543175"/>
                <a:gd name="connsiteY40" fmla="*/ 302419 h 1890712"/>
                <a:gd name="connsiteX41" fmla="*/ 447675 w 2543175"/>
                <a:gd name="connsiteY41" fmla="*/ 307181 h 1890712"/>
                <a:gd name="connsiteX42" fmla="*/ 461963 w 2543175"/>
                <a:gd name="connsiteY42" fmla="*/ 321469 h 1890712"/>
                <a:gd name="connsiteX43" fmla="*/ 466725 w 2543175"/>
                <a:gd name="connsiteY43" fmla="*/ 328612 h 1890712"/>
                <a:gd name="connsiteX44" fmla="*/ 476250 w 2543175"/>
                <a:gd name="connsiteY44" fmla="*/ 335756 h 1890712"/>
                <a:gd name="connsiteX45" fmla="*/ 481013 w 2543175"/>
                <a:gd name="connsiteY45" fmla="*/ 342900 h 1890712"/>
                <a:gd name="connsiteX46" fmla="*/ 490538 w 2543175"/>
                <a:gd name="connsiteY46" fmla="*/ 352425 h 1890712"/>
                <a:gd name="connsiteX47" fmla="*/ 495300 w 2543175"/>
                <a:gd name="connsiteY47" fmla="*/ 359569 h 1890712"/>
                <a:gd name="connsiteX48" fmla="*/ 509588 w 2543175"/>
                <a:gd name="connsiteY48" fmla="*/ 376237 h 1890712"/>
                <a:gd name="connsiteX49" fmla="*/ 514350 w 2543175"/>
                <a:gd name="connsiteY49" fmla="*/ 383381 h 1890712"/>
                <a:gd name="connsiteX50" fmla="*/ 531019 w 2543175"/>
                <a:gd name="connsiteY50" fmla="*/ 397669 h 1890712"/>
                <a:gd name="connsiteX51" fmla="*/ 538163 w 2543175"/>
                <a:gd name="connsiteY51" fmla="*/ 407194 h 1890712"/>
                <a:gd name="connsiteX52" fmla="*/ 554832 w 2543175"/>
                <a:gd name="connsiteY52" fmla="*/ 421481 h 1890712"/>
                <a:gd name="connsiteX53" fmla="*/ 564357 w 2543175"/>
                <a:gd name="connsiteY53" fmla="*/ 431006 h 1890712"/>
                <a:gd name="connsiteX54" fmla="*/ 573882 w 2543175"/>
                <a:gd name="connsiteY54" fmla="*/ 438150 h 1890712"/>
                <a:gd name="connsiteX55" fmla="*/ 595313 w 2543175"/>
                <a:gd name="connsiteY55" fmla="*/ 454819 h 1890712"/>
                <a:gd name="connsiteX56" fmla="*/ 602457 w 2543175"/>
                <a:gd name="connsiteY56" fmla="*/ 457200 h 1890712"/>
                <a:gd name="connsiteX57" fmla="*/ 628650 w 2543175"/>
                <a:gd name="connsiteY57" fmla="*/ 469106 h 1890712"/>
                <a:gd name="connsiteX58" fmla="*/ 645319 w 2543175"/>
                <a:gd name="connsiteY58" fmla="*/ 483394 h 1890712"/>
                <a:gd name="connsiteX59" fmla="*/ 654844 w 2543175"/>
                <a:gd name="connsiteY59" fmla="*/ 488156 h 1890712"/>
                <a:gd name="connsiteX60" fmla="*/ 661988 w 2543175"/>
                <a:gd name="connsiteY60" fmla="*/ 497681 h 1890712"/>
                <a:gd name="connsiteX61" fmla="*/ 683419 w 2543175"/>
                <a:gd name="connsiteY61" fmla="*/ 514350 h 1890712"/>
                <a:gd name="connsiteX62" fmla="*/ 700088 w 2543175"/>
                <a:gd name="connsiteY62" fmla="*/ 526256 h 1890712"/>
                <a:gd name="connsiteX63" fmla="*/ 709613 w 2543175"/>
                <a:gd name="connsiteY63" fmla="*/ 535781 h 1890712"/>
                <a:gd name="connsiteX64" fmla="*/ 719138 w 2543175"/>
                <a:gd name="connsiteY64" fmla="*/ 542925 h 1890712"/>
                <a:gd name="connsiteX65" fmla="*/ 733425 w 2543175"/>
                <a:gd name="connsiteY65" fmla="*/ 557212 h 1890712"/>
                <a:gd name="connsiteX66" fmla="*/ 750094 w 2543175"/>
                <a:gd name="connsiteY66" fmla="*/ 569119 h 1890712"/>
                <a:gd name="connsiteX67" fmla="*/ 769144 w 2543175"/>
                <a:gd name="connsiteY67" fmla="*/ 581025 h 1890712"/>
                <a:gd name="connsiteX68" fmla="*/ 785813 w 2543175"/>
                <a:gd name="connsiteY68" fmla="*/ 590550 h 1890712"/>
                <a:gd name="connsiteX69" fmla="*/ 792957 w 2543175"/>
                <a:gd name="connsiteY69" fmla="*/ 600075 h 1890712"/>
                <a:gd name="connsiteX70" fmla="*/ 809625 w 2543175"/>
                <a:gd name="connsiteY70" fmla="*/ 611981 h 1890712"/>
                <a:gd name="connsiteX71" fmla="*/ 816769 w 2543175"/>
                <a:gd name="connsiteY71" fmla="*/ 619125 h 1890712"/>
                <a:gd name="connsiteX72" fmla="*/ 826294 w 2543175"/>
                <a:gd name="connsiteY72" fmla="*/ 626269 h 1890712"/>
                <a:gd name="connsiteX73" fmla="*/ 840582 w 2543175"/>
                <a:gd name="connsiteY73" fmla="*/ 638175 h 1890712"/>
                <a:gd name="connsiteX74" fmla="*/ 847725 w 2543175"/>
                <a:gd name="connsiteY74" fmla="*/ 645319 h 1890712"/>
                <a:gd name="connsiteX75" fmla="*/ 857250 w 2543175"/>
                <a:gd name="connsiteY75" fmla="*/ 652462 h 1890712"/>
                <a:gd name="connsiteX76" fmla="*/ 864394 w 2543175"/>
                <a:gd name="connsiteY76" fmla="*/ 657225 h 1890712"/>
                <a:gd name="connsiteX77" fmla="*/ 888207 w 2543175"/>
                <a:gd name="connsiteY77" fmla="*/ 676275 h 1890712"/>
                <a:gd name="connsiteX78" fmla="*/ 895350 w 2543175"/>
                <a:gd name="connsiteY78" fmla="*/ 681037 h 1890712"/>
                <a:gd name="connsiteX79" fmla="*/ 907257 w 2543175"/>
                <a:gd name="connsiteY79" fmla="*/ 683419 h 1890712"/>
                <a:gd name="connsiteX80" fmla="*/ 928688 w 2543175"/>
                <a:gd name="connsiteY80" fmla="*/ 695325 h 1890712"/>
                <a:gd name="connsiteX81" fmla="*/ 942975 w 2543175"/>
                <a:gd name="connsiteY81" fmla="*/ 700087 h 1890712"/>
                <a:gd name="connsiteX82" fmla="*/ 964407 w 2543175"/>
                <a:gd name="connsiteY82" fmla="*/ 716756 h 1890712"/>
                <a:gd name="connsiteX83" fmla="*/ 971550 w 2543175"/>
                <a:gd name="connsiteY83" fmla="*/ 723900 h 1890712"/>
                <a:gd name="connsiteX84" fmla="*/ 983457 w 2543175"/>
                <a:gd name="connsiteY84" fmla="*/ 733425 h 1890712"/>
                <a:gd name="connsiteX85" fmla="*/ 990600 w 2543175"/>
                <a:gd name="connsiteY85" fmla="*/ 738187 h 1890712"/>
                <a:gd name="connsiteX86" fmla="*/ 1007269 w 2543175"/>
                <a:gd name="connsiteY86" fmla="*/ 752475 h 1890712"/>
                <a:gd name="connsiteX87" fmla="*/ 1031082 w 2543175"/>
                <a:gd name="connsiteY87" fmla="*/ 766762 h 1890712"/>
                <a:gd name="connsiteX88" fmla="*/ 1042988 w 2543175"/>
                <a:gd name="connsiteY88" fmla="*/ 773906 h 1890712"/>
                <a:gd name="connsiteX89" fmla="*/ 1071563 w 2543175"/>
                <a:gd name="connsiteY89" fmla="*/ 785812 h 1890712"/>
                <a:gd name="connsiteX90" fmla="*/ 1097757 w 2543175"/>
                <a:gd name="connsiteY90" fmla="*/ 807244 h 1890712"/>
                <a:gd name="connsiteX91" fmla="*/ 1104900 w 2543175"/>
                <a:gd name="connsiteY91" fmla="*/ 814387 h 1890712"/>
                <a:gd name="connsiteX92" fmla="*/ 1121569 w 2543175"/>
                <a:gd name="connsiteY92" fmla="*/ 823912 h 1890712"/>
                <a:gd name="connsiteX93" fmla="*/ 1138238 w 2543175"/>
                <a:gd name="connsiteY93" fmla="*/ 835819 h 1890712"/>
                <a:gd name="connsiteX94" fmla="*/ 1147763 w 2543175"/>
                <a:gd name="connsiteY94" fmla="*/ 842962 h 1890712"/>
                <a:gd name="connsiteX95" fmla="*/ 1157288 w 2543175"/>
                <a:gd name="connsiteY95" fmla="*/ 847725 h 1890712"/>
                <a:gd name="connsiteX96" fmla="*/ 1178719 w 2543175"/>
                <a:gd name="connsiteY96" fmla="*/ 859631 h 1890712"/>
                <a:gd name="connsiteX97" fmla="*/ 1188244 w 2543175"/>
                <a:gd name="connsiteY97" fmla="*/ 866775 h 1890712"/>
                <a:gd name="connsiteX98" fmla="*/ 1195388 w 2543175"/>
                <a:gd name="connsiteY98" fmla="*/ 871537 h 1890712"/>
                <a:gd name="connsiteX99" fmla="*/ 1212057 w 2543175"/>
                <a:gd name="connsiteY99" fmla="*/ 883444 h 1890712"/>
                <a:gd name="connsiteX100" fmla="*/ 1226344 w 2543175"/>
                <a:gd name="connsiteY100" fmla="*/ 895350 h 1890712"/>
                <a:gd name="connsiteX101" fmla="*/ 1245394 w 2543175"/>
                <a:gd name="connsiteY101" fmla="*/ 907256 h 1890712"/>
                <a:gd name="connsiteX102" fmla="*/ 1254919 w 2543175"/>
                <a:gd name="connsiteY102" fmla="*/ 914400 h 1890712"/>
                <a:gd name="connsiteX103" fmla="*/ 1269207 w 2543175"/>
                <a:gd name="connsiteY103" fmla="*/ 921544 h 1890712"/>
                <a:gd name="connsiteX104" fmla="*/ 1290638 w 2543175"/>
                <a:gd name="connsiteY104" fmla="*/ 935831 h 1890712"/>
                <a:gd name="connsiteX105" fmla="*/ 1307307 w 2543175"/>
                <a:gd name="connsiteY105" fmla="*/ 952500 h 1890712"/>
                <a:gd name="connsiteX106" fmla="*/ 1333500 w 2543175"/>
                <a:gd name="connsiteY106" fmla="*/ 971550 h 1890712"/>
                <a:gd name="connsiteX107" fmla="*/ 1359694 w 2543175"/>
                <a:gd name="connsiteY107" fmla="*/ 990600 h 1890712"/>
                <a:gd name="connsiteX108" fmla="*/ 1373982 w 2543175"/>
                <a:gd name="connsiteY108" fmla="*/ 997744 h 1890712"/>
                <a:gd name="connsiteX109" fmla="*/ 1388269 w 2543175"/>
                <a:gd name="connsiteY109" fmla="*/ 1007269 h 1890712"/>
                <a:gd name="connsiteX110" fmla="*/ 1414463 w 2543175"/>
                <a:gd name="connsiteY110" fmla="*/ 1019175 h 1890712"/>
                <a:gd name="connsiteX111" fmla="*/ 1428750 w 2543175"/>
                <a:gd name="connsiteY111" fmla="*/ 1026319 h 1890712"/>
                <a:gd name="connsiteX112" fmla="*/ 1471613 w 2543175"/>
                <a:gd name="connsiteY112" fmla="*/ 1059656 h 1890712"/>
                <a:gd name="connsiteX113" fmla="*/ 1495425 w 2543175"/>
                <a:gd name="connsiteY113" fmla="*/ 1088231 h 1890712"/>
                <a:gd name="connsiteX114" fmla="*/ 1547812 w 2543175"/>
                <a:gd name="connsiteY114" fmla="*/ 1133475 h 1890712"/>
                <a:gd name="connsiteX115" fmla="*/ 1597819 w 2543175"/>
                <a:gd name="connsiteY115" fmla="*/ 1154906 h 1890712"/>
                <a:gd name="connsiteX116" fmla="*/ 1604963 w 2543175"/>
                <a:gd name="connsiteY116" fmla="*/ 1162050 h 1890712"/>
                <a:gd name="connsiteX117" fmla="*/ 1612107 w 2543175"/>
                <a:gd name="connsiteY117" fmla="*/ 1166812 h 1890712"/>
                <a:gd name="connsiteX118" fmla="*/ 1628775 w 2543175"/>
                <a:gd name="connsiteY118" fmla="*/ 1183481 h 1890712"/>
                <a:gd name="connsiteX119" fmla="*/ 1662113 w 2543175"/>
                <a:gd name="connsiteY119" fmla="*/ 1209675 h 1890712"/>
                <a:gd name="connsiteX120" fmla="*/ 1678782 w 2543175"/>
                <a:gd name="connsiteY120" fmla="*/ 1226344 h 1890712"/>
                <a:gd name="connsiteX121" fmla="*/ 1700213 w 2543175"/>
                <a:gd name="connsiteY121" fmla="*/ 1247775 h 1890712"/>
                <a:gd name="connsiteX122" fmla="*/ 1712119 w 2543175"/>
                <a:gd name="connsiteY122" fmla="*/ 1259681 h 1890712"/>
                <a:gd name="connsiteX123" fmla="*/ 1733550 w 2543175"/>
                <a:gd name="connsiteY123" fmla="*/ 1273969 h 1890712"/>
                <a:gd name="connsiteX124" fmla="*/ 1743075 w 2543175"/>
                <a:gd name="connsiteY124" fmla="*/ 1283494 h 1890712"/>
                <a:gd name="connsiteX125" fmla="*/ 1754982 w 2543175"/>
                <a:gd name="connsiteY125" fmla="*/ 1290637 h 1890712"/>
                <a:gd name="connsiteX126" fmla="*/ 1766888 w 2543175"/>
                <a:gd name="connsiteY126" fmla="*/ 1300162 h 1890712"/>
                <a:gd name="connsiteX127" fmla="*/ 1783557 w 2543175"/>
                <a:gd name="connsiteY127" fmla="*/ 1307306 h 1890712"/>
                <a:gd name="connsiteX128" fmla="*/ 1790700 w 2543175"/>
                <a:gd name="connsiteY128" fmla="*/ 1312069 h 1890712"/>
                <a:gd name="connsiteX129" fmla="*/ 1800225 w 2543175"/>
                <a:gd name="connsiteY129" fmla="*/ 1319212 h 1890712"/>
                <a:gd name="connsiteX130" fmla="*/ 1807369 w 2543175"/>
                <a:gd name="connsiteY130" fmla="*/ 1321594 h 1890712"/>
                <a:gd name="connsiteX131" fmla="*/ 1824038 w 2543175"/>
                <a:gd name="connsiteY131" fmla="*/ 1333500 h 1890712"/>
                <a:gd name="connsiteX132" fmla="*/ 1843088 w 2543175"/>
                <a:gd name="connsiteY132" fmla="*/ 1352550 h 1890712"/>
                <a:gd name="connsiteX133" fmla="*/ 1852613 w 2543175"/>
                <a:gd name="connsiteY133" fmla="*/ 1359694 h 1890712"/>
                <a:gd name="connsiteX134" fmla="*/ 1859757 w 2543175"/>
                <a:gd name="connsiteY134" fmla="*/ 1366837 h 1890712"/>
                <a:gd name="connsiteX135" fmla="*/ 1869282 w 2543175"/>
                <a:gd name="connsiteY135" fmla="*/ 1371600 h 1890712"/>
                <a:gd name="connsiteX136" fmla="*/ 1883569 w 2543175"/>
                <a:gd name="connsiteY136" fmla="*/ 1388269 h 1890712"/>
                <a:gd name="connsiteX137" fmla="*/ 1893094 w 2543175"/>
                <a:gd name="connsiteY137" fmla="*/ 1395412 h 1890712"/>
                <a:gd name="connsiteX138" fmla="*/ 1902619 w 2543175"/>
                <a:gd name="connsiteY138" fmla="*/ 1404937 h 1890712"/>
                <a:gd name="connsiteX139" fmla="*/ 1912144 w 2543175"/>
                <a:gd name="connsiteY139" fmla="*/ 1409700 h 1890712"/>
                <a:gd name="connsiteX140" fmla="*/ 1931194 w 2543175"/>
                <a:gd name="connsiteY140" fmla="*/ 1421606 h 1890712"/>
                <a:gd name="connsiteX141" fmla="*/ 1935957 w 2543175"/>
                <a:gd name="connsiteY141" fmla="*/ 1428750 h 1890712"/>
                <a:gd name="connsiteX142" fmla="*/ 1952625 w 2543175"/>
                <a:gd name="connsiteY142" fmla="*/ 1438275 h 1890712"/>
                <a:gd name="connsiteX143" fmla="*/ 1971675 w 2543175"/>
                <a:gd name="connsiteY143" fmla="*/ 1450181 h 1890712"/>
                <a:gd name="connsiteX144" fmla="*/ 1981200 w 2543175"/>
                <a:gd name="connsiteY144" fmla="*/ 1454944 h 1890712"/>
                <a:gd name="connsiteX145" fmla="*/ 1997869 w 2543175"/>
                <a:gd name="connsiteY145" fmla="*/ 1471612 h 1890712"/>
                <a:gd name="connsiteX146" fmla="*/ 2007394 w 2543175"/>
                <a:gd name="connsiteY146" fmla="*/ 1478756 h 1890712"/>
                <a:gd name="connsiteX147" fmla="*/ 2016919 w 2543175"/>
                <a:gd name="connsiteY147" fmla="*/ 1483519 h 1890712"/>
                <a:gd name="connsiteX148" fmla="*/ 2024063 w 2543175"/>
                <a:gd name="connsiteY148" fmla="*/ 1490662 h 1890712"/>
                <a:gd name="connsiteX149" fmla="*/ 2033588 w 2543175"/>
                <a:gd name="connsiteY149" fmla="*/ 1495425 h 1890712"/>
                <a:gd name="connsiteX150" fmla="*/ 2040732 w 2543175"/>
                <a:gd name="connsiteY150" fmla="*/ 1502569 h 1890712"/>
                <a:gd name="connsiteX151" fmla="*/ 2047875 w 2543175"/>
                <a:gd name="connsiteY151" fmla="*/ 1507331 h 1890712"/>
                <a:gd name="connsiteX152" fmla="*/ 2057400 w 2543175"/>
                <a:gd name="connsiteY152" fmla="*/ 1514475 h 1890712"/>
                <a:gd name="connsiteX153" fmla="*/ 2064544 w 2543175"/>
                <a:gd name="connsiteY153" fmla="*/ 1519237 h 1890712"/>
                <a:gd name="connsiteX154" fmla="*/ 2071688 w 2543175"/>
                <a:gd name="connsiteY154" fmla="*/ 1526381 h 1890712"/>
                <a:gd name="connsiteX155" fmla="*/ 2081213 w 2543175"/>
                <a:gd name="connsiteY155" fmla="*/ 1531144 h 1890712"/>
                <a:gd name="connsiteX156" fmla="*/ 2090738 w 2543175"/>
                <a:gd name="connsiteY156" fmla="*/ 1538287 h 1890712"/>
                <a:gd name="connsiteX157" fmla="*/ 2109788 w 2543175"/>
                <a:gd name="connsiteY157" fmla="*/ 1547812 h 1890712"/>
                <a:gd name="connsiteX158" fmla="*/ 2131219 w 2543175"/>
                <a:gd name="connsiteY158" fmla="*/ 1562100 h 1890712"/>
                <a:gd name="connsiteX159" fmla="*/ 2140744 w 2543175"/>
                <a:gd name="connsiteY159" fmla="*/ 1566862 h 1890712"/>
                <a:gd name="connsiteX160" fmla="*/ 2152650 w 2543175"/>
                <a:gd name="connsiteY160" fmla="*/ 1576387 h 1890712"/>
                <a:gd name="connsiteX161" fmla="*/ 2181225 w 2543175"/>
                <a:gd name="connsiteY161" fmla="*/ 1590675 h 1890712"/>
                <a:gd name="connsiteX162" fmla="*/ 2200275 w 2543175"/>
                <a:gd name="connsiteY162" fmla="*/ 1607344 h 1890712"/>
                <a:gd name="connsiteX163" fmla="*/ 2207419 w 2543175"/>
                <a:gd name="connsiteY163" fmla="*/ 1612106 h 1890712"/>
                <a:gd name="connsiteX164" fmla="*/ 2216944 w 2543175"/>
                <a:gd name="connsiteY164" fmla="*/ 1619250 h 1890712"/>
                <a:gd name="connsiteX165" fmla="*/ 2224088 w 2543175"/>
                <a:gd name="connsiteY165" fmla="*/ 1624012 h 1890712"/>
                <a:gd name="connsiteX166" fmla="*/ 2247900 w 2543175"/>
                <a:gd name="connsiteY166" fmla="*/ 1643062 h 1890712"/>
                <a:gd name="connsiteX167" fmla="*/ 2255044 w 2543175"/>
                <a:gd name="connsiteY167" fmla="*/ 1650206 h 1890712"/>
                <a:gd name="connsiteX168" fmla="*/ 2281238 w 2543175"/>
                <a:gd name="connsiteY168" fmla="*/ 1664494 h 1890712"/>
                <a:gd name="connsiteX169" fmla="*/ 2297907 w 2543175"/>
                <a:gd name="connsiteY169" fmla="*/ 1674019 h 1890712"/>
                <a:gd name="connsiteX170" fmla="*/ 2305050 w 2543175"/>
                <a:gd name="connsiteY170" fmla="*/ 1678781 h 1890712"/>
                <a:gd name="connsiteX171" fmla="*/ 2312194 w 2543175"/>
                <a:gd name="connsiteY171" fmla="*/ 1685925 h 1890712"/>
                <a:gd name="connsiteX172" fmla="*/ 2321719 w 2543175"/>
                <a:gd name="connsiteY172" fmla="*/ 1690687 h 1890712"/>
                <a:gd name="connsiteX173" fmla="*/ 2328863 w 2543175"/>
                <a:gd name="connsiteY173" fmla="*/ 1697831 h 1890712"/>
                <a:gd name="connsiteX174" fmla="*/ 2350294 w 2543175"/>
                <a:gd name="connsiteY174" fmla="*/ 1712119 h 1890712"/>
                <a:gd name="connsiteX175" fmla="*/ 2359819 w 2543175"/>
                <a:gd name="connsiteY175" fmla="*/ 1719262 h 1890712"/>
                <a:gd name="connsiteX176" fmla="*/ 2369344 w 2543175"/>
                <a:gd name="connsiteY176" fmla="*/ 1724025 h 1890712"/>
                <a:gd name="connsiteX177" fmla="*/ 2376488 w 2543175"/>
                <a:gd name="connsiteY177" fmla="*/ 1731169 h 1890712"/>
                <a:gd name="connsiteX178" fmla="*/ 2402682 w 2543175"/>
                <a:gd name="connsiteY178" fmla="*/ 1747837 h 1890712"/>
                <a:gd name="connsiteX179" fmla="*/ 2450307 w 2543175"/>
                <a:gd name="connsiteY179" fmla="*/ 1769269 h 1890712"/>
                <a:gd name="connsiteX180" fmla="*/ 2466975 w 2543175"/>
                <a:gd name="connsiteY180" fmla="*/ 1783556 h 1890712"/>
                <a:gd name="connsiteX181" fmla="*/ 2481263 w 2543175"/>
                <a:gd name="connsiteY181" fmla="*/ 1795462 h 1890712"/>
                <a:gd name="connsiteX182" fmla="*/ 2486025 w 2543175"/>
                <a:gd name="connsiteY182" fmla="*/ 1802606 h 1890712"/>
                <a:gd name="connsiteX183" fmla="*/ 2493169 w 2543175"/>
                <a:gd name="connsiteY183" fmla="*/ 1807369 h 1890712"/>
                <a:gd name="connsiteX184" fmla="*/ 2495550 w 2543175"/>
                <a:gd name="connsiteY184" fmla="*/ 1816894 h 1890712"/>
                <a:gd name="connsiteX185" fmla="*/ 2497932 w 2543175"/>
                <a:gd name="connsiteY185" fmla="*/ 1824037 h 1890712"/>
                <a:gd name="connsiteX186" fmla="*/ 2514600 w 2543175"/>
                <a:gd name="connsiteY186" fmla="*/ 1850231 h 1890712"/>
                <a:gd name="connsiteX187" fmla="*/ 2519363 w 2543175"/>
                <a:gd name="connsiteY187" fmla="*/ 1857375 h 1890712"/>
                <a:gd name="connsiteX188" fmla="*/ 2540794 w 2543175"/>
                <a:gd name="connsiteY188" fmla="*/ 1883569 h 1890712"/>
                <a:gd name="connsiteX189" fmla="*/ 2543175 w 2543175"/>
                <a:gd name="connsiteY189" fmla="*/ 1890712 h 1890712"/>
                <a:gd name="connsiteX0" fmla="*/ 0 w 2543175"/>
                <a:gd name="connsiteY0" fmla="*/ 0 h 1890712"/>
                <a:gd name="connsiteX1" fmla="*/ 11907 w 2543175"/>
                <a:gd name="connsiteY1" fmla="*/ 11906 h 1890712"/>
                <a:gd name="connsiteX2" fmla="*/ 21432 w 2543175"/>
                <a:gd name="connsiteY2" fmla="*/ 16669 h 1890712"/>
                <a:gd name="connsiteX3" fmla="*/ 23813 w 2543175"/>
                <a:gd name="connsiteY3" fmla="*/ 23812 h 1890712"/>
                <a:gd name="connsiteX4" fmla="*/ 33338 w 2543175"/>
                <a:gd name="connsiteY4" fmla="*/ 33337 h 1890712"/>
                <a:gd name="connsiteX5" fmla="*/ 40482 w 2543175"/>
                <a:gd name="connsiteY5" fmla="*/ 42862 h 1890712"/>
                <a:gd name="connsiteX6" fmla="*/ 47625 w 2543175"/>
                <a:gd name="connsiteY6" fmla="*/ 47625 h 1890712"/>
                <a:gd name="connsiteX7" fmla="*/ 57150 w 2543175"/>
                <a:gd name="connsiteY7" fmla="*/ 54769 h 1890712"/>
                <a:gd name="connsiteX8" fmla="*/ 64294 w 2543175"/>
                <a:gd name="connsiteY8" fmla="*/ 59531 h 1890712"/>
                <a:gd name="connsiteX9" fmla="*/ 83344 w 2543175"/>
                <a:gd name="connsiteY9" fmla="*/ 73819 h 1890712"/>
                <a:gd name="connsiteX10" fmla="*/ 97632 w 2543175"/>
                <a:gd name="connsiteY10" fmla="*/ 80962 h 1890712"/>
                <a:gd name="connsiteX11" fmla="*/ 104775 w 2543175"/>
                <a:gd name="connsiteY11" fmla="*/ 85725 h 1890712"/>
                <a:gd name="connsiteX12" fmla="*/ 114300 w 2543175"/>
                <a:gd name="connsiteY12" fmla="*/ 95250 h 1890712"/>
                <a:gd name="connsiteX13" fmla="*/ 123825 w 2543175"/>
                <a:gd name="connsiteY13" fmla="*/ 97631 h 1890712"/>
                <a:gd name="connsiteX14" fmla="*/ 130969 w 2543175"/>
                <a:gd name="connsiteY14" fmla="*/ 104775 h 1890712"/>
                <a:gd name="connsiteX15" fmla="*/ 140494 w 2543175"/>
                <a:gd name="connsiteY15" fmla="*/ 111919 h 1890712"/>
                <a:gd name="connsiteX16" fmla="*/ 147638 w 2543175"/>
                <a:gd name="connsiteY16" fmla="*/ 116681 h 1890712"/>
                <a:gd name="connsiteX17" fmla="*/ 164307 w 2543175"/>
                <a:gd name="connsiteY17" fmla="*/ 128587 h 1890712"/>
                <a:gd name="connsiteX18" fmla="*/ 180975 w 2543175"/>
                <a:gd name="connsiteY18" fmla="*/ 140494 h 1890712"/>
                <a:gd name="connsiteX19" fmla="*/ 197644 w 2543175"/>
                <a:gd name="connsiteY19" fmla="*/ 152400 h 1890712"/>
                <a:gd name="connsiteX20" fmla="*/ 204788 w 2543175"/>
                <a:gd name="connsiteY20" fmla="*/ 157162 h 1890712"/>
                <a:gd name="connsiteX21" fmla="*/ 214313 w 2543175"/>
                <a:gd name="connsiteY21" fmla="*/ 164306 h 1890712"/>
                <a:gd name="connsiteX22" fmla="*/ 230982 w 2543175"/>
                <a:gd name="connsiteY22" fmla="*/ 180975 h 1890712"/>
                <a:gd name="connsiteX23" fmla="*/ 247650 w 2543175"/>
                <a:gd name="connsiteY23" fmla="*/ 185737 h 1890712"/>
                <a:gd name="connsiteX24" fmla="*/ 259557 w 2543175"/>
                <a:gd name="connsiteY24" fmla="*/ 188119 h 1890712"/>
                <a:gd name="connsiteX25" fmla="*/ 266700 w 2543175"/>
                <a:gd name="connsiteY25" fmla="*/ 190500 h 1890712"/>
                <a:gd name="connsiteX26" fmla="*/ 283369 w 2543175"/>
                <a:gd name="connsiteY26" fmla="*/ 192881 h 1890712"/>
                <a:gd name="connsiteX27" fmla="*/ 302419 w 2543175"/>
                <a:gd name="connsiteY27" fmla="*/ 204787 h 1890712"/>
                <a:gd name="connsiteX28" fmla="*/ 309563 w 2543175"/>
                <a:gd name="connsiteY28" fmla="*/ 209550 h 1890712"/>
                <a:gd name="connsiteX29" fmla="*/ 319088 w 2543175"/>
                <a:gd name="connsiteY29" fmla="*/ 219075 h 1890712"/>
                <a:gd name="connsiteX30" fmla="*/ 333375 w 2543175"/>
                <a:gd name="connsiteY30" fmla="*/ 228600 h 1890712"/>
                <a:gd name="connsiteX31" fmla="*/ 340519 w 2543175"/>
                <a:gd name="connsiteY31" fmla="*/ 233362 h 1890712"/>
                <a:gd name="connsiteX32" fmla="*/ 354807 w 2543175"/>
                <a:gd name="connsiteY32" fmla="*/ 247650 h 1890712"/>
                <a:gd name="connsiteX33" fmla="*/ 366713 w 2543175"/>
                <a:gd name="connsiteY33" fmla="*/ 264319 h 1890712"/>
                <a:gd name="connsiteX34" fmla="*/ 371475 w 2543175"/>
                <a:gd name="connsiteY34" fmla="*/ 271462 h 1890712"/>
                <a:gd name="connsiteX35" fmla="*/ 378619 w 2543175"/>
                <a:gd name="connsiteY35" fmla="*/ 276225 h 1890712"/>
                <a:gd name="connsiteX36" fmla="*/ 385763 w 2543175"/>
                <a:gd name="connsiteY36" fmla="*/ 283369 h 1890712"/>
                <a:gd name="connsiteX37" fmla="*/ 395288 w 2543175"/>
                <a:gd name="connsiteY37" fmla="*/ 288131 h 1890712"/>
                <a:gd name="connsiteX38" fmla="*/ 404813 w 2543175"/>
                <a:gd name="connsiteY38" fmla="*/ 295275 h 1890712"/>
                <a:gd name="connsiteX39" fmla="*/ 411957 w 2543175"/>
                <a:gd name="connsiteY39" fmla="*/ 297656 h 1890712"/>
                <a:gd name="connsiteX40" fmla="*/ 421482 w 2543175"/>
                <a:gd name="connsiteY40" fmla="*/ 302419 h 1890712"/>
                <a:gd name="connsiteX41" fmla="*/ 447675 w 2543175"/>
                <a:gd name="connsiteY41" fmla="*/ 307181 h 1890712"/>
                <a:gd name="connsiteX42" fmla="*/ 461963 w 2543175"/>
                <a:gd name="connsiteY42" fmla="*/ 321469 h 1890712"/>
                <a:gd name="connsiteX43" fmla="*/ 466725 w 2543175"/>
                <a:gd name="connsiteY43" fmla="*/ 328612 h 1890712"/>
                <a:gd name="connsiteX44" fmla="*/ 476250 w 2543175"/>
                <a:gd name="connsiteY44" fmla="*/ 335756 h 1890712"/>
                <a:gd name="connsiteX45" fmla="*/ 481013 w 2543175"/>
                <a:gd name="connsiteY45" fmla="*/ 342900 h 1890712"/>
                <a:gd name="connsiteX46" fmla="*/ 490538 w 2543175"/>
                <a:gd name="connsiteY46" fmla="*/ 352425 h 1890712"/>
                <a:gd name="connsiteX47" fmla="*/ 495300 w 2543175"/>
                <a:gd name="connsiteY47" fmla="*/ 359569 h 1890712"/>
                <a:gd name="connsiteX48" fmla="*/ 509588 w 2543175"/>
                <a:gd name="connsiteY48" fmla="*/ 376237 h 1890712"/>
                <a:gd name="connsiteX49" fmla="*/ 514350 w 2543175"/>
                <a:gd name="connsiteY49" fmla="*/ 383381 h 1890712"/>
                <a:gd name="connsiteX50" fmla="*/ 531019 w 2543175"/>
                <a:gd name="connsiteY50" fmla="*/ 397669 h 1890712"/>
                <a:gd name="connsiteX51" fmla="*/ 538163 w 2543175"/>
                <a:gd name="connsiteY51" fmla="*/ 407194 h 1890712"/>
                <a:gd name="connsiteX52" fmla="*/ 554832 w 2543175"/>
                <a:gd name="connsiteY52" fmla="*/ 421481 h 1890712"/>
                <a:gd name="connsiteX53" fmla="*/ 564357 w 2543175"/>
                <a:gd name="connsiteY53" fmla="*/ 431006 h 1890712"/>
                <a:gd name="connsiteX54" fmla="*/ 573882 w 2543175"/>
                <a:gd name="connsiteY54" fmla="*/ 438150 h 1890712"/>
                <a:gd name="connsiteX55" fmla="*/ 595313 w 2543175"/>
                <a:gd name="connsiteY55" fmla="*/ 454819 h 1890712"/>
                <a:gd name="connsiteX56" fmla="*/ 602457 w 2543175"/>
                <a:gd name="connsiteY56" fmla="*/ 457200 h 1890712"/>
                <a:gd name="connsiteX57" fmla="*/ 628650 w 2543175"/>
                <a:gd name="connsiteY57" fmla="*/ 469106 h 1890712"/>
                <a:gd name="connsiteX58" fmla="*/ 645319 w 2543175"/>
                <a:gd name="connsiteY58" fmla="*/ 483394 h 1890712"/>
                <a:gd name="connsiteX59" fmla="*/ 654844 w 2543175"/>
                <a:gd name="connsiteY59" fmla="*/ 488156 h 1890712"/>
                <a:gd name="connsiteX60" fmla="*/ 661988 w 2543175"/>
                <a:gd name="connsiteY60" fmla="*/ 497681 h 1890712"/>
                <a:gd name="connsiteX61" fmla="*/ 683419 w 2543175"/>
                <a:gd name="connsiteY61" fmla="*/ 514350 h 1890712"/>
                <a:gd name="connsiteX62" fmla="*/ 700088 w 2543175"/>
                <a:gd name="connsiteY62" fmla="*/ 526256 h 1890712"/>
                <a:gd name="connsiteX63" fmla="*/ 709613 w 2543175"/>
                <a:gd name="connsiteY63" fmla="*/ 535781 h 1890712"/>
                <a:gd name="connsiteX64" fmla="*/ 719138 w 2543175"/>
                <a:gd name="connsiteY64" fmla="*/ 542925 h 1890712"/>
                <a:gd name="connsiteX65" fmla="*/ 733425 w 2543175"/>
                <a:gd name="connsiteY65" fmla="*/ 557212 h 1890712"/>
                <a:gd name="connsiteX66" fmla="*/ 750094 w 2543175"/>
                <a:gd name="connsiteY66" fmla="*/ 569119 h 1890712"/>
                <a:gd name="connsiteX67" fmla="*/ 769144 w 2543175"/>
                <a:gd name="connsiteY67" fmla="*/ 581025 h 1890712"/>
                <a:gd name="connsiteX68" fmla="*/ 785813 w 2543175"/>
                <a:gd name="connsiteY68" fmla="*/ 590550 h 1890712"/>
                <a:gd name="connsiteX69" fmla="*/ 792957 w 2543175"/>
                <a:gd name="connsiteY69" fmla="*/ 600075 h 1890712"/>
                <a:gd name="connsiteX70" fmla="*/ 809625 w 2543175"/>
                <a:gd name="connsiteY70" fmla="*/ 611981 h 1890712"/>
                <a:gd name="connsiteX71" fmla="*/ 816769 w 2543175"/>
                <a:gd name="connsiteY71" fmla="*/ 619125 h 1890712"/>
                <a:gd name="connsiteX72" fmla="*/ 826294 w 2543175"/>
                <a:gd name="connsiteY72" fmla="*/ 626269 h 1890712"/>
                <a:gd name="connsiteX73" fmla="*/ 840582 w 2543175"/>
                <a:gd name="connsiteY73" fmla="*/ 638175 h 1890712"/>
                <a:gd name="connsiteX74" fmla="*/ 847725 w 2543175"/>
                <a:gd name="connsiteY74" fmla="*/ 645319 h 1890712"/>
                <a:gd name="connsiteX75" fmla="*/ 857250 w 2543175"/>
                <a:gd name="connsiteY75" fmla="*/ 652462 h 1890712"/>
                <a:gd name="connsiteX76" fmla="*/ 864394 w 2543175"/>
                <a:gd name="connsiteY76" fmla="*/ 657225 h 1890712"/>
                <a:gd name="connsiteX77" fmla="*/ 888207 w 2543175"/>
                <a:gd name="connsiteY77" fmla="*/ 676275 h 1890712"/>
                <a:gd name="connsiteX78" fmla="*/ 895350 w 2543175"/>
                <a:gd name="connsiteY78" fmla="*/ 681037 h 1890712"/>
                <a:gd name="connsiteX79" fmla="*/ 907257 w 2543175"/>
                <a:gd name="connsiteY79" fmla="*/ 683419 h 1890712"/>
                <a:gd name="connsiteX80" fmla="*/ 928688 w 2543175"/>
                <a:gd name="connsiteY80" fmla="*/ 695325 h 1890712"/>
                <a:gd name="connsiteX81" fmla="*/ 942975 w 2543175"/>
                <a:gd name="connsiteY81" fmla="*/ 700087 h 1890712"/>
                <a:gd name="connsiteX82" fmla="*/ 964407 w 2543175"/>
                <a:gd name="connsiteY82" fmla="*/ 716756 h 1890712"/>
                <a:gd name="connsiteX83" fmla="*/ 971550 w 2543175"/>
                <a:gd name="connsiteY83" fmla="*/ 723900 h 1890712"/>
                <a:gd name="connsiteX84" fmla="*/ 983457 w 2543175"/>
                <a:gd name="connsiteY84" fmla="*/ 733425 h 1890712"/>
                <a:gd name="connsiteX85" fmla="*/ 990600 w 2543175"/>
                <a:gd name="connsiteY85" fmla="*/ 738187 h 1890712"/>
                <a:gd name="connsiteX86" fmla="*/ 1007269 w 2543175"/>
                <a:gd name="connsiteY86" fmla="*/ 752475 h 1890712"/>
                <a:gd name="connsiteX87" fmla="*/ 1031082 w 2543175"/>
                <a:gd name="connsiteY87" fmla="*/ 766762 h 1890712"/>
                <a:gd name="connsiteX88" fmla="*/ 1042988 w 2543175"/>
                <a:gd name="connsiteY88" fmla="*/ 773906 h 1890712"/>
                <a:gd name="connsiteX89" fmla="*/ 1071563 w 2543175"/>
                <a:gd name="connsiteY89" fmla="*/ 785812 h 1890712"/>
                <a:gd name="connsiteX90" fmla="*/ 1097757 w 2543175"/>
                <a:gd name="connsiteY90" fmla="*/ 807244 h 1890712"/>
                <a:gd name="connsiteX91" fmla="*/ 1104900 w 2543175"/>
                <a:gd name="connsiteY91" fmla="*/ 814387 h 1890712"/>
                <a:gd name="connsiteX92" fmla="*/ 1121569 w 2543175"/>
                <a:gd name="connsiteY92" fmla="*/ 823912 h 1890712"/>
                <a:gd name="connsiteX93" fmla="*/ 1138238 w 2543175"/>
                <a:gd name="connsiteY93" fmla="*/ 835819 h 1890712"/>
                <a:gd name="connsiteX94" fmla="*/ 1147763 w 2543175"/>
                <a:gd name="connsiteY94" fmla="*/ 842962 h 1890712"/>
                <a:gd name="connsiteX95" fmla="*/ 1157288 w 2543175"/>
                <a:gd name="connsiteY95" fmla="*/ 847725 h 1890712"/>
                <a:gd name="connsiteX96" fmla="*/ 1178719 w 2543175"/>
                <a:gd name="connsiteY96" fmla="*/ 859631 h 1890712"/>
                <a:gd name="connsiteX97" fmla="*/ 1188244 w 2543175"/>
                <a:gd name="connsiteY97" fmla="*/ 866775 h 1890712"/>
                <a:gd name="connsiteX98" fmla="*/ 1195388 w 2543175"/>
                <a:gd name="connsiteY98" fmla="*/ 871537 h 1890712"/>
                <a:gd name="connsiteX99" fmla="*/ 1212057 w 2543175"/>
                <a:gd name="connsiteY99" fmla="*/ 883444 h 1890712"/>
                <a:gd name="connsiteX100" fmla="*/ 1226344 w 2543175"/>
                <a:gd name="connsiteY100" fmla="*/ 895350 h 1890712"/>
                <a:gd name="connsiteX101" fmla="*/ 1245394 w 2543175"/>
                <a:gd name="connsiteY101" fmla="*/ 907256 h 1890712"/>
                <a:gd name="connsiteX102" fmla="*/ 1254919 w 2543175"/>
                <a:gd name="connsiteY102" fmla="*/ 914400 h 1890712"/>
                <a:gd name="connsiteX103" fmla="*/ 1269207 w 2543175"/>
                <a:gd name="connsiteY103" fmla="*/ 921544 h 1890712"/>
                <a:gd name="connsiteX104" fmla="*/ 1290638 w 2543175"/>
                <a:gd name="connsiteY104" fmla="*/ 935831 h 1890712"/>
                <a:gd name="connsiteX105" fmla="*/ 1307307 w 2543175"/>
                <a:gd name="connsiteY105" fmla="*/ 952500 h 1890712"/>
                <a:gd name="connsiteX106" fmla="*/ 1333500 w 2543175"/>
                <a:gd name="connsiteY106" fmla="*/ 971550 h 1890712"/>
                <a:gd name="connsiteX107" fmla="*/ 1359694 w 2543175"/>
                <a:gd name="connsiteY107" fmla="*/ 990600 h 1890712"/>
                <a:gd name="connsiteX108" fmla="*/ 1373982 w 2543175"/>
                <a:gd name="connsiteY108" fmla="*/ 997744 h 1890712"/>
                <a:gd name="connsiteX109" fmla="*/ 1388269 w 2543175"/>
                <a:gd name="connsiteY109" fmla="*/ 1007269 h 1890712"/>
                <a:gd name="connsiteX110" fmla="*/ 1414463 w 2543175"/>
                <a:gd name="connsiteY110" fmla="*/ 1019175 h 1890712"/>
                <a:gd name="connsiteX111" fmla="*/ 1428750 w 2543175"/>
                <a:gd name="connsiteY111" fmla="*/ 1026319 h 1890712"/>
                <a:gd name="connsiteX112" fmla="*/ 1471613 w 2543175"/>
                <a:gd name="connsiteY112" fmla="*/ 1059656 h 1890712"/>
                <a:gd name="connsiteX113" fmla="*/ 1495425 w 2543175"/>
                <a:gd name="connsiteY113" fmla="*/ 1088231 h 1890712"/>
                <a:gd name="connsiteX114" fmla="*/ 1547812 w 2543175"/>
                <a:gd name="connsiteY114" fmla="*/ 1133475 h 1890712"/>
                <a:gd name="connsiteX115" fmla="*/ 1597819 w 2543175"/>
                <a:gd name="connsiteY115" fmla="*/ 1154906 h 1890712"/>
                <a:gd name="connsiteX116" fmla="*/ 1604963 w 2543175"/>
                <a:gd name="connsiteY116" fmla="*/ 1162050 h 1890712"/>
                <a:gd name="connsiteX117" fmla="*/ 1612107 w 2543175"/>
                <a:gd name="connsiteY117" fmla="*/ 1166812 h 1890712"/>
                <a:gd name="connsiteX118" fmla="*/ 1628775 w 2543175"/>
                <a:gd name="connsiteY118" fmla="*/ 1183481 h 1890712"/>
                <a:gd name="connsiteX119" fmla="*/ 1662113 w 2543175"/>
                <a:gd name="connsiteY119" fmla="*/ 1209675 h 1890712"/>
                <a:gd name="connsiteX120" fmla="*/ 1678782 w 2543175"/>
                <a:gd name="connsiteY120" fmla="*/ 1226344 h 1890712"/>
                <a:gd name="connsiteX121" fmla="*/ 1700213 w 2543175"/>
                <a:gd name="connsiteY121" fmla="*/ 1247775 h 1890712"/>
                <a:gd name="connsiteX122" fmla="*/ 1712119 w 2543175"/>
                <a:gd name="connsiteY122" fmla="*/ 1259681 h 1890712"/>
                <a:gd name="connsiteX123" fmla="*/ 1733550 w 2543175"/>
                <a:gd name="connsiteY123" fmla="*/ 1273969 h 1890712"/>
                <a:gd name="connsiteX124" fmla="*/ 1743075 w 2543175"/>
                <a:gd name="connsiteY124" fmla="*/ 1283494 h 1890712"/>
                <a:gd name="connsiteX125" fmla="*/ 1754982 w 2543175"/>
                <a:gd name="connsiteY125" fmla="*/ 1290637 h 1890712"/>
                <a:gd name="connsiteX126" fmla="*/ 1766888 w 2543175"/>
                <a:gd name="connsiteY126" fmla="*/ 1300162 h 1890712"/>
                <a:gd name="connsiteX127" fmla="*/ 1783557 w 2543175"/>
                <a:gd name="connsiteY127" fmla="*/ 1307306 h 1890712"/>
                <a:gd name="connsiteX128" fmla="*/ 1790700 w 2543175"/>
                <a:gd name="connsiteY128" fmla="*/ 1312069 h 1890712"/>
                <a:gd name="connsiteX129" fmla="*/ 1800225 w 2543175"/>
                <a:gd name="connsiteY129" fmla="*/ 1319212 h 1890712"/>
                <a:gd name="connsiteX130" fmla="*/ 1807369 w 2543175"/>
                <a:gd name="connsiteY130" fmla="*/ 1321594 h 1890712"/>
                <a:gd name="connsiteX131" fmla="*/ 1824038 w 2543175"/>
                <a:gd name="connsiteY131" fmla="*/ 1333500 h 1890712"/>
                <a:gd name="connsiteX132" fmla="*/ 1843088 w 2543175"/>
                <a:gd name="connsiteY132" fmla="*/ 1352550 h 1890712"/>
                <a:gd name="connsiteX133" fmla="*/ 1852613 w 2543175"/>
                <a:gd name="connsiteY133" fmla="*/ 1359694 h 1890712"/>
                <a:gd name="connsiteX134" fmla="*/ 1859757 w 2543175"/>
                <a:gd name="connsiteY134" fmla="*/ 1366837 h 1890712"/>
                <a:gd name="connsiteX135" fmla="*/ 1869282 w 2543175"/>
                <a:gd name="connsiteY135" fmla="*/ 1371600 h 1890712"/>
                <a:gd name="connsiteX136" fmla="*/ 1883569 w 2543175"/>
                <a:gd name="connsiteY136" fmla="*/ 1388269 h 1890712"/>
                <a:gd name="connsiteX137" fmla="*/ 1893094 w 2543175"/>
                <a:gd name="connsiteY137" fmla="*/ 1395412 h 1890712"/>
                <a:gd name="connsiteX138" fmla="*/ 1902619 w 2543175"/>
                <a:gd name="connsiteY138" fmla="*/ 1404937 h 1890712"/>
                <a:gd name="connsiteX139" fmla="*/ 1912144 w 2543175"/>
                <a:gd name="connsiteY139" fmla="*/ 1409700 h 1890712"/>
                <a:gd name="connsiteX140" fmla="*/ 1931194 w 2543175"/>
                <a:gd name="connsiteY140" fmla="*/ 1421606 h 1890712"/>
                <a:gd name="connsiteX141" fmla="*/ 1935957 w 2543175"/>
                <a:gd name="connsiteY141" fmla="*/ 1428750 h 1890712"/>
                <a:gd name="connsiteX142" fmla="*/ 1952625 w 2543175"/>
                <a:gd name="connsiteY142" fmla="*/ 1438275 h 1890712"/>
                <a:gd name="connsiteX143" fmla="*/ 1971675 w 2543175"/>
                <a:gd name="connsiteY143" fmla="*/ 1450181 h 1890712"/>
                <a:gd name="connsiteX144" fmla="*/ 1981200 w 2543175"/>
                <a:gd name="connsiteY144" fmla="*/ 1454944 h 1890712"/>
                <a:gd name="connsiteX145" fmla="*/ 1997869 w 2543175"/>
                <a:gd name="connsiteY145" fmla="*/ 1471612 h 1890712"/>
                <a:gd name="connsiteX146" fmla="*/ 2007394 w 2543175"/>
                <a:gd name="connsiteY146" fmla="*/ 1478756 h 1890712"/>
                <a:gd name="connsiteX147" fmla="*/ 2016919 w 2543175"/>
                <a:gd name="connsiteY147" fmla="*/ 1483519 h 1890712"/>
                <a:gd name="connsiteX148" fmla="*/ 2024063 w 2543175"/>
                <a:gd name="connsiteY148" fmla="*/ 1490662 h 1890712"/>
                <a:gd name="connsiteX149" fmla="*/ 2033588 w 2543175"/>
                <a:gd name="connsiteY149" fmla="*/ 1495425 h 1890712"/>
                <a:gd name="connsiteX150" fmla="*/ 2040732 w 2543175"/>
                <a:gd name="connsiteY150" fmla="*/ 1502569 h 1890712"/>
                <a:gd name="connsiteX151" fmla="*/ 2047875 w 2543175"/>
                <a:gd name="connsiteY151" fmla="*/ 1507331 h 1890712"/>
                <a:gd name="connsiteX152" fmla="*/ 2057400 w 2543175"/>
                <a:gd name="connsiteY152" fmla="*/ 1514475 h 1890712"/>
                <a:gd name="connsiteX153" fmla="*/ 2064544 w 2543175"/>
                <a:gd name="connsiteY153" fmla="*/ 1519237 h 1890712"/>
                <a:gd name="connsiteX154" fmla="*/ 2071688 w 2543175"/>
                <a:gd name="connsiteY154" fmla="*/ 1526381 h 1890712"/>
                <a:gd name="connsiteX155" fmla="*/ 2081213 w 2543175"/>
                <a:gd name="connsiteY155" fmla="*/ 1531144 h 1890712"/>
                <a:gd name="connsiteX156" fmla="*/ 2090738 w 2543175"/>
                <a:gd name="connsiteY156" fmla="*/ 1538287 h 1890712"/>
                <a:gd name="connsiteX157" fmla="*/ 2109788 w 2543175"/>
                <a:gd name="connsiteY157" fmla="*/ 1547812 h 1890712"/>
                <a:gd name="connsiteX158" fmla="*/ 2131219 w 2543175"/>
                <a:gd name="connsiteY158" fmla="*/ 1562100 h 1890712"/>
                <a:gd name="connsiteX159" fmla="*/ 2140744 w 2543175"/>
                <a:gd name="connsiteY159" fmla="*/ 1566862 h 1890712"/>
                <a:gd name="connsiteX160" fmla="*/ 2152650 w 2543175"/>
                <a:gd name="connsiteY160" fmla="*/ 1576387 h 1890712"/>
                <a:gd name="connsiteX161" fmla="*/ 2181225 w 2543175"/>
                <a:gd name="connsiteY161" fmla="*/ 1590675 h 1890712"/>
                <a:gd name="connsiteX162" fmla="*/ 2200275 w 2543175"/>
                <a:gd name="connsiteY162" fmla="*/ 1607344 h 1890712"/>
                <a:gd name="connsiteX163" fmla="*/ 2207419 w 2543175"/>
                <a:gd name="connsiteY163" fmla="*/ 1612106 h 1890712"/>
                <a:gd name="connsiteX164" fmla="*/ 2216944 w 2543175"/>
                <a:gd name="connsiteY164" fmla="*/ 1619250 h 1890712"/>
                <a:gd name="connsiteX165" fmla="*/ 2224088 w 2543175"/>
                <a:gd name="connsiteY165" fmla="*/ 1624012 h 1890712"/>
                <a:gd name="connsiteX166" fmla="*/ 2247900 w 2543175"/>
                <a:gd name="connsiteY166" fmla="*/ 1643062 h 1890712"/>
                <a:gd name="connsiteX167" fmla="*/ 2255044 w 2543175"/>
                <a:gd name="connsiteY167" fmla="*/ 1650206 h 1890712"/>
                <a:gd name="connsiteX168" fmla="*/ 2281238 w 2543175"/>
                <a:gd name="connsiteY168" fmla="*/ 1664494 h 1890712"/>
                <a:gd name="connsiteX169" fmla="*/ 2297907 w 2543175"/>
                <a:gd name="connsiteY169" fmla="*/ 1674019 h 1890712"/>
                <a:gd name="connsiteX170" fmla="*/ 2305050 w 2543175"/>
                <a:gd name="connsiteY170" fmla="*/ 1678781 h 1890712"/>
                <a:gd name="connsiteX171" fmla="*/ 2312194 w 2543175"/>
                <a:gd name="connsiteY171" fmla="*/ 1685925 h 1890712"/>
                <a:gd name="connsiteX172" fmla="*/ 2321719 w 2543175"/>
                <a:gd name="connsiteY172" fmla="*/ 1690687 h 1890712"/>
                <a:gd name="connsiteX173" fmla="*/ 2328863 w 2543175"/>
                <a:gd name="connsiteY173" fmla="*/ 1697831 h 1890712"/>
                <a:gd name="connsiteX174" fmla="*/ 2350294 w 2543175"/>
                <a:gd name="connsiteY174" fmla="*/ 1712119 h 1890712"/>
                <a:gd name="connsiteX175" fmla="*/ 2359819 w 2543175"/>
                <a:gd name="connsiteY175" fmla="*/ 1719262 h 1890712"/>
                <a:gd name="connsiteX176" fmla="*/ 2369344 w 2543175"/>
                <a:gd name="connsiteY176" fmla="*/ 1724025 h 1890712"/>
                <a:gd name="connsiteX177" fmla="*/ 2376488 w 2543175"/>
                <a:gd name="connsiteY177" fmla="*/ 1731169 h 1890712"/>
                <a:gd name="connsiteX178" fmla="*/ 2402682 w 2543175"/>
                <a:gd name="connsiteY178" fmla="*/ 1747837 h 1890712"/>
                <a:gd name="connsiteX179" fmla="*/ 2428876 w 2543175"/>
                <a:gd name="connsiteY179" fmla="*/ 1785938 h 1890712"/>
                <a:gd name="connsiteX180" fmla="*/ 2466975 w 2543175"/>
                <a:gd name="connsiteY180" fmla="*/ 1783556 h 1890712"/>
                <a:gd name="connsiteX181" fmla="*/ 2481263 w 2543175"/>
                <a:gd name="connsiteY181" fmla="*/ 1795462 h 1890712"/>
                <a:gd name="connsiteX182" fmla="*/ 2486025 w 2543175"/>
                <a:gd name="connsiteY182" fmla="*/ 1802606 h 1890712"/>
                <a:gd name="connsiteX183" fmla="*/ 2493169 w 2543175"/>
                <a:gd name="connsiteY183" fmla="*/ 1807369 h 1890712"/>
                <a:gd name="connsiteX184" fmla="*/ 2495550 w 2543175"/>
                <a:gd name="connsiteY184" fmla="*/ 1816894 h 1890712"/>
                <a:gd name="connsiteX185" fmla="*/ 2497932 w 2543175"/>
                <a:gd name="connsiteY185" fmla="*/ 1824037 h 1890712"/>
                <a:gd name="connsiteX186" fmla="*/ 2514600 w 2543175"/>
                <a:gd name="connsiteY186" fmla="*/ 1850231 h 1890712"/>
                <a:gd name="connsiteX187" fmla="*/ 2519363 w 2543175"/>
                <a:gd name="connsiteY187" fmla="*/ 1857375 h 1890712"/>
                <a:gd name="connsiteX188" fmla="*/ 2540794 w 2543175"/>
                <a:gd name="connsiteY188" fmla="*/ 1883569 h 1890712"/>
                <a:gd name="connsiteX189" fmla="*/ 2543175 w 2543175"/>
                <a:gd name="connsiteY189" fmla="*/ 1890712 h 1890712"/>
                <a:gd name="connsiteX0" fmla="*/ 0 w 2543175"/>
                <a:gd name="connsiteY0" fmla="*/ 0 h 1890712"/>
                <a:gd name="connsiteX1" fmla="*/ 11907 w 2543175"/>
                <a:gd name="connsiteY1" fmla="*/ 11906 h 1890712"/>
                <a:gd name="connsiteX2" fmla="*/ 21432 w 2543175"/>
                <a:gd name="connsiteY2" fmla="*/ 16669 h 1890712"/>
                <a:gd name="connsiteX3" fmla="*/ 23813 w 2543175"/>
                <a:gd name="connsiteY3" fmla="*/ 23812 h 1890712"/>
                <a:gd name="connsiteX4" fmla="*/ 33338 w 2543175"/>
                <a:gd name="connsiteY4" fmla="*/ 33337 h 1890712"/>
                <a:gd name="connsiteX5" fmla="*/ 40482 w 2543175"/>
                <a:gd name="connsiteY5" fmla="*/ 42862 h 1890712"/>
                <a:gd name="connsiteX6" fmla="*/ 47625 w 2543175"/>
                <a:gd name="connsiteY6" fmla="*/ 47625 h 1890712"/>
                <a:gd name="connsiteX7" fmla="*/ 57150 w 2543175"/>
                <a:gd name="connsiteY7" fmla="*/ 54769 h 1890712"/>
                <a:gd name="connsiteX8" fmla="*/ 64294 w 2543175"/>
                <a:gd name="connsiteY8" fmla="*/ 59531 h 1890712"/>
                <a:gd name="connsiteX9" fmla="*/ 83344 w 2543175"/>
                <a:gd name="connsiteY9" fmla="*/ 73819 h 1890712"/>
                <a:gd name="connsiteX10" fmla="*/ 97632 w 2543175"/>
                <a:gd name="connsiteY10" fmla="*/ 80962 h 1890712"/>
                <a:gd name="connsiteX11" fmla="*/ 104775 w 2543175"/>
                <a:gd name="connsiteY11" fmla="*/ 85725 h 1890712"/>
                <a:gd name="connsiteX12" fmla="*/ 114300 w 2543175"/>
                <a:gd name="connsiteY12" fmla="*/ 95250 h 1890712"/>
                <a:gd name="connsiteX13" fmla="*/ 123825 w 2543175"/>
                <a:gd name="connsiteY13" fmla="*/ 97631 h 1890712"/>
                <a:gd name="connsiteX14" fmla="*/ 130969 w 2543175"/>
                <a:gd name="connsiteY14" fmla="*/ 104775 h 1890712"/>
                <a:gd name="connsiteX15" fmla="*/ 140494 w 2543175"/>
                <a:gd name="connsiteY15" fmla="*/ 111919 h 1890712"/>
                <a:gd name="connsiteX16" fmla="*/ 147638 w 2543175"/>
                <a:gd name="connsiteY16" fmla="*/ 116681 h 1890712"/>
                <a:gd name="connsiteX17" fmla="*/ 164307 w 2543175"/>
                <a:gd name="connsiteY17" fmla="*/ 128587 h 1890712"/>
                <a:gd name="connsiteX18" fmla="*/ 180975 w 2543175"/>
                <a:gd name="connsiteY18" fmla="*/ 140494 h 1890712"/>
                <a:gd name="connsiteX19" fmla="*/ 197644 w 2543175"/>
                <a:gd name="connsiteY19" fmla="*/ 152400 h 1890712"/>
                <a:gd name="connsiteX20" fmla="*/ 204788 w 2543175"/>
                <a:gd name="connsiteY20" fmla="*/ 157162 h 1890712"/>
                <a:gd name="connsiteX21" fmla="*/ 214313 w 2543175"/>
                <a:gd name="connsiteY21" fmla="*/ 164306 h 1890712"/>
                <a:gd name="connsiteX22" fmla="*/ 230982 w 2543175"/>
                <a:gd name="connsiteY22" fmla="*/ 180975 h 1890712"/>
                <a:gd name="connsiteX23" fmla="*/ 247650 w 2543175"/>
                <a:gd name="connsiteY23" fmla="*/ 185737 h 1890712"/>
                <a:gd name="connsiteX24" fmla="*/ 259557 w 2543175"/>
                <a:gd name="connsiteY24" fmla="*/ 188119 h 1890712"/>
                <a:gd name="connsiteX25" fmla="*/ 266700 w 2543175"/>
                <a:gd name="connsiteY25" fmla="*/ 190500 h 1890712"/>
                <a:gd name="connsiteX26" fmla="*/ 283369 w 2543175"/>
                <a:gd name="connsiteY26" fmla="*/ 192881 h 1890712"/>
                <a:gd name="connsiteX27" fmla="*/ 302419 w 2543175"/>
                <a:gd name="connsiteY27" fmla="*/ 204787 h 1890712"/>
                <a:gd name="connsiteX28" fmla="*/ 309563 w 2543175"/>
                <a:gd name="connsiteY28" fmla="*/ 209550 h 1890712"/>
                <a:gd name="connsiteX29" fmla="*/ 319088 w 2543175"/>
                <a:gd name="connsiteY29" fmla="*/ 219075 h 1890712"/>
                <a:gd name="connsiteX30" fmla="*/ 333375 w 2543175"/>
                <a:gd name="connsiteY30" fmla="*/ 228600 h 1890712"/>
                <a:gd name="connsiteX31" fmla="*/ 340519 w 2543175"/>
                <a:gd name="connsiteY31" fmla="*/ 233362 h 1890712"/>
                <a:gd name="connsiteX32" fmla="*/ 354807 w 2543175"/>
                <a:gd name="connsiteY32" fmla="*/ 247650 h 1890712"/>
                <a:gd name="connsiteX33" fmla="*/ 366713 w 2543175"/>
                <a:gd name="connsiteY33" fmla="*/ 264319 h 1890712"/>
                <a:gd name="connsiteX34" fmla="*/ 371475 w 2543175"/>
                <a:gd name="connsiteY34" fmla="*/ 271462 h 1890712"/>
                <a:gd name="connsiteX35" fmla="*/ 378619 w 2543175"/>
                <a:gd name="connsiteY35" fmla="*/ 276225 h 1890712"/>
                <a:gd name="connsiteX36" fmla="*/ 385763 w 2543175"/>
                <a:gd name="connsiteY36" fmla="*/ 283369 h 1890712"/>
                <a:gd name="connsiteX37" fmla="*/ 395288 w 2543175"/>
                <a:gd name="connsiteY37" fmla="*/ 288131 h 1890712"/>
                <a:gd name="connsiteX38" fmla="*/ 404813 w 2543175"/>
                <a:gd name="connsiteY38" fmla="*/ 295275 h 1890712"/>
                <a:gd name="connsiteX39" fmla="*/ 411957 w 2543175"/>
                <a:gd name="connsiteY39" fmla="*/ 297656 h 1890712"/>
                <a:gd name="connsiteX40" fmla="*/ 421482 w 2543175"/>
                <a:gd name="connsiteY40" fmla="*/ 302419 h 1890712"/>
                <a:gd name="connsiteX41" fmla="*/ 447675 w 2543175"/>
                <a:gd name="connsiteY41" fmla="*/ 307181 h 1890712"/>
                <a:gd name="connsiteX42" fmla="*/ 461963 w 2543175"/>
                <a:gd name="connsiteY42" fmla="*/ 321469 h 1890712"/>
                <a:gd name="connsiteX43" fmla="*/ 466725 w 2543175"/>
                <a:gd name="connsiteY43" fmla="*/ 328612 h 1890712"/>
                <a:gd name="connsiteX44" fmla="*/ 476250 w 2543175"/>
                <a:gd name="connsiteY44" fmla="*/ 335756 h 1890712"/>
                <a:gd name="connsiteX45" fmla="*/ 481013 w 2543175"/>
                <a:gd name="connsiteY45" fmla="*/ 342900 h 1890712"/>
                <a:gd name="connsiteX46" fmla="*/ 490538 w 2543175"/>
                <a:gd name="connsiteY46" fmla="*/ 352425 h 1890712"/>
                <a:gd name="connsiteX47" fmla="*/ 495300 w 2543175"/>
                <a:gd name="connsiteY47" fmla="*/ 359569 h 1890712"/>
                <a:gd name="connsiteX48" fmla="*/ 509588 w 2543175"/>
                <a:gd name="connsiteY48" fmla="*/ 376237 h 1890712"/>
                <a:gd name="connsiteX49" fmla="*/ 514350 w 2543175"/>
                <a:gd name="connsiteY49" fmla="*/ 383381 h 1890712"/>
                <a:gd name="connsiteX50" fmla="*/ 531019 w 2543175"/>
                <a:gd name="connsiteY50" fmla="*/ 397669 h 1890712"/>
                <a:gd name="connsiteX51" fmla="*/ 538163 w 2543175"/>
                <a:gd name="connsiteY51" fmla="*/ 407194 h 1890712"/>
                <a:gd name="connsiteX52" fmla="*/ 554832 w 2543175"/>
                <a:gd name="connsiteY52" fmla="*/ 421481 h 1890712"/>
                <a:gd name="connsiteX53" fmla="*/ 564357 w 2543175"/>
                <a:gd name="connsiteY53" fmla="*/ 431006 h 1890712"/>
                <a:gd name="connsiteX54" fmla="*/ 573882 w 2543175"/>
                <a:gd name="connsiteY54" fmla="*/ 438150 h 1890712"/>
                <a:gd name="connsiteX55" fmla="*/ 595313 w 2543175"/>
                <a:gd name="connsiteY55" fmla="*/ 454819 h 1890712"/>
                <a:gd name="connsiteX56" fmla="*/ 602457 w 2543175"/>
                <a:gd name="connsiteY56" fmla="*/ 457200 h 1890712"/>
                <a:gd name="connsiteX57" fmla="*/ 628650 w 2543175"/>
                <a:gd name="connsiteY57" fmla="*/ 469106 h 1890712"/>
                <a:gd name="connsiteX58" fmla="*/ 645319 w 2543175"/>
                <a:gd name="connsiteY58" fmla="*/ 483394 h 1890712"/>
                <a:gd name="connsiteX59" fmla="*/ 654844 w 2543175"/>
                <a:gd name="connsiteY59" fmla="*/ 488156 h 1890712"/>
                <a:gd name="connsiteX60" fmla="*/ 661988 w 2543175"/>
                <a:gd name="connsiteY60" fmla="*/ 497681 h 1890712"/>
                <a:gd name="connsiteX61" fmla="*/ 683419 w 2543175"/>
                <a:gd name="connsiteY61" fmla="*/ 514350 h 1890712"/>
                <a:gd name="connsiteX62" fmla="*/ 700088 w 2543175"/>
                <a:gd name="connsiteY62" fmla="*/ 526256 h 1890712"/>
                <a:gd name="connsiteX63" fmla="*/ 709613 w 2543175"/>
                <a:gd name="connsiteY63" fmla="*/ 535781 h 1890712"/>
                <a:gd name="connsiteX64" fmla="*/ 719138 w 2543175"/>
                <a:gd name="connsiteY64" fmla="*/ 542925 h 1890712"/>
                <a:gd name="connsiteX65" fmla="*/ 733425 w 2543175"/>
                <a:gd name="connsiteY65" fmla="*/ 557212 h 1890712"/>
                <a:gd name="connsiteX66" fmla="*/ 750094 w 2543175"/>
                <a:gd name="connsiteY66" fmla="*/ 569119 h 1890712"/>
                <a:gd name="connsiteX67" fmla="*/ 769144 w 2543175"/>
                <a:gd name="connsiteY67" fmla="*/ 581025 h 1890712"/>
                <a:gd name="connsiteX68" fmla="*/ 785813 w 2543175"/>
                <a:gd name="connsiteY68" fmla="*/ 590550 h 1890712"/>
                <a:gd name="connsiteX69" fmla="*/ 792957 w 2543175"/>
                <a:gd name="connsiteY69" fmla="*/ 600075 h 1890712"/>
                <a:gd name="connsiteX70" fmla="*/ 809625 w 2543175"/>
                <a:gd name="connsiteY70" fmla="*/ 611981 h 1890712"/>
                <a:gd name="connsiteX71" fmla="*/ 816769 w 2543175"/>
                <a:gd name="connsiteY71" fmla="*/ 619125 h 1890712"/>
                <a:gd name="connsiteX72" fmla="*/ 826294 w 2543175"/>
                <a:gd name="connsiteY72" fmla="*/ 626269 h 1890712"/>
                <a:gd name="connsiteX73" fmla="*/ 840582 w 2543175"/>
                <a:gd name="connsiteY73" fmla="*/ 638175 h 1890712"/>
                <a:gd name="connsiteX74" fmla="*/ 847725 w 2543175"/>
                <a:gd name="connsiteY74" fmla="*/ 645319 h 1890712"/>
                <a:gd name="connsiteX75" fmla="*/ 857250 w 2543175"/>
                <a:gd name="connsiteY75" fmla="*/ 652462 h 1890712"/>
                <a:gd name="connsiteX76" fmla="*/ 864394 w 2543175"/>
                <a:gd name="connsiteY76" fmla="*/ 657225 h 1890712"/>
                <a:gd name="connsiteX77" fmla="*/ 888207 w 2543175"/>
                <a:gd name="connsiteY77" fmla="*/ 676275 h 1890712"/>
                <a:gd name="connsiteX78" fmla="*/ 895350 w 2543175"/>
                <a:gd name="connsiteY78" fmla="*/ 681037 h 1890712"/>
                <a:gd name="connsiteX79" fmla="*/ 907257 w 2543175"/>
                <a:gd name="connsiteY79" fmla="*/ 683419 h 1890712"/>
                <a:gd name="connsiteX80" fmla="*/ 928688 w 2543175"/>
                <a:gd name="connsiteY80" fmla="*/ 695325 h 1890712"/>
                <a:gd name="connsiteX81" fmla="*/ 942975 w 2543175"/>
                <a:gd name="connsiteY81" fmla="*/ 700087 h 1890712"/>
                <a:gd name="connsiteX82" fmla="*/ 964407 w 2543175"/>
                <a:gd name="connsiteY82" fmla="*/ 716756 h 1890712"/>
                <a:gd name="connsiteX83" fmla="*/ 971550 w 2543175"/>
                <a:gd name="connsiteY83" fmla="*/ 723900 h 1890712"/>
                <a:gd name="connsiteX84" fmla="*/ 983457 w 2543175"/>
                <a:gd name="connsiteY84" fmla="*/ 733425 h 1890712"/>
                <a:gd name="connsiteX85" fmla="*/ 990600 w 2543175"/>
                <a:gd name="connsiteY85" fmla="*/ 738187 h 1890712"/>
                <a:gd name="connsiteX86" fmla="*/ 1007269 w 2543175"/>
                <a:gd name="connsiteY86" fmla="*/ 752475 h 1890712"/>
                <a:gd name="connsiteX87" fmla="*/ 1031082 w 2543175"/>
                <a:gd name="connsiteY87" fmla="*/ 766762 h 1890712"/>
                <a:gd name="connsiteX88" fmla="*/ 1042988 w 2543175"/>
                <a:gd name="connsiteY88" fmla="*/ 773906 h 1890712"/>
                <a:gd name="connsiteX89" fmla="*/ 1071563 w 2543175"/>
                <a:gd name="connsiteY89" fmla="*/ 785812 h 1890712"/>
                <a:gd name="connsiteX90" fmla="*/ 1097757 w 2543175"/>
                <a:gd name="connsiteY90" fmla="*/ 807244 h 1890712"/>
                <a:gd name="connsiteX91" fmla="*/ 1104900 w 2543175"/>
                <a:gd name="connsiteY91" fmla="*/ 814387 h 1890712"/>
                <a:gd name="connsiteX92" fmla="*/ 1121569 w 2543175"/>
                <a:gd name="connsiteY92" fmla="*/ 823912 h 1890712"/>
                <a:gd name="connsiteX93" fmla="*/ 1138238 w 2543175"/>
                <a:gd name="connsiteY93" fmla="*/ 835819 h 1890712"/>
                <a:gd name="connsiteX94" fmla="*/ 1147763 w 2543175"/>
                <a:gd name="connsiteY94" fmla="*/ 842962 h 1890712"/>
                <a:gd name="connsiteX95" fmla="*/ 1157288 w 2543175"/>
                <a:gd name="connsiteY95" fmla="*/ 847725 h 1890712"/>
                <a:gd name="connsiteX96" fmla="*/ 1178719 w 2543175"/>
                <a:gd name="connsiteY96" fmla="*/ 859631 h 1890712"/>
                <a:gd name="connsiteX97" fmla="*/ 1188244 w 2543175"/>
                <a:gd name="connsiteY97" fmla="*/ 866775 h 1890712"/>
                <a:gd name="connsiteX98" fmla="*/ 1195388 w 2543175"/>
                <a:gd name="connsiteY98" fmla="*/ 871537 h 1890712"/>
                <a:gd name="connsiteX99" fmla="*/ 1212057 w 2543175"/>
                <a:gd name="connsiteY99" fmla="*/ 883444 h 1890712"/>
                <a:gd name="connsiteX100" fmla="*/ 1226344 w 2543175"/>
                <a:gd name="connsiteY100" fmla="*/ 895350 h 1890712"/>
                <a:gd name="connsiteX101" fmla="*/ 1245394 w 2543175"/>
                <a:gd name="connsiteY101" fmla="*/ 907256 h 1890712"/>
                <a:gd name="connsiteX102" fmla="*/ 1254919 w 2543175"/>
                <a:gd name="connsiteY102" fmla="*/ 914400 h 1890712"/>
                <a:gd name="connsiteX103" fmla="*/ 1269207 w 2543175"/>
                <a:gd name="connsiteY103" fmla="*/ 921544 h 1890712"/>
                <a:gd name="connsiteX104" fmla="*/ 1290638 w 2543175"/>
                <a:gd name="connsiteY104" fmla="*/ 935831 h 1890712"/>
                <a:gd name="connsiteX105" fmla="*/ 1307307 w 2543175"/>
                <a:gd name="connsiteY105" fmla="*/ 952500 h 1890712"/>
                <a:gd name="connsiteX106" fmla="*/ 1333500 w 2543175"/>
                <a:gd name="connsiteY106" fmla="*/ 971550 h 1890712"/>
                <a:gd name="connsiteX107" fmla="*/ 1359694 w 2543175"/>
                <a:gd name="connsiteY107" fmla="*/ 990600 h 1890712"/>
                <a:gd name="connsiteX108" fmla="*/ 1373982 w 2543175"/>
                <a:gd name="connsiteY108" fmla="*/ 997744 h 1890712"/>
                <a:gd name="connsiteX109" fmla="*/ 1388269 w 2543175"/>
                <a:gd name="connsiteY109" fmla="*/ 1007269 h 1890712"/>
                <a:gd name="connsiteX110" fmla="*/ 1414463 w 2543175"/>
                <a:gd name="connsiteY110" fmla="*/ 1019175 h 1890712"/>
                <a:gd name="connsiteX111" fmla="*/ 1428750 w 2543175"/>
                <a:gd name="connsiteY111" fmla="*/ 1026319 h 1890712"/>
                <a:gd name="connsiteX112" fmla="*/ 1471613 w 2543175"/>
                <a:gd name="connsiteY112" fmla="*/ 1059656 h 1890712"/>
                <a:gd name="connsiteX113" fmla="*/ 1495425 w 2543175"/>
                <a:gd name="connsiteY113" fmla="*/ 1088231 h 1890712"/>
                <a:gd name="connsiteX114" fmla="*/ 1547812 w 2543175"/>
                <a:gd name="connsiteY114" fmla="*/ 1133475 h 1890712"/>
                <a:gd name="connsiteX115" fmla="*/ 1597819 w 2543175"/>
                <a:gd name="connsiteY115" fmla="*/ 1154906 h 1890712"/>
                <a:gd name="connsiteX116" fmla="*/ 1604963 w 2543175"/>
                <a:gd name="connsiteY116" fmla="*/ 1162050 h 1890712"/>
                <a:gd name="connsiteX117" fmla="*/ 1612107 w 2543175"/>
                <a:gd name="connsiteY117" fmla="*/ 1166812 h 1890712"/>
                <a:gd name="connsiteX118" fmla="*/ 1628775 w 2543175"/>
                <a:gd name="connsiteY118" fmla="*/ 1183481 h 1890712"/>
                <a:gd name="connsiteX119" fmla="*/ 1662113 w 2543175"/>
                <a:gd name="connsiteY119" fmla="*/ 1209675 h 1890712"/>
                <a:gd name="connsiteX120" fmla="*/ 1678782 w 2543175"/>
                <a:gd name="connsiteY120" fmla="*/ 1226344 h 1890712"/>
                <a:gd name="connsiteX121" fmla="*/ 1700213 w 2543175"/>
                <a:gd name="connsiteY121" fmla="*/ 1247775 h 1890712"/>
                <a:gd name="connsiteX122" fmla="*/ 1712119 w 2543175"/>
                <a:gd name="connsiteY122" fmla="*/ 1259681 h 1890712"/>
                <a:gd name="connsiteX123" fmla="*/ 1733550 w 2543175"/>
                <a:gd name="connsiteY123" fmla="*/ 1273969 h 1890712"/>
                <a:gd name="connsiteX124" fmla="*/ 1743075 w 2543175"/>
                <a:gd name="connsiteY124" fmla="*/ 1283494 h 1890712"/>
                <a:gd name="connsiteX125" fmla="*/ 1754982 w 2543175"/>
                <a:gd name="connsiteY125" fmla="*/ 1290637 h 1890712"/>
                <a:gd name="connsiteX126" fmla="*/ 1766888 w 2543175"/>
                <a:gd name="connsiteY126" fmla="*/ 1300162 h 1890712"/>
                <a:gd name="connsiteX127" fmla="*/ 1783557 w 2543175"/>
                <a:gd name="connsiteY127" fmla="*/ 1307306 h 1890712"/>
                <a:gd name="connsiteX128" fmla="*/ 1790700 w 2543175"/>
                <a:gd name="connsiteY128" fmla="*/ 1312069 h 1890712"/>
                <a:gd name="connsiteX129" fmla="*/ 1800225 w 2543175"/>
                <a:gd name="connsiteY129" fmla="*/ 1319212 h 1890712"/>
                <a:gd name="connsiteX130" fmla="*/ 1807369 w 2543175"/>
                <a:gd name="connsiteY130" fmla="*/ 1321594 h 1890712"/>
                <a:gd name="connsiteX131" fmla="*/ 1824038 w 2543175"/>
                <a:gd name="connsiteY131" fmla="*/ 1333500 h 1890712"/>
                <a:gd name="connsiteX132" fmla="*/ 1843088 w 2543175"/>
                <a:gd name="connsiteY132" fmla="*/ 1352550 h 1890712"/>
                <a:gd name="connsiteX133" fmla="*/ 1852613 w 2543175"/>
                <a:gd name="connsiteY133" fmla="*/ 1359694 h 1890712"/>
                <a:gd name="connsiteX134" fmla="*/ 1859757 w 2543175"/>
                <a:gd name="connsiteY134" fmla="*/ 1366837 h 1890712"/>
                <a:gd name="connsiteX135" fmla="*/ 1869282 w 2543175"/>
                <a:gd name="connsiteY135" fmla="*/ 1371600 h 1890712"/>
                <a:gd name="connsiteX136" fmla="*/ 1883569 w 2543175"/>
                <a:gd name="connsiteY136" fmla="*/ 1388269 h 1890712"/>
                <a:gd name="connsiteX137" fmla="*/ 1893094 w 2543175"/>
                <a:gd name="connsiteY137" fmla="*/ 1395412 h 1890712"/>
                <a:gd name="connsiteX138" fmla="*/ 1902619 w 2543175"/>
                <a:gd name="connsiteY138" fmla="*/ 1404937 h 1890712"/>
                <a:gd name="connsiteX139" fmla="*/ 1912144 w 2543175"/>
                <a:gd name="connsiteY139" fmla="*/ 1409700 h 1890712"/>
                <a:gd name="connsiteX140" fmla="*/ 1931194 w 2543175"/>
                <a:gd name="connsiteY140" fmla="*/ 1421606 h 1890712"/>
                <a:gd name="connsiteX141" fmla="*/ 1935957 w 2543175"/>
                <a:gd name="connsiteY141" fmla="*/ 1428750 h 1890712"/>
                <a:gd name="connsiteX142" fmla="*/ 1952625 w 2543175"/>
                <a:gd name="connsiteY142" fmla="*/ 1438275 h 1890712"/>
                <a:gd name="connsiteX143" fmla="*/ 1971675 w 2543175"/>
                <a:gd name="connsiteY143" fmla="*/ 1450181 h 1890712"/>
                <a:gd name="connsiteX144" fmla="*/ 1981200 w 2543175"/>
                <a:gd name="connsiteY144" fmla="*/ 1454944 h 1890712"/>
                <a:gd name="connsiteX145" fmla="*/ 1997869 w 2543175"/>
                <a:gd name="connsiteY145" fmla="*/ 1471612 h 1890712"/>
                <a:gd name="connsiteX146" fmla="*/ 2007394 w 2543175"/>
                <a:gd name="connsiteY146" fmla="*/ 1478756 h 1890712"/>
                <a:gd name="connsiteX147" fmla="*/ 2016919 w 2543175"/>
                <a:gd name="connsiteY147" fmla="*/ 1483519 h 1890712"/>
                <a:gd name="connsiteX148" fmla="*/ 2024063 w 2543175"/>
                <a:gd name="connsiteY148" fmla="*/ 1490662 h 1890712"/>
                <a:gd name="connsiteX149" fmla="*/ 2033588 w 2543175"/>
                <a:gd name="connsiteY149" fmla="*/ 1495425 h 1890712"/>
                <a:gd name="connsiteX150" fmla="*/ 2040732 w 2543175"/>
                <a:gd name="connsiteY150" fmla="*/ 1502569 h 1890712"/>
                <a:gd name="connsiteX151" fmla="*/ 2047875 w 2543175"/>
                <a:gd name="connsiteY151" fmla="*/ 1507331 h 1890712"/>
                <a:gd name="connsiteX152" fmla="*/ 2057400 w 2543175"/>
                <a:gd name="connsiteY152" fmla="*/ 1514475 h 1890712"/>
                <a:gd name="connsiteX153" fmla="*/ 2064544 w 2543175"/>
                <a:gd name="connsiteY153" fmla="*/ 1519237 h 1890712"/>
                <a:gd name="connsiteX154" fmla="*/ 2071688 w 2543175"/>
                <a:gd name="connsiteY154" fmla="*/ 1526381 h 1890712"/>
                <a:gd name="connsiteX155" fmla="*/ 2081213 w 2543175"/>
                <a:gd name="connsiteY155" fmla="*/ 1531144 h 1890712"/>
                <a:gd name="connsiteX156" fmla="*/ 2090738 w 2543175"/>
                <a:gd name="connsiteY156" fmla="*/ 1538287 h 1890712"/>
                <a:gd name="connsiteX157" fmla="*/ 2109788 w 2543175"/>
                <a:gd name="connsiteY157" fmla="*/ 1547812 h 1890712"/>
                <a:gd name="connsiteX158" fmla="*/ 2131219 w 2543175"/>
                <a:gd name="connsiteY158" fmla="*/ 1562100 h 1890712"/>
                <a:gd name="connsiteX159" fmla="*/ 2140744 w 2543175"/>
                <a:gd name="connsiteY159" fmla="*/ 1566862 h 1890712"/>
                <a:gd name="connsiteX160" fmla="*/ 2152650 w 2543175"/>
                <a:gd name="connsiteY160" fmla="*/ 1576387 h 1890712"/>
                <a:gd name="connsiteX161" fmla="*/ 2181225 w 2543175"/>
                <a:gd name="connsiteY161" fmla="*/ 1590675 h 1890712"/>
                <a:gd name="connsiteX162" fmla="*/ 2200275 w 2543175"/>
                <a:gd name="connsiteY162" fmla="*/ 1607344 h 1890712"/>
                <a:gd name="connsiteX163" fmla="*/ 2207419 w 2543175"/>
                <a:gd name="connsiteY163" fmla="*/ 1612106 h 1890712"/>
                <a:gd name="connsiteX164" fmla="*/ 2216944 w 2543175"/>
                <a:gd name="connsiteY164" fmla="*/ 1619250 h 1890712"/>
                <a:gd name="connsiteX165" fmla="*/ 2224088 w 2543175"/>
                <a:gd name="connsiteY165" fmla="*/ 1624012 h 1890712"/>
                <a:gd name="connsiteX166" fmla="*/ 2247900 w 2543175"/>
                <a:gd name="connsiteY166" fmla="*/ 1643062 h 1890712"/>
                <a:gd name="connsiteX167" fmla="*/ 2255044 w 2543175"/>
                <a:gd name="connsiteY167" fmla="*/ 1650206 h 1890712"/>
                <a:gd name="connsiteX168" fmla="*/ 2281238 w 2543175"/>
                <a:gd name="connsiteY168" fmla="*/ 1664494 h 1890712"/>
                <a:gd name="connsiteX169" fmla="*/ 2297907 w 2543175"/>
                <a:gd name="connsiteY169" fmla="*/ 1674019 h 1890712"/>
                <a:gd name="connsiteX170" fmla="*/ 2305050 w 2543175"/>
                <a:gd name="connsiteY170" fmla="*/ 1678781 h 1890712"/>
                <a:gd name="connsiteX171" fmla="*/ 2312194 w 2543175"/>
                <a:gd name="connsiteY171" fmla="*/ 1685925 h 1890712"/>
                <a:gd name="connsiteX172" fmla="*/ 2321719 w 2543175"/>
                <a:gd name="connsiteY172" fmla="*/ 1690687 h 1890712"/>
                <a:gd name="connsiteX173" fmla="*/ 2328863 w 2543175"/>
                <a:gd name="connsiteY173" fmla="*/ 1697831 h 1890712"/>
                <a:gd name="connsiteX174" fmla="*/ 2350294 w 2543175"/>
                <a:gd name="connsiteY174" fmla="*/ 1712119 h 1890712"/>
                <a:gd name="connsiteX175" fmla="*/ 2359819 w 2543175"/>
                <a:gd name="connsiteY175" fmla="*/ 1719262 h 1890712"/>
                <a:gd name="connsiteX176" fmla="*/ 2369344 w 2543175"/>
                <a:gd name="connsiteY176" fmla="*/ 1724025 h 1890712"/>
                <a:gd name="connsiteX177" fmla="*/ 2376488 w 2543175"/>
                <a:gd name="connsiteY177" fmla="*/ 1731169 h 1890712"/>
                <a:gd name="connsiteX178" fmla="*/ 2428876 w 2543175"/>
                <a:gd name="connsiteY178" fmla="*/ 1785938 h 1890712"/>
                <a:gd name="connsiteX179" fmla="*/ 2466975 w 2543175"/>
                <a:gd name="connsiteY179" fmla="*/ 1783556 h 1890712"/>
                <a:gd name="connsiteX180" fmla="*/ 2481263 w 2543175"/>
                <a:gd name="connsiteY180" fmla="*/ 1795462 h 1890712"/>
                <a:gd name="connsiteX181" fmla="*/ 2486025 w 2543175"/>
                <a:gd name="connsiteY181" fmla="*/ 1802606 h 1890712"/>
                <a:gd name="connsiteX182" fmla="*/ 2493169 w 2543175"/>
                <a:gd name="connsiteY182" fmla="*/ 1807369 h 1890712"/>
                <a:gd name="connsiteX183" fmla="*/ 2495550 w 2543175"/>
                <a:gd name="connsiteY183" fmla="*/ 1816894 h 1890712"/>
                <a:gd name="connsiteX184" fmla="*/ 2497932 w 2543175"/>
                <a:gd name="connsiteY184" fmla="*/ 1824037 h 1890712"/>
                <a:gd name="connsiteX185" fmla="*/ 2514600 w 2543175"/>
                <a:gd name="connsiteY185" fmla="*/ 1850231 h 1890712"/>
                <a:gd name="connsiteX186" fmla="*/ 2519363 w 2543175"/>
                <a:gd name="connsiteY186" fmla="*/ 1857375 h 1890712"/>
                <a:gd name="connsiteX187" fmla="*/ 2540794 w 2543175"/>
                <a:gd name="connsiteY187" fmla="*/ 1883569 h 1890712"/>
                <a:gd name="connsiteX188" fmla="*/ 2543175 w 2543175"/>
                <a:gd name="connsiteY188" fmla="*/ 1890712 h 1890712"/>
                <a:gd name="connsiteX0" fmla="*/ 0 w 2543175"/>
                <a:gd name="connsiteY0" fmla="*/ 0 h 1890712"/>
                <a:gd name="connsiteX1" fmla="*/ 11907 w 2543175"/>
                <a:gd name="connsiteY1" fmla="*/ 11906 h 1890712"/>
                <a:gd name="connsiteX2" fmla="*/ 21432 w 2543175"/>
                <a:gd name="connsiteY2" fmla="*/ 16669 h 1890712"/>
                <a:gd name="connsiteX3" fmla="*/ 23813 w 2543175"/>
                <a:gd name="connsiteY3" fmla="*/ 23812 h 1890712"/>
                <a:gd name="connsiteX4" fmla="*/ 33338 w 2543175"/>
                <a:gd name="connsiteY4" fmla="*/ 33337 h 1890712"/>
                <a:gd name="connsiteX5" fmla="*/ 40482 w 2543175"/>
                <a:gd name="connsiteY5" fmla="*/ 42862 h 1890712"/>
                <a:gd name="connsiteX6" fmla="*/ 47625 w 2543175"/>
                <a:gd name="connsiteY6" fmla="*/ 47625 h 1890712"/>
                <a:gd name="connsiteX7" fmla="*/ 57150 w 2543175"/>
                <a:gd name="connsiteY7" fmla="*/ 54769 h 1890712"/>
                <a:gd name="connsiteX8" fmla="*/ 64294 w 2543175"/>
                <a:gd name="connsiteY8" fmla="*/ 59531 h 1890712"/>
                <a:gd name="connsiteX9" fmla="*/ 83344 w 2543175"/>
                <a:gd name="connsiteY9" fmla="*/ 73819 h 1890712"/>
                <a:gd name="connsiteX10" fmla="*/ 97632 w 2543175"/>
                <a:gd name="connsiteY10" fmla="*/ 80962 h 1890712"/>
                <a:gd name="connsiteX11" fmla="*/ 104775 w 2543175"/>
                <a:gd name="connsiteY11" fmla="*/ 85725 h 1890712"/>
                <a:gd name="connsiteX12" fmla="*/ 114300 w 2543175"/>
                <a:gd name="connsiteY12" fmla="*/ 95250 h 1890712"/>
                <a:gd name="connsiteX13" fmla="*/ 123825 w 2543175"/>
                <a:gd name="connsiteY13" fmla="*/ 97631 h 1890712"/>
                <a:gd name="connsiteX14" fmla="*/ 130969 w 2543175"/>
                <a:gd name="connsiteY14" fmla="*/ 104775 h 1890712"/>
                <a:gd name="connsiteX15" fmla="*/ 140494 w 2543175"/>
                <a:gd name="connsiteY15" fmla="*/ 111919 h 1890712"/>
                <a:gd name="connsiteX16" fmla="*/ 147638 w 2543175"/>
                <a:gd name="connsiteY16" fmla="*/ 116681 h 1890712"/>
                <a:gd name="connsiteX17" fmla="*/ 164307 w 2543175"/>
                <a:gd name="connsiteY17" fmla="*/ 128587 h 1890712"/>
                <a:gd name="connsiteX18" fmla="*/ 180975 w 2543175"/>
                <a:gd name="connsiteY18" fmla="*/ 140494 h 1890712"/>
                <a:gd name="connsiteX19" fmla="*/ 197644 w 2543175"/>
                <a:gd name="connsiteY19" fmla="*/ 152400 h 1890712"/>
                <a:gd name="connsiteX20" fmla="*/ 204788 w 2543175"/>
                <a:gd name="connsiteY20" fmla="*/ 157162 h 1890712"/>
                <a:gd name="connsiteX21" fmla="*/ 214313 w 2543175"/>
                <a:gd name="connsiteY21" fmla="*/ 164306 h 1890712"/>
                <a:gd name="connsiteX22" fmla="*/ 230982 w 2543175"/>
                <a:gd name="connsiteY22" fmla="*/ 180975 h 1890712"/>
                <a:gd name="connsiteX23" fmla="*/ 247650 w 2543175"/>
                <a:gd name="connsiteY23" fmla="*/ 185737 h 1890712"/>
                <a:gd name="connsiteX24" fmla="*/ 259557 w 2543175"/>
                <a:gd name="connsiteY24" fmla="*/ 188119 h 1890712"/>
                <a:gd name="connsiteX25" fmla="*/ 266700 w 2543175"/>
                <a:gd name="connsiteY25" fmla="*/ 190500 h 1890712"/>
                <a:gd name="connsiteX26" fmla="*/ 283369 w 2543175"/>
                <a:gd name="connsiteY26" fmla="*/ 192881 h 1890712"/>
                <a:gd name="connsiteX27" fmla="*/ 302419 w 2543175"/>
                <a:gd name="connsiteY27" fmla="*/ 204787 h 1890712"/>
                <a:gd name="connsiteX28" fmla="*/ 309563 w 2543175"/>
                <a:gd name="connsiteY28" fmla="*/ 209550 h 1890712"/>
                <a:gd name="connsiteX29" fmla="*/ 319088 w 2543175"/>
                <a:gd name="connsiteY29" fmla="*/ 219075 h 1890712"/>
                <a:gd name="connsiteX30" fmla="*/ 333375 w 2543175"/>
                <a:gd name="connsiteY30" fmla="*/ 228600 h 1890712"/>
                <a:gd name="connsiteX31" fmla="*/ 340519 w 2543175"/>
                <a:gd name="connsiteY31" fmla="*/ 233362 h 1890712"/>
                <a:gd name="connsiteX32" fmla="*/ 354807 w 2543175"/>
                <a:gd name="connsiteY32" fmla="*/ 247650 h 1890712"/>
                <a:gd name="connsiteX33" fmla="*/ 366713 w 2543175"/>
                <a:gd name="connsiteY33" fmla="*/ 264319 h 1890712"/>
                <a:gd name="connsiteX34" fmla="*/ 371475 w 2543175"/>
                <a:gd name="connsiteY34" fmla="*/ 271462 h 1890712"/>
                <a:gd name="connsiteX35" fmla="*/ 378619 w 2543175"/>
                <a:gd name="connsiteY35" fmla="*/ 276225 h 1890712"/>
                <a:gd name="connsiteX36" fmla="*/ 385763 w 2543175"/>
                <a:gd name="connsiteY36" fmla="*/ 283369 h 1890712"/>
                <a:gd name="connsiteX37" fmla="*/ 395288 w 2543175"/>
                <a:gd name="connsiteY37" fmla="*/ 288131 h 1890712"/>
                <a:gd name="connsiteX38" fmla="*/ 404813 w 2543175"/>
                <a:gd name="connsiteY38" fmla="*/ 295275 h 1890712"/>
                <a:gd name="connsiteX39" fmla="*/ 411957 w 2543175"/>
                <a:gd name="connsiteY39" fmla="*/ 297656 h 1890712"/>
                <a:gd name="connsiteX40" fmla="*/ 421482 w 2543175"/>
                <a:gd name="connsiteY40" fmla="*/ 302419 h 1890712"/>
                <a:gd name="connsiteX41" fmla="*/ 447675 w 2543175"/>
                <a:gd name="connsiteY41" fmla="*/ 307181 h 1890712"/>
                <a:gd name="connsiteX42" fmla="*/ 461963 w 2543175"/>
                <a:gd name="connsiteY42" fmla="*/ 321469 h 1890712"/>
                <a:gd name="connsiteX43" fmla="*/ 466725 w 2543175"/>
                <a:gd name="connsiteY43" fmla="*/ 328612 h 1890712"/>
                <a:gd name="connsiteX44" fmla="*/ 476250 w 2543175"/>
                <a:gd name="connsiteY44" fmla="*/ 335756 h 1890712"/>
                <a:gd name="connsiteX45" fmla="*/ 481013 w 2543175"/>
                <a:gd name="connsiteY45" fmla="*/ 342900 h 1890712"/>
                <a:gd name="connsiteX46" fmla="*/ 490538 w 2543175"/>
                <a:gd name="connsiteY46" fmla="*/ 352425 h 1890712"/>
                <a:gd name="connsiteX47" fmla="*/ 495300 w 2543175"/>
                <a:gd name="connsiteY47" fmla="*/ 359569 h 1890712"/>
                <a:gd name="connsiteX48" fmla="*/ 509588 w 2543175"/>
                <a:gd name="connsiteY48" fmla="*/ 376237 h 1890712"/>
                <a:gd name="connsiteX49" fmla="*/ 514350 w 2543175"/>
                <a:gd name="connsiteY49" fmla="*/ 383381 h 1890712"/>
                <a:gd name="connsiteX50" fmla="*/ 531019 w 2543175"/>
                <a:gd name="connsiteY50" fmla="*/ 397669 h 1890712"/>
                <a:gd name="connsiteX51" fmla="*/ 538163 w 2543175"/>
                <a:gd name="connsiteY51" fmla="*/ 407194 h 1890712"/>
                <a:gd name="connsiteX52" fmla="*/ 554832 w 2543175"/>
                <a:gd name="connsiteY52" fmla="*/ 421481 h 1890712"/>
                <a:gd name="connsiteX53" fmla="*/ 564357 w 2543175"/>
                <a:gd name="connsiteY53" fmla="*/ 431006 h 1890712"/>
                <a:gd name="connsiteX54" fmla="*/ 573882 w 2543175"/>
                <a:gd name="connsiteY54" fmla="*/ 438150 h 1890712"/>
                <a:gd name="connsiteX55" fmla="*/ 595313 w 2543175"/>
                <a:gd name="connsiteY55" fmla="*/ 454819 h 1890712"/>
                <a:gd name="connsiteX56" fmla="*/ 602457 w 2543175"/>
                <a:gd name="connsiteY56" fmla="*/ 457200 h 1890712"/>
                <a:gd name="connsiteX57" fmla="*/ 628650 w 2543175"/>
                <a:gd name="connsiteY57" fmla="*/ 469106 h 1890712"/>
                <a:gd name="connsiteX58" fmla="*/ 645319 w 2543175"/>
                <a:gd name="connsiteY58" fmla="*/ 483394 h 1890712"/>
                <a:gd name="connsiteX59" fmla="*/ 654844 w 2543175"/>
                <a:gd name="connsiteY59" fmla="*/ 488156 h 1890712"/>
                <a:gd name="connsiteX60" fmla="*/ 661988 w 2543175"/>
                <a:gd name="connsiteY60" fmla="*/ 497681 h 1890712"/>
                <a:gd name="connsiteX61" fmla="*/ 683419 w 2543175"/>
                <a:gd name="connsiteY61" fmla="*/ 514350 h 1890712"/>
                <a:gd name="connsiteX62" fmla="*/ 700088 w 2543175"/>
                <a:gd name="connsiteY62" fmla="*/ 526256 h 1890712"/>
                <a:gd name="connsiteX63" fmla="*/ 709613 w 2543175"/>
                <a:gd name="connsiteY63" fmla="*/ 535781 h 1890712"/>
                <a:gd name="connsiteX64" fmla="*/ 719138 w 2543175"/>
                <a:gd name="connsiteY64" fmla="*/ 542925 h 1890712"/>
                <a:gd name="connsiteX65" fmla="*/ 733425 w 2543175"/>
                <a:gd name="connsiteY65" fmla="*/ 557212 h 1890712"/>
                <a:gd name="connsiteX66" fmla="*/ 750094 w 2543175"/>
                <a:gd name="connsiteY66" fmla="*/ 569119 h 1890712"/>
                <a:gd name="connsiteX67" fmla="*/ 769144 w 2543175"/>
                <a:gd name="connsiteY67" fmla="*/ 581025 h 1890712"/>
                <a:gd name="connsiteX68" fmla="*/ 785813 w 2543175"/>
                <a:gd name="connsiteY68" fmla="*/ 590550 h 1890712"/>
                <a:gd name="connsiteX69" fmla="*/ 792957 w 2543175"/>
                <a:gd name="connsiteY69" fmla="*/ 600075 h 1890712"/>
                <a:gd name="connsiteX70" fmla="*/ 809625 w 2543175"/>
                <a:gd name="connsiteY70" fmla="*/ 611981 h 1890712"/>
                <a:gd name="connsiteX71" fmla="*/ 816769 w 2543175"/>
                <a:gd name="connsiteY71" fmla="*/ 619125 h 1890712"/>
                <a:gd name="connsiteX72" fmla="*/ 826294 w 2543175"/>
                <a:gd name="connsiteY72" fmla="*/ 626269 h 1890712"/>
                <a:gd name="connsiteX73" fmla="*/ 840582 w 2543175"/>
                <a:gd name="connsiteY73" fmla="*/ 638175 h 1890712"/>
                <a:gd name="connsiteX74" fmla="*/ 847725 w 2543175"/>
                <a:gd name="connsiteY74" fmla="*/ 645319 h 1890712"/>
                <a:gd name="connsiteX75" fmla="*/ 857250 w 2543175"/>
                <a:gd name="connsiteY75" fmla="*/ 652462 h 1890712"/>
                <a:gd name="connsiteX76" fmla="*/ 864394 w 2543175"/>
                <a:gd name="connsiteY76" fmla="*/ 657225 h 1890712"/>
                <a:gd name="connsiteX77" fmla="*/ 888207 w 2543175"/>
                <a:gd name="connsiteY77" fmla="*/ 676275 h 1890712"/>
                <a:gd name="connsiteX78" fmla="*/ 895350 w 2543175"/>
                <a:gd name="connsiteY78" fmla="*/ 681037 h 1890712"/>
                <a:gd name="connsiteX79" fmla="*/ 907257 w 2543175"/>
                <a:gd name="connsiteY79" fmla="*/ 683419 h 1890712"/>
                <a:gd name="connsiteX80" fmla="*/ 928688 w 2543175"/>
                <a:gd name="connsiteY80" fmla="*/ 695325 h 1890712"/>
                <a:gd name="connsiteX81" fmla="*/ 942975 w 2543175"/>
                <a:gd name="connsiteY81" fmla="*/ 700087 h 1890712"/>
                <a:gd name="connsiteX82" fmla="*/ 964407 w 2543175"/>
                <a:gd name="connsiteY82" fmla="*/ 716756 h 1890712"/>
                <a:gd name="connsiteX83" fmla="*/ 971550 w 2543175"/>
                <a:gd name="connsiteY83" fmla="*/ 723900 h 1890712"/>
                <a:gd name="connsiteX84" fmla="*/ 983457 w 2543175"/>
                <a:gd name="connsiteY84" fmla="*/ 733425 h 1890712"/>
                <a:gd name="connsiteX85" fmla="*/ 990600 w 2543175"/>
                <a:gd name="connsiteY85" fmla="*/ 738187 h 1890712"/>
                <a:gd name="connsiteX86" fmla="*/ 1007269 w 2543175"/>
                <a:gd name="connsiteY86" fmla="*/ 752475 h 1890712"/>
                <a:gd name="connsiteX87" fmla="*/ 1031082 w 2543175"/>
                <a:gd name="connsiteY87" fmla="*/ 766762 h 1890712"/>
                <a:gd name="connsiteX88" fmla="*/ 1042988 w 2543175"/>
                <a:gd name="connsiteY88" fmla="*/ 773906 h 1890712"/>
                <a:gd name="connsiteX89" fmla="*/ 1071563 w 2543175"/>
                <a:gd name="connsiteY89" fmla="*/ 785812 h 1890712"/>
                <a:gd name="connsiteX90" fmla="*/ 1097757 w 2543175"/>
                <a:gd name="connsiteY90" fmla="*/ 807244 h 1890712"/>
                <a:gd name="connsiteX91" fmla="*/ 1104900 w 2543175"/>
                <a:gd name="connsiteY91" fmla="*/ 814387 h 1890712"/>
                <a:gd name="connsiteX92" fmla="*/ 1121569 w 2543175"/>
                <a:gd name="connsiteY92" fmla="*/ 823912 h 1890712"/>
                <a:gd name="connsiteX93" fmla="*/ 1138238 w 2543175"/>
                <a:gd name="connsiteY93" fmla="*/ 835819 h 1890712"/>
                <a:gd name="connsiteX94" fmla="*/ 1147763 w 2543175"/>
                <a:gd name="connsiteY94" fmla="*/ 842962 h 1890712"/>
                <a:gd name="connsiteX95" fmla="*/ 1157288 w 2543175"/>
                <a:gd name="connsiteY95" fmla="*/ 847725 h 1890712"/>
                <a:gd name="connsiteX96" fmla="*/ 1178719 w 2543175"/>
                <a:gd name="connsiteY96" fmla="*/ 859631 h 1890712"/>
                <a:gd name="connsiteX97" fmla="*/ 1188244 w 2543175"/>
                <a:gd name="connsiteY97" fmla="*/ 866775 h 1890712"/>
                <a:gd name="connsiteX98" fmla="*/ 1195388 w 2543175"/>
                <a:gd name="connsiteY98" fmla="*/ 871537 h 1890712"/>
                <a:gd name="connsiteX99" fmla="*/ 1212057 w 2543175"/>
                <a:gd name="connsiteY99" fmla="*/ 883444 h 1890712"/>
                <a:gd name="connsiteX100" fmla="*/ 1226344 w 2543175"/>
                <a:gd name="connsiteY100" fmla="*/ 895350 h 1890712"/>
                <a:gd name="connsiteX101" fmla="*/ 1245394 w 2543175"/>
                <a:gd name="connsiteY101" fmla="*/ 907256 h 1890712"/>
                <a:gd name="connsiteX102" fmla="*/ 1254919 w 2543175"/>
                <a:gd name="connsiteY102" fmla="*/ 914400 h 1890712"/>
                <a:gd name="connsiteX103" fmla="*/ 1269207 w 2543175"/>
                <a:gd name="connsiteY103" fmla="*/ 921544 h 1890712"/>
                <a:gd name="connsiteX104" fmla="*/ 1290638 w 2543175"/>
                <a:gd name="connsiteY104" fmla="*/ 935831 h 1890712"/>
                <a:gd name="connsiteX105" fmla="*/ 1307307 w 2543175"/>
                <a:gd name="connsiteY105" fmla="*/ 952500 h 1890712"/>
                <a:gd name="connsiteX106" fmla="*/ 1333500 w 2543175"/>
                <a:gd name="connsiteY106" fmla="*/ 971550 h 1890712"/>
                <a:gd name="connsiteX107" fmla="*/ 1359694 w 2543175"/>
                <a:gd name="connsiteY107" fmla="*/ 990600 h 1890712"/>
                <a:gd name="connsiteX108" fmla="*/ 1373982 w 2543175"/>
                <a:gd name="connsiteY108" fmla="*/ 997744 h 1890712"/>
                <a:gd name="connsiteX109" fmla="*/ 1388269 w 2543175"/>
                <a:gd name="connsiteY109" fmla="*/ 1007269 h 1890712"/>
                <a:gd name="connsiteX110" fmla="*/ 1414463 w 2543175"/>
                <a:gd name="connsiteY110" fmla="*/ 1019175 h 1890712"/>
                <a:gd name="connsiteX111" fmla="*/ 1428750 w 2543175"/>
                <a:gd name="connsiteY111" fmla="*/ 1026319 h 1890712"/>
                <a:gd name="connsiteX112" fmla="*/ 1471613 w 2543175"/>
                <a:gd name="connsiteY112" fmla="*/ 1059656 h 1890712"/>
                <a:gd name="connsiteX113" fmla="*/ 1495425 w 2543175"/>
                <a:gd name="connsiteY113" fmla="*/ 1088231 h 1890712"/>
                <a:gd name="connsiteX114" fmla="*/ 1547812 w 2543175"/>
                <a:gd name="connsiteY114" fmla="*/ 1133475 h 1890712"/>
                <a:gd name="connsiteX115" fmla="*/ 1597819 w 2543175"/>
                <a:gd name="connsiteY115" fmla="*/ 1154906 h 1890712"/>
                <a:gd name="connsiteX116" fmla="*/ 1604963 w 2543175"/>
                <a:gd name="connsiteY116" fmla="*/ 1162050 h 1890712"/>
                <a:gd name="connsiteX117" fmla="*/ 1612107 w 2543175"/>
                <a:gd name="connsiteY117" fmla="*/ 1166812 h 1890712"/>
                <a:gd name="connsiteX118" fmla="*/ 1628775 w 2543175"/>
                <a:gd name="connsiteY118" fmla="*/ 1183481 h 1890712"/>
                <a:gd name="connsiteX119" fmla="*/ 1662113 w 2543175"/>
                <a:gd name="connsiteY119" fmla="*/ 1209675 h 1890712"/>
                <a:gd name="connsiteX120" fmla="*/ 1678782 w 2543175"/>
                <a:gd name="connsiteY120" fmla="*/ 1226344 h 1890712"/>
                <a:gd name="connsiteX121" fmla="*/ 1700213 w 2543175"/>
                <a:gd name="connsiteY121" fmla="*/ 1247775 h 1890712"/>
                <a:gd name="connsiteX122" fmla="*/ 1712119 w 2543175"/>
                <a:gd name="connsiteY122" fmla="*/ 1259681 h 1890712"/>
                <a:gd name="connsiteX123" fmla="*/ 1733550 w 2543175"/>
                <a:gd name="connsiteY123" fmla="*/ 1273969 h 1890712"/>
                <a:gd name="connsiteX124" fmla="*/ 1743075 w 2543175"/>
                <a:gd name="connsiteY124" fmla="*/ 1283494 h 1890712"/>
                <a:gd name="connsiteX125" fmla="*/ 1754982 w 2543175"/>
                <a:gd name="connsiteY125" fmla="*/ 1290637 h 1890712"/>
                <a:gd name="connsiteX126" fmla="*/ 1766888 w 2543175"/>
                <a:gd name="connsiteY126" fmla="*/ 1300162 h 1890712"/>
                <a:gd name="connsiteX127" fmla="*/ 1783557 w 2543175"/>
                <a:gd name="connsiteY127" fmla="*/ 1307306 h 1890712"/>
                <a:gd name="connsiteX128" fmla="*/ 1790700 w 2543175"/>
                <a:gd name="connsiteY128" fmla="*/ 1312069 h 1890712"/>
                <a:gd name="connsiteX129" fmla="*/ 1800225 w 2543175"/>
                <a:gd name="connsiteY129" fmla="*/ 1319212 h 1890712"/>
                <a:gd name="connsiteX130" fmla="*/ 1807369 w 2543175"/>
                <a:gd name="connsiteY130" fmla="*/ 1321594 h 1890712"/>
                <a:gd name="connsiteX131" fmla="*/ 1824038 w 2543175"/>
                <a:gd name="connsiteY131" fmla="*/ 1333500 h 1890712"/>
                <a:gd name="connsiteX132" fmla="*/ 1843088 w 2543175"/>
                <a:gd name="connsiteY132" fmla="*/ 1352550 h 1890712"/>
                <a:gd name="connsiteX133" fmla="*/ 1852613 w 2543175"/>
                <a:gd name="connsiteY133" fmla="*/ 1359694 h 1890712"/>
                <a:gd name="connsiteX134" fmla="*/ 1859757 w 2543175"/>
                <a:gd name="connsiteY134" fmla="*/ 1366837 h 1890712"/>
                <a:gd name="connsiteX135" fmla="*/ 1869282 w 2543175"/>
                <a:gd name="connsiteY135" fmla="*/ 1371600 h 1890712"/>
                <a:gd name="connsiteX136" fmla="*/ 1883569 w 2543175"/>
                <a:gd name="connsiteY136" fmla="*/ 1388269 h 1890712"/>
                <a:gd name="connsiteX137" fmla="*/ 1893094 w 2543175"/>
                <a:gd name="connsiteY137" fmla="*/ 1395412 h 1890712"/>
                <a:gd name="connsiteX138" fmla="*/ 1902619 w 2543175"/>
                <a:gd name="connsiteY138" fmla="*/ 1404937 h 1890712"/>
                <a:gd name="connsiteX139" fmla="*/ 1912144 w 2543175"/>
                <a:gd name="connsiteY139" fmla="*/ 1409700 h 1890712"/>
                <a:gd name="connsiteX140" fmla="*/ 1931194 w 2543175"/>
                <a:gd name="connsiteY140" fmla="*/ 1421606 h 1890712"/>
                <a:gd name="connsiteX141" fmla="*/ 1935957 w 2543175"/>
                <a:gd name="connsiteY141" fmla="*/ 1428750 h 1890712"/>
                <a:gd name="connsiteX142" fmla="*/ 1952625 w 2543175"/>
                <a:gd name="connsiteY142" fmla="*/ 1438275 h 1890712"/>
                <a:gd name="connsiteX143" fmla="*/ 1971675 w 2543175"/>
                <a:gd name="connsiteY143" fmla="*/ 1450181 h 1890712"/>
                <a:gd name="connsiteX144" fmla="*/ 1981200 w 2543175"/>
                <a:gd name="connsiteY144" fmla="*/ 1454944 h 1890712"/>
                <a:gd name="connsiteX145" fmla="*/ 1997869 w 2543175"/>
                <a:gd name="connsiteY145" fmla="*/ 1471612 h 1890712"/>
                <a:gd name="connsiteX146" fmla="*/ 2007394 w 2543175"/>
                <a:gd name="connsiteY146" fmla="*/ 1478756 h 1890712"/>
                <a:gd name="connsiteX147" fmla="*/ 2016919 w 2543175"/>
                <a:gd name="connsiteY147" fmla="*/ 1483519 h 1890712"/>
                <a:gd name="connsiteX148" fmla="*/ 2024063 w 2543175"/>
                <a:gd name="connsiteY148" fmla="*/ 1490662 h 1890712"/>
                <a:gd name="connsiteX149" fmla="*/ 2033588 w 2543175"/>
                <a:gd name="connsiteY149" fmla="*/ 1495425 h 1890712"/>
                <a:gd name="connsiteX150" fmla="*/ 2040732 w 2543175"/>
                <a:gd name="connsiteY150" fmla="*/ 1502569 h 1890712"/>
                <a:gd name="connsiteX151" fmla="*/ 2047875 w 2543175"/>
                <a:gd name="connsiteY151" fmla="*/ 1507331 h 1890712"/>
                <a:gd name="connsiteX152" fmla="*/ 2057400 w 2543175"/>
                <a:gd name="connsiteY152" fmla="*/ 1514475 h 1890712"/>
                <a:gd name="connsiteX153" fmla="*/ 2064544 w 2543175"/>
                <a:gd name="connsiteY153" fmla="*/ 1519237 h 1890712"/>
                <a:gd name="connsiteX154" fmla="*/ 2071688 w 2543175"/>
                <a:gd name="connsiteY154" fmla="*/ 1526381 h 1890712"/>
                <a:gd name="connsiteX155" fmla="*/ 2081213 w 2543175"/>
                <a:gd name="connsiteY155" fmla="*/ 1531144 h 1890712"/>
                <a:gd name="connsiteX156" fmla="*/ 2090738 w 2543175"/>
                <a:gd name="connsiteY156" fmla="*/ 1538287 h 1890712"/>
                <a:gd name="connsiteX157" fmla="*/ 2109788 w 2543175"/>
                <a:gd name="connsiteY157" fmla="*/ 1547812 h 1890712"/>
                <a:gd name="connsiteX158" fmla="*/ 2131219 w 2543175"/>
                <a:gd name="connsiteY158" fmla="*/ 1562100 h 1890712"/>
                <a:gd name="connsiteX159" fmla="*/ 2140744 w 2543175"/>
                <a:gd name="connsiteY159" fmla="*/ 1566862 h 1890712"/>
                <a:gd name="connsiteX160" fmla="*/ 2152650 w 2543175"/>
                <a:gd name="connsiteY160" fmla="*/ 1576387 h 1890712"/>
                <a:gd name="connsiteX161" fmla="*/ 2181225 w 2543175"/>
                <a:gd name="connsiteY161" fmla="*/ 1590675 h 1890712"/>
                <a:gd name="connsiteX162" fmla="*/ 2200275 w 2543175"/>
                <a:gd name="connsiteY162" fmla="*/ 1607344 h 1890712"/>
                <a:gd name="connsiteX163" fmla="*/ 2207419 w 2543175"/>
                <a:gd name="connsiteY163" fmla="*/ 1612106 h 1890712"/>
                <a:gd name="connsiteX164" fmla="*/ 2216944 w 2543175"/>
                <a:gd name="connsiteY164" fmla="*/ 1619250 h 1890712"/>
                <a:gd name="connsiteX165" fmla="*/ 2224088 w 2543175"/>
                <a:gd name="connsiteY165" fmla="*/ 1624012 h 1890712"/>
                <a:gd name="connsiteX166" fmla="*/ 2247900 w 2543175"/>
                <a:gd name="connsiteY166" fmla="*/ 1643062 h 1890712"/>
                <a:gd name="connsiteX167" fmla="*/ 2255044 w 2543175"/>
                <a:gd name="connsiteY167" fmla="*/ 1650206 h 1890712"/>
                <a:gd name="connsiteX168" fmla="*/ 2281238 w 2543175"/>
                <a:gd name="connsiteY168" fmla="*/ 1664494 h 1890712"/>
                <a:gd name="connsiteX169" fmla="*/ 2297907 w 2543175"/>
                <a:gd name="connsiteY169" fmla="*/ 1674019 h 1890712"/>
                <a:gd name="connsiteX170" fmla="*/ 2305050 w 2543175"/>
                <a:gd name="connsiteY170" fmla="*/ 1678781 h 1890712"/>
                <a:gd name="connsiteX171" fmla="*/ 2312194 w 2543175"/>
                <a:gd name="connsiteY171" fmla="*/ 1685925 h 1890712"/>
                <a:gd name="connsiteX172" fmla="*/ 2321719 w 2543175"/>
                <a:gd name="connsiteY172" fmla="*/ 1690687 h 1890712"/>
                <a:gd name="connsiteX173" fmla="*/ 2328863 w 2543175"/>
                <a:gd name="connsiteY173" fmla="*/ 1697831 h 1890712"/>
                <a:gd name="connsiteX174" fmla="*/ 2350294 w 2543175"/>
                <a:gd name="connsiteY174" fmla="*/ 1712119 h 1890712"/>
                <a:gd name="connsiteX175" fmla="*/ 2359819 w 2543175"/>
                <a:gd name="connsiteY175" fmla="*/ 1719262 h 1890712"/>
                <a:gd name="connsiteX176" fmla="*/ 2369344 w 2543175"/>
                <a:gd name="connsiteY176" fmla="*/ 1724025 h 1890712"/>
                <a:gd name="connsiteX177" fmla="*/ 2428876 w 2543175"/>
                <a:gd name="connsiteY177" fmla="*/ 1785938 h 1890712"/>
                <a:gd name="connsiteX178" fmla="*/ 2466975 w 2543175"/>
                <a:gd name="connsiteY178" fmla="*/ 1783556 h 1890712"/>
                <a:gd name="connsiteX179" fmla="*/ 2481263 w 2543175"/>
                <a:gd name="connsiteY179" fmla="*/ 1795462 h 1890712"/>
                <a:gd name="connsiteX180" fmla="*/ 2486025 w 2543175"/>
                <a:gd name="connsiteY180" fmla="*/ 1802606 h 1890712"/>
                <a:gd name="connsiteX181" fmla="*/ 2493169 w 2543175"/>
                <a:gd name="connsiteY181" fmla="*/ 1807369 h 1890712"/>
                <a:gd name="connsiteX182" fmla="*/ 2495550 w 2543175"/>
                <a:gd name="connsiteY182" fmla="*/ 1816894 h 1890712"/>
                <a:gd name="connsiteX183" fmla="*/ 2497932 w 2543175"/>
                <a:gd name="connsiteY183" fmla="*/ 1824037 h 1890712"/>
                <a:gd name="connsiteX184" fmla="*/ 2514600 w 2543175"/>
                <a:gd name="connsiteY184" fmla="*/ 1850231 h 1890712"/>
                <a:gd name="connsiteX185" fmla="*/ 2519363 w 2543175"/>
                <a:gd name="connsiteY185" fmla="*/ 1857375 h 1890712"/>
                <a:gd name="connsiteX186" fmla="*/ 2540794 w 2543175"/>
                <a:gd name="connsiteY186" fmla="*/ 1883569 h 1890712"/>
                <a:gd name="connsiteX187" fmla="*/ 2543175 w 2543175"/>
                <a:gd name="connsiteY187" fmla="*/ 1890712 h 1890712"/>
                <a:gd name="connsiteX0" fmla="*/ 0 w 2543175"/>
                <a:gd name="connsiteY0" fmla="*/ 0 h 1890712"/>
                <a:gd name="connsiteX1" fmla="*/ 11907 w 2543175"/>
                <a:gd name="connsiteY1" fmla="*/ 11906 h 1890712"/>
                <a:gd name="connsiteX2" fmla="*/ 21432 w 2543175"/>
                <a:gd name="connsiteY2" fmla="*/ 16669 h 1890712"/>
                <a:gd name="connsiteX3" fmla="*/ 23813 w 2543175"/>
                <a:gd name="connsiteY3" fmla="*/ 23812 h 1890712"/>
                <a:gd name="connsiteX4" fmla="*/ 33338 w 2543175"/>
                <a:gd name="connsiteY4" fmla="*/ 33337 h 1890712"/>
                <a:gd name="connsiteX5" fmla="*/ 40482 w 2543175"/>
                <a:gd name="connsiteY5" fmla="*/ 42862 h 1890712"/>
                <a:gd name="connsiteX6" fmla="*/ 47625 w 2543175"/>
                <a:gd name="connsiteY6" fmla="*/ 47625 h 1890712"/>
                <a:gd name="connsiteX7" fmla="*/ 57150 w 2543175"/>
                <a:gd name="connsiteY7" fmla="*/ 54769 h 1890712"/>
                <a:gd name="connsiteX8" fmla="*/ 64294 w 2543175"/>
                <a:gd name="connsiteY8" fmla="*/ 59531 h 1890712"/>
                <a:gd name="connsiteX9" fmla="*/ 83344 w 2543175"/>
                <a:gd name="connsiteY9" fmla="*/ 73819 h 1890712"/>
                <a:gd name="connsiteX10" fmla="*/ 97632 w 2543175"/>
                <a:gd name="connsiteY10" fmla="*/ 80962 h 1890712"/>
                <a:gd name="connsiteX11" fmla="*/ 104775 w 2543175"/>
                <a:gd name="connsiteY11" fmla="*/ 85725 h 1890712"/>
                <a:gd name="connsiteX12" fmla="*/ 114300 w 2543175"/>
                <a:gd name="connsiteY12" fmla="*/ 95250 h 1890712"/>
                <a:gd name="connsiteX13" fmla="*/ 123825 w 2543175"/>
                <a:gd name="connsiteY13" fmla="*/ 97631 h 1890712"/>
                <a:gd name="connsiteX14" fmla="*/ 130969 w 2543175"/>
                <a:gd name="connsiteY14" fmla="*/ 104775 h 1890712"/>
                <a:gd name="connsiteX15" fmla="*/ 140494 w 2543175"/>
                <a:gd name="connsiteY15" fmla="*/ 111919 h 1890712"/>
                <a:gd name="connsiteX16" fmla="*/ 147638 w 2543175"/>
                <a:gd name="connsiteY16" fmla="*/ 116681 h 1890712"/>
                <a:gd name="connsiteX17" fmla="*/ 164307 w 2543175"/>
                <a:gd name="connsiteY17" fmla="*/ 128587 h 1890712"/>
                <a:gd name="connsiteX18" fmla="*/ 180975 w 2543175"/>
                <a:gd name="connsiteY18" fmla="*/ 140494 h 1890712"/>
                <a:gd name="connsiteX19" fmla="*/ 197644 w 2543175"/>
                <a:gd name="connsiteY19" fmla="*/ 152400 h 1890712"/>
                <a:gd name="connsiteX20" fmla="*/ 204788 w 2543175"/>
                <a:gd name="connsiteY20" fmla="*/ 157162 h 1890712"/>
                <a:gd name="connsiteX21" fmla="*/ 214313 w 2543175"/>
                <a:gd name="connsiteY21" fmla="*/ 164306 h 1890712"/>
                <a:gd name="connsiteX22" fmla="*/ 230982 w 2543175"/>
                <a:gd name="connsiteY22" fmla="*/ 180975 h 1890712"/>
                <a:gd name="connsiteX23" fmla="*/ 247650 w 2543175"/>
                <a:gd name="connsiteY23" fmla="*/ 185737 h 1890712"/>
                <a:gd name="connsiteX24" fmla="*/ 259557 w 2543175"/>
                <a:gd name="connsiteY24" fmla="*/ 188119 h 1890712"/>
                <a:gd name="connsiteX25" fmla="*/ 266700 w 2543175"/>
                <a:gd name="connsiteY25" fmla="*/ 190500 h 1890712"/>
                <a:gd name="connsiteX26" fmla="*/ 283369 w 2543175"/>
                <a:gd name="connsiteY26" fmla="*/ 192881 h 1890712"/>
                <a:gd name="connsiteX27" fmla="*/ 302419 w 2543175"/>
                <a:gd name="connsiteY27" fmla="*/ 204787 h 1890712"/>
                <a:gd name="connsiteX28" fmla="*/ 309563 w 2543175"/>
                <a:gd name="connsiteY28" fmla="*/ 209550 h 1890712"/>
                <a:gd name="connsiteX29" fmla="*/ 319088 w 2543175"/>
                <a:gd name="connsiteY29" fmla="*/ 219075 h 1890712"/>
                <a:gd name="connsiteX30" fmla="*/ 333375 w 2543175"/>
                <a:gd name="connsiteY30" fmla="*/ 228600 h 1890712"/>
                <a:gd name="connsiteX31" fmla="*/ 340519 w 2543175"/>
                <a:gd name="connsiteY31" fmla="*/ 233362 h 1890712"/>
                <a:gd name="connsiteX32" fmla="*/ 354807 w 2543175"/>
                <a:gd name="connsiteY32" fmla="*/ 247650 h 1890712"/>
                <a:gd name="connsiteX33" fmla="*/ 366713 w 2543175"/>
                <a:gd name="connsiteY33" fmla="*/ 264319 h 1890712"/>
                <a:gd name="connsiteX34" fmla="*/ 371475 w 2543175"/>
                <a:gd name="connsiteY34" fmla="*/ 271462 h 1890712"/>
                <a:gd name="connsiteX35" fmla="*/ 378619 w 2543175"/>
                <a:gd name="connsiteY35" fmla="*/ 276225 h 1890712"/>
                <a:gd name="connsiteX36" fmla="*/ 385763 w 2543175"/>
                <a:gd name="connsiteY36" fmla="*/ 283369 h 1890712"/>
                <a:gd name="connsiteX37" fmla="*/ 395288 w 2543175"/>
                <a:gd name="connsiteY37" fmla="*/ 288131 h 1890712"/>
                <a:gd name="connsiteX38" fmla="*/ 404813 w 2543175"/>
                <a:gd name="connsiteY38" fmla="*/ 295275 h 1890712"/>
                <a:gd name="connsiteX39" fmla="*/ 411957 w 2543175"/>
                <a:gd name="connsiteY39" fmla="*/ 297656 h 1890712"/>
                <a:gd name="connsiteX40" fmla="*/ 421482 w 2543175"/>
                <a:gd name="connsiteY40" fmla="*/ 302419 h 1890712"/>
                <a:gd name="connsiteX41" fmla="*/ 447675 w 2543175"/>
                <a:gd name="connsiteY41" fmla="*/ 307181 h 1890712"/>
                <a:gd name="connsiteX42" fmla="*/ 461963 w 2543175"/>
                <a:gd name="connsiteY42" fmla="*/ 321469 h 1890712"/>
                <a:gd name="connsiteX43" fmla="*/ 466725 w 2543175"/>
                <a:gd name="connsiteY43" fmla="*/ 328612 h 1890712"/>
                <a:gd name="connsiteX44" fmla="*/ 476250 w 2543175"/>
                <a:gd name="connsiteY44" fmla="*/ 335756 h 1890712"/>
                <a:gd name="connsiteX45" fmla="*/ 481013 w 2543175"/>
                <a:gd name="connsiteY45" fmla="*/ 342900 h 1890712"/>
                <a:gd name="connsiteX46" fmla="*/ 490538 w 2543175"/>
                <a:gd name="connsiteY46" fmla="*/ 352425 h 1890712"/>
                <a:gd name="connsiteX47" fmla="*/ 495300 w 2543175"/>
                <a:gd name="connsiteY47" fmla="*/ 359569 h 1890712"/>
                <a:gd name="connsiteX48" fmla="*/ 509588 w 2543175"/>
                <a:gd name="connsiteY48" fmla="*/ 376237 h 1890712"/>
                <a:gd name="connsiteX49" fmla="*/ 514350 w 2543175"/>
                <a:gd name="connsiteY49" fmla="*/ 383381 h 1890712"/>
                <a:gd name="connsiteX50" fmla="*/ 531019 w 2543175"/>
                <a:gd name="connsiteY50" fmla="*/ 397669 h 1890712"/>
                <a:gd name="connsiteX51" fmla="*/ 538163 w 2543175"/>
                <a:gd name="connsiteY51" fmla="*/ 407194 h 1890712"/>
                <a:gd name="connsiteX52" fmla="*/ 554832 w 2543175"/>
                <a:gd name="connsiteY52" fmla="*/ 421481 h 1890712"/>
                <a:gd name="connsiteX53" fmla="*/ 564357 w 2543175"/>
                <a:gd name="connsiteY53" fmla="*/ 431006 h 1890712"/>
                <a:gd name="connsiteX54" fmla="*/ 573882 w 2543175"/>
                <a:gd name="connsiteY54" fmla="*/ 438150 h 1890712"/>
                <a:gd name="connsiteX55" fmla="*/ 595313 w 2543175"/>
                <a:gd name="connsiteY55" fmla="*/ 454819 h 1890712"/>
                <a:gd name="connsiteX56" fmla="*/ 602457 w 2543175"/>
                <a:gd name="connsiteY56" fmla="*/ 457200 h 1890712"/>
                <a:gd name="connsiteX57" fmla="*/ 628650 w 2543175"/>
                <a:gd name="connsiteY57" fmla="*/ 469106 h 1890712"/>
                <a:gd name="connsiteX58" fmla="*/ 645319 w 2543175"/>
                <a:gd name="connsiteY58" fmla="*/ 483394 h 1890712"/>
                <a:gd name="connsiteX59" fmla="*/ 654844 w 2543175"/>
                <a:gd name="connsiteY59" fmla="*/ 488156 h 1890712"/>
                <a:gd name="connsiteX60" fmla="*/ 661988 w 2543175"/>
                <a:gd name="connsiteY60" fmla="*/ 497681 h 1890712"/>
                <a:gd name="connsiteX61" fmla="*/ 683419 w 2543175"/>
                <a:gd name="connsiteY61" fmla="*/ 514350 h 1890712"/>
                <a:gd name="connsiteX62" fmla="*/ 700088 w 2543175"/>
                <a:gd name="connsiteY62" fmla="*/ 526256 h 1890712"/>
                <a:gd name="connsiteX63" fmla="*/ 709613 w 2543175"/>
                <a:gd name="connsiteY63" fmla="*/ 535781 h 1890712"/>
                <a:gd name="connsiteX64" fmla="*/ 719138 w 2543175"/>
                <a:gd name="connsiteY64" fmla="*/ 542925 h 1890712"/>
                <a:gd name="connsiteX65" fmla="*/ 733425 w 2543175"/>
                <a:gd name="connsiteY65" fmla="*/ 557212 h 1890712"/>
                <a:gd name="connsiteX66" fmla="*/ 750094 w 2543175"/>
                <a:gd name="connsiteY66" fmla="*/ 569119 h 1890712"/>
                <a:gd name="connsiteX67" fmla="*/ 769144 w 2543175"/>
                <a:gd name="connsiteY67" fmla="*/ 581025 h 1890712"/>
                <a:gd name="connsiteX68" fmla="*/ 785813 w 2543175"/>
                <a:gd name="connsiteY68" fmla="*/ 590550 h 1890712"/>
                <a:gd name="connsiteX69" fmla="*/ 792957 w 2543175"/>
                <a:gd name="connsiteY69" fmla="*/ 600075 h 1890712"/>
                <a:gd name="connsiteX70" fmla="*/ 809625 w 2543175"/>
                <a:gd name="connsiteY70" fmla="*/ 611981 h 1890712"/>
                <a:gd name="connsiteX71" fmla="*/ 816769 w 2543175"/>
                <a:gd name="connsiteY71" fmla="*/ 619125 h 1890712"/>
                <a:gd name="connsiteX72" fmla="*/ 826294 w 2543175"/>
                <a:gd name="connsiteY72" fmla="*/ 626269 h 1890712"/>
                <a:gd name="connsiteX73" fmla="*/ 840582 w 2543175"/>
                <a:gd name="connsiteY73" fmla="*/ 638175 h 1890712"/>
                <a:gd name="connsiteX74" fmla="*/ 847725 w 2543175"/>
                <a:gd name="connsiteY74" fmla="*/ 645319 h 1890712"/>
                <a:gd name="connsiteX75" fmla="*/ 857250 w 2543175"/>
                <a:gd name="connsiteY75" fmla="*/ 652462 h 1890712"/>
                <a:gd name="connsiteX76" fmla="*/ 864394 w 2543175"/>
                <a:gd name="connsiteY76" fmla="*/ 657225 h 1890712"/>
                <a:gd name="connsiteX77" fmla="*/ 888207 w 2543175"/>
                <a:gd name="connsiteY77" fmla="*/ 676275 h 1890712"/>
                <a:gd name="connsiteX78" fmla="*/ 895350 w 2543175"/>
                <a:gd name="connsiteY78" fmla="*/ 681037 h 1890712"/>
                <a:gd name="connsiteX79" fmla="*/ 907257 w 2543175"/>
                <a:gd name="connsiteY79" fmla="*/ 683419 h 1890712"/>
                <a:gd name="connsiteX80" fmla="*/ 928688 w 2543175"/>
                <a:gd name="connsiteY80" fmla="*/ 695325 h 1890712"/>
                <a:gd name="connsiteX81" fmla="*/ 942975 w 2543175"/>
                <a:gd name="connsiteY81" fmla="*/ 700087 h 1890712"/>
                <a:gd name="connsiteX82" fmla="*/ 964407 w 2543175"/>
                <a:gd name="connsiteY82" fmla="*/ 716756 h 1890712"/>
                <a:gd name="connsiteX83" fmla="*/ 971550 w 2543175"/>
                <a:gd name="connsiteY83" fmla="*/ 723900 h 1890712"/>
                <a:gd name="connsiteX84" fmla="*/ 983457 w 2543175"/>
                <a:gd name="connsiteY84" fmla="*/ 733425 h 1890712"/>
                <a:gd name="connsiteX85" fmla="*/ 990600 w 2543175"/>
                <a:gd name="connsiteY85" fmla="*/ 738187 h 1890712"/>
                <a:gd name="connsiteX86" fmla="*/ 1007269 w 2543175"/>
                <a:gd name="connsiteY86" fmla="*/ 752475 h 1890712"/>
                <a:gd name="connsiteX87" fmla="*/ 1031082 w 2543175"/>
                <a:gd name="connsiteY87" fmla="*/ 766762 h 1890712"/>
                <a:gd name="connsiteX88" fmla="*/ 1042988 w 2543175"/>
                <a:gd name="connsiteY88" fmla="*/ 773906 h 1890712"/>
                <a:gd name="connsiteX89" fmla="*/ 1071563 w 2543175"/>
                <a:gd name="connsiteY89" fmla="*/ 785812 h 1890712"/>
                <a:gd name="connsiteX90" fmla="*/ 1097757 w 2543175"/>
                <a:gd name="connsiteY90" fmla="*/ 807244 h 1890712"/>
                <a:gd name="connsiteX91" fmla="*/ 1104900 w 2543175"/>
                <a:gd name="connsiteY91" fmla="*/ 814387 h 1890712"/>
                <a:gd name="connsiteX92" fmla="*/ 1121569 w 2543175"/>
                <a:gd name="connsiteY92" fmla="*/ 823912 h 1890712"/>
                <a:gd name="connsiteX93" fmla="*/ 1138238 w 2543175"/>
                <a:gd name="connsiteY93" fmla="*/ 835819 h 1890712"/>
                <a:gd name="connsiteX94" fmla="*/ 1147763 w 2543175"/>
                <a:gd name="connsiteY94" fmla="*/ 842962 h 1890712"/>
                <a:gd name="connsiteX95" fmla="*/ 1157288 w 2543175"/>
                <a:gd name="connsiteY95" fmla="*/ 847725 h 1890712"/>
                <a:gd name="connsiteX96" fmla="*/ 1178719 w 2543175"/>
                <a:gd name="connsiteY96" fmla="*/ 859631 h 1890712"/>
                <a:gd name="connsiteX97" fmla="*/ 1188244 w 2543175"/>
                <a:gd name="connsiteY97" fmla="*/ 866775 h 1890712"/>
                <a:gd name="connsiteX98" fmla="*/ 1195388 w 2543175"/>
                <a:gd name="connsiteY98" fmla="*/ 871537 h 1890712"/>
                <a:gd name="connsiteX99" fmla="*/ 1212057 w 2543175"/>
                <a:gd name="connsiteY99" fmla="*/ 883444 h 1890712"/>
                <a:gd name="connsiteX100" fmla="*/ 1226344 w 2543175"/>
                <a:gd name="connsiteY100" fmla="*/ 895350 h 1890712"/>
                <a:gd name="connsiteX101" fmla="*/ 1245394 w 2543175"/>
                <a:gd name="connsiteY101" fmla="*/ 907256 h 1890712"/>
                <a:gd name="connsiteX102" fmla="*/ 1254919 w 2543175"/>
                <a:gd name="connsiteY102" fmla="*/ 914400 h 1890712"/>
                <a:gd name="connsiteX103" fmla="*/ 1269207 w 2543175"/>
                <a:gd name="connsiteY103" fmla="*/ 921544 h 1890712"/>
                <a:gd name="connsiteX104" fmla="*/ 1290638 w 2543175"/>
                <a:gd name="connsiteY104" fmla="*/ 935831 h 1890712"/>
                <a:gd name="connsiteX105" fmla="*/ 1307307 w 2543175"/>
                <a:gd name="connsiteY105" fmla="*/ 952500 h 1890712"/>
                <a:gd name="connsiteX106" fmla="*/ 1333500 w 2543175"/>
                <a:gd name="connsiteY106" fmla="*/ 971550 h 1890712"/>
                <a:gd name="connsiteX107" fmla="*/ 1359694 w 2543175"/>
                <a:gd name="connsiteY107" fmla="*/ 990600 h 1890712"/>
                <a:gd name="connsiteX108" fmla="*/ 1373982 w 2543175"/>
                <a:gd name="connsiteY108" fmla="*/ 997744 h 1890712"/>
                <a:gd name="connsiteX109" fmla="*/ 1388269 w 2543175"/>
                <a:gd name="connsiteY109" fmla="*/ 1007269 h 1890712"/>
                <a:gd name="connsiteX110" fmla="*/ 1414463 w 2543175"/>
                <a:gd name="connsiteY110" fmla="*/ 1019175 h 1890712"/>
                <a:gd name="connsiteX111" fmla="*/ 1428750 w 2543175"/>
                <a:gd name="connsiteY111" fmla="*/ 1026319 h 1890712"/>
                <a:gd name="connsiteX112" fmla="*/ 1471613 w 2543175"/>
                <a:gd name="connsiteY112" fmla="*/ 1059656 h 1890712"/>
                <a:gd name="connsiteX113" fmla="*/ 1495425 w 2543175"/>
                <a:gd name="connsiteY113" fmla="*/ 1088231 h 1890712"/>
                <a:gd name="connsiteX114" fmla="*/ 1547812 w 2543175"/>
                <a:gd name="connsiteY114" fmla="*/ 1133475 h 1890712"/>
                <a:gd name="connsiteX115" fmla="*/ 1597819 w 2543175"/>
                <a:gd name="connsiteY115" fmla="*/ 1154906 h 1890712"/>
                <a:gd name="connsiteX116" fmla="*/ 1604963 w 2543175"/>
                <a:gd name="connsiteY116" fmla="*/ 1162050 h 1890712"/>
                <a:gd name="connsiteX117" fmla="*/ 1612107 w 2543175"/>
                <a:gd name="connsiteY117" fmla="*/ 1166812 h 1890712"/>
                <a:gd name="connsiteX118" fmla="*/ 1628775 w 2543175"/>
                <a:gd name="connsiteY118" fmla="*/ 1183481 h 1890712"/>
                <a:gd name="connsiteX119" fmla="*/ 1662113 w 2543175"/>
                <a:gd name="connsiteY119" fmla="*/ 1209675 h 1890712"/>
                <a:gd name="connsiteX120" fmla="*/ 1678782 w 2543175"/>
                <a:gd name="connsiteY120" fmla="*/ 1226344 h 1890712"/>
                <a:gd name="connsiteX121" fmla="*/ 1700213 w 2543175"/>
                <a:gd name="connsiteY121" fmla="*/ 1247775 h 1890712"/>
                <a:gd name="connsiteX122" fmla="*/ 1712119 w 2543175"/>
                <a:gd name="connsiteY122" fmla="*/ 1259681 h 1890712"/>
                <a:gd name="connsiteX123" fmla="*/ 1733550 w 2543175"/>
                <a:gd name="connsiteY123" fmla="*/ 1273969 h 1890712"/>
                <a:gd name="connsiteX124" fmla="*/ 1743075 w 2543175"/>
                <a:gd name="connsiteY124" fmla="*/ 1283494 h 1890712"/>
                <a:gd name="connsiteX125" fmla="*/ 1754982 w 2543175"/>
                <a:gd name="connsiteY125" fmla="*/ 1290637 h 1890712"/>
                <a:gd name="connsiteX126" fmla="*/ 1766888 w 2543175"/>
                <a:gd name="connsiteY126" fmla="*/ 1300162 h 1890712"/>
                <a:gd name="connsiteX127" fmla="*/ 1783557 w 2543175"/>
                <a:gd name="connsiteY127" fmla="*/ 1307306 h 1890712"/>
                <a:gd name="connsiteX128" fmla="*/ 1790700 w 2543175"/>
                <a:gd name="connsiteY128" fmla="*/ 1312069 h 1890712"/>
                <a:gd name="connsiteX129" fmla="*/ 1800225 w 2543175"/>
                <a:gd name="connsiteY129" fmla="*/ 1319212 h 1890712"/>
                <a:gd name="connsiteX130" fmla="*/ 1807369 w 2543175"/>
                <a:gd name="connsiteY130" fmla="*/ 1321594 h 1890712"/>
                <a:gd name="connsiteX131" fmla="*/ 1824038 w 2543175"/>
                <a:gd name="connsiteY131" fmla="*/ 1333500 h 1890712"/>
                <a:gd name="connsiteX132" fmla="*/ 1843088 w 2543175"/>
                <a:gd name="connsiteY132" fmla="*/ 1352550 h 1890712"/>
                <a:gd name="connsiteX133" fmla="*/ 1852613 w 2543175"/>
                <a:gd name="connsiteY133" fmla="*/ 1359694 h 1890712"/>
                <a:gd name="connsiteX134" fmla="*/ 1859757 w 2543175"/>
                <a:gd name="connsiteY134" fmla="*/ 1366837 h 1890712"/>
                <a:gd name="connsiteX135" fmla="*/ 1869282 w 2543175"/>
                <a:gd name="connsiteY135" fmla="*/ 1371600 h 1890712"/>
                <a:gd name="connsiteX136" fmla="*/ 1883569 w 2543175"/>
                <a:gd name="connsiteY136" fmla="*/ 1388269 h 1890712"/>
                <a:gd name="connsiteX137" fmla="*/ 1893094 w 2543175"/>
                <a:gd name="connsiteY137" fmla="*/ 1395412 h 1890712"/>
                <a:gd name="connsiteX138" fmla="*/ 1902619 w 2543175"/>
                <a:gd name="connsiteY138" fmla="*/ 1404937 h 1890712"/>
                <a:gd name="connsiteX139" fmla="*/ 1912144 w 2543175"/>
                <a:gd name="connsiteY139" fmla="*/ 1409700 h 1890712"/>
                <a:gd name="connsiteX140" fmla="*/ 1931194 w 2543175"/>
                <a:gd name="connsiteY140" fmla="*/ 1421606 h 1890712"/>
                <a:gd name="connsiteX141" fmla="*/ 1935957 w 2543175"/>
                <a:gd name="connsiteY141" fmla="*/ 1428750 h 1890712"/>
                <a:gd name="connsiteX142" fmla="*/ 1952625 w 2543175"/>
                <a:gd name="connsiteY142" fmla="*/ 1438275 h 1890712"/>
                <a:gd name="connsiteX143" fmla="*/ 1971675 w 2543175"/>
                <a:gd name="connsiteY143" fmla="*/ 1450181 h 1890712"/>
                <a:gd name="connsiteX144" fmla="*/ 1981200 w 2543175"/>
                <a:gd name="connsiteY144" fmla="*/ 1454944 h 1890712"/>
                <a:gd name="connsiteX145" fmla="*/ 1997869 w 2543175"/>
                <a:gd name="connsiteY145" fmla="*/ 1471612 h 1890712"/>
                <a:gd name="connsiteX146" fmla="*/ 2007394 w 2543175"/>
                <a:gd name="connsiteY146" fmla="*/ 1478756 h 1890712"/>
                <a:gd name="connsiteX147" fmla="*/ 2016919 w 2543175"/>
                <a:gd name="connsiteY147" fmla="*/ 1483519 h 1890712"/>
                <a:gd name="connsiteX148" fmla="*/ 2024063 w 2543175"/>
                <a:gd name="connsiteY148" fmla="*/ 1490662 h 1890712"/>
                <a:gd name="connsiteX149" fmla="*/ 2033588 w 2543175"/>
                <a:gd name="connsiteY149" fmla="*/ 1495425 h 1890712"/>
                <a:gd name="connsiteX150" fmla="*/ 2040732 w 2543175"/>
                <a:gd name="connsiteY150" fmla="*/ 1502569 h 1890712"/>
                <a:gd name="connsiteX151" fmla="*/ 2047875 w 2543175"/>
                <a:gd name="connsiteY151" fmla="*/ 1507331 h 1890712"/>
                <a:gd name="connsiteX152" fmla="*/ 2057400 w 2543175"/>
                <a:gd name="connsiteY152" fmla="*/ 1514475 h 1890712"/>
                <a:gd name="connsiteX153" fmla="*/ 2064544 w 2543175"/>
                <a:gd name="connsiteY153" fmla="*/ 1519237 h 1890712"/>
                <a:gd name="connsiteX154" fmla="*/ 2071688 w 2543175"/>
                <a:gd name="connsiteY154" fmla="*/ 1526381 h 1890712"/>
                <a:gd name="connsiteX155" fmla="*/ 2081213 w 2543175"/>
                <a:gd name="connsiteY155" fmla="*/ 1531144 h 1890712"/>
                <a:gd name="connsiteX156" fmla="*/ 2090738 w 2543175"/>
                <a:gd name="connsiteY156" fmla="*/ 1538287 h 1890712"/>
                <a:gd name="connsiteX157" fmla="*/ 2109788 w 2543175"/>
                <a:gd name="connsiteY157" fmla="*/ 1547812 h 1890712"/>
                <a:gd name="connsiteX158" fmla="*/ 2131219 w 2543175"/>
                <a:gd name="connsiteY158" fmla="*/ 1562100 h 1890712"/>
                <a:gd name="connsiteX159" fmla="*/ 2140744 w 2543175"/>
                <a:gd name="connsiteY159" fmla="*/ 1566862 h 1890712"/>
                <a:gd name="connsiteX160" fmla="*/ 2152650 w 2543175"/>
                <a:gd name="connsiteY160" fmla="*/ 1576387 h 1890712"/>
                <a:gd name="connsiteX161" fmla="*/ 2181225 w 2543175"/>
                <a:gd name="connsiteY161" fmla="*/ 1590675 h 1890712"/>
                <a:gd name="connsiteX162" fmla="*/ 2200275 w 2543175"/>
                <a:gd name="connsiteY162" fmla="*/ 1607344 h 1890712"/>
                <a:gd name="connsiteX163" fmla="*/ 2207419 w 2543175"/>
                <a:gd name="connsiteY163" fmla="*/ 1612106 h 1890712"/>
                <a:gd name="connsiteX164" fmla="*/ 2216944 w 2543175"/>
                <a:gd name="connsiteY164" fmla="*/ 1619250 h 1890712"/>
                <a:gd name="connsiteX165" fmla="*/ 2224088 w 2543175"/>
                <a:gd name="connsiteY165" fmla="*/ 1624012 h 1890712"/>
                <a:gd name="connsiteX166" fmla="*/ 2247900 w 2543175"/>
                <a:gd name="connsiteY166" fmla="*/ 1643062 h 1890712"/>
                <a:gd name="connsiteX167" fmla="*/ 2255044 w 2543175"/>
                <a:gd name="connsiteY167" fmla="*/ 1650206 h 1890712"/>
                <a:gd name="connsiteX168" fmla="*/ 2281238 w 2543175"/>
                <a:gd name="connsiteY168" fmla="*/ 1664494 h 1890712"/>
                <a:gd name="connsiteX169" fmla="*/ 2297907 w 2543175"/>
                <a:gd name="connsiteY169" fmla="*/ 1674019 h 1890712"/>
                <a:gd name="connsiteX170" fmla="*/ 2305050 w 2543175"/>
                <a:gd name="connsiteY170" fmla="*/ 1678781 h 1890712"/>
                <a:gd name="connsiteX171" fmla="*/ 2312194 w 2543175"/>
                <a:gd name="connsiteY171" fmla="*/ 1685925 h 1890712"/>
                <a:gd name="connsiteX172" fmla="*/ 2321719 w 2543175"/>
                <a:gd name="connsiteY172" fmla="*/ 1690687 h 1890712"/>
                <a:gd name="connsiteX173" fmla="*/ 2328863 w 2543175"/>
                <a:gd name="connsiteY173" fmla="*/ 1697831 h 1890712"/>
                <a:gd name="connsiteX174" fmla="*/ 2350294 w 2543175"/>
                <a:gd name="connsiteY174" fmla="*/ 1712119 h 1890712"/>
                <a:gd name="connsiteX175" fmla="*/ 2369344 w 2543175"/>
                <a:gd name="connsiteY175" fmla="*/ 1724025 h 1890712"/>
                <a:gd name="connsiteX176" fmla="*/ 2428876 w 2543175"/>
                <a:gd name="connsiteY176" fmla="*/ 1785938 h 1890712"/>
                <a:gd name="connsiteX177" fmla="*/ 2466975 w 2543175"/>
                <a:gd name="connsiteY177" fmla="*/ 1783556 h 1890712"/>
                <a:gd name="connsiteX178" fmla="*/ 2481263 w 2543175"/>
                <a:gd name="connsiteY178" fmla="*/ 1795462 h 1890712"/>
                <a:gd name="connsiteX179" fmla="*/ 2486025 w 2543175"/>
                <a:gd name="connsiteY179" fmla="*/ 1802606 h 1890712"/>
                <a:gd name="connsiteX180" fmla="*/ 2493169 w 2543175"/>
                <a:gd name="connsiteY180" fmla="*/ 1807369 h 1890712"/>
                <a:gd name="connsiteX181" fmla="*/ 2495550 w 2543175"/>
                <a:gd name="connsiteY181" fmla="*/ 1816894 h 1890712"/>
                <a:gd name="connsiteX182" fmla="*/ 2497932 w 2543175"/>
                <a:gd name="connsiteY182" fmla="*/ 1824037 h 1890712"/>
                <a:gd name="connsiteX183" fmla="*/ 2514600 w 2543175"/>
                <a:gd name="connsiteY183" fmla="*/ 1850231 h 1890712"/>
                <a:gd name="connsiteX184" fmla="*/ 2519363 w 2543175"/>
                <a:gd name="connsiteY184" fmla="*/ 1857375 h 1890712"/>
                <a:gd name="connsiteX185" fmla="*/ 2540794 w 2543175"/>
                <a:gd name="connsiteY185" fmla="*/ 1883569 h 1890712"/>
                <a:gd name="connsiteX186" fmla="*/ 2543175 w 2543175"/>
                <a:gd name="connsiteY186" fmla="*/ 1890712 h 1890712"/>
                <a:gd name="connsiteX0" fmla="*/ 0 w 2543175"/>
                <a:gd name="connsiteY0" fmla="*/ 0 h 1890712"/>
                <a:gd name="connsiteX1" fmla="*/ 11907 w 2543175"/>
                <a:gd name="connsiteY1" fmla="*/ 11906 h 1890712"/>
                <a:gd name="connsiteX2" fmla="*/ 21432 w 2543175"/>
                <a:gd name="connsiteY2" fmla="*/ 16669 h 1890712"/>
                <a:gd name="connsiteX3" fmla="*/ 23813 w 2543175"/>
                <a:gd name="connsiteY3" fmla="*/ 23812 h 1890712"/>
                <a:gd name="connsiteX4" fmla="*/ 33338 w 2543175"/>
                <a:gd name="connsiteY4" fmla="*/ 33337 h 1890712"/>
                <a:gd name="connsiteX5" fmla="*/ 40482 w 2543175"/>
                <a:gd name="connsiteY5" fmla="*/ 42862 h 1890712"/>
                <a:gd name="connsiteX6" fmla="*/ 47625 w 2543175"/>
                <a:gd name="connsiteY6" fmla="*/ 47625 h 1890712"/>
                <a:gd name="connsiteX7" fmla="*/ 57150 w 2543175"/>
                <a:gd name="connsiteY7" fmla="*/ 54769 h 1890712"/>
                <a:gd name="connsiteX8" fmla="*/ 64294 w 2543175"/>
                <a:gd name="connsiteY8" fmla="*/ 59531 h 1890712"/>
                <a:gd name="connsiteX9" fmla="*/ 83344 w 2543175"/>
                <a:gd name="connsiteY9" fmla="*/ 73819 h 1890712"/>
                <a:gd name="connsiteX10" fmla="*/ 97632 w 2543175"/>
                <a:gd name="connsiteY10" fmla="*/ 80962 h 1890712"/>
                <a:gd name="connsiteX11" fmla="*/ 104775 w 2543175"/>
                <a:gd name="connsiteY11" fmla="*/ 85725 h 1890712"/>
                <a:gd name="connsiteX12" fmla="*/ 114300 w 2543175"/>
                <a:gd name="connsiteY12" fmla="*/ 95250 h 1890712"/>
                <a:gd name="connsiteX13" fmla="*/ 123825 w 2543175"/>
                <a:gd name="connsiteY13" fmla="*/ 97631 h 1890712"/>
                <a:gd name="connsiteX14" fmla="*/ 130969 w 2543175"/>
                <a:gd name="connsiteY14" fmla="*/ 104775 h 1890712"/>
                <a:gd name="connsiteX15" fmla="*/ 140494 w 2543175"/>
                <a:gd name="connsiteY15" fmla="*/ 111919 h 1890712"/>
                <a:gd name="connsiteX16" fmla="*/ 147638 w 2543175"/>
                <a:gd name="connsiteY16" fmla="*/ 116681 h 1890712"/>
                <a:gd name="connsiteX17" fmla="*/ 164307 w 2543175"/>
                <a:gd name="connsiteY17" fmla="*/ 128587 h 1890712"/>
                <a:gd name="connsiteX18" fmla="*/ 180975 w 2543175"/>
                <a:gd name="connsiteY18" fmla="*/ 140494 h 1890712"/>
                <a:gd name="connsiteX19" fmla="*/ 197644 w 2543175"/>
                <a:gd name="connsiteY19" fmla="*/ 152400 h 1890712"/>
                <a:gd name="connsiteX20" fmla="*/ 204788 w 2543175"/>
                <a:gd name="connsiteY20" fmla="*/ 157162 h 1890712"/>
                <a:gd name="connsiteX21" fmla="*/ 214313 w 2543175"/>
                <a:gd name="connsiteY21" fmla="*/ 164306 h 1890712"/>
                <a:gd name="connsiteX22" fmla="*/ 230982 w 2543175"/>
                <a:gd name="connsiteY22" fmla="*/ 180975 h 1890712"/>
                <a:gd name="connsiteX23" fmla="*/ 247650 w 2543175"/>
                <a:gd name="connsiteY23" fmla="*/ 185737 h 1890712"/>
                <a:gd name="connsiteX24" fmla="*/ 259557 w 2543175"/>
                <a:gd name="connsiteY24" fmla="*/ 188119 h 1890712"/>
                <a:gd name="connsiteX25" fmla="*/ 266700 w 2543175"/>
                <a:gd name="connsiteY25" fmla="*/ 190500 h 1890712"/>
                <a:gd name="connsiteX26" fmla="*/ 283369 w 2543175"/>
                <a:gd name="connsiteY26" fmla="*/ 192881 h 1890712"/>
                <a:gd name="connsiteX27" fmla="*/ 302419 w 2543175"/>
                <a:gd name="connsiteY27" fmla="*/ 204787 h 1890712"/>
                <a:gd name="connsiteX28" fmla="*/ 309563 w 2543175"/>
                <a:gd name="connsiteY28" fmla="*/ 209550 h 1890712"/>
                <a:gd name="connsiteX29" fmla="*/ 319088 w 2543175"/>
                <a:gd name="connsiteY29" fmla="*/ 219075 h 1890712"/>
                <a:gd name="connsiteX30" fmla="*/ 333375 w 2543175"/>
                <a:gd name="connsiteY30" fmla="*/ 228600 h 1890712"/>
                <a:gd name="connsiteX31" fmla="*/ 340519 w 2543175"/>
                <a:gd name="connsiteY31" fmla="*/ 233362 h 1890712"/>
                <a:gd name="connsiteX32" fmla="*/ 354807 w 2543175"/>
                <a:gd name="connsiteY32" fmla="*/ 247650 h 1890712"/>
                <a:gd name="connsiteX33" fmla="*/ 366713 w 2543175"/>
                <a:gd name="connsiteY33" fmla="*/ 264319 h 1890712"/>
                <a:gd name="connsiteX34" fmla="*/ 371475 w 2543175"/>
                <a:gd name="connsiteY34" fmla="*/ 271462 h 1890712"/>
                <a:gd name="connsiteX35" fmla="*/ 378619 w 2543175"/>
                <a:gd name="connsiteY35" fmla="*/ 276225 h 1890712"/>
                <a:gd name="connsiteX36" fmla="*/ 385763 w 2543175"/>
                <a:gd name="connsiteY36" fmla="*/ 283369 h 1890712"/>
                <a:gd name="connsiteX37" fmla="*/ 395288 w 2543175"/>
                <a:gd name="connsiteY37" fmla="*/ 288131 h 1890712"/>
                <a:gd name="connsiteX38" fmla="*/ 404813 w 2543175"/>
                <a:gd name="connsiteY38" fmla="*/ 295275 h 1890712"/>
                <a:gd name="connsiteX39" fmla="*/ 411957 w 2543175"/>
                <a:gd name="connsiteY39" fmla="*/ 297656 h 1890712"/>
                <a:gd name="connsiteX40" fmla="*/ 421482 w 2543175"/>
                <a:gd name="connsiteY40" fmla="*/ 302419 h 1890712"/>
                <a:gd name="connsiteX41" fmla="*/ 447675 w 2543175"/>
                <a:gd name="connsiteY41" fmla="*/ 307181 h 1890712"/>
                <a:gd name="connsiteX42" fmla="*/ 461963 w 2543175"/>
                <a:gd name="connsiteY42" fmla="*/ 321469 h 1890712"/>
                <a:gd name="connsiteX43" fmla="*/ 466725 w 2543175"/>
                <a:gd name="connsiteY43" fmla="*/ 328612 h 1890712"/>
                <a:gd name="connsiteX44" fmla="*/ 476250 w 2543175"/>
                <a:gd name="connsiteY44" fmla="*/ 335756 h 1890712"/>
                <a:gd name="connsiteX45" fmla="*/ 481013 w 2543175"/>
                <a:gd name="connsiteY45" fmla="*/ 342900 h 1890712"/>
                <a:gd name="connsiteX46" fmla="*/ 490538 w 2543175"/>
                <a:gd name="connsiteY46" fmla="*/ 352425 h 1890712"/>
                <a:gd name="connsiteX47" fmla="*/ 495300 w 2543175"/>
                <a:gd name="connsiteY47" fmla="*/ 359569 h 1890712"/>
                <a:gd name="connsiteX48" fmla="*/ 509588 w 2543175"/>
                <a:gd name="connsiteY48" fmla="*/ 376237 h 1890712"/>
                <a:gd name="connsiteX49" fmla="*/ 514350 w 2543175"/>
                <a:gd name="connsiteY49" fmla="*/ 383381 h 1890712"/>
                <a:gd name="connsiteX50" fmla="*/ 531019 w 2543175"/>
                <a:gd name="connsiteY50" fmla="*/ 397669 h 1890712"/>
                <a:gd name="connsiteX51" fmla="*/ 538163 w 2543175"/>
                <a:gd name="connsiteY51" fmla="*/ 407194 h 1890712"/>
                <a:gd name="connsiteX52" fmla="*/ 554832 w 2543175"/>
                <a:gd name="connsiteY52" fmla="*/ 421481 h 1890712"/>
                <a:gd name="connsiteX53" fmla="*/ 564357 w 2543175"/>
                <a:gd name="connsiteY53" fmla="*/ 431006 h 1890712"/>
                <a:gd name="connsiteX54" fmla="*/ 573882 w 2543175"/>
                <a:gd name="connsiteY54" fmla="*/ 438150 h 1890712"/>
                <a:gd name="connsiteX55" fmla="*/ 595313 w 2543175"/>
                <a:gd name="connsiteY55" fmla="*/ 454819 h 1890712"/>
                <a:gd name="connsiteX56" fmla="*/ 602457 w 2543175"/>
                <a:gd name="connsiteY56" fmla="*/ 457200 h 1890712"/>
                <a:gd name="connsiteX57" fmla="*/ 628650 w 2543175"/>
                <a:gd name="connsiteY57" fmla="*/ 469106 h 1890712"/>
                <a:gd name="connsiteX58" fmla="*/ 645319 w 2543175"/>
                <a:gd name="connsiteY58" fmla="*/ 483394 h 1890712"/>
                <a:gd name="connsiteX59" fmla="*/ 654844 w 2543175"/>
                <a:gd name="connsiteY59" fmla="*/ 488156 h 1890712"/>
                <a:gd name="connsiteX60" fmla="*/ 661988 w 2543175"/>
                <a:gd name="connsiteY60" fmla="*/ 497681 h 1890712"/>
                <a:gd name="connsiteX61" fmla="*/ 683419 w 2543175"/>
                <a:gd name="connsiteY61" fmla="*/ 514350 h 1890712"/>
                <a:gd name="connsiteX62" fmla="*/ 700088 w 2543175"/>
                <a:gd name="connsiteY62" fmla="*/ 526256 h 1890712"/>
                <a:gd name="connsiteX63" fmla="*/ 709613 w 2543175"/>
                <a:gd name="connsiteY63" fmla="*/ 535781 h 1890712"/>
                <a:gd name="connsiteX64" fmla="*/ 719138 w 2543175"/>
                <a:gd name="connsiteY64" fmla="*/ 542925 h 1890712"/>
                <a:gd name="connsiteX65" fmla="*/ 733425 w 2543175"/>
                <a:gd name="connsiteY65" fmla="*/ 557212 h 1890712"/>
                <a:gd name="connsiteX66" fmla="*/ 750094 w 2543175"/>
                <a:gd name="connsiteY66" fmla="*/ 569119 h 1890712"/>
                <a:gd name="connsiteX67" fmla="*/ 769144 w 2543175"/>
                <a:gd name="connsiteY67" fmla="*/ 581025 h 1890712"/>
                <a:gd name="connsiteX68" fmla="*/ 785813 w 2543175"/>
                <a:gd name="connsiteY68" fmla="*/ 590550 h 1890712"/>
                <a:gd name="connsiteX69" fmla="*/ 792957 w 2543175"/>
                <a:gd name="connsiteY69" fmla="*/ 600075 h 1890712"/>
                <a:gd name="connsiteX70" fmla="*/ 809625 w 2543175"/>
                <a:gd name="connsiteY70" fmla="*/ 611981 h 1890712"/>
                <a:gd name="connsiteX71" fmla="*/ 816769 w 2543175"/>
                <a:gd name="connsiteY71" fmla="*/ 619125 h 1890712"/>
                <a:gd name="connsiteX72" fmla="*/ 826294 w 2543175"/>
                <a:gd name="connsiteY72" fmla="*/ 626269 h 1890712"/>
                <a:gd name="connsiteX73" fmla="*/ 840582 w 2543175"/>
                <a:gd name="connsiteY73" fmla="*/ 638175 h 1890712"/>
                <a:gd name="connsiteX74" fmla="*/ 847725 w 2543175"/>
                <a:gd name="connsiteY74" fmla="*/ 645319 h 1890712"/>
                <a:gd name="connsiteX75" fmla="*/ 857250 w 2543175"/>
                <a:gd name="connsiteY75" fmla="*/ 652462 h 1890712"/>
                <a:gd name="connsiteX76" fmla="*/ 864394 w 2543175"/>
                <a:gd name="connsiteY76" fmla="*/ 657225 h 1890712"/>
                <a:gd name="connsiteX77" fmla="*/ 888207 w 2543175"/>
                <a:gd name="connsiteY77" fmla="*/ 676275 h 1890712"/>
                <a:gd name="connsiteX78" fmla="*/ 895350 w 2543175"/>
                <a:gd name="connsiteY78" fmla="*/ 681037 h 1890712"/>
                <a:gd name="connsiteX79" fmla="*/ 907257 w 2543175"/>
                <a:gd name="connsiteY79" fmla="*/ 683419 h 1890712"/>
                <a:gd name="connsiteX80" fmla="*/ 928688 w 2543175"/>
                <a:gd name="connsiteY80" fmla="*/ 695325 h 1890712"/>
                <a:gd name="connsiteX81" fmla="*/ 942975 w 2543175"/>
                <a:gd name="connsiteY81" fmla="*/ 700087 h 1890712"/>
                <a:gd name="connsiteX82" fmla="*/ 964407 w 2543175"/>
                <a:gd name="connsiteY82" fmla="*/ 716756 h 1890712"/>
                <a:gd name="connsiteX83" fmla="*/ 971550 w 2543175"/>
                <a:gd name="connsiteY83" fmla="*/ 723900 h 1890712"/>
                <a:gd name="connsiteX84" fmla="*/ 983457 w 2543175"/>
                <a:gd name="connsiteY84" fmla="*/ 733425 h 1890712"/>
                <a:gd name="connsiteX85" fmla="*/ 990600 w 2543175"/>
                <a:gd name="connsiteY85" fmla="*/ 738187 h 1890712"/>
                <a:gd name="connsiteX86" fmla="*/ 1007269 w 2543175"/>
                <a:gd name="connsiteY86" fmla="*/ 752475 h 1890712"/>
                <a:gd name="connsiteX87" fmla="*/ 1031082 w 2543175"/>
                <a:gd name="connsiteY87" fmla="*/ 766762 h 1890712"/>
                <a:gd name="connsiteX88" fmla="*/ 1042988 w 2543175"/>
                <a:gd name="connsiteY88" fmla="*/ 773906 h 1890712"/>
                <a:gd name="connsiteX89" fmla="*/ 1071563 w 2543175"/>
                <a:gd name="connsiteY89" fmla="*/ 785812 h 1890712"/>
                <a:gd name="connsiteX90" fmla="*/ 1097757 w 2543175"/>
                <a:gd name="connsiteY90" fmla="*/ 807244 h 1890712"/>
                <a:gd name="connsiteX91" fmla="*/ 1104900 w 2543175"/>
                <a:gd name="connsiteY91" fmla="*/ 814387 h 1890712"/>
                <a:gd name="connsiteX92" fmla="*/ 1121569 w 2543175"/>
                <a:gd name="connsiteY92" fmla="*/ 823912 h 1890712"/>
                <a:gd name="connsiteX93" fmla="*/ 1138238 w 2543175"/>
                <a:gd name="connsiteY93" fmla="*/ 835819 h 1890712"/>
                <a:gd name="connsiteX94" fmla="*/ 1147763 w 2543175"/>
                <a:gd name="connsiteY94" fmla="*/ 842962 h 1890712"/>
                <a:gd name="connsiteX95" fmla="*/ 1157288 w 2543175"/>
                <a:gd name="connsiteY95" fmla="*/ 847725 h 1890712"/>
                <a:gd name="connsiteX96" fmla="*/ 1178719 w 2543175"/>
                <a:gd name="connsiteY96" fmla="*/ 859631 h 1890712"/>
                <a:gd name="connsiteX97" fmla="*/ 1188244 w 2543175"/>
                <a:gd name="connsiteY97" fmla="*/ 866775 h 1890712"/>
                <a:gd name="connsiteX98" fmla="*/ 1195388 w 2543175"/>
                <a:gd name="connsiteY98" fmla="*/ 871537 h 1890712"/>
                <a:gd name="connsiteX99" fmla="*/ 1212057 w 2543175"/>
                <a:gd name="connsiteY99" fmla="*/ 883444 h 1890712"/>
                <a:gd name="connsiteX100" fmla="*/ 1226344 w 2543175"/>
                <a:gd name="connsiteY100" fmla="*/ 895350 h 1890712"/>
                <a:gd name="connsiteX101" fmla="*/ 1245394 w 2543175"/>
                <a:gd name="connsiteY101" fmla="*/ 907256 h 1890712"/>
                <a:gd name="connsiteX102" fmla="*/ 1254919 w 2543175"/>
                <a:gd name="connsiteY102" fmla="*/ 914400 h 1890712"/>
                <a:gd name="connsiteX103" fmla="*/ 1269207 w 2543175"/>
                <a:gd name="connsiteY103" fmla="*/ 921544 h 1890712"/>
                <a:gd name="connsiteX104" fmla="*/ 1290638 w 2543175"/>
                <a:gd name="connsiteY104" fmla="*/ 935831 h 1890712"/>
                <a:gd name="connsiteX105" fmla="*/ 1307307 w 2543175"/>
                <a:gd name="connsiteY105" fmla="*/ 952500 h 1890712"/>
                <a:gd name="connsiteX106" fmla="*/ 1333500 w 2543175"/>
                <a:gd name="connsiteY106" fmla="*/ 971550 h 1890712"/>
                <a:gd name="connsiteX107" fmla="*/ 1359694 w 2543175"/>
                <a:gd name="connsiteY107" fmla="*/ 990600 h 1890712"/>
                <a:gd name="connsiteX108" fmla="*/ 1373982 w 2543175"/>
                <a:gd name="connsiteY108" fmla="*/ 997744 h 1890712"/>
                <a:gd name="connsiteX109" fmla="*/ 1388269 w 2543175"/>
                <a:gd name="connsiteY109" fmla="*/ 1007269 h 1890712"/>
                <a:gd name="connsiteX110" fmla="*/ 1414463 w 2543175"/>
                <a:gd name="connsiteY110" fmla="*/ 1019175 h 1890712"/>
                <a:gd name="connsiteX111" fmla="*/ 1428750 w 2543175"/>
                <a:gd name="connsiteY111" fmla="*/ 1026319 h 1890712"/>
                <a:gd name="connsiteX112" fmla="*/ 1471613 w 2543175"/>
                <a:gd name="connsiteY112" fmla="*/ 1059656 h 1890712"/>
                <a:gd name="connsiteX113" fmla="*/ 1495425 w 2543175"/>
                <a:gd name="connsiteY113" fmla="*/ 1088231 h 1890712"/>
                <a:gd name="connsiteX114" fmla="*/ 1547812 w 2543175"/>
                <a:gd name="connsiteY114" fmla="*/ 1133475 h 1890712"/>
                <a:gd name="connsiteX115" fmla="*/ 1597819 w 2543175"/>
                <a:gd name="connsiteY115" fmla="*/ 1154906 h 1890712"/>
                <a:gd name="connsiteX116" fmla="*/ 1604963 w 2543175"/>
                <a:gd name="connsiteY116" fmla="*/ 1162050 h 1890712"/>
                <a:gd name="connsiteX117" fmla="*/ 1612107 w 2543175"/>
                <a:gd name="connsiteY117" fmla="*/ 1166812 h 1890712"/>
                <a:gd name="connsiteX118" fmla="*/ 1628775 w 2543175"/>
                <a:gd name="connsiteY118" fmla="*/ 1183481 h 1890712"/>
                <a:gd name="connsiteX119" fmla="*/ 1662113 w 2543175"/>
                <a:gd name="connsiteY119" fmla="*/ 1209675 h 1890712"/>
                <a:gd name="connsiteX120" fmla="*/ 1678782 w 2543175"/>
                <a:gd name="connsiteY120" fmla="*/ 1226344 h 1890712"/>
                <a:gd name="connsiteX121" fmla="*/ 1700213 w 2543175"/>
                <a:gd name="connsiteY121" fmla="*/ 1247775 h 1890712"/>
                <a:gd name="connsiteX122" fmla="*/ 1712119 w 2543175"/>
                <a:gd name="connsiteY122" fmla="*/ 1259681 h 1890712"/>
                <a:gd name="connsiteX123" fmla="*/ 1733550 w 2543175"/>
                <a:gd name="connsiteY123" fmla="*/ 1273969 h 1890712"/>
                <a:gd name="connsiteX124" fmla="*/ 1743075 w 2543175"/>
                <a:gd name="connsiteY124" fmla="*/ 1283494 h 1890712"/>
                <a:gd name="connsiteX125" fmla="*/ 1754982 w 2543175"/>
                <a:gd name="connsiteY125" fmla="*/ 1290637 h 1890712"/>
                <a:gd name="connsiteX126" fmla="*/ 1766888 w 2543175"/>
                <a:gd name="connsiteY126" fmla="*/ 1300162 h 1890712"/>
                <a:gd name="connsiteX127" fmla="*/ 1783557 w 2543175"/>
                <a:gd name="connsiteY127" fmla="*/ 1307306 h 1890712"/>
                <a:gd name="connsiteX128" fmla="*/ 1790700 w 2543175"/>
                <a:gd name="connsiteY128" fmla="*/ 1312069 h 1890712"/>
                <a:gd name="connsiteX129" fmla="*/ 1800225 w 2543175"/>
                <a:gd name="connsiteY129" fmla="*/ 1319212 h 1890712"/>
                <a:gd name="connsiteX130" fmla="*/ 1807369 w 2543175"/>
                <a:gd name="connsiteY130" fmla="*/ 1321594 h 1890712"/>
                <a:gd name="connsiteX131" fmla="*/ 1824038 w 2543175"/>
                <a:gd name="connsiteY131" fmla="*/ 1333500 h 1890712"/>
                <a:gd name="connsiteX132" fmla="*/ 1843088 w 2543175"/>
                <a:gd name="connsiteY132" fmla="*/ 1352550 h 1890712"/>
                <a:gd name="connsiteX133" fmla="*/ 1852613 w 2543175"/>
                <a:gd name="connsiteY133" fmla="*/ 1359694 h 1890712"/>
                <a:gd name="connsiteX134" fmla="*/ 1859757 w 2543175"/>
                <a:gd name="connsiteY134" fmla="*/ 1366837 h 1890712"/>
                <a:gd name="connsiteX135" fmla="*/ 1869282 w 2543175"/>
                <a:gd name="connsiteY135" fmla="*/ 1371600 h 1890712"/>
                <a:gd name="connsiteX136" fmla="*/ 1883569 w 2543175"/>
                <a:gd name="connsiteY136" fmla="*/ 1388269 h 1890712"/>
                <a:gd name="connsiteX137" fmla="*/ 1893094 w 2543175"/>
                <a:gd name="connsiteY137" fmla="*/ 1395412 h 1890712"/>
                <a:gd name="connsiteX138" fmla="*/ 1902619 w 2543175"/>
                <a:gd name="connsiteY138" fmla="*/ 1404937 h 1890712"/>
                <a:gd name="connsiteX139" fmla="*/ 1912144 w 2543175"/>
                <a:gd name="connsiteY139" fmla="*/ 1409700 h 1890712"/>
                <a:gd name="connsiteX140" fmla="*/ 1931194 w 2543175"/>
                <a:gd name="connsiteY140" fmla="*/ 1421606 h 1890712"/>
                <a:gd name="connsiteX141" fmla="*/ 1935957 w 2543175"/>
                <a:gd name="connsiteY141" fmla="*/ 1428750 h 1890712"/>
                <a:gd name="connsiteX142" fmla="*/ 1952625 w 2543175"/>
                <a:gd name="connsiteY142" fmla="*/ 1438275 h 1890712"/>
                <a:gd name="connsiteX143" fmla="*/ 1971675 w 2543175"/>
                <a:gd name="connsiteY143" fmla="*/ 1450181 h 1890712"/>
                <a:gd name="connsiteX144" fmla="*/ 1981200 w 2543175"/>
                <a:gd name="connsiteY144" fmla="*/ 1454944 h 1890712"/>
                <a:gd name="connsiteX145" fmla="*/ 1997869 w 2543175"/>
                <a:gd name="connsiteY145" fmla="*/ 1471612 h 1890712"/>
                <a:gd name="connsiteX146" fmla="*/ 2007394 w 2543175"/>
                <a:gd name="connsiteY146" fmla="*/ 1478756 h 1890712"/>
                <a:gd name="connsiteX147" fmla="*/ 2016919 w 2543175"/>
                <a:gd name="connsiteY147" fmla="*/ 1483519 h 1890712"/>
                <a:gd name="connsiteX148" fmla="*/ 2024063 w 2543175"/>
                <a:gd name="connsiteY148" fmla="*/ 1490662 h 1890712"/>
                <a:gd name="connsiteX149" fmla="*/ 2033588 w 2543175"/>
                <a:gd name="connsiteY149" fmla="*/ 1495425 h 1890712"/>
                <a:gd name="connsiteX150" fmla="*/ 2040732 w 2543175"/>
                <a:gd name="connsiteY150" fmla="*/ 1502569 h 1890712"/>
                <a:gd name="connsiteX151" fmla="*/ 2047875 w 2543175"/>
                <a:gd name="connsiteY151" fmla="*/ 1507331 h 1890712"/>
                <a:gd name="connsiteX152" fmla="*/ 2057400 w 2543175"/>
                <a:gd name="connsiteY152" fmla="*/ 1514475 h 1890712"/>
                <a:gd name="connsiteX153" fmla="*/ 2064544 w 2543175"/>
                <a:gd name="connsiteY153" fmla="*/ 1519237 h 1890712"/>
                <a:gd name="connsiteX154" fmla="*/ 2071688 w 2543175"/>
                <a:gd name="connsiteY154" fmla="*/ 1526381 h 1890712"/>
                <a:gd name="connsiteX155" fmla="*/ 2081213 w 2543175"/>
                <a:gd name="connsiteY155" fmla="*/ 1531144 h 1890712"/>
                <a:gd name="connsiteX156" fmla="*/ 2090738 w 2543175"/>
                <a:gd name="connsiteY156" fmla="*/ 1538287 h 1890712"/>
                <a:gd name="connsiteX157" fmla="*/ 2109788 w 2543175"/>
                <a:gd name="connsiteY157" fmla="*/ 1547812 h 1890712"/>
                <a:gd name="connsiteX158" fmla="*/ 2131219 w 2543175"/>
                <a:gd name="connsiteY158" fmla="*/ 1562100 h 1890712"/>
                <a:gd name="connsiteX159" fmla="*/ 2140744 w 2543175"/>
                <a:gd name="connsiteY159" fmla="*/ 1566862 h 1890712"/>
                <a:gd name="connsiteX160" fmla="*/ 2152650 w 2543175"/>
                <a:gd name="connsiteY160" fmla="*/ 1576387 h 1890712"/>
                <a:gd name="connsiteX161" fmla="*/ 2181225 w 2543175"/>
                <a:gd name="connsiteY161" fmla="*/ 1590675 h 1890712"/>
                <a:gd name="connsiteX162" fmla="*/ 2200275 w 2543175"/>
                <a:gd name="connsiteY162" fmla="*/ 1607344 h 1890712"/>
                <a:gd name="connsiteX163" fmla="*/ 2207419 w 2543175"/>
                <a:gd name="connsiteY163" fmla="*/ 1612106 h 1890712"/>
                <a:gd name="connsiteX164" fmla="*/ 2216944 w 2543175"/>
                <a:gd name="connsiteY164" fmla="*/ 1619250 h 1890712"/>
                <a:gd name="connsiteX165" fmla="*/ 2224088 w 2543175"/>
                <a:gd name="connsiteY165" fmla="*/ 1624012 h 1890712"/>
                <a:gd name="connsiteX166" fmla="*/ 2247900 w 2543175"/>
                <a:gd name="connsiteY166" fmla="*/ 1643062 h 1890712"/>
                <a:gd name="connsiteX167" fmla="*/ 2255044 w 2543175"/>
                <a:gd name="connsiteY167" fmla="*/ 1650206 h 1890712"/>
                <a:gd name="connsiteX168" fmla="*/ 2281238 w 2543175"/>
                <a:gd name="connsiteY168" fmla="*/ 1664494 h 1890712"/>
                <a:gd name="connsiteX169" fmla="*/ 2297907 w 2543175"/>
                <a:gd name="connsiteY169" fmla="*/ 1674019 h 1890712"/>
                <a:gd name="connsiteX170" fmla="*/ 2305050 w 2543175"/>
                <a:gd name="connsiteY170" fmla="*/ 1678781 h 1890712"/>
                <a:gd name="connsiteX171" fmla="*/ 2312194 w 2543175"/>
                <a:gd name="connsiteY171" fmla="*/ 1685925 h 1890712"/>
                <a:gd name="connsiteX172" fmla="*/ 2328863 w 2543175"/>
                <a:gd name="connsiteY172" fmla="*/ 1697831 h 1890712"/>
                <a:gd name="connsiteX173" fmla="*/ 2350294 w 2543175"/>
                <a:gd name="connsiteY173" fmla="*/ 1712119 h 1890712"/>
                <a:gd name="connsiteX174" fmla="*/ 2369344 w 2543175"/>
                <a:gd name="connsiteY174" fmla="*/ 1724025 h 1890712"/>
                <a:gd name="connsiteX175" fmla="*/ 2428876 w 2543175"/>
                <a:gd name="connsiteY175" fmla="*/ 1785938 h 1890712"/>
                <a:gd name="connsiteX176" fmla="*/ 2466975 w 2543175"/>
                <a:gd name="connsiteY176" fmla="*/ 1783556 h 1890712"/>
                <a:gd name="connsiteX177" fmla="*/ 2481263 w 2543175"/>
                <a:gd name="connsiteY177" fmla="*/ 1795462 h 1890712"/>
                <a:gd name="connsiteX178" fmla="*/ 2486025 w 2543175"/>
                <a:gd name="connsiteY178" fmla="*/ 1802606 h 1890712"/>
                <a:gd name="connsiteX179" fmla="*/ 2493169 w 2543175"/>
                <a:gd name="connsiteY179" fmla="*/ 1807369 h 1890712"/>
                <a:gd name="connsiteX180" fmla="*/ 2495550 w 2543175"/>
                <a:gd name="connsiteY180" fmla="*/ 1816894 h 1890712"/>
                <a:gd name="connsiteX181" fmla="*/ 2497932 w 2543175"/>
                <a:gd name="connsiteY181" fmla="*/ 1824037 h 1890712"/>
                <a:gd name="connsiteX182" fmla="*/ 2514600 w 2543175"/>
                <a:gd name="connsiteY182" fmla="*/ 1850231 h 1890712"/>
                <a:gd name="connsiteX183" fmla="*/ 2519363 w 2543175"/>
                <a:gd name="connsiteY183" fmla="*/ 1857375 h 1890712"/>
                <a:gd name="connsiteX184" fmla="*/ 2540794 w 2543175"/>
                <a:gd name="connsiteY184" fmla="*/ 1883569 h 1890712"/>
                <a:gd name="connsiteX185" fmla="*/ 2543175 w 2543175"/>
                <a:gd name="connsiteY185" fmla="*/ 1890712 h 1890712"/>
                <a:gd name="connsiteX0" fmla="*/ 0 w 2543175"/>
                <a:gd name="connsiteY0" fmla="*/ 0 h 1890712"/>
                <a:gd name="connsiteX1" fmla="*/ 11907 w 2543175"/>
                <a:gd name="connsiteY1" fmla="*/ 11906 h 1890712"/>
                <a:gd name="connsiteX2" fmla="*/ 21432 w 2543175"/>
                <a:gd name="connsiteY2" fmla="*/ 16669 h 1890712"/>
                <a:gd name="connsiteX3" fmla="*/ 23813 w 2543175"/>
                <a:gd name="connsiteY3" fmla="*/ 23812 h 1890712"/>
                <a:gd name="connsiteX4" fmla="*/ 33338 w 2543175"/>
                <a:gd name="connsiteY4" fmla="*/ 33337 h 1890712"/>
                <a:gd name="connsiteX5" fmla="*/ 40482 w 2543175"/>
                <a:gd name="connsiteY5" fmla="*/ 42862 h 1890712"/>
                <a:gd name="connsiteX6" fmla="*/ 47625 w 2543175"/>
                <a:gd name="connsiteY6" fmla="*/ 47625 h 1890712"/>
                <a:gd name="connsiteX7" fmla="*/ 57150 w 2543175"/>
                <a:gd name="connsiteY7" fmla="*/ 54769 h 1890712"/>
                <a:gd name="connsiteX8" fmla="*/ 64294 w 2543175"/>
                <a:gd name="connsiteY8" fmla="*/ 59531 h 1890712"/>
                <a:gd name="connsiteX9" fmla="*/ 83344 w 2543175"/>
                <a:gd name="connsiteY9" fmla="*/ 73819 h 1890712"/>
                <a:gd name="connsiteX10" fmla="*/ 97632 w 2543175"/>
                <a:gd name="connsiteY10" fmla="*/ 80962 h 1890712"/>
                <a:gd name="connsiteX11" fmla="*/ 104775 w 2543175"/>
                <a:gd name="connsiteY11" fmla="*/ 85725 h 1890712"/>
                <a:gd name="connsiteX12" fmla="*/ 114300 w 2543175"/>
                <a:gd name="connsiteY12" fmla="*/ 95250 h 1890712"/>
                <a:gd name="connsiteX13" fmla="*/ 123825 w 2543175"/>
                <a:gd name="connsiteY13" fmla="*/ 97631 h 1890712"/>
                <a:gd name="connsiteX14" fmla="*/ 130969 w 2543175"/>
                <a:gd name="connsiteY14" fmla="*/ 104775 h 1890712"/>
                <a:gd name="connsiteX15" fmla="*/ 140494 w 2543175"/>
                <a:gd name="connsiteY15" fmla="*/ 111919 h 1890712"/>
                <a:gd name="connsiteX16" fmla="*/ 147638 w 2543175"/>
                <a:gd name="connsiteY16" fmla="*/ 116681 h 1890712"/>
                <a:gd name="connsiteX17" fmla="*/ 164307 w 2543175"/>
                <a:gd name="connsiteY17" fmla="*/ 128587 h 1890712"/>
                <a:gd name="connsiteX18" fmla="*/ 180975 w 2543175"/>
                <a:gd name="connsiteY18" fmla="*/ 140494 h 1890712"/>
                <a:gd name="connsiteX19" fmla="*/ 197644 w 2543175"/>
                <a:gd name="connsiteY19" fmla="*/ 152400 h 1890712"/>
                <a:gd name="connsiteX20" fmla="*/ 204788 w 2543175"/>
                <a:gd name="connsiteY20" fmla="*/ 157162 h 1890712"/>
                <a:gd name="connsiteX21" fmla="*/ 214313 w 2543175"/>
                <a:gd name="connsiteY21" fmla="*/ 164306 h 1890712"/>
                <a:gd name="connsiteX22" fmla="*/ 230982 w 2543175"/>
                <a:gd name="connsiteY22" fmla="*/ 180975 h 1890712"/>
                <a:gd name="connsiteX23" fmla="*/ 247650 w 2543175"/>
                <a:gd name="connsiteY23" fmla="*/ 185737 h 1890712"/>
                <a:gd name="connsiteX24" fmla="*/ 259557 w 2543175"/>
                <a:gd name="connsiteY24" fmla="*/ 188119 h 1890712"/>
                <a:gd name="connsiteX25" fmla="*/ 266700 w 2543175"/>
                <a:gd name="connsiteY25" fmla="*/ 190500 h 1890712"/>
                <a:gd name="connsiteX26" fmla="*/ 283369 w 2543175"/>
                <a:gd name="connsiteY26" fmla="*/ 192881 h 1890712"/>
                <a:gd name="connsiteX27" fmla="*/ 302419 w 2543175"/>
                <a:gd name="connsiteY27" fmla="*/ 204787 h 1890712"/>
                <a:gd name="connsiteX28" fmla="*/ 309563 w 2543175"/>
                <a:gd name="connsiteY28" fmla="*/ 209550 h 1890712"/>
                <a:gd name="connsiteX29" fmla="*/ 319088 w 2543175"/>
                <a:gd name="connsiteY29" fmla="*/ 219075 h 1890712"/>
                <a:gd name="connsiteX30" fmla="*/ 333375 w 2543175"/>
                <a:gd name="connsiteY30" fmla="*/ 228600 h 1890712"/>
                <a:gd name="connsiteX31" fmla="*/ 340519 w 2543175"/>
                <a:gd name="connsiteY31" fmla="*/ 233362 h 1890712"/>
                <a:gd name="connsiteX32" fmla="*/ 354807 w 2543175"/>
                <a:gd name="connsiteY32" fmla="*/ 247650 h 1890712"/>
                <a:gd name="connsiteX33" fmla="*/ 366713 w 2543175"/>
                <a:gd name="connsiteY33" fmla="*/ 264319 h 1890712"/>
                <a:gd name="connsiteX34" fmla="*/ 371475 w 2543175"/>
                <a:gd name="connsiteY34" fmla="*/ 271462 h 1890712"/>
                <a:gd name="connsiteX35" fmla="*/ 378619 w 2543175"/>
                <a:gd name="connsiteY35" fmla="*/ 276225 h 1890712"/>
                <a:gd name="connsiteX36" fmla="*/ 385763 w 2543175"/>
                <a:gd name="connsiteY36" fmla="*/ 283369 h 1890712"/>
                <a:gd name="connsiteX37" fmla="*/ 395288 w 2543175"/>
                <a:gd name="connsiteY37" fmla="*/ 288131 h 1890712"/>
                <a:gd name="connsiteX38" fmla="*/ 404813 w 2543175"/>
                <a:gd name="connsiteY38" fmla="*/ 295275 h 1890712"/>
                <a:gd name="connsiteX39" fmla="*/ 411957 w 2543175"/>
                <a:gd name="connsiteY39" fmla="*/ 297656 h 1890712"/>
                <a:gd name="connsiteX40" fmla="*/ 421482 w 2543175"/>
                <a:gd name="connsiteY40" fmla="*/ 302419 h 1890712"/>
                <a:gd name="connsiteX41" fmla="*/ 447675 w 2543175"/>
                <a:gd name="connsiteY41" fmla="*/ 307181 h 1890712"/>
                <a:gd name="connsiteX42" fmla="*/ 461963 w 2543175"/>
                <a:gd name="connsiteY42" fmla="*/ 321469 h 1890712"/>
                <a:gd name="connsiteX43" fmla="*/ 466725 w 2543175"/>
                <a:gd name="connsiteY43" fmla="*/ 328612 h 1890712"/>
                <a:gd name="connsiteX44" fmla="*/ 476250 w 2543175"/>
                <a:gd name="connsiteY44" fmla="*/ 335756 h 1890712"/>
                <a:gd name="connsiteX45" fmla="*/ 481013 w 2543175"/>
                <a:gd name="connsiteY45" fmla="*/ 342900 h 1890712"/>
                <a:gd name="connsiteX46" fmla="*/ 490538 w 2543175"/>
                <a:gd name="connsiteY46" fmla="*/ 352425 h 1890712"/>
                <a:gd name="connsiteX47" fmla="*/ 495300 w 2543175"/>
                <a:gd name="connsiteY47" fmla="*/ 359569 h 1890712"/>
                <a:gd name="connsiteX48" fmla="*/ 509588 w 2543175"/>
                <a:gd name="connsiteY48" fmla="*/ 376237 h 1890712"/>
                <a:gd name="connsiteX49" fmla="*/ 514350 w 2543175"/>
                <a:gd name="connsiteY49" fmla="*/ 383381 h 1890712"/>
                <a:gd name="connsiteX50" fmla="*/ 531019 w 2543175"/>
                <a:gd name="connsiteY50" fmla="*/ 397669 h 1890712"/>
                <a:gd name="connsiteX51" fmla="*/ 538163 w 2543175"/>
                <a:gd name="connsiteY51" fmla="*/ 407194 h 1890712"/>
                <a:gd name="connsiteX52" fmla="*/ 554832 w 2543175"/>
                <a:gd name="connsiteY52" fmla="*/ 421481 h 1890712"/>
                <a:gd name="connsiteX53" fmla="*/ 564357 w 2543175"/>
                <a:gd name="connsiteY53" fmla="*/ 431006 h 1890712"/>
                <a:gd name="connsiteX54" fmla="*/ 573882 w 2543175"/>
                <a:gd name="connsiteY54" fmla="*/ 438150 h 1890712"/>
                <a:gd name="connsiteX55" fmla="*/ 595313 w 2543175"/>
                <a:gd name="connsiteY55" fmla="*/ 454819 h 1890712"/>
                <a:gd name="connsiteX56" fmla="*/ 602457 w 2543175"/>
                <a:gd name="connsiteY56" fmla="*/ 457200 h 1890712"/>
                <a:gd name="connsiteX57" fmla="*/ 628650 w 2543175"/>
                <a:gd name="connsiteY57" fmla="*/ 469106 h 1890712"/>
                <a:gd name="connsiteX58" fmla="*/ 645319 w 2543175"/>
                <a:gd name="connsiteY58" fmla="*/ 483394 h 1890712"/>
                <a:gd name="connsiteX59" fmla="*/ 654844 w 2543175"/>
                <a:gd name="connsiteY59" fmla="*/ 488156 h 1890712"/>
                <a:gd name="connsiteX60" fmla="*/ 661988 w 2543175"/>
                <a:gd name="connsiteY60" fmla="*/ 497681 h 1890712"/>
                <a:gd name="connsiteX61" fmla="*/ 683419 w 2543175"/>
                <a:gd name="connsiteY61" fmla="*/ 514350 h 1890712"/>
                <a:gd name="connsiteX62" fmla="*/ 700088 w 2543175"/>
                <a:gd name="connsiteY62" fmla="*/ 526256 h 1890712"/>
                <a:gd name="connsiteX63" fmla="*/ 709613 w 2543175"/>
                <a:gd name="connsiteY63" fmla="*/ 535781 h 1890712"/>
                <a:gd name="connsiteX64" fmla="*/ 719138 w 2543175"/>
                <a:gd name="connsiteY64" fmla="*/ 542925 h 1890712"/>
                <a:gd name="connsiteX65" fmla="*/ 733425 w 2543175"/>
                <a:gd name="connsiteY65" fmla="*/ 557212 h 1890712"/>
                <a:gd name="connsiteX66" fmla="*/ 750094 w 2543175"/>
                <a:gd name="connsiteY66" fmla="*/ 569119 h 1890712"/>
                <a:gd name="connsiteX67" fmla="*/ 769144 w 2543175"/>
                <a:gd name="connsiteY67" fmla="*/ 581025 h 1890712"/>
                <a:gd name="connsiteX68" fmla="*/ 785813 w 2543175"/>
                <a:gd name="connsiteY68" fmla="*/ 590550 h 1890712"/>
                <a:gd name="connsiteX69" fmla="*/ 792957 w 2543175"/>
                <a:gd name="connsiteY69" fmla="*/ 600075 h 1890712"/>
                <a:gd name="connsiteX70" fmla="*/ 809625 w 2543175"/>
                <a:gd name="connsiteY70" fmla="*/ 611981 h 1890712"/>
                <a:gd name="connsiteX71" fmla="*/ 816769 w 2543175"/>
                <a:gd name="connsiteY71" fmla="*/ 619125 h 1890712"/>
                <a:gd name="connsiteX72" fmla="*/ 826294 w 2543175"/>
                <a:gd name="connsiteY72" fmla="*/ 626269 h 1890712"/>
                <a:gd name="connsiteX73" fmla="*/ 840582 w 2543175"/>
                <a:gd name="connsiteY73" fmla="*/ 638175 h 1890712"/>
                <a:gd name="connsiteX74" fmla="*/ 847725 w 2543175"/>
                <a:gd name="connsiteY74" fmla="*/ 645319 h 1890712"/>
                <a:gd name="connsiteX75" fmla="*/ 857250 w 2543175"/>
                <a:gd name="connsiteY75" fmla="*/ 652462 h 1890712"/>
                <a:gd name="connsiteX76" fmla="*/ 864394 w 2543175"/>
                <a:gd name="connsiteY76" fmla="*/ 657225 h 1890712"/>
                <a:gd name="connsiteX77" fmla="*/ 888207 w 2543175"/>
                <a:gd name="connsiteY77" fmla="*/ 676275 h 1890712"/>
                <a:gd name="connsiteX78" fmla="*/ 895350 w 2543175"/>
                <a:gd name="connsiteY78" fmla="*/ 681037 h 1890712"/>
                <a:gd name="connsiteX79" fmla="*/ 907257 w 2543175"/>
                <a:gd name="connsiteY79" fmla="*/ 683419 h 1890712"/>
                <a:gd name="connsiteX80" fmla="*/ 928688 w 2543175"/>
                <a:gd name="connsiteY80" fmla="*/ 695325 h 1890712"/>
                <a:gd name="connsiteX81" fmla="*/ 942975 w 2543175"/>
                <a:gd name="connsiteY81" fmla="*/ 700087 h 1890712"/>
                <a:gd name="connsiteX82" fmla="*/ 964407 w 2543175"/>
                <a:gd name="connsiteY82" fmla="*/ 716756 h 1890712"/>
                <a:gd name="connsiteX83" fmla="*/ 971550 w 2543175"/>
                <a:gd name="connsiteY83" fmla="*/ 723900 h 1890712"/>
                <a:gd name="connsiteX84" fmla="*/ 983457 w 2543175"/>
                <a:gd name="connsiteY84" fmla="*/ 733425 h 1890712"/>
                <a:gd name="connsiteX85" fmla="*/ 990600 w 2543175"/>
                <a:gd name="connsiteY85" fmla="*/ 738187 h 1890712"/>
                <a:gd name="connsiteX86" fmla="*/ 1007269 w 2543175"/>
                <a:gd name="connsiteY86" fmla="*/ 752475 h 1890712"/>
                <a:gd name="connsiteX87" fmla="*/ 1031082 w 2543175"/>
                <a:gd name="connsiteY87" fmla="*/ 766762 h 1890712"/>
                <a:gd name="connsiteX88" fmla="*/ 1042988 w 2543175"/>
                <a:gd name="connsiteY88" fmla="*/ 773906 h 1890712"/>
                <a:gd name="connsiteX89" fmla="*/ 1071563 w 2543175"/>
                <a:gd name="connsiteY89" fmla="*/ 785812 h 1890712"/>
                <a:gd name="connsiteX90" fmla="*/ 1097757 w 2543175"/>
                <a:gd name="connsiteY90" fmla="*/ 807244 h 1890712"/>
                <a:gd name="connsiteX91" fmla="*/ 1104900 w 2543175"/>
                <a:gd name="connsiteY91" fmla="*/ 814387 h 1890712"/>
                <a:gd name="connsiteX92" fmla="*/ 1121569 w 2543175"/>
                <a:gd name="connsiteY92" fmla="*/ 823912 h 1890712"/>
                <a:gd name="connsiteX93" fmla="*/ 1138238 w 2543175"/>
                <a:gd name="connsiteY93" fmla="*/ 835819 h 1890712"/>
                <a:gd name="connsiteX94" fmla="*/ 1147763 w 2543175"/>
                <a:gd name="connsiteY94" fmla="*/ 842962 h 1890712"/>
                <a:gd name="connsiteX95" fmla="*/ 1157288 w 2543175"/>
                <a:gd name="connsiteY95" fmla="*/ 847725 h 1890712"/>
                <a:gd name="connsiteX96" fmla="*/ 1178719 w 2543175"/>
                <a:gd name="connsiteY96" fmla="*/ 859631 h 1890712"/>
                <a:gd name="connsiteX97" fmla="*/ 1188244 w 2543175"/>
                <a:gd name="connsiteY97" fmla="*/ 866775 h 1890712"/>
                <a:gd name="connsiteX98" fmla="*/ 1195388 w 2543175"/>
                <a:gd name="connsiteY98" fmla="*/ 871537 h 1890712"/>
                <a:gd name="connsiteX99" fmla="*/ 1212057 w 2543175"/>
                <a:gd name="connsiteY99" fmla="*/ 883444 h 1890712"/>
                <a:gd name="connsiteX100" fmla="*/ 1226344 w 2543175"/>
                <a:gd name="connsiteY100" fmla="*/ 895350 h 1890712"/>
                <a:gd name="connsiteX101" fmla="*/ 1245394 w 2543175"/>
                <a:gd name="connsiteY101" fmla="*/ 907256 h 1890712"/>
                <a:gd name="connsiteX102" fmla="*/ 1254919 w 2543175"/>
                <a:gd name="connsiteY102" fmla="*/ 914400 h 1890712"/>
                <a:gd name="connsiteX103" fmla="*/ 1269207 w 2543175"/>
                <a:gd name="connsiteY103" fmla="*/ 921544 h 1890712"/>
                <a:gd name="connsiteX104" fmla="*/ 1290638 w 2543175"/>
                <a:gd name="connsiteY104" fmla="*/ 935831 h 1890712"/>
                <a:gd name="connsiteX105" fmla="*/ 1307307 w 2543175"/>
                <a:gd name="connsiteY105" fmla="*/ 952500 h 1890712"/>
                <a:gd name="connsiteX106" fmla="*/ 1333500 w 2543175"/>
                <a:gd name="connsiteY106" fmla="*/ 971550 h 1890712"/>
                <a:gd name="connsiteX107" fmla="*/ 1359694 w 2543175"/>
                <a:gd name="connsiteY107" fmla="*/ 990600 h 1890712"/>
                <a:gd name="connsiteX108" fmla="*/ 1373982 w 2543175"/>
                <a:gd name="connsiteY108" fmla="*/ 997744 h 1890712"/>
                <a:gd name="connsiteX109" fmla="*/ 1388269 w 2543175"/>
                <a:gd name="connsiteY109" fmla="*/ 1007269 h 1890712"/>
                <a:gd name="connsiteX110" fmla="*/ 1414463 w 2543175"/>
                <a:gd name="connsiteY110" fmla="*/ 1019175 h 1890712"/>
                <a:gd name="connsiteX111" fmla="*/ 1428750 w 2543175"/>
                <a:gd name="connsiteY111" fmla="*/ 1026319 h 1890712"/>
                <a:gd name="connsiteX112" fmla="*/ 1471613 w 2543175"/>
                <a:gd name="connsiteY112" fmla="*/ 1059656 h 1890712"/>
                <a:gd name="connsiteX113" fmla="*/ 1495425 w 2543175"/>
                <a:gd name="connsiteY113" fmla="*/ 1088231 h 1890712"/>
                <a:gd name="connsiteX114" fmla="*/ 1547812 w 2543175"/>
                <a:gd name="connsiteY114" fmla="*/ 1133475 h 1890712"/>
                <a:gd name="connsiteX115" fmla="*/ 1597819 w 2543175"/>
                <a:gd name="connsiteY115" fmla="*/ 1154906 h 1890712"/>
                <a:gd name="connsiteX116" fmla="*/ 1604963 w 2543175"/>
                <a:gd name="connsiteY116" fmla="*/ 1162050 h 1890712"/>
                <a:gd name="connsiteX117" fmla="*/ 1612107 w 2543175"/>
                <a:gd name="connsiteY117" fmla="*/ 1166812 h 1890712"/>
                <a:gd name="connsiteX118" fmla="*/ 1628775 w 2543175"/>
                <a:gd name="connsiteY118" fmla="*/ 1183481 h 1890712"/>
                <a:gd name="connsiteX119" fmla="*/ 1662113 w 2543175"/>
                <a:gd name="connsiteY119" fmla="*/ 1209675 h 1890712"/>
                <a:gd name="connsiteX120" fmla="*/ 1678782 w 2543175"/>
                <a:gd name="connsiteY120" fmla="*/ 1226344 h 1890712"/>
                <a:gd name="connsiteX121" fmla="*/ 1700213 w 2543175"/>
                <a:gd name="connsiteY121" fmla="*/ 1247775 h 1890712"/>
                <a:gd name="connsiteX122" fmla="*/ 1712119 w 2543175"/>
                <a:gd name="connsiteY122" fmla="*/ 1259681 h 1890712"/>
                <a:gd name="connsiteX123" fmla="*/ 1733550 w 2543175"/>
                <a:gd name="connsiteY123" fmla="*/ 1273969 h 1890712"/>
                <a:gd name="connsiteX124" fmla="*/ 1743075 w 2543175"/>
                <a:gd name="connsiteY124" fmla="*/ 1283494 h 1890712"/>
                <a:gd name="connsiteX125" fmla="*/ 1754982 w 2543175"/>
                <a:gd name="connsiteY125" fmla="*/ 1290637 h 1890712"/>
                <a:gd name="connsiteX126" fmla="*/ 1766888 w 2543175"/>
                <a:gd name="connsiteY126" fmla="*/ 1300162 h 1890712"/>
                <a:gd name="connsiteX127" fmla="*/ 1783557 w 2543175"/>
                <a:gd name="connsiteY127" fmla="*/ 1307306 h 1890712"/>
                <a:gd name="connsiteX128" fmla="*/ 1790700 w 2543175"/>
                <a:gd name="connsiteY128" fmla="*/ 1312069 h 1890712"/>
                <a:gd name="connsiteX129" fmla="*/ 1800225 w 2543175"/>
                <a:gd name="connsiteY129" fmla="*/ 1319212 h 1890712"/>
                <a:gd name="connsiteX130" fmla="*/ 1807369 w 2543175"/>
                <a:gd name="connsiteY130" fmla="*/ 1321594 h 1890712"/>
                <a:gd name="connsiteX131" fmla="*/ 1824038 w 2543175"/>
                <a:gd name="connsiteY131" fmla="*/ 1333500 h 1890712"/>
                <a:gd name="connsiteX132" fmla="*/ 1843088 w 2543175"/>
                <a:gd name="connsiteY132" fmla="*/ 1352550 h 1890712"/>
                <a:gd name="connsiteX133" fmla="*/ 1852613 w 2543175"/>
                <a:gd name="connsiteY133" fmla="*/ 1359694 h 1890712"/>
                <a:gd name="connsiteX134" fmla="*/ 1859757 w 2543175"/>
                <a:gd name="connsiteY134" fmla="*/ 1366837 h 1890712"/>
                <a:gd name="connsiteX135" fmla="*/ 1869282 w 2543175"/>
                <a:gd name="connsiteY135" fmla="*/ 1371600 h 1890712"/>
                <a:gd name="connsiteX136" fmla="*/ 1883569 w 2543175"/>
                <a:gd name="connsiteY136" fmla="*/ 1388269 h 1890712"/>
                <a:gd name="connsiteX137" fmla="*/ 1893094 w 2543175"/>
                <a:gd name="connsiteY137" fmla="*/ 1395412 h 1890712"/>
                <a:gd name="connsiteX138" fmla="*/ 1902619 w 2543175"/>
                <a:gd name="connsiteY138" fmla="*/ 1404937 h 1890712"/>
                <a:gd name="connsiteX139" fmla="*/ 1912144 w 2543175"/>
                <a:gd name="connsiteY139" fmla="*/ 1409700 h 1890712"/>
                <a:gd name="connsiteX140" fmla="*/ 1931194 w 2543175"/>
                <a:gd name="connsiteY140" fmla="*/ 1421606 h 1890712"/>
                <a:gd name="connsiteX141" fmla="*/ 1935957 w 2543175"/>
                <a:gd name="connsiteY141" fmla="*/ 1428750 h 1890712"/>
                <a:gd name="connsiteX142" fmla="*/ 1952625 w 2543175"/>
                <a:gd name="connsiteY142" fmla="*/ 1438275 h 1890712"/>
                <a:gd name="connsiteX143" fmla="*/ 1971675 w 2543175"/>
                <a:gd name="connsiteY143" fmla="*/ 1450181 h 1890712"/>
                <a:gd name="connsiteX144" fmla="*/ 1981200 w 2543175"/>
                <a:gd name="connsiteY144" fmla="*/ 1454944 h 1890712"/>
                <a:gd name="connsiteX145" fmla="*/ 1997869 w 2543175"/>
                <a:gd name="connsiteY145" fmla="*/ 1471612 h 1890712"/>
                <a:gd name="connsiteX146" fmla="*/ 2007394 w 2543175"/>
                <a:gd name="connsiteY146" fmla="*/ 1478756 h 1890712"/>
                <a:gd name="connsiteX147" fmla="*/ 2016919 w 2543175"/>
                <a:gd name="connsiteY147" fmla="*/ 1483519 h 1890712"/>
                <a:gd name="connsiteX148" fmla="*/ 2024063 w 2543175"/>
                <a:gd name="connsiteY148" fmla="*/ 1490662 h 1890712"/>
                <a:gd name="connsiteX149" fmla="*/ 2033588 w 2543175"/>
                <a:gd name="connsiteY149" fmla="*/ 1495425 h 1890712"/>
                <a:gd name="connsiteX150" fmla="*/ 2040732 w 2543175"/>
                <a:gd name="connsiteY150" fmla="*/ 1502569 h 1890712"/>
                <a:gd name="connsiteX151" fmla="*/ 2047875 w 2543175"/>
                <a:gd name="connsiteY151" fmla="*/ 1507331 h 1890712"/>
                <a:gd name="connsiteX152" fmla="*/ 2057400 w 2543175"/>
                <a:gd name="connsiteY152" fmla="*/ 1514475 h 1890712"/>
                <a:gd name="connsiteX153" fmla="*/ 2064544 w 2543175"/>
                <a:gd name="connsiteY153" fmla="*/ 1519237 h 1890712"/>
                <a:gd name="connsiteX154" fmla="*/ 2071688 w 2543175"/>
                <a:gd name="connsiteY154" fmla="*/ 1526381 h 1890712"/>
                <a:gd name="connsiteX155" fmla="*/ 2081213 w 2543175"/>
                <a:gd name="connsiteY155" fmla="*/ 1531144 h 1890712"/>
                <a:gd name="connsiteX156" fmla="*/ 2090738 w 2543175"/>
                <a:gd name="connsiteY156" fmla="*/ 1538287 h 1890712"/>
                <a:gd name="connsiteX157" fmla="*/ 2109788 w 2543175"/>
                <a:gd name="connsiteY157" fmla="*/ 1547812 h 1890712"/>
                <a:gd name="connsiteX158" fmla="*/ 2131219 w 2543175"/>
                <a:gd name="connsiteY158" fmla="*/ 1562100 h 1890712"/>
                <a:gd name="connsiteX159" fmla="*/ 2140744 w 2543175"/>
                <a:gd name="connsiteY159" fmla="*/ 1566862 h 1890712"/>
                <a:gd name="connsiteX160" fmla="*/ 2152650 w 2543175"/>
                <a:gd name="connsiteY160" fmla="*/ 1576387 h 1890712"/>
                <a:gd name="connsiteX161" fmla="*/ 2181225 w 2543175"/>
                <a:gd name="connsiteY161" fmla="*/ 1590675 h 1890712"/>
                <a:gd name="connsiteX162" fmla="*/ 2200275 w 2543175"/>
                <a:gd name="connsiteY162" fmla="*/ 1607344 h 1890712"/>
                <a:gd name="connsiteX163" fmla="*/ 2207419 w 2543175"/>
                <a:gd name="connsiteY163" fmla="*/ 1612106 h 1890712"/>
                <a:gd name="connsiteX164" fmla="*/ 2216944 w 2543175"/>
                <a:gd name="connsiteY164" fmla="*/ 1619250 h 1890712"/>
                <a:gd name="connsiteX165" fmla="*/ 2224088 w 2543175"/>
                <a:gd name="connsiteY165" fmla="*/ 1624012 h 1890712"/>
                <a:gd name="connsiteX166" fmla="*/ 2247900 w 2543175"/>
                <a:gd name="connsiteY166" fmla="*/ 1643062 h 1890712"/>
                <a:gd name="connsiteX167" fmla="*/ 2255044 w 2543175"/>
                <a:gd name="connsiteY167" fmla="*/ 1650206 h 1890712"/>
                <a:gd name="connsiteX168" fmla="*/ 2281238 w 2543175"/>
                <a:gd name="connsiteY168" fmla="*/ 1664494 h 1890712"/>
                <a:gd name="connsiteX169" fmla="*/ 2297907 w 2543175"/>
                <a:gd name="connsiteY169" fmla="*/ 1674019 h 1890712"/>
                <a:gd name="connsiteX170" fmla="*/ 2312194 w 2543175"/>
                <a:gd name="connsiteY170" fmla="*/ 1685925 h 1890712"/>
                <a:gd name="connsiteX171" fmla="*/ 2328863 w 2543175"/>
                <a:gd name="connsiteY171" fmla="*/ 1697831 h 1890712"/>
                <a:gd name="connsiteX172" fmla="*/ 2350294 w 2543175"/>
                <a:gd name="connsiteY172" fmla="*/ 1712119 h 1890712"/>
                <a:gd name="connsiteX173" fmla="*/ 2369344 w 2543175"/>
                <a:gd name="connsiteY173" fmla="*/ 1724025 h 1890712"/>
                <a:gd name="connsiteX174" fmla="*/ 2428876 w 2543175"/>
                <a:gd name="connsiteY174" fmla="*/ 1785938 h 1890712"/>
                <a:gd name="connsiteX175" fmla="*/ 2466975 w 2543175"/>
                <a:gd name="connsiteY175" fmla="*/ 1783556 h 1890712"/>
                <a:gd name="connsiteX176" fmla="*/ 2481263 w 2543175"/>
                <a:gd name="connsiteY176" fmla="*/ 1795462 h 1890712"/>
                <a:gd name="connsiteX177" fmla="*/ 2486025 w 2543175"/>
                <a:gd name="connsiteY177" fmla="*/ 1802606 h 1890712"/>
                <a:gd name="connsiteX178" fmla="*/ 2493169 w 2543175"/>
                <a:gd name="connsiteY178" fmla="*/ 1807369 h 1890712"/>
                <a:gd name="connsiteX179" fmla="*/ 2495550 w 2543175"/>
                <a:gd name="connsiteY179" fmla="*/ 1816894 h 1890712"/>
                <a:gd name="connsiteX180" fmla="*/ 2497932 w 2543175"/>
                <a:gd name="connsiteY180" fmla="*/ 1824037 h 1890712"/>
                <a:gd name="connsiteX181" fmla="*/ 2514600 w 2543175"/>
                <a:gd name="connsiteY181" fmla="*/ 1850231 h 1890712"/>
                <a:gd name="connsiteX182" fmla="*/ 2519363 w 2543175"/>
                <a:gd name="connsiteY182" fmla="*/ 1857375 h 1890712"/>
                <a:gd name="connsiteX183" fmla="*/ 2540794 w 2543175"/>
                <a:gd name="connsiteY183" fmla="*/ 1883569 h 1890712"/>
                <a:gd name="connsiteX184" fmla="*/ 2543175 w 2543175"/>
                <a:gd name="connsiteY184" fmla="*/ 1890712 h 1890712"/>
                <a:gd name="connsiteX0" fmla="*/ 0 w 2543175"/>
                <a:gd name="connsiteY0" fmla="*/ 0 h 1890712"/>
                <a:gd name="connsiteX1" fmla="*/ 11907 w 2543175"/>
                <a:gd name="connsiteY1" fmla="*/ 11906 h 1890712"/>
                <a:gd name="connsiteX2" fmla="*/ 21432 w 2543175"/>
                <a:gd name="connsiteY2" fmla="*/ 16669 h 1890712"/>
                <a:gd name="connsiteX3" fmla="*/ 23813 w 2543175"/>
                <a:gd name="connsiteY3" fmla="*/ 23812 h 1890712"/>
                <a:gd name="connsiteX4" fmla="*/ 33338 w 2543175"/>
                <a:gd name="connsiteY4" fmla="*/ 33337 h 1890712"/>
                <a:gd name="connsiteX5" fmla="*/ 40482 w 2543175"/>
                <a:gd name="connsiteY5" fmla="*/ 42862 h 1890712"/>
                <a:gd name="connsiteX6" fmla="*/ 47625 w 2543175"/>
                <a:gd name="connsiteY6" fmla="*/ 47625 h 1890712"/>
                <a:gd name="connsiteX7" fmla="*/ 57150 w 2543175"/>
                <a:gd name="connsiteY7" fmla="*/ 54769 h 1890712"/>
                <a:gd name="connsiteX8" fmla="*/ 64294 w 2543175"/>
                <a:gd name="connsiteY8" fmla="*/ 59531 h 1890712"/>
                <a:gd name="connsiteX9" fmla="*/ 83344 w 2543175"/>
                <a:gd name="connsiteY9" fmla="*/ 73819 h 1890712"/>
                <a:gd name="connsiteX10" fmla="*/ 97632 w 2543175"/>
                <a:gd name="connsiteY10" fmla="*/ 80962 h 1890712"/>
                <a:gd name="connsiteX11" fmla="*/ 104775 w 2543175"/>
                <a:gd name="connsiteY11" fmla="*/ 85725 h 1890712"/>
                <a:gd name="connsiteX12" fmla="*/ 114300 w 2543175"/>
                <a:gd name="connsiteY12" fmla="*/ 95250 h 1890712"/>
                <a:gd name="connsiteX13" fmla="*/ 123825 w 2543175"/>
                <a:gd name="connsiteY13" fmla="*/ 97631 h 1890712"/>
                <a:gd name="connsiteX14" fmla="*/ 130969 w 2543175"/>
                <a:gd name="connsiteY14" fmla="*/ 104775 h 1890712"/>
                <a:gd name="connsiteX15" fmla="*/ 140494 w 2543175"/>
                <a:gd name="connsiteY15" fmla="*/ 111919 h 1890712"/>
                <a:gd name="connsiteX16" fmla="*/ 147638 w 2543175"/>
                <a:gd name="connsiteY16" fmla="*/ 116681 h 1890712"/>
                <a:gd name="connsiteX17" fmla="*/ 164307 w 2543175"/>
                <a:gd name="connsiteY17" fmla="*/ 128587 h 1890712"/>
                <a:gd name="connsiteX18" fmla="*/ 180975 w 2543175"/>
                <a:gd name="connsiteY18" fmla="*/ 140494 h 1890712"/>
                <a:gd name="connsiteX19" fmla="*/ 197644 w 2543175"/>
                <a:gd name="connsiteY19" fmla="*/ 152400 h 1890712"/>
                <a:gd name="connsiteX20" fmla="*/ 204788 w 2543175"/>
                <a:gd name="connsiteY20" fmla="*/ 157162 h 1890712"/>
                <a:gd name="connsiteX21" fmla="*/ 214313 w 2543175"/>
                <a:gd name="connsiteY21" fmla="*/ 164306 h 1890712"/>
                <a:gd name="connsiteX22" fmla="*/ 230982 w 2543175"/>
                <a:gd name="connsiteY22" fmla="*/ 180975 h 1890712"/>
                <a:gd name="connsiteX23" fmla="*/ 247650 w 2543175"/>
                <a:gd name="connsiteY23" fmla="*/ 185737 h 1890712"/>
                <a:gd name="connsiteX24" fmla="*/ 259557 w 2543175"/>
                <a:gd name="connsiteY24" fmla="*/ 188119 h 1890712"/>
                <a:gd name="connsiteX25" fmla="*/ 266700 w 2543175"/>
                <a:gd name="connsiteY25" fmla="*/ 190500 h 1890712"/>
                <a:gd name="connsiteX26" fmla="*/ 283369 w 2543175"/>
                <a:gd name="connsiteY26" fmla="*/ 192881 h 1890712"/>
                <a:gd name="connsiteX27" fmla="*/ 302419 w 2543175"/>
                <a:gd name="connsiteY27" fmla="*/ 204787 h 1890712"/>
                <a:gd name="connsiteX28" fmla="*/ 309563 w 2543175"/>
                <a:gd name="connsiteY28" fmla="*/ 209550 h 1890712"/>
                <a:gd name="connsiteX29" fmla="*/ 319088 w 2543175"/>
                <a:gd name="connsiteY29" fmla="*/ 219075 h 1890712"/>
                <a:gd name="connsiteX30" fmla="*/ 333375 w 2543175"/>
                <a:gd name="connsiteY30" fmla="*/ 228600 h 1890712"/>
                <a:gd name="connsiteX31" fmla="*/ 340519 w 2543175"/>
                <a:gd name="connsiteY31" fmla="*/ 233362 h 1890712"/>
                <a:gd name="connsiteX32" fmla="*/ 354807 w 2543175"/>
                <a:gd name="connsiteY32" fmla="*/ 247650 h 1890712"/>
                <a:gd name="connsiteX33" fmla="*/ 366713 w 2543175"/>
                <a:gd name="connsiteY33" fmla="*/ 264319 h 1890712"/>
                <a:gd name="connsiteX34" fmla="*/ 371475 w 2543175"/>
                <a:gd name="connsiteY34" fmla="*/ 271462 h 1890712"/>
                <a:gd name="connsiteX35" fmla="*/ 378619 w 2543175"/>
                <a:gd name="connsiteY35" fmla="*/ 276225 h 1890712"/>
                <a:gd name="connsiteX36" fmla="*/ 385763 w 2543175"/>
                <a:gd name="connsiteY36" fmla="*/ 283369 h 1890712"/>
                <a:gd name="connsiteX37" fmla="*/ 395288 w 2543175"/>
                <a:gd name="connsiteY37" fmla="*/ 288131 h 1890712"/>
                <a:gd name="connsiteX38" fmla="*/ 404813 w 2543175"/>
                <a:gd name="connsiteY38" fmla="*/ 295275 h 1890712"/>
                <a:gd name="connsiteX39" fmla="*/ 411957 w 2543175"/>
                <a:gd name="connsiteY39" fmla="*/ 297656 h 1890712"/>
                <a:gd name="connsiteX40" fmla="*/ 421482 w 2543175"/>
                <a:gd name="connsiteY40" fmla="*/ 302419 h 1890712"/>
                <a:gd name="connsiteX41" fmla="*/ 447675 w 2543175"/>
                <a:gd name="connsiteY41" fmla="*/ 307181 h 1890712"/>
                <a:gd name="connsiteX42" fmla="*/ 461963 w 2543175"/>
                <a:gd name="connsiteY42" fmla="*/ 321469 h 1890712"/>
                <a:gd name="connsiteX43" fmla="*/ 466725 w 2543175"/>
                <a:gd name="connsiteY43" fmla="*/ 328612 h 1890712"/>
                <a:gd name="connsiteX44" fmla="*/ 476250 w 2543175"/>
                <a:gd name="connsiteY44" fmla="*/ 335756 h 1890712"/>
                <a:gd name="connsiteX45" fmla="*/ 481013 w 2543175"/>
                <a:gd name="connsiteY45" fmla="*/ 342900 h 1890712"/>
                <a:gd name="connsiteX46" fmla="*/ 490538 w 2543175"/>
                <a:gd name="connsiteY46" fmla="*/ 352425 h 1890712"/>
                <a:gd name="connsiteX47" fmla="*/ 495300 w 2543175"/>
                <a:gd name="connsiteY47" fmla="*/ 359569 h 1890712"/>
                <a:gd name="connsiteX48" fmla="*/ 509588 w 2543175"/>
                <a:gd name="connsiteY48" fmla="*/ 376237 h 1890712"/>
                <a:gd name="connsiteX49" fmla="*/ 514350 w 2543175"/>
                <a:gd name="connsiteY49" fmla="*/ 383381 h 1890712"/>
                <a:gd name="connsiteX50" fmla="*/ 531019 w 2543175"/>
                <a:gd name="connsiteY50" fmla="*/ 397669 h 1890712"/>
                <a:gd name="connsiteX51" fmla="*/ 538163 w 2543175"/>
                <a:gd name="connsiteY51" fmla="*/ 407194 h 1890712"/>
                <a:gd name="connsiteX52" fmla="*/ 554832 w 2543175"/>
                <a:gd name="connsiteY52" fmla="*/ 421481 h 1890712"/>
                <a:gd name="connsiteX53" fmla="*/ 564357 w 2543175"/>
                <a:gd name="connsiteY53" fmla="*/ 431006 h 1890712"/>
                <a:gd name="connsiteX54" fmla="*/ 573882 w 2543175"/>
                <a:gd name="connsiteY54" fmla="*/ 438150 h 1890712"/>
                <a:gd name="connsiteX55" fmla="*/ 595313 w 2543175"/>
                <a:gd name="connsiteY55" fmla="*/ 454819 h 1890712"/>
                <a:gd name="connsiteX56" fmla="*/ 602457 w 2543175"/>
                <a:gd name="connsiteY56" fmla="*/ 457200 h 1890712"/>
                <a:gd name="connsiteX57" fmla="*/ 628650 w 2543175"/>
                <a:gd name="connsiteY57" fmla="*/ 469106 h 1890712"/>
                <a:gd name="connsiteX58" fmla="*/ 645319 w 2543175"/>
                <a:gd name="connsiteY58" fmla="*/ 483394 h 1890712"/>
                <a:gd name="connsiteX59" fmla="*/ 654844 w 2543175"/>
                <a:gd name="connsiteY59" fmla="*/ 488156 h 1890712"/>
                <a:gd name="connsiteX60" fmla="*/ 661988 w 2543175"/>
                <a:gd name="connsiteY60" fmla="*/ 497681 h 1890712"/>
                <a:gd name="connsiteX61" fmla="*/ 683419 w 2543175"/>
                <a:gd name="connsiteY61" fmla="*/ 514350 h 1890712"/>
                <a:gd name="connsiteX62" fmla="*/ 700088 w 2543175"/>
                <a:gd name="connsiteY62" fmla="*/ 526256 h 1890712"/>
                <a:gd name="connsiteX63" fmla="*/ 709613 w 2543175"/>
                <a:gd name="connsiteY63" fmla="*/ 535781 h 1890712"/>
                <a:gd name="connsiteX64" fmla="*/ 719138 w 2543175"/>
                <a:gd name="connsiteY64" fmla="*/ 542925 h 1890712"/>
                <a:gd name="connsiteX65" fmla="*/ 733425 w 2543175"/>
                <a:gd name="connsiteY65" fmla="*/ 557212 h 1890712"/>
                <a:gd name="connsiteX66" fmla="*/ 750094 w 2543175"/>
                <a:gd name="connsiteY66" fmla="*/ 569119 h 1890712"/>
                <a:gd name="connsiteX67" fmla="*/ 769144 w 2543175"/>
                <a:gd name="connsiteY67" fmla="*/ 581025 h 1890712"/>
                <a:gd name="connsiteX68" fmla="*/ 785813 w 2543175"/>
                <a:gd name="connsiteY68" fmla="*/ 590550 h 1890712"/>
                <a:gd name="connsiteX69" fmla="*/ 792957 w 2543175"/>
                <a:gd name="connsiteY69" fmla="*/ 600075 h 1890712"/>
                <a:gd name="connsiteX70" fmla="*/ 809625 w 2543175"/>
                <a:gd name="connsiteY70" fmla="*/ 611981 h 1890712"/>
                <a:gd name="connsiteX71" fmla="*/ 816769 w 2543175"/>
                <a:gd name="connsiteY71" fmla="*/ 619125 h 1890712"/>
                <a:gd name="connsiteX72" fmla="*/ 826294 w 2543175"/>
                <a:gd name="connsiteY72" fmla="*/ 626269 h 1890712"/>
                <a:gd name="connsiteX73" fmla="*/ 840582 w 2543175"/>
                <a:gd name="connsiteY73" fmla="*/ 638175 h 1890712"/>
                <a:gd name="connsiteX74" fmla="*/ 847725 w 2543175"/>
                <a:gd name="connsiteY74" fmla="*/ 645319 h 1890712"/>
                <a:gd name="connsiteX75" fmla="*/ 857250 w 2543175"/>
                <a:gd name="connsiteY75" fmla="*/ 652462 h 1890712"/>
                <a:gd name="connsiteX76" fmla="*/ 864394 w 2543175"/>
                <a:gd name="connsiteY76" fmla="*/ 657225 h 1890712"/>
                <a:gd name="connsiteX77" fmla="*/ 888207 w 2543175"/>
                <a:gd name="connsiteY77" fmla="*/ 676275 h 1890712"/>
                <a:gd name="connsiteX78" fmla="*/ 895350 w 2543175"/>
                <a:gd name="connsiteY78" fmla="*/ 681037 h 1890712"/>
                <a:gd name="connsiteX79" fmla="*/ 907257 w 2543175"/>
                <a:gd name="connsiteY79" fmla="*/ 683419 h 1890712"/>
                <a:gd name="connsiteX80" fmla="*/ 928688 w 2543175"/>
                <a:gd name="connsiteY80" fmla="*/ 695325 h 1890712"/>
                <a:gd name="connsiteX81" fmla="*/ 942975 w 2543175"/>
                <a:gd name="connsiteY81" fmla="*/ 700087 h 1890712"/>
                <a:gd name="connsiteX82" fmla="*/ 964407 w 2543175"/>
                <a:gd name="connsiteY82" fmla="*/ 716756 h 1890712"/>
                <a:gd name="connsiteX83" fmla="*/ 971550 w 2543175"/>
                <a:gd name="connsiteY83" fmla="*/ 723900 h 1890712"/>
                <a:gd name="connsiteX84" fmla="*/ 983457 w 2543175"/>
                <a:gd name="connsiteY84" fmla="*/ 733425 h 1890712"/>
                <a:gd name="connsiteX85" fmla="*/ 990600 w 2543175"/>
                <a:gd name="connsiteY85" fmla="*/ 738187 h 1890712"/>
                <a:gd name="connsiteX86" fmla="*/ 1007269 w 2543175"/>
                <a:gd name="connsiteY86" fmla="*/ 752475 h 1890712"/>
                <a:gd name="connsiteX87" fmla="*/ 1031082 w 2543175"/>
                <a:gd name="connsiteY87" fmla="*/ 766762 h 1890712"/>
                <a:gd name="connsiteX88" fmla="*/ 1042988 w 2543175"/>
                <a:gd name="connsiteY88" fmla="*/ 773906 h 1890712"/>
                <a:gd name="connsiteX89" fmla="*/ 1071563 w 2543175"/>
                <a:gd name="connsiteY89" fmla="*/ 785812 h 1890712"/>
                <a:gd name="connsiteX90" fmla="*/ 1097757 w 2543175"/>
                <a:gd name="connsiteY90" fmla="*/ 807244 h 1890712"/>
                <a:gd name="connsiteX91" fmla="*/ 1104900 w 2543175"/>
                <a:gd name="connsiteY91" fmla="*/ 814387 h 1890712"/>
                <a:gd name="connsiteX92" fmla="*/ 1121569 w 2543175"/>
                <a:gd name="connsiteY92" fmla="*/ 823912 h 1890712"/>
                <a:gd name="connsiteX93" fmla="*/ 1138238 w 2543175"/>
                <a:gd name="connsiteY93" fmla="*/ 835819 h 1890712"/>
                <a:gd name="connsiteX94" fmla="*/ 1147763 w 2543175"/>
                <a:gd name="connsiteY94" fmla="*/ 842962 h 1890712"/>
                <a:gd name="connsiteX95" fmla="*/ 1157288 w 2543175"/>
                <a:gd name="connsiteY95" fmla="*/ 847725 h 1890712"/>
                <a:gd name="connsiteX96" fmla="*/ 1178719 w 2543175"/>
                <a:gd name="connsiteY96" fmla="*/ 859631 h 1890712"/>
                <a:gd name="connsiteX97" fmla="*/ 1188244 w 2543175"/>
                <a:gd name="connsiteY97" fmla="*/ 866775 h 1890712"/>
                <a:gd name="connsiteX98" fmla="*/ 1195388 w 2543175"/>
                <a:gd name="connsiteY98" fmla="*/ 871537 h 1890712"/>
                <a:gd name="connsiteX99" fmla="*/ 1212057 w 2543175"/>
                <a:gd name="connsiteY99" fmla="*/ 883444 h 1890712"/>
                <a:gd name="connsiteX100" fmla="*/ 1226344 w 2543175"/>
                <a:gd name="connsiteY100" fmla="*/ 895350 h 1890712"/>
                <a:gd name="connsiteX101" fmla="*/ 1245394 w 2543175"/>
                <a:gd name="connsiteY101" fmla="*/ 907256 h 1890712"/>
                <a:gd name="connsiteX102" fmla="*/ 1254919 w 2543175"/>
                <a:gd name="connsiteY102" fmla="*/ 914400 h 1890712"/>
                <a:gd name="connsiteX103" fmla="*/ 1269207 w 2543175"/>
                <a:gd name="connsiteY103" fmla="*/ 921544 h 1890712"/>
                <a:gd name="connsiteX104" fmla="*/ 1290638 w 2543175"/>
                <a:gd name="connsiteY104" fmla="*/ 935831 h 1890712"/>
                <a:gd name="connsiteX105" fmla="*/ 1307307 w 2543175"/>
                <a:gd name="connsiteY105" fmla="*/ 952500 h 1890712"/>
                <a:gd name="connsiteX106" fmla="*/ 1333500 w 2543175"/>
                <a:gd name="connsiteY106" fmla="*/ 971550 h 1890712"/>
                <a:gd name="connsiteX107" fmla="*/ 1359694 w 2543175"/>
                <a:gd name="connsiteY107" fmla="*/ 990600 h 1890712"/>
                <a:gd name="connsiteX108" fmla="*/ 1373982 w 2543175"/>
                <a:gd name="connsiteY108" fmla="*/ 997744 h 1890712"/>
                <a:gd name="connsiteX109" fmla="*/ 1388269 w 2543175"/>
                <a:gd name="connsiteY109" fmla="*/ 1007269 h 1890712"/>
                <a:gd name="connsiteX110" fmla="*/ 1414463 w 2543175"/>
                <a:gd name="connsiteY110" fmla="*/ 1019175 h 1890712"/>
                <a:gd name="connsiteX111" fmla="*/ 1428750 w 2543175"/>
                <a:gd name="connsiteY111" fmla="*/ 1026319 h 1890712"/>
                <a:gd name="connsiteX112" fmla="*/ 1471613 w 2543175"/>
                <a:gd name="connsiteY112" fmla="*/ 1059656 h 1890712"/>
                <a:gd name="connsiteX113" fmla="*/ 1495425 w 2543175"/>
                <a:gd name="connsiteY113" fmla="*/ 1088231 h 1890712"/>
                <a:gd name="connsiteX114" fmla="*/ 1547812 w 2543175"/>
                <a:gd name="connsiteY114" fmla="*/ 1133475 h 1890712"/>
                <a:gd name="connsiteX115" fmla="*/ 1597819 w 2543175"/>
                <a:gd name="connsiteY115" fmla="*/ 1154906 h 1890712"/>
                <a:gd name="connsiteX116" fmla="*/ 1604963 w 2543175"/>
                <a:gd name="connsiteY116" fmla="*/ 1162050 h 1890712"/>
                <a:gd name="connsiteX117" fmla="*/ 1612107 w 2543175"/>
                <a:gd name="connsiteY117" fmla="*/ 1166812 h 1890712"/>
                <a:gd name="connsiteX118" fmla="*/ 1628775 w 2543175"/>
                <a:gd name="connsiteY118" fmla="*/ 1183481 h 1890712"/>
                <a:gd name="connsiteX119" fmla="*/ 1662113 w 2543175"/>
                <a:gd name="connsiteY119" fmla="*/ 1209675 h 1890712"/>
                <a:gd name="connsiteX120" fmla="*/ 1678782 w 2543175"/>
                <a:gd name="connsiteY120" fmla="*/ 1226344 h 1890712"/>
                <a:gd name="connsiteX121" fmla="*/ 1700213 w 2543175"/>
                <a:gd name="connsiteY121" fmla="*/ 1247775 h 1890712"/>
                <a:gd name="connsiteX122" fmla="*/ 1712119 w 2543175"/>
                <a:gd name="connsiteY122" fmla="*/ 1259681 h 1890712"/>
                <a:gd name="connsiteX123" fmla="*/ 1733550 w 2543175"/>
                <a:gd name="connsiteY123" fmla="*/ 1273969 h 1890712"/>
                <a:gd name="connsiteX124" fmla="*/ 1743075 w 2543175"/>
                <a:gd name="connsiteY124" fmla="*/ 1283494 h 1890712"/>
                <a:gd name="connsiteX125" fmla="*/ 1754982 w 2543175"/>
                <a:gd name="connsiteY125" fmla="*/ 1290637 h 1890712"/>
                <a:gd name="connsiteX126" fmla="*/ 1766888 w 2543175"/>
                <a:gd name="connsiteY126" fmla="*/ 1300162 h 1890712"/>
                <a:gd name="connsiteX127" fmla="*/ 1783557 w 2543175"/>
                <a:gd name="connsiteY127" fmla="*/ 1307306 h 1890712"/>
                <a:gd name="connsiteX128" fmla="*/ 1790700 w 2543175"/>
                <a:gd name="connsiteY128" fmla="*/ 1312069 h 1890712"/>
                <a:gd name="connsiteX129" fmla="*/ 1800225 w 2543175"/>
                <a:gd name="connsiteY129" fmla="*/ 1319212 h 1890712"/>
                <a:gd name="connsiteX130" fmla="*/ 1807369 w 2543175"/>
                <a:gd name="connsiteY130" fmla="*/ 1321594 h 1890712"/>
                <a:gd name="connsiteX131" fmla="*/ 1824038 w 2543175"/>
                <a:gd name="connsiteY131" fmla="*/ 1333500 h 1890712"/>
                <a:gd name="connsiteX132" fmla="*/ 1843088 w 2543175"/>
                <a:gd name="connsiteY132" fmla="*/ 1352550 h 1890712"/>
                <a:gd name="connsiteX133" fmla="*/ 1852613 w 2543175"/>
                <a:gd name="connsiteY133" fmla="*/ 1359694 h 1890712"/>
                <a:gd name="connsiteX134" fmla="*/ 1859757 w 2543175"/>
                <a:gd name="connsiteY134" fmla="*/ 1366837 h 1890712"/>
                <a:gd name="connsiteX135" fmla="*/ 1869282 w 2543175"/>
                <a:gd name="connsiteY135" fmla="*/ 1371600 h 1890712"/>
                <a:gd name="connsiteX136" fmla="*/ 1883569 w 2543175"/>
                <a:gd name="connsiteY136" fmla="*/ 1388269 h 1890712"/>
                <a:gd name="connsiteX137" fmla="*/ 1893094 w 2543175"/>
                <a:gd name="connsiteY137" fmla="*/ 1395412 h 1890712"/>
                <a:gd name="connsiteX138" fmla="*/ 1902619 w 2543175"/>
                <a:gd name="connsiteY138" fmla="*/ 1404937 h 1890712"/>
                <a:gd name="connsiteX139" fmla="*/ 1912144 w 2543175"/>
                <a:gd name="connsiteY139" fmla="*/ 1409700 h 1890712"/>
                <a:gd name="connsiteX140" fmla="*/ 1931194 w 2543175"/>
                <a:gd name="connsiteY140" fmla="*/ 1421606 h 1890712"/>
                <a:gd name="connsiteX141" fmla="*/ 1935957 w 2543175"/>
                <a:gd name="connsiteY141" fmla="*/ 1428750 h 1890712"/>
                <a:gd name="connsiteX142" fmla="*/ 1952625 w 2543175"/>
                <a:gd name="connsiteY142" fmla="*/ 1438275 h 1890712"/>
                <a:gd name="connsiteX143" fmla="*/ 1971675 w 2543175"/>
                <a:gd name="connsiteY143" fmla="*/ 1450181 h 1890712"/>
                <a:gd name="connsiteX144" fmla="*/ 1981200 w 2543175"/>
                <a:gd name="connsiteY144" fmla="*/ 1454944 h 1890712"/>
                <a:gd name="connsiteX145" fmla="*/ 1997869 w 2543175"/>
                <a:gd name="connsiteY145" fmla="*/ 1471612 h 1890712"/>
                <a:gd name="connsiteX146" fmla="*/ 2007394 w 2543175"/>
                <a:gd name="connsiteY146" fmla="*/ 1478756 h 1890712"/>
                <a:gd name="connsiteX147" fmla="*/ 2016919 w 2543175"/>
                <a:gd name="connsiteY147" fmla="*/ 1483519 h 1890712"/>
                <a:gd name="connsiteX148" fmla="*/ 2024063 w 2543175"/>
                <a:gd name="connsiteY148" fmla="*/ 1490662 h 1890712"/>
                <a:gd name="connsiteX149" fmla="*/ 2033588 w 2543175"/>
                <a:gd name="connsiteY149" fmla="*/ 1495425 h 1890712"/>
                <a:gd name="connsiteX150" fmla="*/ 2040732 w 2543175"/>
                <a:gd name="connsiteY150" fmla="*/ 1502569 h 1890712"/>
                <a:gd name="connsiteX151" fmla="*/ 2047875 w 2543175"/>
                <a:gd name="connsiteY151" fmla="*/ 1507331 h 1890712"/>
                <a:gd name="connsiteX152" fmla="*/ 2057400 w 2543175"/>
                <a:gd name="connsiteY152" fmla="*/ 1514475 h 1890712"/>
                <a:gd name="connsiteX153" fmla="*/ 2064544 w 2543175"/>
                <a:gd name="connsiteY153" fmla="*/ 1519237 h 1890712"/>
                <a:gd name="connsiteX154" fmla="*/ 2071688 w 2543175"/>
                <a:gd name="connsiteY154" fmla="*/ 1526381 h 1890712"/>
                <a:gd name="connsiteX155" fmla="*/ 2081213 w 2543175"/>
                <a:gd name="connsiteY155" fmla="*/ 1531144 h 1890712"/>
                <a:gd name="connsiteX156" fmla="*/ 2090738 w 2543175"/>
                <a:gd name="connsiteY156" fmla="*/ 1538287 h 1890712"/>
                <a:gd name="connsiteX157" fmla="*/ 2109788 w 2543175"/>
                <a:gd name="connsiteY157" fmla="*/ 1547812 h 1890712"/>
                <a:gd name="connsiteX158" fmla="*/ 2131219 w 2543175"/>
                <a:gd name="connsiteY158" fmla="*/ 1562100 h 1890712"/>
                <a:gd name="connsiteX159" fmla="*/ 2140744 w 2543175"/>
                <a:gd name="connsiteY159" fmla="*/ 1566862 h 1890712"/>
                <a:gd name="connsiteX160" fmla="*/ 2152650 w 2543175"/>
                <a:gd name="connsiteY160" fmla="*/ 1576387 h 1890712"/>
                <a:gd name="connsiteX161" fmla="*/ 2181225 w 2543175"/>
                <a:gd name="connsiteY161" fmla="*/ 1590675 h 1890712"/>
                <a:gd name="connsiteX162" fmla="*/ 2200275 w 2543175"/>
                <a:gd name="connsiteY162" fmla="*/ 1607344 h 1890712"/>
                <a:gd name="connsiteX163" fmla="*/ 2207419 w 2543175"/>
                <a:gd name="connsiteY163" fmla="*/ 1612106 h 1890712"/>
                <a:gd name="connsiteX164" fmla="*/ 2216944 w 2543175"/>
                <a:gd name="connsiteY164" fmla="*/ 1619250 h 1890712"/>
                <a:gd name="connsiteX165" fmla="*/ 2224088 w 2543175"/>
                <a:gd name="connsiteY165" fmla="*/ 1624012 h 1890712"/>
                <a:gd name="connsiteX166" fmla="*/ 2247900 w 2543175"/>
                <a:gd name="connsiteY166" fmla="*/ 1643062 h 1890712"/>
                <a:gd name="connsiteX167" fmla="*/ 2255044 w 2543175"/>
                <a:gd name="connsiteY167" fmla="*/ 1650206 h 1890712"/>
                <a:gd name="connsiteX168" fmla="*/ 2281238 w 2543175"/>
                <a:gd name="connsiteY168" fmla="*/ 1664494 h 1890712"/>
                <a:gd name="connsiteX169" fmla="*/ 2297907 w 2543175"/>
                <a:gd name="connsiteY169" fmla="*/ 1674019 h 1890712"/>
                <a:gd name="connsiteX170" fmla="*/ 2312194 w 2543175"/>
                <a:gd name="connsiteY170" fmla="*/ 1685925 h 1890712"/>
                <a:gd name="connsiteX171" fmla="*/ 2328863 w 2543175"/>
                <a:gd name="connsiteY171" fmla="*/ 1697831 h 1890712"/>
                <a:gd name="connsiteX172" fmla="*/ 2350294 w 2543175"/>
                <a:gd name="connsiteY172" fmla="*/ 1712119 h 1890712"/>
                <a:gd name="connsiteX173" fmla="*/ 2369344 w 2543175"/>
                <a:gd name="connsiteY173" fmla="*/ 1724025 h 1890712"/>
                <a:gd name="connsiteX174" fmla="*/ 2428876 w 2543175"/>
                <a:gd name="connsiteY174" fmla="*/ 1785938 h 1890712"/>
                <a:gd name="connsiteX175" fmla="*/ 2466975 w 2543175"/>
                <a:gd name="connsiteY175" fmla="*/ 1783556 h 1890712"/>
                <a:gd name="connsiteX176" fmla="*/ 2481263 w 2543175"/>
                <a:gd name="connsiteY176" fmla="*/ 1795462 h 1890712"/>
                <a:gd name="connsiteX177" fmla="*/ 2486025 w 2543175"/>
                <a:gd name="connsiteY177" fmla="*/ 1802606 h 1890712"/>
                <a:gd name="connsiteX178" fmla="*/ 2495550 w 2543175"/>
                <a:gd name="connsiteY178" fmla="*/ 1816894 h 1890712"/>
                <a:gd name="connsiteX179" fmla="*/ 2497932 w 2543175"/>
                <a:gd name="connsiteY179" fmla="*/ 1824037 h 1890712"/>
                <a:gd name="connsiteX180" fmla="*/ 2514600 w 2543175"/>
                <a:gd name="connsiteY180" fmla="*/ 1850231 h 1890712"/>
                <a:gd name="connsiteX181" fmla="*/ 2519363 w 2543175"/>
                <a:gd name="connsiteY181" fmla="*/ 1857375 h 1890712"/>
                <a:gd name="connsiteX182" fmla="*/ 2540794 w 2543175"/>
                <a:gd name="connsiteY182" fmla="*/ 1883569 h 1890712"/>
                <a:gd name="connsiteX183" fmla="*/ 2543175 w 2543175"/>
                <a:gd name="connsiteY183" fmla="*/ 1890712 h 1890712"/>
                <a:gd name="connsiteX0" fmla="*/ 0 w 2543175"/>
                <a:gd name="connsiteY0" fmla="*/ 0 h 1890712"/>
                <a:gd name="connsiteX1" fmla="*/ 11907 w 2543175"/>
                <a:gd name="connsiteY1" fmla="*/ 11906 h 1890712"/>
                <a:gd name="connsiteX2" fmla="*/ 21432 w 2543175"/>
                <a:gd name="connsiteY2" fmla="*/ 16669 h 1890712"/>
                <a:gd name="connsiteX3" fmla="*/ 23813 w 2543175"/>
                <a:gd name="connsiteY3" fmla="*/ 23812 h 1890712"/>
                <a:gd name="connsiteX4" fmla="*/ 33338 w 2543175"/>
                <a:gd name="connsiteY4" fmla="*/ 33337 h 1890712"/>
                <a:gd name="connsiteX5" fmla="*/ 40482 w 2543175"/>
                <a:gd name="connsiteY5" fmla="*/ 42862 h 1890712"/>
                <a:gd name="connsiteX6" fmla="*/ 47625 w 2543175"/>
                <a:gd name="connsiteY6" fmla="*/ 47625 h 1890712"/>
                <a:gd name="connsiteX7" fmla="*/ 57150 w 2543175"/>
                <a:gd name="connsiteY7" fmla="*/ 54769 h 1890712"/>
                <a:gd name="connsiteX8" fmla="*/ 64294 w 2543175"/>
                <a:gd name="connsiteY8" fmla="*/ 59531 h 1890712"/>
                <a:gd name="connsiteX9" fmla="*/ 83344 w 2543175"/>
                <a:gd name="connsiteY9" fmla="*/ 73819 h 1890712"/>
                <a:gd name="connsiteX10" fmla="*/ 97632 w 2543175"/>
                <a:gd name="connsiteY10" fmla="*/ 80962 h 1890712"/>
                <a:gd name="connsiteX11" fmla="*/ 104775 w 2543175"/>
                <a:gd name="connsiteY11" fmla="*/ 85725 h 1890712"/>
                <a:gd name="connsiteX12" fmla="*/ 114300 w 2543175"/>
                <a:gd name="connsiteY12" fmla="*/ 95250 h 1890712"/>
                <a:gd name="connsiteX13" fmla="*/ 123825 w 2543175"/>
                <a:gd name="connsiteY13" fmla="*/ 97631 h 1890712"/>
                <a:gd name="connsiteX14" fmla="*/ 130969 w 2543175"/>
                <a:gd name="connsiteY14" fmla="*/ 104775 h 1890712"/>
                <a:gd name="connsiteX15" fmla="*/ 140494 w 2543175"/>
                <a:gd name="connsiteY15" fmla="*/ 111919 h 1890712"/>
                <a:gd name="connsiteX16" fmla="*/ 147638 w 2543175"/>
                <a:gd name="connsiteY16" fmla="*/ 116681 h 1890712"/>
                <a:gd name="connsiteX17" fmla="*/ 164307 w 2543175"/>
                <a:gd name="connsiteY17" fmla="*/ 128587 h 1890712"/>
                <a:gd name="connsiteX18" fmla="*/ 180975 w 2543175"/>
                <a:gd name="connsiteY18" fmla="*/ 140494 h 1890712"/>
                <a:gd name="connsiteX19" fmla="*/ 197644 w 2543175"/>
                <a:gd name="connsiteY19" fmla="*/ 152400 h 1890712"/>
                <a:gd name="connsiteX20" fmla="*/ 204788 w 2543175"/>
                <a:gd name="connsiteY20" fmla="*/ 157162 h 1890712"/>
                <a:gd name="connsiteX21" fmla="*/ 214313 w 2543175"/>
                <a:gd name="connsiteY21" fmla="*/ 164306 h 1890712"/>
                <a:gd name="connsiteX22" fmla="*/ 230982 w 2543175"/>
                <a:gd name="connsiteY22" fmla="*/ 180975 h 1890712"/>
                <a:gd name="connsiteX23" fmla="*/ 247650 w 2543175"/>
                <a:gd name="connsiteY23" fmla="*/ 185737 h 1890712"/>
                <a:gd name="connsiteX24" fmla="*/ 259557 w 2543175"/>
                <a:gd name="connsiteY24" fmla="*/ 188119 h 1890712"/>
                <a:gd name="connsiteX25" fmla="*/ 266700 w 2543175"/>
                <a:gd name="connsiteY25" fmla="*/ 190500 h 1890712"/>
                <a:gd name="connsiteX26" fmla="*/ 283369 w 2543175"/>
                <a:gd name="connsiteY26" fmla="*/ 192881 h 1890712"/>
                <a:gd name="connsiteX27" fmla="*/ 302419 w 2543175"/>
                <a:gd name="connsiteY27" fmla="*/ 204787 h 1890712"/>
                <a:gd name="connsiteX28" fmla="*/ 309563 w 2543175"/>
                <a:gd name="connsiteY28" fmla="*/ 209550 h 1890712"/>
                <a:gd name="connsiteX29" fmla="*/ 319088 w 2543175"/>
                <a:gd name="connsiteY29" fmla="*/ 219075 h 1890712"/>
                <a:gd name="connsiteX30" fmla="*/ 333375 w 2543175"/>
                <a:gd name="connsiteY30" fmla="*/ 228600 h 1890712"/>
                <a:gd name="connsiteX31" fmla="*/ 340519 w 2543175"/>
                <a:gd name="connsiteY31" fmla="*/ 233362 h 1890712"/>
                <a:gd name="connsiteX32" fmla="*/ 354807 w 2543175"/>
                <a:gd name="connsiteY32" fmla="*/ 247650 h 1890712"/>
                <a:gd name="connsiteX33" fmla="*/ 366713 w 2543175"/>
                <a:gd name="connsiteY33" fmla="*/ 264319 h 1890712"/>
                <a:gd name="connsiteX34" fmla="*/ 371475 w 2543175"/>
                <a:gd name="connsiteY34" fmla="*/ 271462 h 1890712"/>
                <a:gd name="connsiteX35" fmla="*/ 378619 w 2543175"/>
                <a:gd name="connsiteY35" fmla="*/ 276225 h 1890712"/>
                <a:gd name="connsiteX36" fmla="*/ 385763 w 2543175"/>
                <a:gd name="connsiteY36" fmla="*/ 283369 h 1890712"/>
                <a:gd name="connsiteX37" fmla="*/ 395288 w 2543175"/>
                <a:gd name="connsiteY37" fmla="*/ 288131 h 1890712"/>
                <a:gd name="connsiteX38" fmla="*/ 404813 w 2543175"/>
                <a:gd name="connsiteY38" fmla="*/ 295275 h 1890712"/>
                <a:gd name="connsiteX39" fmla="*/ 411957 w 2543175"/>
                <a:gd name="connsiteY39" fmla="*/ 297656 h 1890712"/>
                <a:gd name="connsiteX40" fmla="*/ 421482 w 2543175"/>
                <a:gd name="connsiteY40" fmla="*/ 302419 h 1890712"/>
                <a:gd name="connsiteX41" fmla="*/ 447675 w 2543175"/>
                <a:gd name="connsiteY41" fmla="*/ 307181 h 1890712"/>
                <a:gd name="connsiteX42" fmla="*/ 461963 w 2543175"/>
                <a:gd name="connsiteY42" fmla="*/ 321469 h 1890712"/>
                <a:gd name="connsiteX43" fmla="*/ 466725 w 2543175"/>
                <a:gd name="connsiteY43" fmla="*/ 328612 h 1890712"/>
                <a:gd name="connsiteX44" fmla="*/ 476250 w 2543175"/>
                <a:gd name="connsiteY44" fmla="*/ 335756 h 1890712"/>
                <a:gd name="connsiteX45" fmla="*/ 481013 w 2543175"/>
                <a:gd name="connsiteY45" fmla="*/ 342900 h 1890712"/>
                <a:gd name="connsiteX46" fmla="*/ 490538 w 2543175"/>
                <a:gd name="connsiteY46" fmla="*/ 352425 h 1890712"/>
                <a:gd name="connsiteX47" fmla="*/ 495300 w 2543175"/>
                <a:gd name="connsiteY47" fmla="*/ 359569 h 1890712"/>
                <a:gd name="connsiteX48" fmla="*/ 509588 w 2543175"/>
                <a:gd name="connsiteY48" fmla="*/ 376237 h 1890712"/>
                <a:gd name="connsiteX49" fmla="*/ 514350 w 2543175"/>
                <a:gd name="connsiteY49" fmla="*/ 383381 h 1890712"/>
                <a:gd name="connsiteX50" fmla="*/ 531019 w 2543175"/>
                <a:gd name="connsiteY50" fmla="*/ 397669 h 1890712"/>
                <a:gd name="connsiteX51" fmla="*/ 538163 w 2543175"/>
                <a:gd name="connsiteY51" fmla="*/ 407194 h 1890712"/>
                <a:gd name="connsiteX52" fmla="*/ 554832 w 2543175"/>
                <a:gd name="connsiteY52" fmla="*/ 421481 h 1890712"/>
                <a:gd name="connsiteX53" fmla="*/ 564357 w 2543175"/>
                <a:gd name="connsiteY53" fmla="*/ 431006 h 1890712"/>
                <a:gd name="connsiteX54" fmla="*/ 573882 w 2543175"/>
                <a:gd name="connsiteY54" fmla="*/ 438150 h 1890712"/>
                <a:gd name="connsiteX55" fmla="*/ 595313 w 2543175"/>
                <a:gd name="connsiteY55" fmla="*/ 454819 h 1890712"/>
                <a:gd name="connsiteX56" fmla="*/ 602457 w 2543175"/>
                <a:gd name="connsiteY56" fmla="*/ 457200 h 1890712"/>
                <a:gd name="connsiteX57" fmla="*/ 628650 w 2543175"/>
                <a:gd name="connsiteY57" fmla="*/ 469106 h 1890712"/>
                <a:gd name="connsiteX58" fmla="*/ 645319 w 2543175"/>
                <a:gd name="connsiteY58" fmla="*/ 483394 h 1890712"/>
                <a:gd name="connsiteX59" fmla="*/ 654844 w 2543175"/>
                <a:gd name="connsiteY59" fmla="*/ 488156 h 1890712"/>
                <a:gd name="connsiteX60" fmla="*/ 661988 w 2543175"/>
                <a:gd name="connsiteY60" fmla="*/ 497681 h 1890712"/>
                <a:gd name="connsiteX61" fmla="*/ 683419 w 2543175"/>
                <a:gd name="connsiteY61" fmla="*/ 514350 h 1890712"/>
                <a:gd name="connsiteX62" fmla="*/ 700088 w 2543175"/>
                <a:gd name="connsiteY62" fmla="*/ 526256 h 1890712"/>
                <a:gd name="connsiteX63" fmla="*/ 709613 w 2543175"/>
                <a:gd name="connsiteY63" fmla="*/ 535781 h 1890712"/>
                <a:gd name="connsiteX64" fmla="*/ 719138 w 2543175"/>
                <a:gd name="connsiteY64" fmla="*/ 542925 h 1890712"/>
                <a:gd name="connsiteX65" fmla="*/ 733425 w 2543175"/>
                <a:gd name="connsiteY65" fmla="*/ 557212 h 1890712"/>
                <a:gd name="connsiteX66" fmla="*/ 750094 w 2543175"/>
                <a:gd name="connsiteY66" fmla="*/ 569119 h 1890712"/>
                <a:gd name="connsiteX67" fmla="*/ 769144 w 2543175"/>
                <a:gd name="connsiteY67" fmla="*/ 581025 h 1890712"/>
                <a:gd name="connsiteX68" fmla="*/ 785813 w 2543175"/>
                <a:gd name="connsiteY68" fmla="*/ 590550 h 1890712"/>
                <a:gd name="connsiteX69" fmla="*/ 792957 w 2543175"/>
                <a:gd name="connsiteY69" fmla="*/ 600075 h 1890712"/>
                <a:gd name="connsiteX70" fmla="*/ 809625 w 2543175"/>
                <a:gd name="connsiteY70" fmla="*/ 611981 h 1890712"/>
                <a:gd name="connsiteX71" fmla="*/ 816769 w 2543175"/>
                <a:gd name="connsiteY71" fmla="*/ 619125 h 1890712"/>
                <a:gd name="connsiteX72" fmla="*/ 826294 w 2543175"/>
                <a:gd name="connsiteY72" fmla="*/ 626269 h 1890712"/>
                <a:gd name="connsiteX73" fmla="*/ 840582 w 2543175"/>
                <a:gd name="connsiteY73" fmla="*/ 638175 h 1890712"/>
                <a:gd name="connsiteX74" fmla="*/ 847725 w 2543175"/>
                <a:gd name="connsiteY74" fmla="*/ 645319 h 1890712"/>
                <a:gd name="connsiteX75" fmla="*/ 857250 w 2543175"/>
                <a:gd name="connsiteY75" fmla="*/ 652462 h 1890712"/>
                <a:gd name="connsiteX76" fmla="*/ 864394 w 2543175"/>
                <a:gd name="connsiteY76" fmla="*/ 657225 h 1890712"/>
                <a:gd name="connsiteX77" fmla="*/ 888207 w 2543175"/>
                <a:gd name="connsiteY77" fmla="*/ 676275 h 1890712"/>
                <a:gd name="connsiteX78" fmla="*/ 895350 w 2543175"/>
                <a:gd name="connsiteY78" fmla="*/ 681037 h 1890712"/>
                <a:gd name="connsiteX79" fmla="*/ 907257 w 2543175"/>
                <a:gd name="connsiteY79" fmla="*/ 683419 h 1890712"/>
                <a:gd name="connsiteX80" fmla="*/ 928688 w 2543175"/>
                <a:gd name="connsiteY80" fmla="*/ 695325 h 1890712"/>
                <a:gd name="connsiteX81" fmla="*/ 942975 w 2543175"/>
                <a:gd name="connsiteY81" fmla="*/ 700087 h 1890712"/>
                <a:gd name="connsiteX82" fmla="*/ 964407 w 2543175"/>
                <a:gd name="connsiteY82" fmla="*/ 716756 h 1890712"/>
                <a:gd name="connsiteX83" fmla="*/ 971550 w 2543175"/>
                <a:gd name="connsiteY83" fmla="*/ 723900 h 1890712"/>
                <a:gd name="connsiteX84" fmla="*/ 983457 w 2543175"/>
                <a:gd name="connsiteY84" fmla="*/ 733425 h 1890712"/>
                <a:gd name="connsiteX85" fmla="*/ 990600 w 2543175"/>
                <a:gd name="connsiteY85" fmla="*/ 738187 h 1890712"/>
                <a:gd name="connsiteX86" fmla="*/ 1007269 w 2543175"/>
                <a:gd name="connsiteY86" fmla="*/ 752475 h 1890712"/>
                <a:gd name="connsiteX87" fmla="*/ 1031082 w 2543175"/>
                <a:gd name="connsiteY87" fmla="*/ 766762 h 1890712"/>
                <a:gd name="connsiteX88" fmla="*/ 1042988 w 2543175"/>
                <a:gd name="connsiteY88" fmla="*/ 773906 h 1890712"/>
                <a:gd name="connsiteX89" fmla="*/ 1071563 w 2543175"/>
                <a:gd name="connsiteY89" fmla="*/ 785812 h 1890712"/>
                <a:gd name="connsiteX90" fmla="*/ 1097757 w 2543175"/>
                <a:gd name="connsiteY90" fmla="*/ 807244 h 1890712"/>
                <a:gd name="connsiteX91" fmla="*/ 1104900 w 2543175"/>
                <a:gd name="connsiteY91" fmla="*/ 814387 h 1890712"/>
                <a:gd name="connsiteX92" fmla="*/ 1121569 w 2543175"/>
                <a:gd name="connsiteY92" fmla="*/ 823912 h 1890712"/>
                <a:gd name="connsiteX93" fmla="*/ 1138238 w 2543175"/>
                <a:gd name="connsiteY93" fmla="*/ 835819 h 1890712"/>
                <a:gd name="connsiteX94" fmla="*/ 1147763 w 2543175"/>
                <a:gd name="connsiteY94" fmla="*/ 842962 h 1890712"/>
                <a:gd name="connsiteX95" fmla="*/ 1157288 w 2543175"/>
                <a:gd name="connsiteY95" fmla="*/ 847725 h 1890712"/>
                <a:gd name="connsiteX96" fmla="*/ 1178719 w 2543175"/>
                <a:gd name="connsiteY96" fmla="*/ 859631 h 1890712"/>
                <a:gd name="connsiteX97" fmla="*/ 1188244 w 2543175"/>
                <a:gd name="connsiteY97" fmla="*/ 866775 h 1890712"/>
                <a:gd name="connsiteX98" fmla="*/ 1195388 w 2543175"/>
                <a:gd name="connsiteY98" fmla="*/ 871537 h 1890712"/>
                <a:gd name="connsiteX99" fmla="*/ 1212057 w 2543175"/>
                <a:gd name="connsiteY99" fmla="*/ 883444 h 1890712"/>
                <a:gd name="connsiteX100" fmla="*/ 1226344 w 2543175"/>
                <a:gd name="connsiteY100" fmla="*/ 895350 h 1890712"/>
                <a:gd name="connsiteX101" fmla="*/ 1245394 w 2543175"/>
                <a:gd name="connsiteY101" fmla="*/ 907256 h 1890712"/>
                <a:gd name="connsiteX102" fmla="*/ 1254919 w 2543175"/>
                <a:gd name="connsiteY102" fmla="*/ 914400 h 1890712"/>
                <a:gd name="connsiteX103" fmla="*/ 1269207 w 2543175"/>
                <a:gd name="connsiteY103" fmla="*/ 921544 h 1890712"/>
                <a:gd name="connsiteX104" fmla="*/ 1290638 w 2543175"/>
                <a:gd name="connsiteY104" fmla="*/ 935831 h 1890712"/>
                <a:gd name="connsiteX105" fmla="*/ 1307307 w 2543175"/>
                <a:gd name="connsiteY105" fmla="*/ 952500 h 1890712"/>
                <a:gd name="connsiteX106" fmla="*/ 1333500 w 2543175"/>
                <a:gd name="connsiteY106" fmla="*/ 971550 h 1890712"/>
                <a:gd name="connsiteX107" fmla="*/ 1359694 w 2543175"/>
                <a:gd name="connsiteY107" fmla="*/ 990600 h 1890712"/>
                <a:gd name="connsiteX108" fmla="*/ 1373982 w 2543175"/>
                <a:gd name="connsiteY108" fmla="*/ 997744 h 1890712"/>
                <a:gd name="connsiteX109" fmla="*/ 1388269 w 2543175"/>
                <a:gd name="connsiteY109" fmla="*/ 1007269 h 1890712"/>
                <a:gd name="connsiteX110" fmla="*/ 1414463 w 2543175"/>
                <a:gd name="connsiteY110" fmla="*/ 1019175 h 1890712"/>
                <a:gd name="connsiteX111" fmla="*/ 1428750 w 2543175"/>
                <a:gd name="connsiteY111" fmla="*/ 1026319 h 1890712"/>
                <a:gd name="connsiteX112" fmla="*/ 1471613 w 2543175"/>
                <a:gd name="connsiteY112" fmla="*/ 1059656 h 1890712"/>
                <a:gd name="connsiteX113" fmla="*/ 1495425 w 2543175"/>
                <a:gd name="connsiteY113" fmla="*/ 1088231 h 1890712"/>
                <a:gd name="connsiteX114" fmla="*/ 1547812 w 2543175"/>
                <a:gd name="connsiteY114" fmla="*/ 1133475 h 1890712"/>
                <a:gd name="connsiteX115" fmla="*/ 1597819 w 2543175"/>
                <a:gd name="connsiteY115" fmla="*/ 1154906 h 1890712"/>
                <a:gd name="connsiteX116" fmla="*/ 1604963 w 2543175"/>
                <a:gd name="connsiteY116" fmla="*/ 1162050 h 1890712"/>
                <a:gd name="connsiteX117" fmla="*/ 1612107 w 2543175"/>
                <a:gd name="connsiteY117" fmla="*/ 1166812 h 1890712"/>
                <a:gd name="connsiteX118" fmla="*/ 1628775 w 2543175"/>
                <a:gd name="connsiteY118" fmla="*/ 1183481 h 1890712"/>
                <a:gd name="connsiteX119" fmla="*/ 1662113 w 2543175"/>
                <a:gd name="connsiteY119" fmla="*/ 1209675 h 1890712"/>
                <a:gd name="connsiteX120" fmla="*/ 1678782 w 2543175"/>
                <a:gd name="connsiteY120" fmla="*/ 1226344 h 1890712"/>
                <a:gd name="connsiteX121" fmla="*/ 1700213 w 2543175"/>
                <a:gd name="connsiteY121" fmla="*/ 1247775 h 1890712"/>
                <a:gd name="connsiteX122" fmla="*/ 1712119 w 2543175"/>
                <a:gd name="connsiteY122" fmla="*/ 1259681 h 1890712"/>
                <a:gd name="connsiteX123" fmla="*/ 1733550 w 2543175"/>
                <a:gd name="connsiteY123" fmla="*/ 1273969 h 1890712"/>
                <a:gd name="connsiteX124" fmla="*/ 1743075 w 2543175"/>
                <a:gd name="connsiteY124" fmla="*/ 1283494 h 1890712"/>
                <a:gd name="connsiteX125" fmla="*/ 1754982 w 2543175"/>
                <a:gd name="connsiteY125" fmla="*/ 1290637 h 1890712"/>
                <a:gd name="connsiteX126" fmla="*/ 1766888 w 2543175"/>
                <a:gd name="connsiteY126" fmla="*/ 1300162 h 1890712"/>
                <a:gd name="connsiteX127" fmla="*/ 1783557 w 2543175"/>
                <a:gd name="connsiteY127" fmla="*/ 1307306 h 1890712"/>
                <a:gd name="connsiteX128" fmla="*/ 1790700 w 2543175"/>
                <a:gd name="connsiteY128" fmla="*/ 1312069 h 1890712"/>
                <a:gd name="connsiteX129" fmla="*/ 1800225 w 2543175"/>
                <a:gd name="connsiteY129" fmla="*/ 1319212 h 1890712"/>
                <a:gd name="connsiteX130" fmla="*/ 1807369 w 2543175"/>
                <a:gd name="connsiteY130" fmla="*/ 1321594 h 1890712"/>
                <a:gd name="connsiteX131" fmla="*/ 1824038 w 2543175"/>
                <a:gd name="connsiteY131" fmla="*/ 1333500 h 1890712"/>
                <a:gd name="connsiteX132" fmla="*/ 1843088 w 2543175"/>
                <a:gd name="connsiteY132" fmla="*/ 1352550 h 1890712"/>
                <a:gd name="connsiteX133" fmla="*/ 1852613 w 2543175"/>
                <a:gd name="connsiteY133" fmla="*/ 1359694 h 1890712"/>
                <a:gd name="connsiteX134" fmla="*/ 1859757 w 2543175"/>
                <a:gd name="connsiteY134" fmla="*/ 1366837 h 1890712"/>
                <a:gd name="connsiteX135" fmla="*/ 1869282 w 2543175"/>
                <a:gd name="connsiteY135" fmla="*/ 1371600 h 1890712"/>
                <a:gd name="connsiteX136" fmla="*/ 1883569 w 2543175"/>
                <a:gd name="connsiteY136" fmla="*/ 1388269 h 1890712"/>
                <a:gd name="connsiteX137" fmla="*/ 1893094 w 2543175"/>
                <a:gd name="connsiteY137" fmla="*/ 1395412 h 1890712"/>
                <a:gd name="connsiteX138" fmla="*/ 1902619 w 2543175"/>
                <a:gd name="connsiteY138" fmla="*/ 1404937 h 1890712"/>
                <a:gd name="connsiteX139" fmla="*/ 1912144 w 2543175"/>
                <a:gd name="connsiteY139" fmla="*/ 1409700 h 1890712"/>
                <a:gd name="connsiteX140" fmla="*/ 1931194 w 2543175"/>
                <a:gd name="connsiteY140" fmla="*/ 1421606 h 1890712"/>
                <a:gd name="connsiteX141" fmla="*/ 1935957 w 2543175"/>
                <a:gd name="connsiteY141" fmla="*/ 1428750 h 1890712"/>
                <a:gd name="connsiteX142" fmla="*/ 1952625 w 2543175"/>
                <a:gd name="connsiteY142" fmla="*/ 1438275 h 1890712"/>
                <a:gd name="connsiteX143" fmla="*/ 1971675 w 2543175"/>
                <a:gd name="connsiteY143" fmla="*/ 1450181 h 1890712"/>
                <a:gd name="connsiteX144" fmla="*/ 1981200 w 2543175"/>
                <a:gd name="connsiteY144" fmla="*/ 1454944 h 1890712"/>
                <a:gd name="connsiteX145" fmla="*/ 1997869 w 2543175"/>
                <a:gd name="connsiteY145" fmla="*/ 1471612 h 1890712"/>
                <a:gd name="connsiteX146" fmla="*/ 2007394 w 2543175"/>
                <a:gd name="connsiteY146" fmla="*/ 1478756 h 1890712"/>
                <a:gd name="connsiteX147" fmla="*/ 2016919 w 2543175"/>
                <a:gd name="connsiteY147" fmla="*/ 1483519 h 1890712"/>
                <a:gd name="connsiteX148" fmla="*/ 2024063 w 2543175"/>
                <a:gd name="connsiteY148" fmla="*/ 1490662 h 1890712"/>
                <a:gd name="connsiteX149" fmla="*/ 2033588 w 2543175"/>
                <a:gd name="connsiteY149" fmla="*/ 1495425 h 1890712"/>
                <a:gd name="connsiteX150" fmla="*/ 2040732 w 2543175"/>
                <a:gd name="connsiteY150" fmla="*/ 1502569 h 1890712"/>
                <a:gd name="connsiteX151" fmla="*/ 2047875 w 2543175"/>
                <a:gd name="connsiteY151" fmla="*/ 1507331 h 1890712"/>
                <a:gd name="connsiteX152" fmla="*/ 2057400 w 2543175"/>
                <a:gd name="connsiteY152" fmla="*/ 1514475 h 1890712"/>
                <a:gd name="connsiteX153" fmla="*/ 2064544 w 2543175"/>
                <a:gd name="connsiteY153" fmla="*/ 1519237 h 1890712"/>
                <a:gd name="connsiteX154" fmla="*/ 2071688 w 2543175"/>
                <a:gd name="connsiteY154" fmla="*/ 1526381 h 1890712"/>
                <a:gd name="connsiteX155" fmla="*/ 2081213 w 2543175"/>
                <a:gd name="connsiteY155" fmla="*/ 1531144 h 1890712"/>
                <a:gd name="connsiteX156" fmla="*/ 2090738 w 2543175"/>
                <a:gd name="connsiteY156" fmla="*/ 1538287 h 1890712"/>
                <a:gd name="connsiteX157" fmla="*/ 2109788 w 2543175"/>
                <a:gd name="connsiteY157" fmla="*/ 1547812 h 1890712"/>
                <a:gd name="connsiteX158" fmla="*/ 2131219 w 2543175"/>
                <a:gd name="connsiteY158" fmla="*/ 1562100 h 1890712"/>
                <a:gd name="connsiteX159" fmla="*/ 2140744 w 2543175"/>
                <a:gd name="connsiteY159" fmla="*/ 1566862 h 1890712"/>
                <a:gd name="connsiteX160" fmla="*/ 2152650 w 2543175"/>
                <a:gd name="connsiteY160" fmla="*/ 1576387 h 1890712"/>
                <a:gd name="connsiteX161" fmla="*/ 2181225 w 2543175"/>
                <a:gd name="connsiteY161" fmla="*/ 1590675 h 1890712"/>
                <a:gd name="connsiteX162" fmla="*/ 2200275 w 2543175"/>
                <a:gd name="connsiteY162" fmla="*/ 1607344 h 1890712"/>
                <a:gd name="connsiteX163" fmla="*/ 2207419 w 2543175"/>
                <a:gd name="connsiteY163" fmla="*/ 1612106 h 1890712"/>
                <a:gd name="connsiteX164" fmla="*/ 2216944 w 2543175"/>
                <a:gd name="connsiteY164" fmla="*/ 1619250 h 1890712"/>
                <a:gd name="connsiteX165" fmla="*/ 2224088 w 2543175"/>
                <a:gd name="connsiteY165" fmla="*/ 1624012 h 1890712"/>
                <a:gd name="connsiteX166" fmla="*/ 2247900 w 2543175"/>
                <a:gd name="connsiteY166" fmla="*/ 1643062 h 1890712"/>
                <a:gd name="connsiteX167" fmla="*/ 2255044 w 2543175"/>
                <a:gd name="connsiteY167" fmla="*/ 1650206 h 1890712"/>
                <a:gd name="connsiteX168" fmla="*/ 2281238 w 2543175"/>
                <a:gd name="connsiteY168" fmla="*/ 1664494 h 1890712"/>
                <a:gd name="connsiteX169" fmla="*/ 2297907 w 2543175"/>
                <a:gd name="connsiteY169" fmla="*/ 1674019 h 1890712"/>
                <a:gd name="connsiteX170" fmla="*/ 2312194 w 2543175"/>
                <a:gd name="connsiteY170" fmla="*/ 1685925 h 1890712"/>
                <a:gd name="connsiteX171" fmla="*/ 2328863 w 2543175"/>
                <a:gd name="connsiteY171" fmla="*/ 1697831 h 1890712"/>
                <a:gd name="connsiteX172" fmla="*/ 2350294 w 2543175"/>
                <a:gd name="connsiteY172" fmla="*/ 1712119 h 1890712"/>
                <a:gd name="connsiteX173" fmla="*/ 2369344 w 2543175"/>
                <a:gd name="connsiteY173" fmla="*/ 1724025 h 1890712"/>
                <a:gd name="connsiteX174" fmla="*/ 2428876 w 2543175"/>
                <a:gd name="connsiteY174" fmla="*/ 1785938 h 1890712"/>
                <a:gd name="connsiteX175" fmla="*/ 2466975 w 2543175"/>
                <a:gd name="connsiteY175" fmla="*/ 1783556 h 1890712"/>
                <a:gd name="connsiteX176" fmla="*/ 2481263 w 2543175"/>
                <a:gd name="connsiteY176" fmla="*/ 1795462 h 1890712"/>
                <a:gd name="connsiteX177" fmla="*/ 2486025 w 2543175"/>
                <a:gd name="connsiteY177" fmla="*/ 1802606 h 1890712"/>
                <a:gd name="connsiteX178" fmla="*/ 2497932 w 2543175"/>
                <a:gd name="connsiteY178" fmla="*/ 1824037 h 1890712"/>
                <a:gd name="connsiteX179" fmla="*/ 2514600 w 2543175"/>
                <a:gd name="connsiteY179" fmla="*/ 1850231 h 1890712"/>
                <a:gd name="connsiteX180" fmla="*/ 2519363 w 2543175"/>
                <a:gd name="connsiteY180" fmla="*/ 1857375 h 1890712"/>
                <a:gd name="connsiteX181" fmla="*/ 2540794 w 2543175"/>
                <a:gd name="connsiteY181" fmla="*/ 1883569 h 1890712"/>
                <a:gd name="connsiteX182" fmla="*/ 2543175 w 2543175"/>
                <a:gd name="connsiteY182" fmla="*/ 1890712 h 1890712"/>
                <a:gd name="connsiteX0" fmla="*/ 0 w 2543175"/>
                <a:gd name="connsiteY0" fmla="*/ 0 h 1890712"/>
                <a:gd name="connsiteX1" fmla="*/ 11907 w 2543175"/>
                <a:gd name="connsiteY1" fmla="*/ 11906 h 1890712"/>
                <a:gd name="connsiteX2" fmla="*/ 21432 w 2543175"/>
                <a:gd name="connsiteY2" fmla="*/ 16669 h 1890712"/>
                <a:gd name="connsiteX3" fmla="*/ 23813 w 2543175"/>
                <a:gd name="connsiteY3" fmla="*/ 23812 h 1890712"/>
                <a:gd name="connsiteX4" fmla="*/ 33338 w 2543175"/>
                <a:gd name="connsiteY4" fmla="*/ 33337 h 1890712"/>
                <a:gd name="connsiteX5" fmla="*/ 40482 w 2543175"/>
                <a:gd name="connsiteY5" fmla="*/ 42862 h 1890712"/>
                <a:gd name="connsiteX6" fmla="*/ 47625 w 2543175"/>
                <a:gd name="connsiteY6" fmla="*/ 47625 h 1890712"/>
                <a:gd name="connsiteX7" fmla="*/ 57150 w 2543175"/>
                <a:gd name="connsiteY7" fmla="*/ 54769 h 1890712"/>
                <a:gd name="connsiteX8" fmla="*/ 64294 w 2543175"/>
                <a:gd name="connsiteY8" fmla="*/ 59531 h 1890712"/>
                <a:gd name="connsiteX9" fmla="*/ 83344 w 2543175"/>
                <a:gd name="connsiteY9" fmla="*/ 73819 h 1890712"/>
                <a:gd name="connsiteX10" fmla="*/ 97632 w 2543175"/>
                <a:gd name="connsiteY10" fmla="*/ 80962 h 1890712"/>
                <a:gd name="connsiteX11" fmla="*/ 104775 w 2543175"/>
                <a:gd name="connsiteY11" fmla="*/ 85725 h 1890712"/>
                <a:gd name="connsiteX12" fmla="*/ 114300 w 2543175"/>
                <a:gd name="connsiteY12" fmla="*/ 95250 h 1890712"/>
                <a:gd name="connsiteX13" fmla="*/ 123825 w 2543175"/>
                <a:gd name="connsiteY13" fmla="*/ 97631 h 1890712"/>
                <a:gd name="connsiteX14" fmla="*/ 130969 w 2543175"/>
                <a:gd name="connsiteY14" fmla="*/ 104775 h 1890712"/>
                <a:gd name="connsiteX15" fmla="*/ 140494 w 2543175"/>
                <a:gd name="connsiteY15" fmla="*/ 111919 h 1890712"/>
                <a:gd name="connsiteX16" fmla="*/ 147638 w 2543175"/>
                <a:gd name="connsiteY16" fmla="*/ 116681 h 1890712"/>
                <a:gd name="connsiteX17" fmla="*/ 164307 w 2543175"/>
                <a:gd name="connsiteY17" fmla="*/ 128587 h 1890712"/>
                <a:gd name="connsiteX18" fmla="*/ 180975 w 2543175"/>
                <a:gd name="connsiteY18" fmla="*/ 140494 h 1890712"/>
                <a:gd name="connsiteX19" fmla="*/ 197644 w 2543175"/>
                <a:gd name="connsiteY19" fmla="*/ 152400 h 1890712"/>
                <a:gd name="connsiteX20" fmla="*/ 204788 w 2543175"/>
                <a:gd name="connsiteY20" fmla="*/ 157162 h 1890712"/>
                <a:gd name="connsiteX21" fmla="*/ 214313 w 2543175"/>
                <a:gd name="connsiteY21" fmla="*/ 164306 h 1890712"/>
                <a:gd name="connsiteX22" fmla="*/ 230982 w 2543175"/>
                <a:gd name="connsiteY22" fmla="*/ 180975 h 1890712"/>
                <a:gd name="connsiteX23" fmla="*/ 247650 w 2543175"/>
                <a:gd name="connsiteY23" fmla="*/ 185737 h 1890712"/>
                <a:gd name="connsiteX24" fmla="*/ 259557 w 2543175"/>
                <a:gd name="connsiteY24" fmla="*/ 188119 h 1890712"/>
                <a:gd name="connsiteX25" fmla="*/ 266700 w 2543175"/>
                <a:gd name="connsiteY25" fmla="*/ 190500 h 1890712"/>
                <a:gd name="connsiteX26" fmla="*/ 283369 w 2543175"/>
                <a:gd name="connsiteY26" fmla="*/ 192881 h 1890712"/>
                <a:gd name="connsiteX27" fmla="*/ 302419 w 2543175"/>
                <a:gd name="connsiteY27" fmla="*/ 204787 h 1890712"/>
                <a:gd name="connsiteX28" fmla="*/ 309563 w 2543175"/>
                <a:gd name="connsiteY28" fmla="*/ 209550 h 1890712"/>
                <a:gd name="connsiteX29" fmla="*/ 319088 w 2543175"/>
                <a:gd name="connsiteY29" fmla="*/ 219075 h 1890712"/>
                <a:gd name="connsiteX30" fmla="*/ 333375 w 2543175"/>
                <a:gd name="connsiteY30" fmla="*/ 228600 h 1890712"/>
                <a:gd name="connsiteX31" fmla="*/ 340519 w 2543175"/>
                <a:gd name="connsiteY31" fmla="*/ 233362 h 1890712"/>
                <a:gd name="connsiteX32" fmla="*/ 354807 w 2543175"/>
                <a:gd name="connsiteY32" fmla="*/ 247650 h 1890712"/>
                <a:gd name="connsiteX33" fmla="*/ 366713 w 2543175"/>
                <a:gd name="connsiteY33" fmla="*/ 264319 h 1890712"/>
                <a:gd name="connsiteX34" fmla="*/ 371475 w 2543175"/>
                <a:gd name="connsiteY34" fmla="*/ 271462 h 1890712"/>
                <a:gd name="connsiteX35" fmla="*/ 378619 w 2543175"/>
                <a:gd name="connsiteY35" fmla="*/ 276225 h 1890712"/>
                <a:gd name="connsiteX36" fmla="*/ 385763 w 2543175"/>
                <a:gd name="connsiteY36" fmla="*/ 283369 h 1890712"/>
                <a:gd name="connsiteX37" fmla="*/ 395288 w 2543175"/>
                <a:gd name="connsiteY37" fmla="*/ 288131 h 1890712"/>
                <a:gd name="connsiteX38" fmla="*/ 404813 w 2543175"/>
                <a:gd name="connsiteY38" fmla="*/ 295275 h 1890712"/>
                <a:gd name="connsiteX39" fmla="*/ 411957 w 2543175"/>
                <a:gd name="connsiteY39" fmla="*/ 297656 h 1890712"/>
                <a:gd name="connsiteX40" fmla="*/ 421482 w 2543175"/>
                <a:gd name="connsiteY40" fmla="*/ 302419 h 1890712"/>
                <a:gd name="connsiteX41" fmla="*/ 447675 w 2543175"/>
                <a:gd name="connsiteY41" fmla="*/ 307181 h 1890712"/>
                <a:gd name="connsiteX42" fmla="*/ 461963 w 2543175"/>
                <a:gd name="connsiteY42" fmla="*/ 321469 h 1890712"/>
                <a:gd name="connsiteX43" fmla="*/ 466725 w 2543175"/>
                <a:gd name="connsiteY43" fmla="*/ 328612 h 1890712"/>
                <a:gd name="connsiteX44" fmla="*/ 476250 w 2543175"/>
                <a:gd name="connsiteY44" fmla="*/ 335756 h 1890712"/>
                <a:gd name="connsiteX45" fmla="*/ 481013 w 2543175"/>
                <a:gd name="connsiteY45" fmla="*/ 342900 h 1890712"/>
                <a:gd name="connsiteX46" fmla="*/ 490538 w 2543175"/>
                <a:gd name="connsiteY46" fmla="*/ 352425 h 1890712"/>
                <a:gd name="connsiteX47" fmla="*/ 495300 w 2543175"/>
                <a:gd name="connsiteY47" fmla="*/ 359569 h 1890712"/>
                <a:gd name="connsiteX48" fmla="*/ 509588 w 2543175"/>
                <a:gd name="connsiteY48" fmla="*/ 376237 h 1890712"/>
                <a:gd name="connsiteX49" fmla="*/ 514350 w 2543175"/>
                <a:gd name="connsiteY49" fmla="*/ 383381 h 1890712"/>
                <a:gd name="connsiteX50" fmla="*/ 531019 w 2543175"/>
                <a:gd name="connsiteY50" fmla="*/ 397669 h 1890712"/>
                <a:gd name="connsiteX51" fmla="*/ 538163 w 2543175"/>
                <a:gd name="connsiteY51" fmla="*/ 407194 h 1890712"/>
                <a:gd name="connsiteX52" fmla="*/ 554832 w 2543175"/>
                <a:gd name="connsiteY52" fmla="*/ 421481 h 1890712"/>
                <a:gd name="connsiteX53" fmla="*/ 564357 w 2543175"/>
                <a:gd name="connsiteY53" fmla="*/ 431006 h 1890712"/>
                <a:gd name="connsiteX54" fmla="*/ 573882 w 2543175"/>
                <a:gd name="connsiteY54" fmla="*/ 438150 h 1890712"/>
                <a:gd name="connsiteX55" fmla="*/ 595313 w 2543175"/>
                <a:gd name="connsiteY55" fmla="*/ 454819 h 1890712"/>
                <a:gd name="connsiteX56" fmla="*/ 602457 w 2543175"/>
                <a:gd name="connsiteY56" fmla="*/ 457200 h 1890712"/>
                <a:gd name="connsiteX57" fmla="*/ 628650 w 2543175"/>
                <a:gd name="connsiteY57" fmla="*/ 469106 h 1890712"/>
                <a:gd name="connsiteX58" fmla="*/ 645319 w 2543175"/>
                <a:gd name="connsiteY58" fmla="*/ 483394 h 1890712"/>
                <a:gd name="connsiteX59" fmla="*/ 654844 w 2543175"/>
                <a:gd name="connsiteY59" fmla="*/ 488156 h 1890712"/>
                <a:gd name="connsiteX60" fmla="*/ 661988 w 2543175"/>
                <a:gd name="connsiteY60" fmla="*/ 497681 h 1890712"/>
                <a:gd name="connsiteX61" fmla="*/ 683419 w 2543175"/>
                <a:gd name="connsiteY61" fmla="*/ 514350 h 1890712"/>
                <a:gd name="connsiteX62" fmla="*/ 700088 w 2543175"/>
                <a:gd name="connsiteY62" fmla="*/ 526256 h 1890712"/>
                <a:gd name="connsiteX63" fmla="*/ 709613 w 2543175"/>
                <a:gd name="connsiteY63" fmla="*/ 535781 h 1890712"/>
                <a:gd name="connsiteX64" fmla="*/ 719138 w 2543175"/>
                <a:gd name="connsiteY64" fmla="*/ 542925 h 1890712"/>
                <a:gd name="connsiteX65" fmla="*/ 733425 w 2543175"/>
                <a:gd name="connsiteY65" fmla="*/ 557212 h 1890712"/>
                <a:gd name="connsiteX66" fmla="*/ 750094 w 2543175"/>
                <a:gd name="connsiteY66" fmla="*/ 569119 h 1890712"/>
                <a:gd name="connsiteX67" fmla="*/ 769144 w 2543175"/>
                <a:gd name="connsiteY67" fmla="*/ 581025 h 1890712"/>
                <a:gd name="connsiteX68" fmla="*/ 785813 w 2543175"/>
                <a:gd name="connsiteY68" fmla="*/ 590550 h 1890712"/>
                <a:gd name="connsiteX69" fmla="*/ 792957 w 2543175"/>
                <a:gd name="connsiteY69" fmla="*/ 600075 h 1890712"/>
                <a:gd name="connsiteX70" fmla="*/ 809625 w 2543175"/>
                <a:gd name="connsiteY70" fmla="*/ 611981 h 1890712"/>
                <a:gd name="connsiteX71" fmla="*/ 816769 w 2543175"/>
                <a:gd name="connsiteY71" fmla="*/ 619125 h 1890712"/>
                <a:gd name="connsiteX72" fmla="*/ 826294 w 2543175"/>
                <a:gd name="connsiteY72" fmla="*/ 626269 h 1890712"/>
                <a:gd name="connsiteX73" fmla="*/ 840582 w 2543175"/>
                <a:gd name="connsiteY73" fmla="*/ 638175 h 1890712"/>
                <a:gd name="connsiteX74" fmla="*/ 847725 w 2543175"/>
                <a:gd name="connsiteY74" fmla="*/ 645319 h 1890712"/>
                <a:gd name="connsiteX75" fmla="*/ 857250 w 2543175"/>
                <a:gd name="connsiteY75" fmla="*/ 652462 h 1890712"/>
                <a:gd name="connsiteX76" fmla="*/ 864394 w 2543175"/>
                <a:gd name="connsiteY76" fmla="*/ 657225 h 1890712"/>
                <a:gd name="connsiteX77" fmla="*/ 888207 w 2543175"/>
                <a:gd name="connsiteY77" fmla="*/ 676275 h 1890712"/>
                <a:gd name="connsiteX78" fmla="*/ 895350 w 2543175"/>
                <a:gd name="connsiteY78" fmla="*/ 681037 h 1890712"/>
                <a:gd name="connsiteX79" fmla="*/ 907257 w 2543175"/>
                <a:gd name="connsiteY79" fmla="*/ 683419 h 1890712"/>
                <a:gd name="connsiteX80" fmla="*/ 928688 w 2543175"/>
                <a:gd name="connsiteY80" fmla="*/ 695325 h 1890712"/>
                <a:gd name="connsiteX81" fmla="*/ 942975 w 2543175"/>
                <a:gd name="connsiteY81" fmla="*/ 700087 h 1890712"/>
                <a:gd name="connsiteX82" fmla="*/ 964407 w 2543175"/>
                <a:gd name="connsiteY82" fmla="*/ 716756 h 1890712"/>
                <a:gd name="connsiteX83" fmla="*/ 971550 w 2543175"/>
                <a:gd name="connsiteY83" fmla="*/ 723900 h 1890712"/>
                <a:gd name="connsiteX84" fmla="*/ 983457 w 2543175"/>
                <a:gd name="connsiteY84" fmla="*/ 733425 h 1890712"/>
                <a:gd name="connsiteX85" fmla="*/ 990600 w 2543175"/>
                <a:gd name="connsiteY85" fmla="*/ 738187 h 1890712"/>
                <a:gd name="connsiteX86" fmla="*/ 1007269 w 2543175"/>
                <a:gd name="connsiteY86" fmla="*/ 752475 h 1890712"/>
                <a:gd name="connsiteX87" fmla="*/ 1031082 w 2543175"/>
                <a:gd name="connsiteY87" fmla="*/ 766762 h 1890712"/>
                <a:gd name="connsiteX88" fmla="*/ 1042988 w 2543175"/>
                <a:gd name="connsiteY88" fmla="*/ 773906 h 1890712"/>
                <a:gd name="connsiteX89" fmla="*/ 1071563 w 2543175"/>
                <a:gd name="connsiteY89" fmla="*/ 785812 h 1890712"/>
                <a:gd name="connsiteX90" fmla="*/ 1097757 w 2543175"/>
                <a:gd name="connsiteY90" fmla="*/ 807244 h 1890712"/>
                <a:gd name="connsiteX91" fmla="*/ 1104900 w 2543175"/>
                <a:gd name="connsiteY91" fmla="*/ 814387 h 1890712"/>
                <a:gd name="connsiteX92" fmla="*/ 1121569 w 2543175"/>
                <a:gd name="connsiteY92" fmla="*/ 823912 h 1890712"/>
                <a:gd name="connsiteX93" fmla="*/ 1138238 w 2543175"/>
                <a:gd name="connsiteY93" fmla="*/ 835819 h 1890712"/>
                <a:gd name="connsiteX94" fmla="*/ 1147763 w 2543175"/>
                <a:gd name="connsiteY94" fmla="*/ 842962 h 1890712"/>
                <a:gd name="connsiteX95" fmla="*/ 1157288 w 2543175"/>
                <a:gd name="connsiteY95" fmla="*/ 847725 h 1890712"/>
                <a:gd name="connsiteX96" fmla="*/ 1178719 w 2543175"/>
                <a:gd name="connsiteY96" fmla="*/ 859631 h 1890712"/>
                <a:gd name="connsiteX97" fmla="*/ 1188244 w 2543175"/>
                <a:gd name="connsiteY97" fmla="*/ 866775 h 1890712"/>
                <a:gd name="connsiteX98" fmla="*/ 1195388 w 2543175"/>
                <a:gd name="connsiteY98" fmla="*/ 871537 h 1890712"/>
                <a:gd name="connsiteX99" fmla="*/ 1212057 w 2543175"/>
                <a:gd name="connsiteY99" fmla="*/ 883444 h 1890712"/>
                <a:gd name="connsiteX100" fmla="*/ 1226344 w 2543175"/>
                <a:gd name="connsiteY100" fmla="*/ 895350 h 1890712"/>
                <a:gd name="connsiteX101" fmla="*/ 1245394 w 2543175"/>
                <a:gd name="connsiteY101" fmla="*/ 907256 h 1890712"/>
                <a:gd name="connsiteX102" fmla="*/ 1254919 w 2543175"/>
                <a:gd name="connsiteY102" fmla="*/ 914400 h 1890712"/>
                <a:gd name="connsiteX103" fmla="*/ 1269207 w 2543175"/>
                <a:gd name="connsiteY103" fmla="*/ 921544 h 1890712"/>
                <a:gd name="connsiteX104" fmla="*/ 1290638 w 2543175"/>
                <a:gd name="connsiteY104" fmla="*/ 935831 h 1890712"/>
                <a:gd name="connsiteX105" fmla="*/ 1307307 w 2543175"/>
                <a:gd name="connsiteY105" fmla="*/ 952500 h 1890712"/>
                <a:gd name="connsiteX106" fmla="*/ 1333500 w 2543175"/>
                <a:gd name="connsiteY106" fmla="*/ 971550 h 1890712"/>
                <a:gd name="connsiteX107" fmla="*/ 1359694 w 2543175"/>
                <a:gd name="connsiteY107" fmla="*/ 990600 h 1890712"/>
                <a:gd name="connsiteX108" fmla="*/ 1373982 w 2543175"/>
                <a:gd name="connsiteY108" fmla="*/ 997744 h 1890712"/>
                <a:gd name="connsiteX109" fmla="*/ 1388269 w 2543175"/>
                <a:gd name="connsiteY109" fmla="*/ 1007269 h 1890712"/>
                <a:gd name="connsiteX110" fmla="*/ 1414463 w 2543175"/>
                <a:gd name="connsiteY110" fmla="*/ 1019175 h 1890712"/>
                <a:gd name="connsiteX111" fmla="*/ 1428750 w 2543175"/>
                <a:gd name="connsiteY111" fmla="*/ 1026319 h 1890712"/>
                <a:gd name="connsiteX112" fmla="*/ 1471613 w 2543175"/>
                <a:gd name="connsiteY112" fmla="*/ 1059656 h 1890712"/>
                <a:gd name="connsiteX113" fmla="*/ 1495425 w 2543175"/>
                <a:gd name="connsiteY113" fmla="*/ 1088231 h 1890712"/>
                <a:gd name="connsiteX114" fmla="*/ 1547812 w 2543175"/>
                <a:gd name="connsiteY114" fmla="*/ 1133475 h 1890712"/>
                <a:gd name="connsiteX115" fmla="*/ 1597819 w 2543175"/>
                <a:gd name="connsiteY115" fmla="*/ 1154906 h 1890712"/>
                <a:gd name="connsiteX116" fmla="*/ 1604963 w 2543175"/>
                <a:gd name="connsiteY116" fmla="*/ 1162050 h 1890712"/>
                <a:gd name="connsiteX117" fmla="*/ 1612107 w 2543175"/>
                <a:gd name="connsiteY117" fmla="*/ 1166812 h 1890712"/>
                <a:gd name="connsiteX118" fmla="*/ 1628775 w 2543175"/>
                <a:gd name="connsiteY118" fmla="*/ 1183481 h 1890712"/>
                <a:gd name="connsiteX119" fmla="*/ 1662113 w 2543175"/>
                <a:gd name="connsiteY119" fmla="*/ 1209675 h 1890712"/>
                <a:gd name="connsiteX120" fmla="*/ 1678782 w 2543175"/>
                <a:gd name="connsiteY120" fmla="*/ 1226344 h 1890712"/>
                <a:gd name="connsiteX121" fmla="*/ 1700213 w 2543175"/>
                <a:gd name="connsiteY121" fmla="*/ 1247775 h 1890712"/>
                <a:gd name="connsiteX122" fmla="*/ 1712119 w 2543175"/>
                <a:gd name="connsiteY122" fmla="*/ 1259681 h 1890712"/>
                <a:gd name="connsiteX123" fmla="*/ 1733550 w 2543175"/>
                <a:gd name="connsiteY123" fmla="*/ 1273969 h 1890712"/>
                <a:gd name="connsiteX124" fmla="*/ 1743075 w 2543175"/>
                <a:gd name="connsiteY124" fmla="*/ 1283494 h 1890712"/>
                <a:gd name="connsiteX125" fmla="*/ 1754982 w 2543175"/>
                <a:gd name="connsiteY125" fmla="*/ 1290637 h 1890712"/>
                <a:gd name="connsiteX126" fmla="*/ 1766888 w 2543175"/>
                <a:gd name="connsiteY126" fmla="*/ 1300162 h 1890712"/>
                <a:gd name="connsiteX127" fmla="*/ 1783557 w 2543175"/>
                <a:gd name="connsiteY127" fmla="*/ 1307306 h 1890712"/>
                <a:gd name="connsiteX128" fmla="*/ 1790700 w 2543175"/>
                <a:gd name="connsiteY128" fmla="*/ 1312069 h 1890712"/>
                <a:gd name="connsiteX129" fmla="*/ 1800225 w 2543175"/>
                <a:gd name="connsiteY129" fmla="*/ 1319212 h 1890712"/>
                <a:gd name="connsiteX130" fmla="*/ 1807369 w 2543175"/>
                <a:gd name="connsiteY130" fmla="*/ 1321594 h 1890712"/>
                <a:gd name="connsiteX131" fmla="*/ 1824038 w 2543175"/>
                <a:gd name="connsiteY131" fmla="*/ 1333500 h 1890712"/>
                <a:gd name="connsiteX132" fmla="*/ 1843088 w 2543175"/>
                <a:gd name="connsiteY132" fmla="*/ 1352550 h 1890712"/>
                <a:gd name="connsiteX133" fmla="*/ 1852613 w 2543175"/>
                <a:gd name="connsiteY133" fmla="*/ 1359694 h 1890712"/>
                <a:gd name="connsiteX134" fmla="*/ 1859757 w 2543175"/>
                <a:gd name="connsiteY134" fmla="*/ 1366837 h 1890712"/>
                <a:gd name="connsiteX135" fmla="*/ 1869282 w 2543175"/>
                <a:gd name="connsiteY135" fmla="*/ 1371600 h 1890712"/>
                <a:gd name="connsiteX136" fmla="*/ 1883569 w 2543175"/>
                <a:gd name="connsiteY136" fmla="*/ 1388269 h 1890712"/>
                <a:gd name="connsiteX137" fmla="*/ 1893094 w 2543175"/>
                <a:gd name="connsiteY137" fmla="*/ 1395412 h 1890712"/>
                <a:gd name="connsiteX138" fmla="*/ 1902619 w 2543175"/>
                <a:gd name="connsiteY138" fmla="*/ 1404937 h 1890712"/>
                <a:gd name="connsiteX139" fmla="*/ 1912144 w 2543175"/>
                <a:gd name="connsiteY139" fmla="*/ 1409700 h 1890712"/>
                <a:gd name="connsiteX140" fmla="*/ 1931194 w 2543175"/>
                <a:gd name="connsiteY140" fmla="*/ 1421606 h 1890712"/>
                <a:gd name="connsiteX141" fmla="*/ 1935957 w 2543175"/>
                <a:gd name="connsiteY141" fmla="*/ 1428750 h 1890712"/>
                <a:gd name="connsiteX142" fmla="*/ 1952625 w 2543175"/>
                <a:gd name="connsiteY142" fmla="*/ 1438275 h 1890712"/>
                <a:gd name="connsiteX143" fmla="*/ 1971675 w 2543175"/>
                <a:gd name="connsiteY143" fmla="*/ 1450181 h 1890712"/>
                <a:gd name="connsiteX144" fmla="*/ 1981200 w 2543175"/>
                <a:gd name="connsiteY144" fmla="*/ 1454944 h 1890712"/>
                <a:gd name="connsiteX145" fmla="*/ 1997869 w 2543175"/>
                <a:gd name="connsiteY145" fmla="*/ 1471612 h 1890712"/>
                <a:gd name="connsiteX146" fmla="*/ 2007394 w 2543175"/>
                <a:gd name="connsiteY146" fmla="*/ 1478756 h 1890712"/>
                <a:gd name="connsiteX147" fmla="*/ 2016919 w 2543175"/>
                <a:gd name="connsiteY147" fmla="*/ 1483519 h 1890712"/>
                <a:gd name="connsiteX148" fmla="*/ 2024063 w 2543175"/>
                <a:gd name="connsiteY148" fmla="*/ 1490662 h 1890712"/>
                <a:gd name="connsiteX149" fmla="*/ 2033588 w 2543175"/>
                <a:gd name="connsiteY149" fmla="*/ 1495425 h 1890712"/>
                <a:gd name="connsiteX150" fmla="*/ 2040732 w 2543175"/>
                <a:gd name="connsiteY150" fmla="*/ 1502569 h 1890712"/>
                <a:gd name="connsiteX151" fmla="*/ 2047875 w 2543175"/>
                <a:gd name="connsiteY151" fmla="*/ 1507331 h 1890712"/>
                <a:gd name="connsiteX152" fmla="*/ 2057400 w 2543175"/>
                <a:gd name="connsiteY152" fmla="*/ 1514475 h 1890712"/>
                <a:gd name="connsiteX153" fmla="*/ 2064544 w 2543175"/>
                <a:gd name="connsiteY153" fmla="*/ 1519237 h 1890712"/>
                <a:gd name="connsiteX154" fmla="*/ 2071688 w 2543175"/>
                <a:gd name="connsiteY154" fmla="*/ 1526381 h 1890712"/>
                <a:gd name="connsiteX155" fmla="*/ 2081213 w 2543175"/>
                <a:gd name="connsiteY155" fmla="*/ 1531144 h 1890712"/>
                <a:gd name="connsiteX156" fmla="*/ 2090738 w 2543175"/>
                <a:gd name="connsiteY156" fmla="*/ 1538287 h 1890712"/>
                <a:gd name="connsiteX157" fmla="*/ 2109788 w 2543175"/>
                <a:gd name="connsiteY157" fmla="*/ 1547812 h 1890712"/>
                <a:gd name="connsiteX158" fmla="*/ 2131219 w 2543175"/>
                <a:gd name="connsiteY158" fmla="*/ 1562100 h 1890712"/>
                <a:gd name="connsiteX159" fmla="*/ 2140744 w 2543175"/>
                <a:gd name="connsiteY159" fmla="*/ 1566862 h 1890712"/>
                <a:gd name="connsiteX160" fmla="*/ 2152650 w 2543175"/>
                <a:gd name="connsiteY160" fmla="*/ 1576387 h 1890712"/>
                <a:gd name="connsiteX161" fmla="*/ 2181225 w 2543175"/>
                <a:gd name="connsiteY161" fmla="*/ 1590675 h 1890712"/>
                <a:gd name="connsiteX162" fmla="*/ 2200275 w 2543175"/>
                <a:gd name="connsiteY162" fmla="*/ 1607344 h 1890712"/>
                <a:gd name="connsiteX163" fmla="*/ 2207419 w 2543175"/>
                <a:gd name="connsiteY163" fmla="*/ 1612106 h 1890712"/>
                <a:gd name="connsiteX164" fmla="*/ 2216944 w 2543175"/>
                <a:gd name="connsiteY164" fmla="*/ 1619250 h 1890712"/>
                <a:gd name="connsiteX165" fmla="*/ 2224088 w 2543175"/>
                <a:gd name="connsiteY165" fmla="*/ 1624012 h 1890712"/>
                <a:gd name="connsiteX166" fmla="*/ 2247900 w 2543175"/>
                <a:gd name="connsiteY166" fmla="*/ 1643062 h 1890712"/>
                <a:gd name="connsiteX167" fmla="*/ 2255044 w 2543175"/>
                <a:gd name="connsiteY167" fmla="*/ 1650206 h 1890712"/>
                <a:gd name="connsiteX168" fmla="*/ 2281238 w 2543175"/>
                <a:gd name="connsiteY168" fmla="*/ 1664494 h 1890712"/>
                <a:gd name="connsiteX169" fmla="*/ 2297907 w 2543175"/>
                <a:gd name="connsiteY169" fmla="*/ 1674019 h 1890712"/>
                <a:gd name="connsiteX170" fmla="*/ 2312194 w 2543175"/>
                <a:gd name="connsiteY170" fmla="*/ 1685925 h 1890712"/>
                <a:gd name="connsiteX171" fmla="*/ 2328863 w 2543175"/>
                <a:gd name="connsiteY171" fmla="*/ 1697831 h 1890712"/>
                <a:gd name="connsiteX172" fmla="*/ 2350294 w 2543175"/>
                <a:gd name="connsiteY172" fmla="*/ 1712119 h 1890712"/>
                <a:gd name="connsiteX173" fmla="*/ 2369344 w 2543175"/>
                <a:gd name="connsiteY173" fmla="*/ 1724025 h 1890712"/>
                <a:gd name="connsiteX174" fmla="*/ 2428876 w 2543175"/>
                <a:gd name="connsiteY174" fmla="*/ 1785938 h 1890712"/>
                <a:gd name="connsiteX175" fmla="*/ 2466975 w 2543175"/>
                <a:gd name="connsiteY175" fmla="*/ 1783556 h 1890712"/>
                <a:gd name="connsiteX176" fmla="*/ 2481263 w 2543175"/>
                <a:gd name="connsiteY176" fmla="*/ 1795462 h 1890712"/>
                <a:gd name="connsiteX177" fmla="*/ 2486025 w 2543175"/>
                <a:gd name="connsiteY177" fmla="*/ 1802606 h 1890712"/>
                <a:gd name="connsiteX178" fmla="*/ 2514600 w 2543175"/>
                <a:gd name="connsiteY178" fmla="*/ 1850231 h 1890712"/>
                <a:gd name="connsiteX179" fmla="*/ 2519363 w 2543175"/>
                <a:gd name="connsiteY179" fmla="*/ 1857375 h 1890712"/>
                <a:gd name="connsiteX180" fmla="*/ 2540794 w 2543175"/>
                <a:gd name="connsiteY180" fmla="*/ 1883569 h 1890712"/>
                <a:gd name="connsiteX181" fmla="*/ 2543175 w 2543175"/>
                <a:gd name="connsiteY181" fmla="*/ 1890712 h 1890712"/>
                <a:gd name="connsiteX0" fmla="*/ 0 w 2543175"/>
                <a:gd name="connsiteY0" fmla="*/ 0 h 1890712"/>
                <a:gd name="connsiteX1" fmla="*/ 11907 w 2543175"/>
                <a:gd name="connsiteY1" fmla="*/ 11906 h 1890712"/>
                <a:gd name="connsiteX2" fmla="*/ 21432 w 2543175"/>
                <a:gd name="connsiteY2" fmla="*/ 16669 h 1890712"/>
                <a:gd name="connsiteX3" fmla="*/ 23813 w 2543175"/>
                <a:gd name="connsiteY3" fmla="*/ 23812 h 1890712"/>
                <a:gd name="connsiteX4" fmla="*/ 33338 w 2543175"/>
                <a:gd name="connsiteY4" fmla="*/ 33337 h 1890712"/>
                <a:gd name="connsiteX5" fmla="*/ 40482 w 2543175"/>
                <a:gd name="connsiteY5" fmla="*/ 42862 h 1890712"/>
                <a:gd name="connsiteX6" fmla="*/ 47625 w 2543175"/>
                <a:gd name="connsiteY6" fmla="*/ 47625 h 1890712"/>
                <a:gd name="connsiteX7" fmla="*/ 57150 w 2543175"/>
                <a:gd name="connsiteY7" fmla="*/ 54769 h 1890712"/>
                <a:gd name="connsiteX8" fmla="*/ 64294 w 2543175"/>
                <a:gd name="connsiteY8" fmla="*/ 59531 h 1890712"/>
                <a:gd name="connsiteX9" fmla="*/ 83344 w 2543175"/>
                <a:gd name="connsiteY9" fmla="*/ 73819 h 1890712"/>
                <a:gd name="connsiteX10" fmla="*/ 97632 w 2543175"/>
                <a:gd name="connsiteY10" fmla="*/ 80962 h 1890712"/>
                <a:gd name="connsiteX11" fmla="*/ 104775 w 2543175"/>
                <a:gd name="connsiteY11" fmla="*/ 85725 h 1890712"/>
                <a:gd name="connsiteX12" fmla="*/ 114300 w 2543175"/>
                <a:gd name="connsiteY12" fmla="*/ 95250 h 1890712"/>
                <a:gd name="connsiteX13" fmla="*/ 123825 w 2543175"/>
                <a:gd name="connsiteY13" fmla="*/ 97631 h 1890712"/>
                <a:gd name="connsiteX14" fmla="*/ 130969 w 2543175"/>
                <a:gd name="connsiteY14" fmla="*/ 104775 h 1890712"/>
                <a:gd name="connsiteX15" fmla="*/ 140494 w 2543175"/>
                <a:gd name="connsiteY15" fmla="*/ 111919 h 1890712"/>
                <a:gd name="connsiteX16" fmla="*/ 147638 w 2543175"/>
                <a:gd name="connsiteY16" fmla="*/ 116681 h 1890712"/>
                <a:gd name="connsiteX17" fmla="*/ 164307 w 2543175"/>
                <a:gd name="connsiteY17" fmla="*/ 128587 h 1890712"/>
                <a:gd name="connsiteX18" fmla="*/ 180975 w 2543175"/>
                <a:gd name="connsiteY18" fmla="*/ 140494 h 1890712"/>
                <a:gd name="connsiteX19" fmla="*/ 197644 w 2543175"/>
                <a:gd name="connsiteY19" fmla="*/ 152400 h 1890712"/>
                <a:gd name="connsiteX20" fmla="*/ 204788 w 2543175"/>
                <a:gd name="connsiteY20" fmla="*/ 157162 h 1890712"/>
                <a:gd name="connsiteX21" fmla="*/ 214313 w 2543175"/>
                <a:gd name="connsiteY21" fmla="*/ 164306 h 1890712"/>
                <a:gd name="connsiteX22" fmla="*/ 230982 w 2543175"/>
                <a:gd name="connsiteY22" fmla="*/ 180975 h 1890712"/>
                <a:gd name="connsiteX23" fmla="*/ 247650 w 2543175"/>
                <a:gd name="connsiteY23" fmla="*/ 185737 h 1890712"/>
                <a:gd name="connsiteX24" fmla="*/ 259557 w 2543175"/>
                <a:gd name="connsiteY24" fmla="*/ 188119 h 1890712"/>
                <a:gd name="connsiteX25" fmla="*/ 266700 w 2543175"/>
                <a:gd name="connsiteY25" fmla="*/ 190500 h 1890712"/>
                <a:gd name="connsiteX26" fmla="*/ 302419 w 2543175"/>
                <a:gd name="connsiteY26" fmla="*/ 204787 h 1890712"/>
                <a:gd name="connsiteX27" fmla="*/ 309563 w 2543175"/>
                <a:gd name="connsiteY27" fmla="*/ 209550 h 1890712"/>
                <a:gd name="connsiteX28" fmla="*/ 319088 w 2543175"/>
                <a:gd name="connsiteY28" fmla="*/ 219075 h 1890712"/>
                <a:gd name="connsiteX29" fmla="*/ 333375 w 2543175"/>
                <a:gd name="connsiteY29" fmla="*/ 228600 h 1890712"/>
                <a:gd name="connsiteX30" fmla="*/ 340519 w 2543175"/>
                <a:gd name="connsiteY30" fmla="*/ 233362 h 1890712"/>
                <a:gd name="connsiteX31" fmla="*/ 354807 w 2543175"/>
                <a:gd name="connsiteY31" fmla="*/ 247650 h 1890712"/>
                <a:gd name="connsiteX32" fmla="*/ 366713 w 2543175"/>
                <a:gd name="connsiteY32" fmla="*/ 264319 h 1890712"/>
                <a:gd name="connsiteX33" fmla="*/ 371475 w 2543175"/>
                <a:gd name="connsiteY33" fmla="*/ 271462 h 1890712"/>
                <a:gd name="connsiteX34" fmla="*/ 378619 w 2543175"/>
                <a:gd name="connsiteY34" fmla="*/ 276225 h 1890712"/>
                <a:gd name="connsiteX35" fmla="*/ 385763 w 2543175"/>
                <a:gd name="connsiteY35" fmla="*/ 283369 h 1890712"/>
                <a:gd name="connsiteX36" fmla="*/ 395288 w 2543175"/>
                <a:gd name="connsiteY36" fmla="*/ 288131 h 1890712"/>
                <a:gd name="connsiteX37" fmla="*/ 404813 w 2543175"/>
                <a:gd name="connsiteY37" fmla="*/ 295275 h 1890712"/>
                <a:gd name="connsiteX38" fmla="*/ 411957 w 2543175"/>
                <a:gd name="connsiteY38" fmla="*/ 297656 h 1890712"/>
                <a:gd name="connsiteX39" fmla="*/ 421482 w 2543175"/>
                <a:gd name="connsiteY39" fmla="*/ 302419 h 1890712"/>
                <a:gd name="connsiteX40" fmla="*/ 447675 w 2543175"/>
                <a:gd name="connsiteY40" fmla="*/ 307181 h 1890712"/>
                <a:gd name="connsiteX41" fmla="*/ 461963 w 2543175"/>
                <a:gd name="connsiteY41" fmla="*/ 321469 h 1890712"/>
                <a:gd name="connsiteX42" fmla="*/ 466725 w 2543175"/>
                <a:gd name="connsiteY42" fmla="*/ 328612 h 1890712"/>
                <a:gd name="connsiteX43" fmla="*/ 476250 w 2543175"/>
                <a:gd name="connsiteY43" fmla="*/ 335756 h 1890712"/>
                <a:gd name="connsiteX44" fmla="*/ 481013 w 2543175"/>
                <a:gd name="connsiteY44" fmla="*/ 342900 h 1890712"/>
                <a:gd name="connsiteX45" fmla="*/ 490538 w 2543175"/>
                <a:gd name="connsiteY45" fmla="*/ 352425 h 1890712"/>
                <a:gd name="connsiteX46" fmla="*/ 495300 w 2543175"/>
                <a:gd name="connsiteY46" fmla="*/ 359569 h 1890712"/>
                <a:gd name="connsiteX47" fmla="*/ 509588 w 2543175"/>
                <a:gd name="connsiteY47" fmla="*/ 376237 h 1890712"/>
                <a:gd name="connsiteX48" fmla="*/ 514350 w 2543175"/>
                <a:gd name="connsiteY48" fmla="*/ 383381 h 1890712"/>
                <a:gd name="connsiteX49" fmla="*/ 531019 w 2543175"/>
                <a:gd name="connsiteY49" fmla="*/ 397669 h 1890712"/>
                <a:gd name="connsiteX50" fmla="*/ 538163 w 2543175"/>
                <a:gd name="connsiteY50" fmla="*/ 407194 h 1890712"/>
                <a:gd name="connsiteX51" fmla="*/ 554832 w 2543175"/>
                <a:gd name="connsiteY51" fmla="*/ 421481 h 1890712"/>
                <a:gd name="connsiteX52" fmla="*/ 564357 w 2543175"/>
                <a:gd name="connsiteY52" fmla="*/ 431006 h 1890712"/>
                <a:gd name="connsiteX53" fmla="*/ 573882 w 2543175"/>
                <a:gd name="connsiteY53" fmla="*/ 438150 h 1890712"/>
                <a:gd name="connsiteX54" fmla="*/ 595313 w 2543175"/>
                <a:gd name="connsiteY54" fmla="*/ 454819 h 1890712"/>
                <a:gd name="connsiteX55" fmla="*/ 602457 w 2543175"/>
                <a:gd name="connsiteY55" fmla="*/ 457200 h 1890712"/>
                <a:gd name="connsiteX56" fmla="*/ 628650 w 2543175"/>
                <a:gd name="connsiteY56" fmla="*/ 469106 h 1890712"/>
                <a:gd name="connsiteX57" fmla="*/ 645319 w 2543175"/>
                <a:gd name="connsiteY57" fmla="*/ 483394 h 1890712"/>
                <a:gd name="connsiteX58" fmla="*/ 654844 w 2543175"/>
                <a:gd name="connsiteY58" fmla="*/ 488156 h 1890712"/>
                <a:gd name="connsiteX59" fmla="*/ 661988 w 2543175"/>
                <a:gd name="connsiteY59" fmla="*/ 497681 h 1890712"/>
                <a:gd name="connsiteX60" fmla="*/ 683419 w 2543175"/>
                <a:gd name="connsiteY60" fmla="*/ 514350 h 1890712"/>
                <a:gd name="connsiteX61" fmla="*/ 700088 w 2543175"/>
                <a:gd name="connsiteY61" fmla="*/ 526256 h 1890712"/>
                <a:gd name="connsiteX62" fmla="*/ 709613 w 2543175"/>
                <a:gd name="connsiteY62" fmla="*/ 535781 h 1890712"/>
                <a:gd name="connsiteX63" fmla="*/ 719138 w 2543175"/>
                <a:gd name="connsiteY63" fmla="*/ 542925 h 1890712"/>
                <a:gd name="connsiteX64" fmla="*/ 733425 w 2543175"/>
                <a:gd name="connsiteY64" fmla="*/ 557212 h 1890712"/>
                <a:gd name="connsiteX65" fmla="*/ 750094 w 2543175"/>
                <a:gd name="connsiteY65" fmla="*/ 569119 h 1890712"/>
                <a:gd name="connsiteX66" fmla="*/ 769144 w 2543175"/>
                <a:gd name="connsiteY66" fmla="*/ 581025 h 1890712"/>
                <a:gd name="connsiteX67" fmla="*/ 785813 w 2543175"/>
                <a:gd name="connsiteY67" fmla="*/ 590550 h 1890712"/>
                <a:gd name="connsiteX68" fmla="*/ 792957 w 2543175"/>
                <a:gd name="connsiteY68" fmla="*/ 600075 h 1890712"/>
                <a:gd name="connsiteX69" fmla="*/ 809625 w 2543175"/>
                <a:gd name="connsiteY69" fmla="*/ 611981 h 1890712"/>
                <a:gd name="connsiteX70" fmla="*/ 816769 w 2543175"/>
                <a:gd name="connsiteY70" fmla="*/ 619125 h 1890712"/>
                <a:gd name="connsiteX71" fmla="*/ 826294 w 2543175"/>
                <a:gd name="connsiteY71" fmla="*/ 626269 h 1890712"/>
                <a:gd name="connsiteX72" fmla="*/ 840582 w 2543175"/>
                <a:gd name="connsiteY72" fmla="*/ 638175 h 1890712"/>
                <a:gd name="connsiteX73" fmla="*/ 847725 w 2543175"/>
                <a:gd name="connsiteY73" fmla="*/ 645319 h 1890712"/>
                <a:gd name="connsiteX74" fmla="*/ 857250 w 2543175"/>
                <a:gd name="connsiteY74" fmla="*/ 652462 h 1890712"/>
                <a:gd name="connsiteX75" fmla="*/ 864394 w 2543175"/>
                <a:gd name="connsiteY75" fmla="*/ 657225 h 1890712"/>
                <a:gd name="connsiteX76" fmla="*/ 888207 w 2543175"/>
                <a:gd name="connsiteY76" fmla="*/ 676275 h 1890712"/>
                <a:gd name="connsiteX77" fmla="*/ 895350 w 2543175"/>
                <a:gd name="connsiteY77" fmla="*/ 681037 h 1890712"/>
                <a:gd name="connsiteX78" fmla="*/ 907257 w 2543175"/>
                <a:gd name="connsiteY78" fmla="*/ 683419 h 1890712"/>
                <a:gd name="connsiteX79" fmla="*/ 928688 w 2543175"/>
                <a:gd name="connsiteY79" fmla="*/ 695325 h 1890712"/>
                <a:gd name="connsiteX80" fmla="*/ 942975 w 2543175"/>
                <a:gd name="connsiteY80" fmla="*/ 700087 h 1890712"/>
                <a:gd name="connsiteX81" fmla="*/ 964407 w 2543175"/>
                <a:gd name="connsiteY81" fmla="*/ 716756 h 1890712"/>
                <a:gd name="connsiteX82" fmla="*/ 971550 w 2543175"/>
                <a:gd name="connsiteY82" fmla="*/ 723900 h 1890712"/>
                <a:gd name="connsiteX83" fmla="*/ 983457 w 2543175"/>
                <a:gd name="connsiteY83" fmla="*/ 733425 h 1890712"/>
                <a:gd name="connsiteX84" fmla="*/ 990600 w 2543175"/>
                <a:gd name="connsiteY84" fmla="*/ 738187 h 1890712"/>
                <a:gd name="connsiteX85" fmla="*/ 1007269 w 2543175"/>
                <a:gd name="connsiteY85" fmla="*/ 752475 h 1890712"/>
                <a:gd name="connsiteX86" fmla="*/ 1031082 w 2543175"/>
                <a:gd name="connsiteY86" fmla="*/ 766762 h 1890712"/>
                <a:gd name="connsiteX87" fmla="*/ 1042988 w 2543175"/>
                <a:gd name="connsiteY87" fmla="*/ 773906 h 1890712"/>
                <a:gd name="connsiteX88" fmla="*/ 1071563 w 2543175"/>
                <a:gd name="connsiteY88" fmla="*/ 785812 h 1890712"/>
                <a:gd name="connsiteX89" fmla="*/ 1097757 w 2543175"/>
                <a:gd name="connsiteY89" fmla="*/ 807244 h 1890712"/>
                <a:gd name="connsiteX90" fmla="*/ 1104900 w 2543175"/>
                <a:gd name="connsiteY90" fmla="*/ 814387 h 1890712"/>
                <a:gd name="connsiteX91" fmla="*/ 1121569 w 2543175"/>
                <a:gd name="connsiteY91" fmla="*/ 823912 h 1890712"/>
                <a:gd name="connsiteX92" fmla="*/ 1138238 w 2543175"/>
                <a:gd name="connsiteY92" fmla="*/ 835819 h 1890712"/>
                <a:gd name="connsiteX93" fmla="*/ 1147763 w 2543175"/>
                <a:gd name="connsiteY93" fmla="*/ 842962 h 1890712"/>
                <a:gd name="connsiteX94" fmla="*/ 1157288 w 2543175"/>
                <a:gd name="connsiteY94" fmla="*/ 847725 h 1890712"/>
                <a:gd name="connsiteX95" fmla="*/ 1178719 w 2543175"/>
                <a:gd name="connsiteY95" fmla="*/ 859631 h 1890712"/>
                <a:gd name="connsiteX96" fmla="*/ 1188244 w 2543175"/>
                <a:gd name="connsiteY96" fmla="*/ 866775 h 1890712"/>
                <a:gd name="connsiteX97" fmla="*/ 1195388 w 2543175"/>
                <a:gd name="connsiteY97" fmla="*/ 871537 h 1890712"/>
                <a:gd name="connsiteX98" fmla="*/ 1212057 w 2543175"/>
                <a:gd name="connsiteY98" fmla="*/ 883444 h 1890712"/>
                <a:gd name="connsiteX99" fmla="*/ 1226344 w 2543175"/>
                <a:gd name="connsiteY99" fmla="*/ 895350 h 1890712"/>
                <a:gd name="connsiteX100" fmla="*/ 1245394 w 2543175"/>
                <a:gd name="connsiteY100" fmla="*/ 907256 h 1890712"/>
                <a:gd name="connsiteX101" fmla="*/ 1254919 w 2543175"/>
                <a:gd name="connsiteY101" fmla="*/ 914400 h 1890712"/>
                <a:gd name="connsiteX102" fmla="*/ 1269207 w 2543175"/>
                <a:gd name="connsiteY102" fmla="*/ 921544 h 1890712"/>
                <a:gd name="connsiteX103" fmla="*/ 1290638 w 2543175"/>
                <a:gd name="connsiteY103" fmla="*/ 935831 h 1890712"/>
                <a:gd name="connsiteX104" fmla="*/ 1307307 w 2543175"/>
                <a:gd name="connsiteY104" fmla="*/ 952500 h 1890712"/>
                <a:gd name="connsiteX105" fmla="*/ 1333500 w 2543175"/>
                <a:gd name="connsiteY105" fmla="*/ 971550 h 1890712"/>
                <a:gd name="connsiteX106" fmla="*/ 1359694 w 2543175"/>
                <a:gd name="connsiteY106" fmla="*/ 990600 h 1890712"/>
                <a:gd name="connsiteX107" fmla="*/ 1373982 w 2543175"/>
                <a:gd name="connsiteY107" fmla="*/ 997744 h 1890712"/>
                <a:gd name="connsiteX108" fmla="*/ 1388269 w 2543175"/>
                <a:gd name="connsiteY108" fmla="*/ 1007269 h 1890712"/>
                <a:gd name="connsiteX109" fmla="*/ 1414463 w 2543175"/>
                <a:gd name="connsiteY109" fmla="*/ 1019175 h 1890712"/>
                <a:gd name="connsiteX110" fmla="*/ 1428750 w 2543175"/>
                <a:gd name="connsiteY110" fmla="*/ 1026319 h 1890712"/>
                <a:gd name="connsiteX111" fmla="*/ 1471613 w 2543175"/>
                <a:gd name="connsiteY111" fmla="*/ 1059656 h 1890712"/>
                <a:gd name="connsiteX112" fmla="*/ 1495425 w 2543175"/>
                <a:gd name="connsiteY112" fmla="*/ 1088231 h 1890712"/>
                <a:gd name="connsiteX113" fmla="*/ 1547812 w 2543175"/>
                <a:gd name="connsiteY113" fmla="*/ 1133475 h 1890712"/>
                <a:gd name="connsiteX114" fmla="*/ 1597819 w 2543175"/>
                <a:gd name="connsiteY114" fmla="*/ 1154906 h 1890712"/>
                <a:gd name="connsiteX115" fmla="*/ 1604963 w 2543175"/>
                <a:gd name="connsiteY115" fmla="*/ 1162050 h 1890712"/>
                <a:gd name="connsiteX116" fmla="*/ 1612107 w 2543175"/>
                <a:gd name="connsiteY116" fmla="*/ 1166812 h 1890712"/>
                <a:gd name="connsiteX117" fmla="*/ 1628775 w 2543175"/>
                <a:gd name="connsiteY117" fmla="*/ 1183481 h 1890712"/>
                <a:gd name="connsiteX118" fmla="*/ 1662113 w 2543175"/>
                <a:gd name="connsiteY118" fmla="*/ 1209675 h 1890712"/>
                <a:gd name="connsiteX119" fmla="*/ 1678782 w 2543175"/>
                <a:gd name="connsiteY119" fmla="*/ 1226344 h 1890712"/>
                <a:gd name="connsiteX120" fmla="*/ 1700213 w 2543175"/>
                <a:gd name="connsiteY120" fmla="*/ 1247775 h 1890712"/>
                <a:gd name="connsiteX121" fmla="*/ 1712119 w 2543175"/>
                <a:gd name="connsiteY121" fmla="*/ 1259681 h 1890712"/>
                <a:gd name="connsiteX122" fmla="*/ 1733550 w 2543175"/>
                <a:gd name="connsiteY122" fmla="*/ 1273969 h 1890712"/>
                <a:gd name="connsiteX123" fmla="*/ 1743075 w 2543175"/>
                <a:gd name="connsiteY123" fmla="*/ 1283494 h 1890712"/>
                <a:gd name="connsiteX124" fmla="*/ 1754982 w 2543175"/>
                <a:gd name="connsiteY124" fmla="*/ 1290637 h 1890712"/>
                <a:gd name="connsiteX125" fmla="*/ 1766888 w 2543175"/>
                <a:gd name="connsiteY125" fmla="*/ 1300162 h 1890712"/>
                <a:gd name="connsiteX126" fmla="*/ 1783557 w 2543175"/>
                <a:gd name="connsiteY126" fmla="*/ 1307306 h 1890712"/>
                <a:gd name="connsiteX127" fmla="*/ 1790700 w 2543175"/>
                <a:gd name="connsiteY127" fmla="*/ 1312069 h 1890712"/>
                <a:gd name="connsiteX128" fmla="*/ 1800225 w 2543175"/>
                <a:gd name="connsiteY128" fmla="*/ 1319212 h 1890712"/>
                <a:gd name="connsiteX129" fmla="*/ 1807369 w 2543175"/>
                <a:gd name="connsiteY129" fmla="*/ 1321594 h 1890712"/>
                <a:gd name="connsiteX130" fmla="*/ 1824038 w 2543175"/>
                <a:gd name="connsiteY130" fmla="*/ 1333500 h 1890712"/>
                <a:gd name="connsiteX131" fmla="*/ 1843088 w 2543175"/>
                <a:gd name="connsiteY131" fmla="*/ 1352550 h 1890712"/>
                <a:gd name="connsiteX132" fmla="*/ 1852613 w 2543175"/>
                <a:gd name="connsiteY132" fmla="*/ 1359694 h 1890712"/>
                <a:gd name="connsiteX133" fmla="*/ 1859757 w 2543175"/>
                <a:gd name="connsiteY133" fmla="*/ 1366837 h 1890712"/>
                <a:gd name="connsiteX134" fmla="*/ 1869282 w 2543175"/>
                <a:gd name="connsiteY134" fmla="*/ 1371600 h 1890712"/>
                <a:gd name="connsiteX135" fmla="*/ 1883569 w 2543175"/>
                <a:gd name="connsiteY135" fmla="*/ 1388269 h 1890712"/>
                <a:gd name="connsiteX136" fmla="*/ 1893094 w 2543175"/>
                <a:gd name="connsiteY136" fmla="*/ 1395412 h 1890712"/>
                <a:gd name="connsiteX137" fmla="*/ 1902619 w 2543175"/>
                <a:gd name="connsiteY137" fmla="*/ 1404937 h 1890712"/>
                <a:gd name="connsiteX138" fmla="*/ 1912144 w 2543175"/>
                <a:gd name="connsiteY138" fmla="*/ 1409700 h 1890712"/>
                <a:gd name="connsiteX139" fmla="*/ 1931194 w 2543175"/>
                <a:gd name="connsiteY139" fmla="*/ 1421606 h 1890712"/>
                <a:gd name="connsiteX140" fmla="*/ 1935957 w 2543175"/>
                <a:gd name="connsiteY140" fmla="*/ 1428750 h 1890712"/>
                <a:gd name="connsiteX141" fmla="*/ 1952625 w 2543175"/>
                <a:gd name="connsiteY141" fmla="*/ 1438275 h 1890712"/>
                <a:gd name="connsiteX142" fmla="*/ 1971675 w 2543175"/>
                <a:gd name="connsiteY142" fmla="*/ 1450181 h 1890712"/>
                <a:gd name="connsiteX143" fmla="*/ 1981200 w 2543175"/>
                <a:gd name="connsiteY143" fmla="*/ 1454944 h 1890712"/>
                <a:gd name="connsiteX144" fmla="*/ 1997869 w 2543175"/>
                <a:gd name="connsiteY144" fmla="*/ 1471612 h 1890712"/>
                <a:gd name="connsiteX145" fmla="*/ 2007394 w 2543175"/>
                <a:gd name="connsiteY145" fmla="*/ 1478756 h 1890712"/>
                <a:gd name="connsiteX146" fmla="*/ 2016919 w 2543175"/>
                <a:gd name="connsiteY146" fmla="*/ 1483519 h 1890712"/>
                <a:gd name="connsiteX147" fmla="*/ 2024063 w 2543175"/>
                <a:gd name="connsiteY147" fmla="*/ 1490662 h 1890712"/>
                <a:gd name="connsiteX148" fmla="*/ 2033588 w 2543175"/>
                <a:gd name="connsiteY148" fmla="*/ 1495425 h 1890712"/>
                <a:gd name="connsiteX149" fmla="*/ 2040732 w 2543175"/>
                <a:gd name="connsiteY149" fmla="*/ 1502569 h 1890712"/>
                <a:gd name="connsiteX150" fmla="*/ 2047875 w 2543175"/>
                <a:gd name="connsiteY150" fmla="*/ 1507331 h 1890712"/>
                <a:gd name="connsiteX151" fmla="*/ 2057400 w 2543175"/>
                <a:gd name="connsiteY151" fmla="*/ 1514475 h 1890712"/>
                <a:gd name="connsiteX152" fmla="*/ 2064544 w 2543175"/>
                <a:gd name="connsiteY152" fmla="*/ 1519237 h 1890712"/>
                <a:gd name="connsiteX153" fmla="*/ 2071688 w 2543175"/>
                <a:gd name="connsiteY153" fmla="*/ 1526381 h 1890712"/>
                <a:gd name="connsiteX154" fmla="*/ 2081213 w 2543175"/>
                <a:gd name="connsiteY154" fmla="*/ 1531144 h 1890712"/>
                <a:gd name="connsiteX155" fmla="*/ 2090738 w 2543175"/>
                <a:gd name="connsiteY155" fmla="*/ 1538287 h 1890712"/>
                <a:gd name="connsiteX156" fmla="*/ 2109788 w 2543175"/>
                <a:gd name="connsiteY156" fmla="*/ 1547812 h 1890712"/>
                <a:gd name="connsiteX157" fmla="*/ 2131219 w 2543175"/>
                <a:gd name="connsiteY157" fmla="*/ 1562100 h 1890712"/>
                <a:gd name="connsiteX158" fmla="*/ 2140744 w 2543175"/>
                <a:gd name="connsiteY158" fmla="*/ 1566862 h 1890712"/>
                <a:gd name="connsiteX159" fmla="*/ 2152650 w 2543175"/>
                <a:gd name="connsiteY159" fmla="*/ 1576387 h 1890712"/>
                <a:gd name="connsiteX160" fmla="*/ 2181225 w 2543175"/>
                <a:gd name="connsiteY160" fmla="*/ 1590675 h 1890712"/>
                <a:gd name="connsiteX161" fmla="*/ 2200275 w 2543175"/>
                <a:gd name="connsiteY161" fmla="*/ 1607344 h 1890712"/>
                <a:gd name="connsiteX162" fmla="*/ 2207419 w 2543175"/>
                <a:gd name="connsiteY162" fmla="*/ 1612106 h 1890712"/>
                <a:gd name="connsiteX163" fmla="*/ 2216944 w 2543175"/>
                <a:gd name="connsiteY163" fmla="*/ 1619250 h 1890712"/>
                <a:gd name="connsiteX164" fmla="*/ 2224088 w 2543175"/>
                <a:gd name="connsiteY164" fmla="*/ 1624012 h 1890712"/>
                <a:gd name="connsiteX165" fmla="*/ 2247900 w 2543175"/>
                <a:gd name="connsiteY165" fmla="*/ 1643062 h 1890712"/>
                <a:gd name="connsiteX166" fmla="*/ 2255044 w 2543175"/>
                <a:gd name="connsiteY166" fmla="*/ 1650206 h 1890712"/>
                <a:gd name="connsiteX167" fmla="*/ 2281238 w 2543175"/>
                <a:gd name="connsiteY167" fmla="*/ 1664494 h 1890712"/>
                <a:gd name="connsiteX168" fmla="*/ 2297907 w 2543175"/>
                <a:gd name="connsiteY168" fmla="*/ 1674019 h 1890712"/>
                <a:gd name="connsiteX169" fmla="*/ 2312194 w 2543175"/>
                <a:gd name="connsiteY169" fmla="*/ 1685925 h 1890712"/>
                <a:gd name="connsiteX170" fmla="*/ 2328863 w 2543175"/>
                <a:gd name="connsiteY170" fmla="*/ 1697831 h 1890712"/>
                <a:gd name="connsiteX171" fmla="*/ 2350294 w 2543175"/>
                <a:gd name="connsiteY171" fmla="*/ 1712119 h 1890712"/>
                <a:gd name="connsiteX172" fmla="*/ 2369344 w 2543175"/>
                <a:gd name="connsiteY172" fmla="*/ 1724025 h 1890712"/>
                <a:gd name="connsiteX173" fmla="*/ 2428876 w 2543175"/>
                <a:gd name="connsiteY173" fmla="*/ 1785938 h 1890712"/>
                <a:gd name="connsiteX174" fmla="*/ 2466975 w 2543175"/>
                <a:gd name="connsiteY174" fmla="*/ 1783556 h 1890712"/>
                <a:gd name="connsiteX175" fmla="*/ 2481263 w 2543175"/>
                <a:gd name="connsiteY175" fmla="*/ 1795462 h 1890712"/>
                <a:gd name="connsiteX176" fmla="*/ 2486025 w 2543175"/>
                <a:gd name="connsiteY176" fmla="*/ 1802606 h 1890712"/>
                <a:gd name="connsiteX177" fmla="*/ 2514600 w 2543175"/>
                <a:gd name="connsiteY177" fmla="*/ 1850231 h 1890712"/>
                <a:gd name="connsiteX178" fmla="*/ 2519363 w 2543175"/>
                <a:gd name="connsiteY178" fmla="*/ 1857375 h 1890712"/>
                <a:gd name="connsiteX179" fmla="*/ 2540794 w 2543175"/>
                <a:gd name="connsiteY179" fmla="*/ 1883569 h 1890712"/>
                <a:gd name="connsiteX180" fmla="*/ 2543175 w 2543175"/>
                <a:gd name="connsiteY180" fmla="*/ 1890712 h 1890712"/>
                <a:gd name="connsiteX0" fmla="*/ 0 w 2543175"/>
                <a:gd name="connsiteY0" fmla="*/ 0 h 1890712"/>
                <a:gd name="connsiteX1" fmla="*/ 11907 w 2543175"/>
                <a:gd name="connsiteY1" fmla="*/ 11906 h 1890712"/>
                <a:gd name="connsiteX2" fmla="*/ 21432 w 2543175"/>
                <a:gd name="connsiteY2" fmla="*/ 16669 h 1890712"/>
                <a:gd name="connsiteX3" fmla="*/ 23813 w 2543175"/>
                <a:gd name="connsiteY3" fmla="*/ 23812 h 1890712"/>
                <a:gd name="connsiteX4" fmla="*/ 33338 w 2543175"/>
                <a:gd name="connsiteY4" fmla="*/ 33337 h 1890712"/>
                <a:gd name="connsiteX5" fmla="*/ 40482 w 2543175"/>
                <a:gd name="connsiteY5" fmla="*/ 42862 h 1890712"/>
                <a:gd name="connsiteX6" fmla="*/ 47625 w 2543175"/>
                <a:gd name="connsiteY6" fmla="*/ 47625 h 1890712"/>
                <a:gd name="connsiteX7" fmla="*/ 57150 w 2543175"/>
                <a:gd name="connsiteY7" fmla="*/ 54769 h 1890712"/>
                <a:gd name="connsiteX8" fmla="*/ 64294 w 2543175"/>
                <a:gd name="connsiteY8" fmla="*/ 59531 h 1890712"/>
                <a:gd name="connsiteX9" fmla="*/ 83344 w 2543175"/>
                <a:gd name="connsiteY9" fmla="*/ 73819 h 1890712"/>
                <a:gd name="connsiteX10" fmla="*/ 97632 w 2543175"/>
                <a:gd name="connsiteY10" fmla="*/ 80962 h 1890712"/>
                <a:gd name="connsiteX11" fmla="*/ 104775 w 2543175"/>
                <a:gd name="connsiteY11" fmla="*/ 85725 h 1890712"/>
                <a:gd name="connsiteX12" fmla="*/ 114300 w 2543175"/>
                <a:gd name="connsiteY12" fmla="*/ 95250 h 1890712"/>
                <a:gd name="connsiteX13" fmla="*/ 123825 w 2543175"/>
                <a:gd name="connsiteY13" fmla="*/ 97631 h 1890712"/>
                <a:gd name="connsiteX14" fmla="*/ 130969 w 2543175"/>
                <a:gd name="connsiteY14" fmla="*/ 104775 h 1890712"/>
                <a:gd name="connsiteX15" fmla="*/ 140494 w 2543175"/>
                <a:gd name="connsiteY15" fmla="*/ 111919 h 1890712"/>
                <a:gd name="connsiteX16" fmla="*/ 147638 w 2543175"/>
                <a:gd name="connsiteY16" fmla="*/ 116681 h 1890712"/>
                <a:gd name="connsiteX17" fmla="*/ 164307 w 2543175"/>
                <a:gd name="connsiteY17" fmla="*/ 128587 h 1890712"/>
                <a:gd name="connsiteX18" fmla="*/ 180975 w 2543175"/>
                <a:gd name="connsiteY18" fmla="*/ 140494 h 1890712"/>
                <a:gd name="connsiteX19" fmla="*/ 197644 w 2543175"/>
                <a:gd name="connsiteY19" fmla="*/ 152400 h 1890712"/>
                <a:gd name="connsiteX20" fmla="*/ 204788 w 2543175"/>
                <a:gd name="connsiteY20" fmla="*/ 157162 h 1890712"/>
                <a:gd name="connsiteX21" fmla="*/ 214313 w 2543175"/>
                <a:gd name="connsiteY21" fmla="*/ 164306 h 1890712"/>
                <a:gd name="connsiteX22" fmla="*/ 230982 w 2543175"/>
                <a:gd name="connsiteY22" fmla="*/ 180975 h 1890712"/>
                <a:gd name="connsiteX23" fmla="*/ 247650 w 2543175"/>
                <a:gd name="connsiteY23" fmla="*/ 185737 h 1890712"/>
                <a:gd name="connsiteX24" fmla="*/ 259557 w 2543175"/>
                <a:gd name="connsiteY24" fmla="*/ 188119 h 1890712"/>
                <a:gd name="connsiteX25" fmla="*/ 266700 w 2543175"/>
                <a:gd name="connsiteY25" fmla="*/ 190500 h 1890712"/>
                <a:gd name="connsiteX26" fmla="*/ 302419 w 2543175"/>
                <a:gd name="connsiteY26" fmla="*/ 204787 h 1890712"/>
                <a:gd name="connsiteX27" fmla="*/ 309563 w 2543175"/>
                <a:gd name="connsiteY27" fmla="*/ 209550 h 1890712"/>
                <a:gd name="connsiteX28" fmla="*/ 333375 w 2543175"/>
                <a:gd name="connsiteY28" fmla="*/ 228600 h 1890712"/>
                <a:gd name="connsiteX29" fmla="*/ 340519 w 2543175"/>
                <a:gd name="connsiteY29" fmla="*/ 233362 h 1890712"/>
                <a:gd name="connsiteX30" fmla="*/ 354807 w 2543175"/>
                <a:gd name="connsiteY30" fmla="*/ 247650 h 1890712"/>
                <a:gd name="connsiteX31" fmla="*/ 366713 w 2543175"/>
                <a:gd name="connsiteY31" fmla="*/ 264319 h 1890712"/>
                <a:gd name="connsiteX32" fmla="*/ 371475 w 2543175"/>
                <a:gd name="connsiteY32" fmla="*/ 271462 h 1890712"/>
                <a:gd name="connsiteX33" fmla="*/ 378619 w 2543175"/>
                <a:gd name="connsiteY33" fmla="*/ 276225 h 1890712"/>
                <a:gd name="connsiteX34" fmla="*/ 385763 w 2543175"/>
                <a:gd name="connsiteY34" fmla="*/ 283369 h 1890712"/>
                <a:gd name="connsiteX35" fmla="*/ 395288 w 2543175"/>
                <a:gd name="connsiteY35" fmla="*/ 288131 h 1890712"/>
                <a:gd name="connsiteX36" fmla="*/ 404813 w 2543175"/>
                <a:gd name="connsiteY36" fmla="*/ 295275 h 1890712"/>
                <a:gd name="connsiteX37" fmla="*/ 411957 w 2543175"/>
                <a:gd name="connsiteY37" fmla="*/ 297656 h 1890712"/>
                <a:gd name="connsiteX38" fmla="*/ 421482 w 2543175"/>
                <a:gd name="connsiteY38" fmla="*/ 302419 h 1890712"/>
                <a:gd name="connsiteX39" fmla="*/ 447675 w 2543175"/>
                <a:gd name="connsiteY39" fmla="*/ 307181 h 1890712"/>
                <a:gd name="connsiteX40" fmla="*/ 461963 w 2543175"/>
                <a:gd name="connsiteY40" fmla="*/ 321469 h 1890712"/>
                <a:gd name="connsiteX41" fmla="*/ 466725 w 2543175"/>
                <a:gd name="connsiteY41" fmla="*/ 328612 h 1890712"/>
                <a:gd name="connsiteX42" fmla="*/ 476250 w 2543175"/>
                <a:gd name="connsiteY42" fmla="*/ 335756 h 1890712"/>
                <a:gd name="connsiteX43" fmla="*/ 481013 w 2543175"/>
                <a:gd name="connsiteY43" fmla="*/ 342900 h 1890712"/>
                <a:gd name="connsiteX44" fmla="*/ 490538 w 2543175"/>
                <a:gd name="connsiteY44" fmla="*/ 352425 h 1890712"/>
                <a:gd name="connsiteX45" fmla="*/ 495300 w 2543175"/>
                <a:gd name="connsiteY45" fmla="*/ 359569 h 1890712"/>
                <a:gd name="connsiteX46" fmla="*/ 509588 w 2543175"/>
                <a:gd name="connsiteY46" fmla="*/ 376237 h 1890712"/>
                <a:gd name="connsiteX47" fmla="*/ 514350 w 2543175"/>
                <a:gd name="connsiteY47" fmla="*/ 383381 h 1890712"/>
                <a:gd name="connsiteX48" fmla="*/ 531019 w 2543175"/>
                <a:gd name="connsiteY48" fmla="*/ 397669 h 1890712"/>
                <a:gd name="connsiteX49" fmla="*/ 538163 w 2543175"/>
                <a:gd name="connsiteY49" fmla="*/ 407194 h 1890712"/>
                <a:gd name="connsiteX50" fmla="*/ 554832 w 2543175"/>
                <a:gd name="connsiteY50" fmla="*/ 421481 h 1890712"/>
                <a:gd name="connsiteX51" fmla="*/ 564357 w 2543175"/>
                <a:gd name="connsiteY51" fmla="*/ 431006 h 1890712"/>
                <a:gd name="connsiteX52" fmla="*/ 573882 w 2543175"/>
                <a:gd name="connsiteY52" fmla="*/ 438150 h 1890712"/>
                <a:gd name="connsiteX53" fmla="*/ 595313 w 2543175"/>
                <a:gd name="connsiteY53" fmla="*/ 454819 h 1890712"/>
                <a:gd name="connsiteX54" fmla="*/ 602457 w 2543175"/>
                <a:gd name="connsiteY54" fmla="*/ 457200 h 1890712"/>
                <a:gd name="connsiteX55" fmla="*/ 628650 w 2543175"/>
                <a:gd name="connsiteY55" fmla="*/ 469106 h 1890712"/>
                <a:gd name="connsiteX56" fmla="*/ 645319 w 2543175"/>
                <a:gd name="connsiteY56" fmla="*/ 483394 h 1890712"/>
                <a:gd name="connsiteX57" fmla="*/ 654844 w 2543175"/>
                <a:gd name="connsiteY57" fmla="*/ 488156 h 1890712"/>
                <a:gd name="connsiteX58" fmla="*/ 661988 w 2543175"/>
                <a:gd name="connsiteY58" fmla="*/ 497681 h 1890712"/>
                <a:gd name="connsiteX59" fmla="*/ 683419 w 2543175"/>
                <a:gd name="connsiteY59" fmla="*/ 514350 h 1890712"/>
                <a:gd name="connsiteX60" fmla="*/ 700088 w 2543175"/>
                <a:gd name="connsiteY60" fmla="*/ 526256 h 1890712"/>
                <a:gd name="connsiteX61" fmla="*/ 709613 w 2543175"/>
                <a:gd name="connsiteY61" fmla="*/ 535781 h 1890712"/>
                <a:gd name="connsiteX62" fmla="*/ 719138 w 2543175"/>
                <a:gd name="connsiteY62" fmla="*/ 542925 h 1890712"/>
                <a:gd name="connsiteX63" fmla="*/ 733425 w 2543175"/>
                <a:gd name="connsiteY63" fmla="*/ 557212 h 1890712"/>
                <a:gd name="connsiteX64" fmla="*/ 750094 w 2543175"/>
                <a:gd name="connsiteY64" fmla="*/ 569119 h 1890712"/>
                <a:gd name="connsiteX65" fmla="*/ 769144 w 2543175"/>
                <a:gd name="connsiteY65" fmla="*/ 581025 h 1890712"/>
                <a:gd name="connsiteX66" fmla="*/ 785813 w 2543175"/>
                <a:gd name="connsiteY66" fmla="*/ 590550 h 1890712"/>
                <a:gd name="connsiteX67" fmla="*/ 792957 w 2543175"/>
                <a:gd name="connsiteY67" fmla="*/ 600075 h 1890712"/>
                <a:gd name="connsiteX68" fmla="*/ 809625 w 2543175"/>
                <a:gd name="connsiteY68" fmla="*/ 611981 h 1890712"/>
                <a:gd name="connsiteX69" fmla="*/ 816769 w 2543175"/>
                <a:gd name="connsiteY69" fmla="*/ 619125 h 1890712"/>
                <a:gd name="connsiteX70" fmla="*/ 826294 w 2543175"/>
                <a:gd name="connsiteY70" fmla="*/ 626269 h 1890712"/>
                <a:gd name="connsiteX71" fmla="*/ 840582 w 2543175"/>
                <a:gd name="connsiteY71" fmla="*/ 638175 h 1890712"/>
                <a:gd name="connsiteX72" fmla="*/ 847725 w 2543175"/>
                <a:gd name="connsiteY72" fmla="*/ 645319 h 1890712"/>
                <a:gd name="connsiteX73" fmla="*/ 857250 w 2543175"/>
                <a:gd name="connsiteY73" fmla="*/ 652462 h 1890712"/>
                <a:gd name="connsiteX74" fmla="*/ 864394 w 2543175"/>
                <a:gd name="connsiteY74" fmla="*/ 657225 h 1890712"/>
                <a:gd name="connsiteX75" fmla="*/ 888207 w 2543175"/>
                <a:gd name="connsiteY75" fmla="*/ 676275 h 1890712"/>
                <a:gd name="connsiteX76" fmla="*/ 895350 w 2543175"/>
                <a:gd name="connsiteY76" fmla="*/ 681037 h 1890712"/>
                <a:gd name="connsiteX77" fmla="*/ 907257 w 2543175"/>
                <a:gd name="connsiteY77" fmla="*/ 683419 h 1890712"/>
                <a:gd name="connsiteX78" fmla="*/ 928688 w 2543175"/>
                <a:gd name="connsiteY78" fmla="*/ 695325 h 1890712"/>
                <a:gd name="connsiteX79" fmla="*/ 942975 w 2543175"/>
                <a:gd name="connsiteY79" fmla="*/ 700087 h 1890712"/>
                <a:gd name="connsiteX80" fmla="*/ 964407 w 2543175"/>
                <a:gd name="connsiteY80" fmla="*/ 716756 h 1890712"/>
                <a:gd name="connsiteX81" fmla="*/ 971550 w 2543175"/>
                <a:gd name="connsiteY81" fmla="*/ 723900 h 1890712"/>
                <a:gd name="connsiteX82" fmla="*/ 983457 w 2543175"/>
                <a:gd name="connsiteY82" fmla="*/ 733425 h 1890712"/>
                <a:gd name="connsiteX83" fmla="*/ 990600 w 2543175"/>
                <a:gd name="connsiteY83" fmla="*/ 738187 h 1890712"/>
                <a:gd name="connsiteX84" fmla="*/ 1007269 w 2543175"/>
                <a:gd name="connsiteY84" fmla="*/ 752475 h 1890712"/>
                <a:gd name="connsiteX85" fmla="*/ 1031082 w 2543175"/>
                <a:gd name="connsiteY85" fmla="*/ 766762 h 1890712"/>
                <a:gd name="connsiteX86" fmla="*/ 1042988 w 2543175"/>
                <a:gd name="connsiteY86" fmla="*/ 773906 h 1890712"/>
                <a:gd name="connsiteX87" fmla="*/ 1071563 w 2543175"/>
                <a:gd name="connsiteY87" fmla="*/ 785812 h 1890712"/>
                <a:gd name="connsiteX88" fmla="*/ 1097757 w 2543175"/>
                <a:gd name="connsiteY88" fmla="*/ 807244 h 1890712"/>
                <a:gd name="connsiteX89" fmla="*/ 1104900 w 2543175"/>
                <a:gd name="connsiteY89" fmla="*/ 814387 h 1890712"/>
                <a:gd name="connsiteX90" fmla="*/ 1121569 w 2543175"/>
                <a:gd name="connsiteY90" fmla="*/ 823912 h 1890712"/>
                <a:gd name="connsiteX91" fmla="*/ 1138238 w 2543175"/>
                <a:gd name="connsiteY91" fmla="*/ 835819 h 1890712"/>
                <a:gd name="connsiteX92" fmla="*/ 1147763 w 2543175"/>
                <a:gd name="connsiteY92" fmla="*/ 842962 h 1890712"/>
                <a:gd name="connsiteX93" fmla="*/ 1157288 w 2543175"/>
                <a:gd name="connsiteY93" fmla="*/ 847725 h 1890712"/>
                <a:gd name="connsiteX94" fmla="*/ 1178719 w 2543175"/>
                <a:gd name="connsiteY94" fmla="*/ 859631 h 1890712"/>
                <a:gd name="connsiteX95" fmla="*/ 1188244 w 2543175"/>
                <a:gd name="connsiteY95" fmla="*/ 866775 h 1890712"/>
                <a:gd name="connsiteX96" fmla="*/ 1195388 w 2543175"/>
                <a:gd name="connsiteY96" fmla="*/ 871537 h 1890712"/>
                <a:gd name="connsiteX97" fmla="*/ 1212057 w 2543175"/>
                <a:gd name="connsiteY97" fmla="*/ 883444 h 1890712"/>
                <a:gd name="connsiteX98" fmla="*/ 1226344 w 2543175"/>
                <a:gd name="connsiteY98" fmla="*/ 895350 h 1890712"/>
                <a:gd name="connsiteX99" fmla="*/ 1245394 w 2543175"/>
                <a:gd name="connsiteY99" fmla="*/ 907256 h 1890712"/>
                <a:gd name="connsiteX100" fmla="*/ 1254919 w 2543175"/>
                <a:gd name="connsiteY100" fmla="*/ 914400 h 1890712"/>
                <a:gd name="connsiteX101" fmla="*/ 1269207 w 2543175"/>
                <a:gd name="connsiteY101" fmla="*/ 921544 h 1890712"/>
                <a:gd name="connsiteX102" fmla="*/ 1290638 w 2543175"/>
                <a:gd name="connsiteY102" fmla="*/ 935831 h 1890712"/>
                <a:gd name="connsiteX103" fmla="*/ 1307307 w 2543175"/>
                <a:gd name="connsiteY103" fmla="*/ 952500 h 1890712"/>
                <a:gd name="connsiteX104" fmla="*/ 1333500 w 2543175"/>
                <a:gd name="connsiteY104" fmla="*/ 971550 h 1890712"/>
                <a:gd name="connsiteX105" fmla="*/ 1359694 w 2543175"/>
                <a:gd name="connsiteY105" fmla="*/ 990600 h 1890712"/>
                <a:gd name="connsiteX106" fmla="*/ 1373982 w 2543175"/>
                <a:gd name="connsiteY106" fmla="*/ 997744 h 1890712"/>
                <a:gd name="connsiteX107" fmla="*/ 1388269 w 2543175"/>
                <a:gd name="connsiteY107" fmla="*/ 1007269 h 1890712"/>
                <a:gd name="connsiteX108" fmla="*/ 1414463 w 2543175"/>
                <a:gd name="connsiteY108" fmla="*/ 1019175 h 1890712"/>
                <a:gd name="connsiteX109" fmla="*/ 1428750 w 2543175"/>
                <a:gd name="connsiteY109" fmla="*/ 1026319 h 1890712"/>
                <a:gd name="connsiteX110" fmla="*/ 1471613 w 2543175"/>
                <a:gd name="connsiteY110" fmla="*/ 1059656 h 1890712"/>
                <a:gd name="connsiteX111" fmla="*/ 1495425 w 2543175"/>
                <a:gd name="connsiteY111" fmla="*/ 1088231 h 1890712"/>
                <a:gd name="connsiteX112" fmla="*/ 1547812 w 2543175"/>
                <a:gd name="connsiteY112" fmla="*/ 1133475 h 1890712"/>
                <a:gd name="connsiteX113" fmla="*/ 1597819 w 2543175"/>
                <a:gd name="connsiteY113" fmla="*/ 1154906 h 1890712"/>
                <a:gd name="connsiteX114" fmla="*/ 1604963 w 2543175"/>
                <a:gd name="connsiteY114" fmla="*/ 1162050 h 1890712"/>
                <a:gd name="connsiteX115" fmla="*/ 1612107 w 2543175"/>
                <a:gd name="connsiteY115" fmla="*/ 1166812 h 1890712"/>
                <a:gd name="connsiteX116" fmla="*/ 1628775 w 2543175"/>
                <a:gd name="connsiteY116" fmla="*/ 1183481 h 1890712"/>
                <a:gd name="connsiteX117" fmla="*/ 1662113 w 2543175"/>
                <a:gd name="connsiteY117" fmla="*/ 1209675 h 1890712"/>
                <a:gd name="connsiteX118" fmla="*/ 1678782 w 2543175"/>
                <a:gd name="connsiteY118" fmla="*/ 1226344 h 1890712"/>
                <a:gd name="connsiteX119" fmla="*/ 1700213 w 2543175"/>
                <a:gd name="connsiteY119" fmla="*/ 1247775 h 1890712"/>
                <a:gd name="connsiteX120" fmla="*/ 1712119 w 2543175"/>
                <a:gd name="connsiteY120" fmla="*/ 1259681 h 1890712"/>
                <a:gd name="connsiteX121" fmla="*/ 1733550 w 2543175"/>
                <a:gd name="connsiteY121" fmla="*/ 1273969 h 1890712"/>
                <a:gd name="connsiteX122" fmla="*/ 1743075 w 2543175"/>
                <a:gd name="connsiteY122" fmla="*/ 1283494 h 1890712"/>
                <a:gd name="connsiteX123" fmla="*/ 1754982 w 2543175"/>
                <a:gd name="connsiteY123" fmla="*/ 1290637 h 1890712"/>
                <a:gd name="connsiteX124" fmla="*/ 1766888 w 2543175"/>
                <a:gd name="connsiteY124" fmla="*/ 1300162 h 1890712"/>
                <a:gd name="connsiteX125" fmla="*/ 1783557 w 2543175"/>
                <a:gd name="connsiteY125" fmla="*/ 1307306 h 1890712"/>
                <a:gd name="connsiteX126" fmla="*/ 1790700 w 2543175"/>
                <a:gd name="connsiteY126" fmla="*/ 1312069 h 1890712"/>
                <a:gd name="connsiteX127" fmla="*/ 1800225 w 2543175"/>
                <a:gd name="connsiteY127" fmla="*/ 1319212 h 1890712"/>
                <a:gd name="connsiteX128" fmla="*/ 1807369 w 2543175"/>
                <a:gd name="connsiteY128" fmla="*/ 1321594 h 1890712"/>
                <a:gd name="connsiteX129" fmla="*/ 1824038 w 2543175"/>
                <a:gd name="connsiteY129" fmla="*/ 1333500 h 1890712"/>
                <a:gd name="connsiteX130" fmla="*/ 1843088 w 2543175"/>
                <a:gd name="connsiteY130" fmla="*/ 1352550 h 1890712"/>
                <a:gd name="connsiteX131" fmla="*/ 1852613 w 2543175"/>
                <a:gd name="connsiteY131" fmla="*/ 1359694 h 1890712"/>
                <a:gd name="connsiteX132" fmla="*/ 1859757 w 2543175"/>
                <a:gd name="connsiteY132" fmla="*/ 1366837 h 1890712"/>
                <a:gd name="connsiteX133" fmla="*/ 1869282 w 2543175"/>
                <a:gd name="connsiteY133" fmla="*/ 1371600 h 1890712"/>
                <a:gd name="connsiteX134" fmla="*/ 1883569 w 2543175"/>
                <a:gd name="connsiteY134" fmla="*/ 1388269 h 1890712"/>
                <a:gd name="connsiteX135" fmla="*/ 1893094 w 2543175"/>
                <a:gd name="connsiteY135" fmla="*/ 1395412 h 1890712"/>
                <a:gd name="connsiteX136" fmla="*/ 1902619 w 2543175"/>
                <a:gd name="connsiteY136" fmla="*/ 1404937 h 1890712"/>
                <a:gd name="connsiteX137" fmla="*/ 1912144 w 2543175"/>
                <a:gd name="connsiteY137" fmla="*/ 1409700 h 1890712"/>
                <a:gd name="connsiteX138" fmla="*/ 1931194 w 2543175"/>
                <a:gd name="connsiteY138" fmla="*/ 1421606 h 1890712"/>
                <a:gd name="connsiteX139" fmla="*/ 1935957 w 2543175"/>
                <a:gd name="connsiteY139" fmla="*/ 1428750 h 1890712"/>
                <a:gd name="connsiteX140" fmla="*/ 1952625 w 2543175"/>
                <a:gd name="connsiteY140" fmla="*/ 1438275 h 1890712"/>
                <a:gd name="connsiteX141" fmla="*/ 1971675 w 2543175"/>
                <a:gd name="connsiteY141" fmla="*/ 1450181 h 1890712"/>
                <a:gd name="connsiteX142" fmla="*/ 1981200 w 2543175"/>
                <a:gd name="connsiteY142" fmla="*/ 1454944 h 1890712"/>
                <a:gd name="connsiteX143" fmla="*/ 1997869 w 2543175"/>
                <a:gd name="connsiteY143" fmla="*/ 1471612 h 1890712"/>
                <a:gd name="connsiteX144" fmla="*/ 2007394 w 2543175"/>
                <a:gd name="connsiteY144" fmla="*/ 1478756 h 1890712"/>
                <a:gd name="connsiteX145" fmla="*/ 2016919 w 2543175"/>
                <a:gd name="connsiteY145" fmla="*/ 1483519 h 1890712"/>
                <a:gd name="connsiteX146" fmla="*/ 2024063 w 2543175"/>
                <a:gd name="connsiteY146" fmla="*/ 1490662 h 1890712"/>
                <a:gd name="connsiteX147" fmla="*/ 2033588 w 2543175"/>
                <a:gd name="connsiteY147" fmla="*/ 1495425 h 1890712"/>
                <a:gd name="connsiteX148" fmla="*/ 2040732 w 2543175"/>
                <a:gd name="connsiteY148" fmla="*/ 1502569 h 1890712"/>
                <a:gd name="connsiteX149" fmla="*/ 2047875 w 2543175"/>
                <a:gd name="connsiteY149" fmla="*/ 1507331 h 1890712"/>
                <a:gd name="connsiteX150" fmla="*/ 2057400 w 2543175"/>
                <a:gd name="connsiteY150" fmla="*/ 1514475 h 1890712"/>
                <a:gd name="connsiteX151" fmla="*/ 2064544 w 2543175"/>
                <a:gd name="connsiteY151" fmla="*/ 1519237 h 1890712"/>
                <a:gd name="connsiteX152" fmla="*/ 2071688 w 2543175"/>
                <a:gd name="connsiteY152" fmla="*/ 1526381 h 1890712"/>
                <a:gd name="connsiteX153" fmla="*/ 2081213 w 2543175"/>
                <a:gd name="connsiteY153" fmla="*/ 1531144 h 1890712"/>
                <a:gd name="connsiteX154" fmla="*/ 2090738 w 2543175"/>
                <a:gd name="connsiteY154" fmla="*/ 1538287 h 1890712"/>
                <a:gd name="connsiteX155" fmla="*/ 2109788 w 2543175"/>
                <a:gd name="connsiteY155" fmla="*/ 1547812 h 1890712"/>
                <a:gd name="connsiteX156" fmla="*/ 2131219 w 2543175"/>
                <a:gd name="connsiteY156" fmla="*/ 1562100 h 1890712"/>
                <a:gd name="connsiteX157" fmla="*/ 2140744 w 2543175"/>
                <a:gd name="connsiteY157" fmla="*/ 1566862 h 1890712"/>
                <a:gd name="connsiteX158" fmla="*/ 2152650 w 2543175"/>
                <a:gd name="connsiteY158" fmla="*/ 1576387 h 1890712"/>
                <a:gd name="connsiteX159" fmla="*/ 2181225 w 2543175"/>
                <a:gd name="connsiteY159" fmla="*/ 1590675 h 1890712"/>
                <a:gd name="connsiteX160" fmla="*/ 2200275 w 2543175"/>
                <a:gd name="connsiteY160" fmla="*/ 1607344 h 1890712"/>
                <a:gd name="connsiteX161" fmla="*/ 2207419 w 2543175"/>
                <a:gd name="connsiteY161" fmla="*/ 1612106 h 1890712"/>
                <a:gd name="connsiteX162" fmla="*/ 2216944 w 2543175"/>
                <a:gd name="connsiteY162" fmla="*/ 1619250 h 1890712"/>
                <a:gd name="connsiteX163" fmla="*/ 2224088 w 2543175"/>
                <a:gd name="connsiteY163" fmla="*/ 1624012 h 1890712"/>
                <a:gd name="connsiteX164" fmla="*/ 2247900 w 2543175"/>
                <a:gd name="connsiteY164" fmla="*/ 1643062 h 1890712"/>
                <a:gd name="connsiteX165" fmla="*/ 2255044 w 2543175"/>
                <a:gd name="connsiteY165" fmla="*/ 1650206 h 1890712"/>
                <a:gd name="connsiteX166" fmla="*/ 2281238 w 2543175"/>
                <a:gd name="connsiteY166" fmla="*/ 1664494 h 1890712"/>
                <a:gd name="connsiteX167" fmla="*/ 2297907 w 2543175"/>
                <a:gd name="connsiteY167" fmla="*/ 1674019 h 1890712"/>
                <a:gd name="connsiteX168" fmla="*/ 2312194 w 2543175"/>
                <a:gd name="connsiteY168" fmla="*/ 1685925 h 1890712"/>
                <a:gd name="connsiteX169" fmla="*/ 2328863 w 2543175"/>
                <a:gd name="connsiteY169" fmla="*/ 1697831 h 1890712"/>
                <a:gd name="connsiteX170" fmla="*/ 2350294 w 2543175"/>
                <a:gd name="connsiteY170" fmla="*/ 1712119 h 1890712"/>
                <a:gd name="connsiteX171" fmla="*/ 2369344 w 2543175"/>
                <a:gd name="connsiteY171" fmla="*/ 1724025 h 1890712"/>
                <a:gd name="connsiteX172" fmla="*/ 2428876 w 2543175"/>
                <a:gd name="connsiteY172" fmla="*/ 1785938 h 1890712"/>
                <a:gd name="connsiteX173" fmla="*/ 2466975 w 2543175"/>
                <a:gd name="connsiteY173" fmla="*/ 1783556 h 1890712"/>
                <a:gd name="connsiteX174" fmla="*/ 2481263 w 2543175"/>
                <a:gd name="connsiteY174" fmla="*/ 1795462 h 1890712"/>
                <a:gd name="connsiteX175" fmla="*/ 2486025 w 2543175"/>
                <a:gd name="connsiteY175" fmla="*/ 1802606 h 1890712"/>
                <a:gd name="connsiteX176" fmla="*/ 2514600 w 2543175"/>
                <a:gd name="connsiteY176" fmla="*/ 1850231 h 1890712"/>
                <a:gd name="connsiteX177" fmla="*/ 2519363 w 2543175"/>
                <a:gd name="connsiteY177" fmla="*/ 1857375 h 1890712"/>
                <a:gd name="connsiteX178" fmla="*/ 2540794 w 2543175"/>
                <a:gd name="connsiteY178" fmla="*/ 1883569 h 1890712"/>
                <a:gd name="connsiteX179" fmla="*/ 2543175 w 2543175"/>
                <a:gd name="connsiteY179" fmla="*/ 1890712 h 1890712"/>
                <a:gd name="connsiteX0" fmla="*/ 0 w 2543175"/>
                <a:gd name="connsiteY0" fmla="*/ 0 h 1890712"/>
                <a:gd name="connsiteX1" fmla="*/ 11907 w 2543175"/>
                <a:gd name="connsiteY1" fmla="*/ 11906 h 1890712"/>
                <a:gd name="connsiteX2" fmla="*/ 21432 w 2543175"/>
                <a:gd name="connsiteY2" fmla="*/ 16669 h 1890712"/>
                <a:gd name="connsiteX3" fmla="*/ 23813 w 2543175"/>
                <a:gd name="connsiteY3" fmla="*/ 23812 h 1890712"/>
                <a:gd name="connsiteX4" fmla="*/ 33338 w 2543175"/>
                <a:gd name="connsiteY4" fmla="*/ 33337 h 1890712"/>
                <a:gd name="connsiteX5" fmla="*/ 40482 w 2543175"/>
                <a:gd name="connsiteY5" fmla="*/ 42862 h 1890712"/>
                <a:gd name="connsiteX6" fmla="*/ 47625 w 2543175"/>
                <a:gd name="connsiteY6" fmla="*/ 47625 h 1890712"/>
                <a:gd name="connsiteX7" fmla="*/ 57150 w 2543175"/>
                <a:gd name="connsiteY7" fmla="*/ 54769 h 1890712"/>
                <a:gd name="connsiteX8" fmla="*/ 64294 w 2543175"/>
                <a:gd name="connsiteY8" fmla="*/ 59531 h 1890712"/>
                <a:gd name="connsiteX9" fmla="*/ 83344 w 2543175"/>
                <a:gd name="connsiteY9" fmla="*/ 73819 h 1890712"/>
                <a:gd name="connsiteX10" fmla="*/ 97632 w 2543175"/>
                <a:gd name="connsiteY10" fmla="*/ 80962 h 1890712"/>
                <a:gd name="connsiteX11" fmla="*/ 104775 w 2543175"/>
                <a:gd name="connsiteY11" fmla="*/ 85725 h 1890712"/>
                <a:gd name="connsiteX12" fmla="*/ 114300 w 2543175"/>
                <a:gd name="connsiteY12" fmla="*/ 95250 h 1890712"/>
                <a:gd name="connsiteX13" fmla="*/ 123825 w 2543175"/>
                <a:gd name="connsiteY13" fmla="*/ 97631 h 1890712"/>
                <a:gd name="connsiteX14" fmla="*/ 130969 w 2543175"/>
                <a:gd name="connsiteY14" fmla="*/ 104775 h 1890712"/>
                <a:gd name="connsiteX15" fmla="*/ 140494 w 2543175"/>
                <a:gd name="connsiteY15" fmla="*/ 111919 h 1890712"/>
                <a:gd name="connsiteX16" fmla="*/ 147638 w 2543175"/>
                <a:gd name="connsiteY16" fmla="*/ 116681 h 1890712"/>
                <a:gd name="connsiteX17" fmla="*/ 164307 w 2543175"/>
                <a:gd name="connsiteY17" fmla="*/ 128587 h 1890712"/>
                <a:gd name="connsiteX18" fmla="*/ 180975 w 2543175"/>
                <a:gd name="connsiteY18" fmla="*/ 140494 h 1890712"/>
                <a:gd name="connsiteX19" fmla="*/ 197644 w 2543175"/>
                <a:gd name="connsiteY19" fmla="*/ 152400 h 1890712"/>
                <a:gd name="connsiteX20" fmla="*/ 204788 w 2543175"/>
                <a:gd name="connsiteY20" fmla="*/ 157162 h 1890712"/>
                <a:gd name="connsiteX21" fmla="*/ 214313 w 2543175"/>
                <a:gd name="connsiteY21" fmla="*/ 164306 h 1890712"/>
                <a:gd name="connsiteX22" fmla="*/ 230982 w 2543175"/>
                <a:gd name="connsiteY22" fmla="*/ 180975 h 1890712"/>
                <a:gd name="connsiteX23" fmla="*/ 247650 w 2543175"/>
                <a:gd name="connsiteY23" fmla="*/ 185737 h 1890712"/>
                <a:gd name="connsiteX24" fmla="*/ 259557 w 2543175"/>
                <a:gd name="connsiteY24" fmla="*/ 188119 h 1890712"/>
                <a:gd name="connsiteX25" fmla="*/ 302419 w 2543175"/>
                <a:gd name="connsiteY25" fmla="*/ 204787 h 1890712"/>
                <a:gd name="connsiteX26" fmla="*/ 309563 w 2543175"/>
                <a:gd name="connsiteY26" fmla="*/ 209550 h 1890712"/>
                <a:gd name="connsiteX27" fmla="*/ 333375 w 2543175"/>
                <a:gd name="connsiteY27" fmla="*/ 228600 h 1890712"/>
                <a:gd name="connsiteX28" fmla="*/ 340519 w 2543175"/>
                <a:gd name="connsiteY28" fmla="*/ 233362 h 1890712"/>
                <a:gd name="connsiteX29" fmla="*/ 354807 w 2543175"/>
                <a:gd name="connsiteY29" fmla="*/ 247650 h 1890712"/>
                <a:gd name="connsiteX30" fmla="*/ 366713 w 2543175"/>
                <a:gd name="connsiteY30" fmla="*/ 264319 h 1890712"/>
                <a:gd name="connsiteX31" fmla="*/ 371475 w 2543175"/>
                <a:gd name="connsiteY31" fmla="*/ 271462 h 1890712"/>
                <a:gd name="connsiteX32" fmla="*/ 378619 w 2543175"/>
                <a:gd name="connsiteY32" fmla="*/ 276225 h 1890712"/>
                <a:gd name="connsiteX33" fmla="*/ 385763 w 2543175"/>
                <a:gd name="connsiteY33" fmla="*/ 283369 h 1890712"/>
                <a:gd name="connsiteX34" fmla="*/ 395288 w 2543175"/>
                <a:gd name="connsiteY34" fmla="*/ 288131 h 1890712"/>
                <a:gd name="connsiteX35" fmla="*/ 404813 w 2543175"/>
                <a:gd name="connsiteY35" fmla="*/ 295275 h 1890712"/>
                <a:gd name="connsiteX36" fmla="*/ 411957 w 2543175"/>
                <a:gd name="connsiteY36" fmla="*/ 297656 h 1890712"/>
                <a:gd name="connsiteX37" fmla="*/ 421482 w 2543175"/>
                <a:gd name="connsiteY37" fmla="*/ 302419 h 1890712"/>
                <a:gd name="connsiteX38" fmla="*/ 447675 w 2543175"/>
                <a:gd name="connsiteY38" fmla="*/ 307181 h 1890712"/>
                <a:gd name="connsiteX39" fmla="*/ 461963 w 2543175"/>
                <a:gd name="connsiteY39" fmla="*/ 321469 h 1890712"/>
                <a:gd name="connsiteX40" fmla="*/ 466725 w 2543175"/>
                <a:gd name="connsiteY40" fmla="*/ 328612 h 1890712"/>
                <a:gd name="connsiteX41" fmla="*/ 476250 w 2543175"/>
                <a:gd name="connsiteY41" fmla="*/ 335756 h 1890712"/>
                <a:gd name="connsiteX42" fmla="*/ 481013 w 2543175"/>
                <a:gd name="connsiteY42" fmla="*/ 342900 h 1890712"/>
                <a:gd name="connsiteX43" fmla="*/ 490538 w 2543175"/>
                <a:gd name="connsiteY43" fmla="*/ 352425 h 1890712"/>
                <a:gd name="connsiteX44" fmla="*/ 495300 w 2543175"/>
                <a:gd name="connsiteY44" fmla="*/ 359569 h 1890712"/>
                <a:gd name="connsiteX45" fmla="*/ 509588 w 2543175"/>
                <a:gd name="connsiteY45" fmla="*/ 376237 h 1890712"/>
                <a:gd name="connsiteX46" fmla="*/ 514350 w 2543175"/>
                <a:gd name="connsiteY46" fmla="*/ 383381 h 1890712"/>
                <a:gd name="connsiteX47" fmla="*/ 531019 w 2543175"/>
                <a:gd name="connsiteY47" fmla="*/ 397669 h 1890712"/>
                <a:gd name="connsiteX48" fmla="*/ 538163 w 2543175"/>
                <a:gd name="connsiteY48" fmla="*/ 407194 h 1890712"/>
                <a:gd name="connsiteX49" fmla="*/ 554832 w 2543175"/>
                <a:gd name="connsiteY49" fmla="*/ 421481 h 1890712"/>
                <a:gd name="connsiteX50" fmla="*/ 564357 w 2543175"/>
                <a:gd name="connsiteY50" fmla="*/ 431006 h 1890712"/>
                <a:gd name="connsiteX51" fmla="*/ 573882 w 2543175"/>
                <a:gd name="connsiteY51" fmla="*/ 438150 h 1890712"/>
                <a:gd name="connsiteX52" fmla="*/ 595313 w 2543175"/>
                <a:gd name="connsiteY52" fmla="*/ 454819 h 1890712"/>
                <a:gd name="connsiteX53" fmla="*/ 602457 w 2543175"/>
                <a:gd name="connsiteY53" fmla="*/ 457200 h 1890712"/>
                <a:gd name="connsiteX54" fmla="*/ 628650 w 2543175"/>
                <a:gd name="connsiteY54" fmla="*/ 469106 h 1890712"/>
                <a:gd name="connsiteX55" fmla="*/ 645319 w 2543175"/>
                <a:gd name="connsiteY55" fmla="*/ 483394 h 1890712"/>
                <a:gd name="connsiteX56" fmla="*/ 654844 w 2543175"/>
                <a:gd name="connsiteY56" fmla="*/ 488156 h 1890712"/>
                <a:gd name="connsiteX57" fmla="*/ 661988 w 2543175"/>
                <a:gd name="connsiteY57" fmla="*/ 497681 h 1890712"/>
                <a:gd name="connsiteX58" fmla="*/ 683419 w 2543175"/>
                <a:gd name="connsiteY58" fmla="*/ 514350 h 1890712"/>
                <a:gd name="connsiteX59" fmla="*/ 700088 w 2543175"/>
                <a:gd name="connsiteY59" fmla="*/ 526256 h 1890712"/>
                <a:gd name="connsiteX60" fmla="*/ 709613 w 2543175"/>
                <a:gd name="connsiteY60" fmla="*/ 535781 h 1890712"/>
                <a:gd name="connsiteX61" fmla="*/ 719138 w 2543175"/>
                <a:gd name="connsiteY61" fmla="*/ 542925 h 1890712"/>
                <a:gd name="connsiteX62" fmla="*/ 733425 w 2543175"/>
                <a:gd name="connsiteY62" fmla="*/ 557212 h 1890712"/>
                <a:gd name="connsiteX63" fmla="*/ 750094 w 2543175"/>
                <a:gd name="connsiteY63" fmla="*/ 569119 h 1890712"/>
                <a:gd name="connsiteX64" fmla="*/ 769144 w 2543175"/>
                <a:gd name="connsiteY64" fmla="*/ 581025 h 1890712"/>
                <a:gd name="connsiteX65" fmla="*/ 785813 w 2543175"/>
                <a:gd name="connsiteY65" fmla="*/ 590550 h 1890712"/>
                <a:gd name="connsiteX66" fmla="*/ 792957 w 2543175"/>
                <a:gd name="connsiteY66" fmla="*/ 600075 h 1890712"/>
                <a:gd name="connsiteX67" fmla="*/ 809625 w 2543175"/>
                <a:gd name="connsiteY67" fmla="*/ 611981 h 1890712"/>
                <a:gd name="connsiteX68" fmla="*/ 816769 w 2543175"/>
                <a:gd name="connsiteY68" fmla="*/ 619125 h 1890712"/>
                <a:gd name="connsiteX69" fmla="*/ 826294 w 2543175"/>
                <a:gd name="connsiteY69" fmla="*/ 626269 h 1890712"/>
                <a:gd name="connsiteX70" fmla="*/ 840582 w 2543175"/>
                <a:gd name="connsiteY70" fmla="*/ 638175 h 1890712"/>
                <a:gd name="connsiteX71" fmla="*/ 847725 w 2543175"/>
                <a:gd name="connsiteY71" fmla="*/ 645319 h 1890712"/>
                <a:gd name="connsiteX72" fmla="*/ 857250 w 2543175"/>
                <a:gd name="connsiteY72" fmla="*/ 652462 h 1890712"/>
                <a:gd name="connsiteX73" fmla="*/ 864394 w 2543175"/>
                <a:gd name="connsiteY73" fmla="*/ 657225 h 1890712"/>
                <a:gd name="connsiteX74" fmla="*/ 888207 w 2543175"/>
                <a:gd name="connsiteY74" fmla="*/ 676275 h 1890712"/>
                <a:gd name="connsiteX75" fmla="*/ 895350 w 2543175"/>
                <a:gd name="connsiteY75" fmla="*/ 681037 h 1890712"/>
                <a:gd name="connsiteX76" fmla="*/ 907257 w 2543175"/>
                <a:gd name="connsiteY76" fmla="*/ 683419 h 1890712"/>
                <a:gd name="connsiteX77" fmla="*/ 928688 w 2543175"/>
                <a:gd name="connsiteY77" fmla="*/ 695325 h 1890712"/>
                <a:gd name="connsiteX78" fmla="*/ 942975 w 2543175"/>
                <a:gd name="connsiteY78" fmla="*/ 700087 h 1890712"/>
                <a:gd name="connsiteX79" fmla="*/ 964407 w 2543175"/>
                <a:gd name="connsiteY79" fmla="*/ 716756 h 1890712"/>
                <a:gd name="connsiteX80" fmla="*/ 971550 w 2543175"/>
                <a:gd name="connsiteY80" fmla="*/ 723900 h 1890712"/>
                <a:gd name="connsiteX81" fmla="*/ 983457 w 2543175"/>
                <a:gd name="connsiteY81" fmla="*/ 733425 h 1890712"/>
                <a:gd name="connsiteX82" fmla="*/ 990600 w 2543175"/>
                <a:gd name="connsiteY82" fmla="*/ 738187 h 1890712"/>
                <a:gd name="connsiteX83" fmla="*/ 1007269 w 2543175"/>
                <a:gd name="connsiteY83" fmla="*/ 752475 h 1890712"/>
                <a:gd name="connsiteX84" fmla="*/ 1031082 w 2543175"/>
                <a:gd name="connsiteY84" fmla="*/ 766762 h 1890712"/>
                <a:gd name="connsiteX85" fmla="*/ 1042988 w 2543175"/>
                <a:gd name="connsiteY85" fmla="*/ 773906 h 1890712"/>
                <a:gd name="connsiteX86" fmla="*/ 1071563 w 2543175"/>
                <a:gd name="connsiteY86" fmla="*/ 785812 h 1890712"/>
                <a:gd name="connsiteX87" fmla="*/ 1097757 w 2543175"/>
                <a:gd name="connsiteY87" fmla="*/ 807244 h 1890712"/>
                <a:gd name="connsiteX88" fmla="*/ 1104900 w 2543175"/>
                <a:gd name="connsiteY88" fmla="*/ 814387 h 1890712"/>
                <a:gd name="connsiteX89" fmla="*/ 1121569 w 2543175"/>
                <a:gd name="connsiteY89" fmla="*/ 823912 h 1890712"/>
                <a:gd name="connsiteX90" fmla="*/ 1138238 w 2543175"/>
                <a:gd name="connsiteY90" fmla="*/ 835819 h 1890712"/>
                <a:gd name="connsiteX91" fmla="*/ 1147763 w 2543175"/>
                <a:gd name="connsiteY91" fmla="*/ 842962 h 1890712"/>
                <a:gd name="connsiteX92" fmla="*/ 1157288 w 2543175"/>
                <a:gd name="connsiteY92" fmla="*/ 847725 h 1890712"/>
                <a:gd name="connsiteX93" fmla="*/ 1178719 w 2543175"/>
                <a:gd name="connsiteY93" fmla="*/ 859631 h 1890712"/>
                <a:gd name="connsiteX94" fmla="*/ 1188244 w 2543175"/>
                <a:gd name="connsiteY94" fmla="*/ 866775 h 1890712"/>
                <a:gd name="connsiteX95" fmla="*/ 1195388 w 2543175"/>
                <a:gd name="connsiteY95" fmla="*/ 871537 h 1890712"/>
                <a:gd name="connsiteX96" fmla="*/ 1212057 w 2543175"/>
                <a:gd name="connsiteY96" fmla="*/ 883444 h 1890712"/>
                <a:gd name="connsiteX97" fmla="*/ 1226344 w 2543175"/>
                <a:gd name="connsiteY97" fmla="*/ 895350 h 1890712"/>
                <a:gd name="connsiteX98" fmla="*/ 1245394 w 2543175"/>
                <a:gd name="connsiteY98" fmla="*/ 907256 h 1890712"/>
                <a:gd name="connsiteX99" fmla="*/ 1254919 w 2543175"/>
                <a:gd name="connsiteY99" fmla="*/ 914400 h 1890712"/>
                <a:gd name="connsiteX100" fmla="*/ 1269207 w 2543175"/>
                <a:gd name="connsiteY100" fmla="*/ 921544 h 1890712"/>
                <a:gd name="connsiteX101" fmla="*/ 1290638 w 2543175"/>
                <a:gd name="connsiteY101" fmla="*/ 935831 h 1890712"/>
                <a:gd name="connsiteX102" fmla="*/ 1307307 w 2543175"/>
                <a:gd name="connsiteY102" fmla="*/ 952500 h 1890712"/>
                <a:gd name="connsiteX103" fmla="*/ 1333500 w 2543175"/>
                <a:gd name="connsiteY103" fmla="*/ 971550 h 1890712"/>
                <a:gd name="connsiteX104" fmla="*/ 1359694 w 2543175"/>
                <a:gd name="connsiteY104" fmla="*/ 990600 h 1890712"/>
                <a:gd name="connsiteX105" fmla="*/ 1373982 w 2543175"/>
                <a:gd name="connsiteY105" fmla="*/ 997744 h 1890712"/>
                <a:gd name="connsiteX106" fmla="*/ 1388269 w 2543175"/>
                <a:gd name="connsiteY106" fmla="*/ 1007269 h 1890712"/>
                <a:gd name="connsiteX107" fmla="*/ 1414463 w 2543175"/>
                <a:gd name="connsiteY107" fmla="*/ 1019175 h 1890712"/>
                <a:gd name="connsiteX108" fmla="*/ 1428750 w 2543175"/>
                <a:gd name="connsiteY108" fmla="*/ 1026319 h 1890712"/>
                <a:gd name="connsiteX109" fmla="*/ 1471613 w 2543175"/>
                <a:gd name="connsiteY109" fmla="*/ 1059656 h 1890712"/>
                <a:gd name="connsiteX110" fmla="*/ 1495425 w 2543175"/>
                <a:gd name="connsiteY110" fmla="*/ 1088231 h 1890712"/>
                <a:gd name="connsiteX111" fmla="*/ 1547812 w 2543175"/>
                <a:gd name="connsiteY111" fmla="*/ 1133475 h 1890712"/>
                <a:gd name="connsiteX112" fmla="*/ 1597819 w 2543175"/>
                <a:gd name="connsiteY112" fmla="*/ 1154906 h 1890712"/>
                <a:gd name="connsiteX113" fmla="*/ 1604963 w 2543175"/>
                <a:gd name="connsiteY113" fmla="*/ 1162050 h 1890712"/>
                <a:gd name="connsiteX114" fmla="*/ 1612107 w 2543175"/>
                <a:gd name="connsiteY114" fmla="*/ 1166812 h 1890712"/>
                <a:gd name="connsiteX115" fmla="*/ 1628775 w 2543175"/>
                <a:gd name="connsiteY115" fmla="*/ 1183481 h 1890712"/>
                <a:gd name="connsiteX116" fmla="*/ 1662113 w 2543175"/>
                <a:gd name="connsiteY116" fmla="*/ 1209675 h 1890712"/>
                <a:gd name="connsiteX117" fmla="*/ 1678782 w 2543175"/>
                <a:gd name="connsiteY117" fmla="*/ 1226344 h 1890712"/>
                <a:gd name="connsiteX118" fmla="*/ 1700213 w 2543175"/>
                <a:gd name="connsiteY118" fmla="*/ 1247775 h 1890712"/>
                <a:gd name="connsiteX119" fmla="*/ 1712119 w 2543175"/>
                <a:gd name="connsiteY119" fmla="*/ 1259681 h 1890712"/>
                <a:gd name="connsiteX120" fmla="*/ 1733550 w 2543175"/>
                <a:gd name="connsiteY120" fmla="*/ 1273969 h 1890712"/>
                <a:gd name="connsiteX121" fmla="*/ 1743075 w 2543175"/>
                <a:gd name="connsiteY121" fmla="*/ 1283494 h 1890712"/>
                <a:gd name="connsiteX122" fmla="*/ 1754982 w 2543175"/>
                <a:gd name="connsiteY122" fmla="*/ 1290637 h 1890712"/>
                <a:gd name="connsiteX123" fmla="*/ 1766888 w 2543175"/>
                <a:gd name="connsiteY123" fmla="*/ 1300162 h 1890712"/>
                <a:gd name="connsiteX124" fmla="*/ 1783557 w 2543175"/>
                <a:gd name="connsiteY124" fmla="*/ 1307306 h 1890712"/>
                <a:gd name="connsiteX125" fmla="*/ 1790700 w 2543175"/>
                <a:gd name="connsiteY125" fmla="*/ 1312069 h 1890712"/>
                <a:gd name="connsiteX126" fmla="*/ 1800225 w 2543175"/>
                <a:gd name="connsiteY126" fmla="*/ 1319212 h 1890712"/>
                <a:gd name="connsiteX127" fmla="*/ 1807369 w 2543175"/>
                <a:gd name="connsiteY127" fmla="*/ 1321594 h 1890712"/>
                <a:gd name="connsiteX128" fmla="*/ 1824038 w 2543175"/>
                <a:gd name="connsiteY128" fmla="*/ 1333500 h 1890712"/>
                <a:gd name="connsiteX129" fmla="*/ 1843088 w 2543175"/>
                <a:gd name="connsiteY129" fmla="*/ 1352550 h 1890712"/>
                <a:gd name="connsiteX130" fmla="*/ 1852613 w 2543175"/>
                <a:gd name="connsiteY130" fmla="*/ 1359694 h 1890712"/>
                <a:gd name="connsiteX131" fmla="*/ 1859757 w 2543175"/>
                <a:gd name="connsiteY131" fmla="*/ 1366837 h 1890712"/>
                <a:gd name="connsiteX132" fmla="*/ 1869282 w 2543175"/>
                <a:gd name="connsiteY132" fmla="*/ 1371600 h 1890712"/>
                <a:gd name="connsiteX133" fmla="*/ 1883569 w 2543175"/>
                <a:gd name="connsiteY133" fmla="*/ 1388269 h 1890712"/>
                <a:gd name="connsiteX134" fmla="*/ 1893094 w 2543175"/>
                <a:gd name="connsiteY134" fmla="*/ 1395412 h 1890712"/>
                <a:gd name="connsiteX135" fmla="*/ 1902619 w 2543175"/>
                <a:gd name="connsiteY135" fmla="*/ 1404937 h 1890712"/>
                <a:gd name="connsiteX136" fmla="*/ 1912144 w 2543175"/>
                <a:gd name="connsiteY136" fmla="*/ 1409700 h 1890712"/>
                <a:gd name="connsiteX137" fmla="*/ 1931194 w 2543175"/>
                <a:gd name="connsiteY137" fmla="*/ 1421606 h 1890712"/>
                <a:gd name="connsiteX138" fmla="*/ 1935957 w 2543175"/>
                <a:gd name="connsiteY138" fmla="*/ 1428750 h 1890712"/>
                <a:gd name="connsiteX139" fmla="*/ 1952625 w 2543175"/>
                <a:gd name="connsiteY139" fmla="*/ 1438275 h 1890712"/>
                <a:gd name="connsiteX140" fmla="*/ 1971675 w 2543175"/>
                <a:gd name="connsiteY140" fmla="*/ 1450181 h 1890712"/>
                <a:gd name="connsiteX141" fmla="*/ 1981200 w 2543175"/>
                <a:gd name="connsiteY141" fmla="*/ 1454944 h 1890712"/>
                <a:gd name="connsiteX142" fmla="*/ 1997869 w 2543175"/>
                <a:gd name="connsiteY142" fmla="*/ 1471612 h 1890712"/>
                <a:gd name="connsiteX143" fmla="*/ 2007394 w 2543175"/>
                <a:gd name="connsiteY143" fmla="*/ 1478756 h 1890712"/>
                <a:gd name="connsiteX144" fmla="*/ 2016919 w 2543175"/>
                <a:gd name="connsiteY144" fmla="*/ 1483519 h 1890712"/>
                <a:gd name="connsiteX145" fmla="*/ 2024063 w 2543175"/>
                <a:gd name="connsiteY145" fmla="*/ 1490662 h 1890712"/>
                <a:gd name="connsiteX146" fmla="*/ 2033588 w 2543175"/>
                <a:gd name="connsiteY146" fmla="*/ 1495425 h 1890712"/>
                <a:gd name="connsiteX147" fmla="*/ 2040732 w 2543175"/>
                <a:gd name="connsiteY147" fmla="*/ 1502569 h 1890712"/>
                <a:gd name="connsiteX148" fmla="*/ 2047875 w 2543175"/>
                <a:gd name="connsiteY148" fmla="*/ 1507331 h 1890712"/>
                <a:gd name="connsiteX149" fmla="*/ 2057400 w 2543175"/>
                <a:gd name="connsiteY149" fmla="*/ 1514475 h 1890712"/>
                <a:gd name="connsiteX150" fmla="*/ 2064544 w 2543175"/>
                <a:gd name="connsiteY150" fmla="*/ 1519237 h 1890712"/>
                <a:gd name="connsiteX151" fmla="*/ 2071688 w 2543175"/>
                <a:gd name="connsiteY151" fmla="*/ 1526381 h 1890712"/>
                <a:gd name="connsiteX152" fmla="*/ 2081213 w 2543175"/>
                <a:gd name="connsiteY152" fmla="*/ 1531144 h 1890712"/>
                <a:gd name="connsiteX153" fmla="*/ 2090738 w 2543175"/>
                <a:gd name="connsiteY153" fmla="*/ 1538287 h 1890712"/>
                <a:gd name="connsiteX154" fmla="*/ 2109788 w 2543175"/>
                <a:gd name="connsiteY154" fmla="*/ 1547812 h 1890712"/>
                <a:gd name="connsiteX155" fmla="*/ 2131219 w 2543175"/>
                <a:gd name="connsiteY155" fmla="*/ 1562100 h 1890712"/>
                <a:gd name="connsiteX156" fmla="*/ 2140744 w 2543175"/>
                <a:gd name="connsiteY156" fmla="*/ 1566862 h 1890712"/>
                <a:gd name="connsiteX157" fmla="*/ 2152650 w 2543175"/>
                <a:gd name="connsiteY157" fmla="*/ 1576387 h 1890712"/>
                <a:gd name="connsiteX158" fmla="*/ 2181225 w 2543175"/>
                <a:gd name="connsiteY158" fmla="*/ 1590675 h 1890712"/>
                <a:gd name="connsiteX159" fmla="*/ 2200275 w 2543175"/>
                <a:gd name="connsiteY159" fmla="*/ 1607344 h 1890712"/>
                <a:gd name="connsiteX160" fmla="*/ 2207419 w 2543175"/>
                <a:gd name="connsiteY160" fmla="*/ 1612106 h 1890712"/>
                <a:gd name="connsiteX161" fmla="*/ 2216944 w 2543175"/>
                <a:gd name="connsiteY161" fmla="*/ 1619250 h 1890712"/>
                <a:gd name="connsiteX162" fmla="*/ 2224088 w 2543175"/>
                <a:gd name="connsiteY162" fmla="*/ 1624012 h 1890712"/>
                <a:gd name="connsiteX163" fmla="*/ 2247900 w 2543175"/>
                <a:gd name="connsiteY163" fmla="*/ 1643062 h 1890712"/>
                <a:gd name="connsiteX164" fmla="*/ 2255044 w 2543175"/>
                <a:gd name="connsiteY164" fmla="*/ 1650206 h 1890712"/>
                <a:gd name="connsiteX165" fmla="*/ 2281238 w 2543175"/>
                <a:gd name="connsiteY165" fmla="*/ 1664494 h 1890712"/>
                <a:gd name="connsiteX166" fmla="*/ 2297907 w 2543175"/>
                <a:gd name="connsiteY166" fmla="*/ 1674019 h 1890712"/>
                <a:gd name="connsiteX167" fmla="*/ 2312194 w 2543175"/>
                <a:gd name="connsiteY167" fmla="*/ 1685925 h 1890712"/>
                <a:gd name="connsiteX168" fmla="*/ 2328863 w 2543175"/>
                <a:gd name="connsiteY168" fmla="*/ 1697831 h 1890712"/>
                <a:gd name="connsiteX169" fmla="*/ 2350294 w 2543175"/>
                <a:gd name="connsiteY169" fmla="*/ 1712119 h 1890712"/>
                <a:gd name="connsiteX170" fmla="*/ 2369344 w 2543175"/>
                <a:gd name="connsiteY170" fmla="*/ 1724025 h 1890712"/>
                <a:gd name="connsiteX171" fmla="*/ 2428876 w 2543175"/>
                <a:gd name="connsiteY171" fmla="*/ 1785938 h 1890712"/>
                <a:gd name="connsiteX172" fmla="*/ 2466975 w 2543175"/>
                <a:gd name="connsiteY172" fmla="*/ 1783556 h 1890712"/>
                <a:gd name="connsiteX173" fmla="*/ 2481263 w 2543175"/>
                <a:gd name="connsiteY173" fmla="*/ 1795462 h 1890712"/>
                <a:gd name="connsiteX174" fmla="*/ 2486025 w 2543175"/>
                <a:gd name="connsiteY174" fmla="*/ 1802606 h 1890712"/>
                <a:gd name="connsiteX175" fmla="*/ 2514600 w 2543175"/>
                <a:gd name="connsiteY175" fmla="*/ 1850231 h 1890712"/>
                <a:gd name="connsiteX176" fmla="*/ 2519363 w 2543175"/>
                <a:gd name="connsiteY176" fmla="*/ 1857375 h 1890712"/>
                <a:gd name="connsiteX177" fmla="*/ 2540794 w 2543175"/>
                <a:gd name="connsiteY177" fmla="*/ 1883569 h 1890712"/>
                <a:gd name="connsiteX178" fmla="*/ 2543175 w 2543175"/>
                <a:gd name="connsiteY178" fmla="*/ 1890712 h 1890712"/>
                <a:gd name="connsiteX0" fmla="*/ 0 w 2543175"/>
                <a:gd name="connsiteY0" fmla="*/ 0 h 1890712"/>
                <a:gd name="connsiteX1" fmla="*/ 11907 w 2543175"/>
                <a:gd name="connsiteY1" fmla="*/ 11906 h 1890712"/>
                <a:gd name="connsiteX2" fmla="*/ 21432 w 2543175"/>
                <a:gd name="connsiteY2" fmla="*/ 16669 h 1890712"/>
                <a:gd name="connsiteX3" fmla="*/ 23813 w 2543175"/>
                <a:gd name="connsiteY3" fmla="*/ 23812 h 1890712"/>
                <a:gd name="connsiteX4" fmla="*/ 33338 w 2543175"/>
                <a:gd name="connsiteY4" fmla="*/ 33337 h 1890712"/>
                <a:gd name="connsiteX5" fmla="*/ 40482 w 2543175"/>
                <a:gd name="connsiteY5" fmla="*/ 42862 h 1890712"/>
                <a:gd name="connsiteX6" fmla="*/ 47625 w 2543175"/>
                <a:gd name="connsiteY6" fmla="*/ 47625 h 1890712"/>
                <a:gd name="connsiteX7" fmla="*/ 57150 w 2543175"/>
                <a:gd name="connsiteY7" fmla="*/ 54769 h 1890712"/>
                <a:gd name="connsiteX8" fmla="*/ 64294 w 2543175"/>
                <a:gd name="connsiteY8" fmla="*/ 59531 h 1890712"/>
                <a:gd name="connsiteX9" fmla="*/ 83344 w 2543175"/>
                <a:gd name="connsiteY9" fmla="*/ 73819 h 1890712"/>
                <a:gd name="connsiteX10" fmla="*/ 97632 w 2543175"/>
                <a:gd name="connsiteY10" fmla="*/ 80962 h 1890712"/>
                <a:gd name="connsiteX11" fmla="*/ 104775 w 2543175"/>
                <a:gd name="connsiteY11" fmla="*/ 85725 h 1890712"/>
                <a:gd name="connsiteX12" fmla="*/ 114300 w 2543175"/>
                <a:gd name="connsiteY12" fmla="*/ 95250 h 1890712"/>
                <a:gd name="connsiteX13" fmla="*/ 123825 w 2543175"/>
                <a:gd name="connsiteY13" fmla="*/ 97631 h 1890712"/>
                <a:gd name="connsiteX14" fmla="*/ 130969 w 2543175"/>
                <a:gd name="connsiteY14" fmla="*/ 104775 h 1890712"/>
                <a:gd name="connsiteX15" fmla="*/ 140494 w 2543175"/>
                <a:gd name="connsiteY15" fmla="*/ 111919 h 1890712"/>
                <a:gd name="connsiteX16" fmla="*/ 147638 w 2543175"/>
                <a:gd name="connsiteY16" fmla="*/ 116681 h 1890712"/>
                <a:gd name="connsiteX17" fmla="*/ 164307 w 2543175"/>
                <a:gd name="connsiteY17" fmla="*/ 128587 h 1890712"/>
                <a:gd name="connsiteX18" fmla="*/ 180975 w 2543175"/>
                <a:gd name="connsiteY18" fmla="*/ 140494 h 1890712"/>
                <a:gd name="connsiteX19" fmla="*/ 197644 w 2543175"/>
                <a:gd name="connsiteY19" fmla="*/ 152400 h 1890712"/>
                <a:gd name="connsiteX20" fmla="*/ 204788 w 2543175"/>
                <a:gd name="connsiteY20" fmla="*/ 157162 h 1890712"/>
                <a:gd name="connsiteX21" fmla="*/ 214313 w 2543175"/>
                <a:gd name="connsiteY21" fmla="*/ 164306 h 1890712"/>
                <a:gd name="connsiteX22" fmla="*/ 230982 w 2543175"/>
                <a:gd name="connsiteY22" fmla="*/ 180975 h 1890712"/>
                <a:gd name="connsiteX23" fmla="*/ 247650 w 2543175"/>
                <a:gd name="connsiteY23" fmla="*/ 185737 h 1890712"/>
                <a:gd name="connsiteX24" fmla="*/ 302419 w 2543175"/>
                <a:gd name="connsiteY24" fmla="*/ 204787 h 1890712"/>
                <a:gd name="connsiteX25" fmla="*/ 309563 w 2543175"/>
                <a:gd name="connsiteY25" fmla="*/ 209550 h 1890712"/>
                <a:gd name="connsiteX26" fmla="*/ 333375 w 2543175"/>
                <a:gd name="connsiteY26" fmla="*/ 228600 h 1890712"/>
                <a:gd name="connsiteX27" fmla="*/ 340519 w 2543175"/>
                <a:gd name="connsiteY27" fmla="*/ 233362 h 1890712"/>
                <a:gd name="connsiteX28" fmla="*/ 354807 w 2543175"/>
                <a:gd name="connsiteY28" fmla="*/ 247650 h 1890712"/>
                <a:gd name="connsiteX29" fmla="*/ 366713 w 2543175"/>
                <a:gd name="connsiteY29" fmla="*/ 264319 h 1890712"/>
                <a:gd name="connsiteX30" fmla="*/ 371475 w 2543175"/>
                <a:gd name="connsiteY30" fmla="*/ 271462 h 1890712"/>
                <a:gd name="connsiteX31" fmla="*/ 378619 w 2543175"/>
                <a:gd name="connsiteY31" fmla="*/ 276225 h 1890712"/>
                <a:gd name="connsiteX32" fmla="*/ 385763 w 2543175"/>
                <a:gd name="connsiteY32" fmla="*/ 283369 h 1890712"/>
                <a:gd name="connsiteX33" fmla="*/ 395288 w 2543175"/>
                <a:gd name="connsiteY33" fmla="*/ 288131 h 1890712"/>
                <a:gd name="connsiteX34" fmla="*/ 404813 w 2543175"/>
                <a:gd name="connsiteY34" fmla="*/ 295275 h 1890712"/>
                <a:gd name="connsiteX35" fmla="*/ 411957 w 2543175"/>
                <a:gd name="connsiteY35" fmla="*/ 297656 h 1890712"/>
                <a:gd name="connsiteX36" fmla="*/ 421482 w 2543175"/>
                <a:gd name="connsiteY36" fmla="*/ 302419 h 1890712"/>
                <a:gd name="connsiteX37" fmla="*/ 447675 w 2543175"/>
                <a:gd name="connsiteY37" fmla="*/ 307181 h 1890712"/>
                <a:gd name="connsiteX38" fmla="*/ 461963 w 2543175"/>
                <a:gd name="connsiteY38" fmla="*/ 321469 h 1890712"/>
                <a:gd name="connsiteX39" fmla="*/ 466725 w 2543175"/>
                <a:gd name="connsiteY39" fmla="*/ 328612 h 1890712"/>
                <a:gd name="connsiteX40" fmla="*/ 476250 w 2543175"/>
                <a:gd name="connsiteY40" fmla="*/ 335756 h 1890712"/>
                <a:gd name="connsiteX41" fmla="*/ 481013 w 2543175"/>
                <a:gd name="connsiteY41" fmla="*/ 342900 h 1890712"/>
                <a:gd name="connsiteX42" fmla="*/ 490538 w 2543175"/>
                <a:gd name="connsiteY42" fmla="*/ 352425 h 1890712"/>
                <a:gd name="connsiteX43" fmla="*/ 495300 w 2543175"/>
                <a:gd name="connsiteY43" fmla="*/ 359569 h 1890712"/>
                <a:gd name="connsiteX44" fmla="*/ 509588 w 2543175"/>
                <a:gd name="connsiteY44" fmla="*/ 376237 h 1890712"/>
                <a:gd name="connsiteX45" fmla="*/ 514350 w 2543175"/>
                <a:gd name="connsiteY45" fmla="*/ 383381 h 1890712"/>
                <a:gd name="connsiteX46" fmla="*/ 531019 w 2543175"/>
                <a:gd name="connsiteY46" fmla="*/ 397669 h 1890712"/>
                <a:gd name="connsiteX47" fmla="*/ 538163 w 2543175"/>
                <a:gd name="connsiteY47" fmla="*/ 407194 h 1890712"/>
                <a:gd name="connsiteX48" fmla="*/ 554832 w 2543175"/>
                <a:gd name="connsiteY48" fmla="*/ 421481 h 1890712"/>
                <a:gd name="connsiteX49" fmla="*/ 564357 w 2543175"/>
                <a:gd name="connsiteY49" fmla="*/ 431006 h 1890712"/>
                <a:gd name="connsiteX50" fmla="*/ 573882 w 2543175"/>
                <a:gd name="connsiteY50" fmla="*/ 438150 h 1890712"/>
                <a:gd name="connsiteX51" fmla="*/ 595313 w 2543175"/>
                <a:gd name="connsiteY51" fmla="*/ 454819 h 1890712"/>
                <a:gd name="connsiteX52" fmla="*/ 602457 w 2543175"/>
                <a:gd name="connsiteY52" fmla="*/ 457200 h 1890712"/>
                <a:gd name="connsiteX53" fmla="*/ 628650 w 2543175"/>
                <a:gd name="connsiteY53" fmla="*/ 469106 h 1890712"/>
                <a:gd name="connsiteX54" fmla="*/ 645319 w 2543175"/>
                <a:gd name="connsiteY54" fmla="*/ 483394 h 1890712"/>
                <a:gd name="connsiteX55" fmla="*/ 654844 w 2543175"/>
                <a:gd name="connsiteY55" fmla="*/ 488156 h 1890712"/>
                <a:gd name="connsiteX56" fmla="*/ 661988 w 2543175"/>
                <a:gd name="connsiteY56" fmla="*/ 497681 h 1890712"/>
                <a:gd name="connsiteX57" fmla="*/ 683419 w 2543175"/>
                <a:gd name="connsiteY57" fmla="*/ 514350 h 1890712"/>
                <a:gd name="connsiteX58" fmla="*/ 700088 w 2543175"/>
                <a:gd name="connsiteY58" fmla="*/ 526256 h 1890712"/>
                <a:gd name="connsiteX59" fmla="*/ 709613 w 2543175"/>
                <a:gd name="connsiteY59" fmla="*/ 535781 h 1890712"/>
                <a:gd name="connsiteX60" fmla="*/ 719138 w 2543175"/>
                <a:gd name="connsiteY60" fmla="*/ 542925 h 1890712"/>
                <a:gd name="connsiteX61" fmla="*/ 733425 w 2543175"/>
                <a:gd name="connsiteY61" fmla="*/ 557212 h 1890712"/>
                <a:gd name="connsiteX62" fmla="*/ 750094 w 2543175"/>
                <a:gd name="connsiteY62" fmla="*/ 569119 h 1890712"/>
                <a:gd name="connsiteX63" fmla="*/ 769144 w 2543175"/>
                <a:gd name="connsiteY63" fmla="*/ 581025 h 1890712"/>
                <a:gd name="connsiteX64" fmla="*/ 785813 w 2543175"/>
                <a:gd name="connsiteY64" fmla="*/ 590550 h 1890712"/>
                <a:gd name="connsiteX65" fmla="*/ 792957 w 2543175"/>
                <a:gd name="connsiteY65" fmla="*/ 600075 h 1890712"/>
                <a:gd name="connsiteX66" fmla="*/ 809625 w 2543175"/>
                <a:gd name="connsiteY66" fmla="*/ 611981 h 1890712"/>
                <a:gd name="connsiteX67" fmla="*/ 816769 w 2543175"/>
                <a:gd name="connsiteY67" fmla="*/ 619125 h 1890712"/>
                <a:gd name="connsiteX68" fmla="*/ 826294 w 2543175"/>
                <a:gd name="connsiteY68" fmla="*/ 626269 h 1890712"/>
                <a:gd name="connsiteX69" fmla="*/ 840582 w 2543175"/>
                <a:gd name="connsiteY69" fmla="*/ 638175 h 1890712"/>
                <a:gd name="connsiteX70" fmla="*/ 847725 w 2543175"/>
                <a:gd name="connsiteY70" fmla="*/ 645319 h 1890712"/>
                <a:gd name="connsiteX71" fmla="*/ 857250 w 2543175"/>
                <a:gd name="connsiteY71" fmla="*/ 652462 h 1890712"/>
                <a:gd name="connsiteX72" fmla="*/ 864394 w 2543175"/>
                <a:gd name="connsiteY72" fmla="*/ 657225 h 1890712"/>
                <a:gd name="connsiteX73" fmla="*/ 888207 w 2543175"/>
                <a:gd name="connsiteY73" fmla="*/ 676275 h 1890712"/>
                <a:gd name="connsiteX74" fmla="*/ 895350 w 2543175"/>
                <a:gd name="connsiteY74" fmla="*/ 681037 h 1890712"/>
                <a:gd name="connsiteX75" fmla="*/ 907257 w 2543175"/>
                <a:gd name="connsiteY75" fmla="*/ 683419 h 1890712"/>
                <a:gd name="connsiteX76" fmla="*/ 928688 w 2543175"/>
                <a:gd name="connsiteY76" fmla="*/ 695325 h 1890712"/>
                <a:gd name="connsiteX77" fmla="*/ 942975 w 2543175"/>
                <a:gd name="connsiteY77" fmla="*/ 700087 h 1890712"/>
                <a:gd name="connsiteX78" fmla="*/ 964407 w 2543175"/>
                <a:gd name="connsiteY78" fmla="*/ 716756 h 1890712"/>
                <a:gd name="connsiteX79" fmla="*/ 971550 w 2543175"/>
                <a:gd name="connsiteY79" fmla="*/ 723900 h 1890712"/>
                <a:gd name="connsiteX80" fmla="*/ 983457 w 2543175"/>
                <a:gd name="connsiteY80" fmla="*/ 733425 h 1890712"/>
                <a:gd name="connsiteX81" fmla="*/ 990600 w 2543175"/>
                <a:gd name="connsiteY81" fmla="*/ 738187 h 1890712"/>
                <a:gd name="connsiteX82" fmla="*/ 1007269 w 2543175"/>
                <a:gd name="connsiteY82" fmla="*/ 752475 h 1890712"/>
                <a:gd name="connsiteX83" fmla="*/ 1031082 w 2543175"/>
                <a:gd name="connsiteY83" fmla="*/ 766762 h 1890712"/>
                <a:gd name="connsiteX84" fmla="*/ 1042988 w 2543175"/>
                <a:gd name="connsiteY84" fmla="*/ 773906 h 1890712"/>
                <a:gd name="connsiteX85" fmla="*/ 1071563 w 2543175"/>
                <a:gd name="connsiteY85" fmla="*/ 785812 h 1890712"/>
                <a:gd name="connsiteX86" fmla="*/ 1097757 w 2543175"/>
                <a:gd name="connsiteY86" fmla="*/ 807244 h 1890712"/>
                <a:gd name="connsiteX87" fmla="*/ 1104900 w 2543175"/>
                <a:gd name="connsiteY87" fmla="*/ 814387 h 1890712"/>
                <a:gd name="connsiteX88" fmla="*/ 1121569 w 2543175"/>
                <a:gd name="connsiteY88" fmla="*/ 823912 h 1890712"/>
                <a:gd name="connsiteX89" fmla="*/ 1138238 w 2543175"/>
                <a:gd name="connsiteY89" fmla="*/ 835819 h 1890712"/>
                <a:gd name="connsiteX90" fmla="*/ 1147763 w 2543175"/>
                <a:gd name="connsiteY90" fmla="*/ 842962 h 1890712"/>
                <a:gd name="connsiteX91" fmla="*/ 1157288 w 2543175"/>
                <a:gd name="connsiteY91" fmla="*/ 847725 h 1890712"/>
                <a:gd name="connsiteX92" fmla="*/ 1178719 w 2543175"/>
                <a:gd name="connsiteY92" fmla="*/ 859631 h 1890712"/>
                <a:gd name="connsiteX93" fmla="*/ 1188244 w 2543175"/>
                <a:gd name="connsiteY93" fmla="*/ 866775 h 1890712"/>
                <a:gd name="connsiteX94" fmla="*/ 1195388 w 2543175"/>
                <a:gd name="connsiteY94" fmla="*/ 871537 h 1890712"/>
                <a:gd name="connsiteX95" fmla="*/ 1212057 w 2543175"/>
                <a:gd name="connsiteY95" fmla="*/ 883444 h 1890712"/>
                <a:gd name="connsiteX96" fmla="*/ 1226344 w 2543175"/>
                <a:gd name="connsiteY96" fmla="*/ 895350 h 1890712"/>
                <a:gd name="connsiteX97" fmla="*/ 1245394 w 2543175"/>
                <a:gd name="connsiteY97" fmla="*/ 907256 h 1890712"/>
                <a:gd name="connsiteX98" fmla="*/ 1254919 w 2543175"/>
                <a:gd name="connsiteY98" fmla="*/ 914400 h 1890712"/>
                <a:gd name="connsiteX99" fmla="*/ 1269207 w 2543175"/>
                <a:gd name="connsiteY99" fmla="*/ 921544 h 1890712"/>
                <a:gd name="connsiteX100" fmla="*/ 1290638 w 2543175"/>
                <a:gd name="connsiteY100" fmla="*/ 935831 h 1890712"/>
                <a:gd name="connsiteX101" fmla="*/ 1307307 w 2543175"/>
                <a:gd name="connsiteY101" fmla="*/ 952500 h 1890712"/>
                <a:gd name="connsiteX102" fmla="*/ 1333500 w 2543175"/>
                <a:gd name="connsiteY102" fmla="*/ 971550 h 1890712"/>
                <a:gd name="connsiteX103" fmla="*/ 1359694 w 2543175"/>
                <a:gd name="connsiteY103" fmla="*/ 990600 h 1890712"/>
                <a:gd name="connsiteX104" fmla="*/ 1373982 w 2543175"/>
                <a:gd name="connsiteY104" fmla="*/ 997744 h 1890712"/>
                <a:gd name="connsiteX105" fmla="*/ 1388269 w 2543175"/>
                <a:gd name="connsiteY105" fmla="*/ 1007269 h 1890712"/>
                <a:gd name="connsiteX106" fmla="*/ 1414463 w 2543175"/>
                <a:gd name="connsiteY106" fmla="*/ 1019175 h 1890712"/>
                <a:gd name="connsiteX107" fmla="*/ 1428750 w 2543175"/>
                <a:gd name="connsiteY107" fmla="*/ 1026319 h 1890712"/>
                <a:gd name="connsiteX108" fmla="*/ 1471613 w 2543175"/>
                <a:gd name="connsiteY108" fmla="*/ 1059656 h 1890712"/>
                <a:gd name="connsiteX109" fmla="*/ 1495425 w 2543175"/>
                <a:gd name="connsiteY109" fmla="*/ 1088231 h 1890712"/>
                <a:gd name="connsiteX110" fmla="*/ 1547812 w 2543175"/>
                <a:gd name="connsiteY110" fmla="*/ 1133475 h 1890712"/>
                <a:gd name="connsiteX111" fmla="*/ 1597819 w 2543175"/>
                <a:gd name="connsiteY111" fmla="*/ 1154906 h 1890712"/>
                <a:gd name="connsiteX112" fmla="*/ 1604963 w 2543175"/>
                <a:gd name="connsiteY112" fmla="*/ 1162050 h 1890712"/>
                <a:gd name="connsiteX113" fmla="*/ 1612107 w 2543175"/>
                <a:gd name="connsiteY113" fmla="*/ 1166812 h 1890712"/>
                <a:gd name="connsiteX114" fmla="*/ 1628775 w 2543175"/>
                <a:gd name="connsiteY114" fmla="*/ 1183481 h 1890712"/>
                <a:gd name="connsiteX115" fmla="*/ 1662113 w 2543175"/>
                <a:gd name="connsiteY115" fmla="*/ 1209675 h 1890712"/>
                <a:gd name="connsiteX116" fmla="*/ 1678782 w 2543175"/>
                <a:gd name="connsiteY116" fmla="*/ 1226344 h 1890712"/>
                <a:gd name="connsiteX117" fmla="*/ 1700213 w 2543175"/>
                <a:gd name="connsiteY117" fmla="*/ 1247775 h 1890712"/>
                <a:gd name="connsiteX118" fmla="*/ 1712119 w 2543175"/>
                <a:gd name="connsiteY118" fmla="*/ 1259681 h 1890712"/>
                <a:gd name="connsiteX119" fmla="*/ 1733550 w 2543175"/>
                <a:gd name="connsiteY119" fmla="*/ 1273969 h 1890712"/>
                <a:gd name="connsiteX120" fmla="*/ 1743075 w 2543175"/>
                <a:gd name="connsiteY120" fmla="*/ 1283494 h 1890712"/>
                <a:gd name="connsiteX121" fmla="*/ 1754982 w 2543175"/>
                <a:gd name="connsiteY121" fmla="*/ 1290637 h 1890712"/>
                <a:gd name="connsiteX122" fmla="*/ 1766888 w 2543175"/>
                <a:gd name="connsiteY122" fmla="*/ 1300162 h 1890712"/>
                <a:gd name="connsiteX123" fmla="*/ 1783557 w 2543175"/>
                <a:gd name="connsiteY123" fmla="*/ 1307306 h 1890712"/>
                <a:gd name="connsiteX124" fmla="*/ 1790700 w 2543175"/>
                <a:gd name="connsiteY124" fmla="*/ 1312069 h 1890712"/>
                <a:gd name="connsiteX125" fmla="*/ 1800225 w 2543175"/>
                <a:gd name="connsiteY125" fmla="*/ 1319212 h 1890712"/>
                <a:gd name="connsiteX126" fmla="*/ 1807369 w 2543175"/>
                <a:gd name="connsiteY126" fmla="*/ 1321594 h 1890712"/>
                <a:gd name="connsiteX127" fmla="*/ 1824038 w 2543175"/>
                <a:gd name="connsiteY127" fmla="*/ 1333500 h 1890712"/>
                <a:gd name="connsiteX128" fmla="*/ 1843088 w 2543175"/>
                <a:gd name="connsiteY128" fmla="*/ 1352550 h 1890712"/>
                <a:gd name="connsiteX129" fmla="*/ 1852613 w 2543175"/>
                <a:gd name="connsiteY129" fmla="*/ 1359694 h 1890712"/>
                <a:gd name="connsiteX130" fmla="*/ 1859757 w 2543175"/>
                <a:gd name="connsiteY130" fmla="*/ 1366837 h 1890712"/>
                <a:gd name="connsiteX131" fmla="*/ 1869282 w 2543175"/>
                <a:gd name="connsiteY131" fmla="*/ 1371600 h 1890712"/>
                <a:gd name="connsiteX132" fmla="*/ 1883569 w 2543175"/>
                <a:gd name="connsiteY132" fmla="*/ 1388269 h 1890712"/>
                <a:gd name="connsiteX133" fmla="*/ 1893094 w 2543175"/>
                <a:gd name="connsiteY133" fmla="*/ 1395412 h 1890712"/>
                <a:gd name="connsiteX134" fmla="*/ 1902619 w 2543175"/>
                <a:gd name="connsiteY134" fmla="*/ 1404937 h 1890712"/>
                <a:gd name="connsiteX135" fmla="*/ 1912144 w 2543175"/>
                <a:gd name="connsiteY135" fmla="*/ 1409700 h 1890712"/>
                <a:gd name="connsiteX136" fmla="*/ 1931194 w 2543175"/>
                <a:gd name="connsiteY136" fmla="*/ 1421606 h 1890712"/>
                <a:gd name="connsiteX137" fmla="*/ 1935957 w 2543175"/>
                <a:gd name="connsiteY137" fmla="*/ 1428750 h 1890712"/>
                <a:gd name="connsiteX138" fmla="*/ 1952625 w 2543175"/>
                <a:gd name="connsiteY138" fmla="*/ 1438275 h 1890712"/>
                <a:gd name="connsiteX139" fmla="*/ 1971675 w 2543175"/>
                <a:gd name="connsiteY139" fmla="*/ 1450181 h 1890712"/>
                <a:gd name="connsiteX140" fmla="*/ 1981200 w 2543175"/>
                <a:gd name="connsiteY140" fmla="*/ 1454944 h 1890712"/>
                <a:gd name="connsiteX141" fmla="*/ 1997869 w 2543175"/>
                <a:gd name="connsiteY141" fmla="*/ 1471612 h 1890712"/>
                <a:gd name="connsiteX142" fmla="*/ 2007394 w 2543175"/>
                <a:gd name="connsiteY142" fmla="*/ 1478756 h 1890712"/>
                <a:gd name="connsiteX143" fmla="*/ 2016919 w 2543175"/>
                <a:gd name="connsiteY143" fmla="*/ 1483519 h 1890712"/>
                <a:gd name="connsiteX144" fmla="*/ 2024063 w 2543175"/>
                <a:gd name="connsiteY144" fmla="*/ 1490662 h 1890712"/>
                <a:gd name="connsiteX145" fmla="*/ 2033588 w 2543175"/>
                <a:gd name="connsiteY145" fmla="*/ 1495425 h 1890712"/>
                <a:gd name="connsiteX146" fmla="*/ 2040732 w 2543175"/>
                <a:gd name="connsiteY146" fmla="*/ 1502569 h 1890712"/>
                <a:gd name="connsiteX147" fmla="*/ 2047875 w 2543175"/>
                <a:gd name="connsiteY147" fmla="*/ 1507331 h 1890712"/>
                <a:gd name="connsiteX148" fmla="*/ 2057400 w 2543175"/>
                <a:gd name="connsiteY148" fmla="*/ 1514475 h 1890712"/>
                <a:gd name="connsiteX149" fmla="*/ 2064544 w 2543175"/>
                <a:gd name="connsiteY149" fmla="*/ 1519237 h 1890712"/>
                <a:gd name="connsiteX150" fmla="*/ 2071688 w 2543175"/>
                <a:gd name="connsiteY150" fmla="*/ 1526381 h 1890712"/>
                <a:gd name="connsiteX151" fmla="*/ 2081213 w 2543175"/>
                <a:gd name="connsiteY151" fmla="*/ 1531144 h 1890712"/>
                <a:gd name="connsiteX152" fmla="*/ 2090738 w 2543175"/>
                <a:gd name="connsiteY152" fmla="*/ 1538287 h 1890712"/>
                <a:gd name="connsiteX153" fmla="*/ 2109788 w 2543175"/>
                <a:gd name="connsiteY153" fmla="*/ 1547812 h 1890712"/>
                <a:gd name="connsiteX154" fmla="*/ 2131219 w 2543175"/>
                <a:gd name="connsiteY154" fmla="*/ 1562100 h 1890712"/>
                <a:gd name="connsiteX155" fmla="*/ 2140744 w 2543175"/>
                <a:gd name="connsiteY155" fmla="*/ 1566862 h 1890712"/>
                <a:gd name="connsiteX156" fmla="*/ 2152650 w 2543175"/>
                <a:gd name="connsiteY156" fmla="*/ 1576387 h 1890712"/>
                <a:gd name="connsiteX157" fmla="*/ 2181225 w 2543175"/>
                <a:gd name="connsiteY157" fmla="*/ 1590675 h 1890712"/>
                <a:gd name="connsiteX158" fmla="*/ 2200275 w 2543175"/>
                <a:gd name="connsiteY158" fmla="*/ 1607344 h 1890712"/>
                <a:gd name="connsiteX159" fmla="*/ 2207419 w 2543175"/>
                <a:gd name="connsiteY159" fmla="*/ 1612106 h 1890712"/>
                <a:gd name="connsiteX160" fmla="*/ 2216944 w 2543175"/>
                <a:gd name="connsiteY160" fmla="*/ 1619250 h 1890712"/>
                <a:gd name="connsiteX161" fmla="*/ 2224088 w 2543175"/>
                <a:gd name="connsiteY161" fmla="*/ 1624012 h 1890712"/>
                <a:gd name="connsiteX162" fmla="*/ 2247900 w 2543175"/>
                <a:gd name="connsiteY162" fmla="*/ 1643062 h 1890712"/>
                <a:gd name="connsiteX163" fmla="*/ 2255044 w 2543175"/>
                <a:gd name="connsiteY163" fmla="*/ 1650206 h 1890712"/>
                <a:gd name="connsiteX164" fmla="*/ 2281238 w 2543175"/>
                <a:gd name="connsiteY164" fmla="*/ 1664494 h 1890712"/>
                <a:gd name="connsiteX165" fmla="*/ 2297907 w 2543175"/>
                <a:gd name="connsiteY165" fmla="*/ 1674019 h 1890712"/>
                <a:gd name="connsiteX166" fmla="*/ 2312194 w 2543175"/>
                <a:gd name="connsiteY166" fmla="*/ 1685925 h 1890712"/>
                <a:gd name="connsiteX167" fmla="*/ 2328863 w 2543175"/>
                <a:gd name="connsiteY167" fmla="*/ 1697831 h 1890712"/>
                <a:gd name="connsiteX168" fmla="*/ 2350294 w 2543175"/>
                <a:gd name="connsiteY168" fmla="*/ 1712119 h 1890712"/>
                <a:gd name="connsiteX169" fmla="*/ 2369344 w 2543175"/>
                <a:gd name="connsiteY169" fmla="*/ 1724025 h 1890712"/>
                <a:gd name="connsiteX170" fmla="*/ 2428876 w 2543175"/>
                <a:gd name="connsiteY170" fmla="*/ 1785938 h 1890712"/>
                <a:gd name="connsiteX171" fmla="*/ 2466975 w 2543175"/>
                <a:gd name="connsiteY171" fmla="*/ 1783556 h 1890712"/>
                <a:gd name="connsiteX172" fmla="*/ 2481263 w 2543175"/>
                <a:gd name="connsiteY172" fmla="*/ 1795462 h 1890712"/>
                <a:gd name="connsiteX173" fmla="*/ 2486025 w 2543175"/>
                <a:gd name="connsiteY173" fmla="*/ 1802606 h 1890712"/>
                <a:gd name="connsiteX174" fmla="*/ 2514600 w 2543175"/>
                <a:gd name="connsiteY174" fmla="*/ 1850231 h 1890712"/>
                <a:gd name="connsiteX175" fmla="*/ 2519363 w 2543175"/>
                <a:gd name="connsiteY175" fmla="*/ 1857375 h 1890712"/>
                <a:gd name="connsiteX176" fmla="*/ 2540794 w 2543175"/>
                <a:gd name="connsiteY176" fmla="*/ 1883569 h 1890712"/>
                <a:gd name="connsiteX177" fmla="*/ 2543175 w 2543175"/>
                <a:gd name="connsiteY177" fmla="*/ 1890712 h 1890712"/>
                <a:gd name="connsiteX0" fmla="*/ 0 w 2543175"/>
                <a:gd name="connsiteY0" fmla="*/ 0 h 1890712"/>
                <a:gd name="connsiteX1" fmla="*/ 11907 w 2543175"/>
                <a:gd name="connsiteY1" fmla="*/ 11906 h 1890712"/>
                <a:gd name="connsiteX2" fmla="*/ 21432 w 2543175"/>
                <a:gd name="connsiteY2" fmla="*/ 16669 h 1890712"/>
                <a:gd name="connsiteX3" fmla="*/ 23813 w 2543175"/>
                <a:gd name="connsiteY3" fmla="*/ 23812 h 1890712"/>
                <a:gd name="connsiteX4" fmla="*/ 33338 w 2543175"/>
                <a:gd name="connsiteY4" fmla="*/ 33337 h 1890712"/>
                <a:gd name="connsiteX5" fmla="*/ 40482 w 2543175"/>
                <a:gd name="connsiteY5" fmla="*/ 42862 h 1890712"/>
                <a:gd name="connsiteX6" fmla="*/ 47625 w 2543175"/>
                <a:gd name="connsiteY6" fmla="*/ 47625 h 1890712"/>
                <a:gd name="connsiteX7" fmla="*/ 57150 w 2543175"/>
                <a:gd name="connsiteY7" fmla="*/ 54769 h 1890712"/>
                <a:gd name="connsiteX8" fmla="*/ 64294 w 2543175"/>
                <a:gd name="connsiteY8" fmla="*/ 59531 h 1890712"/>
                <a:gd name="connsiteX9" fmla="*/ 83344 w 2543175"/>
                <a:gd name="connsiteY9" fmla="*/ 73819 h 1890712"/>
                <a:gd name="connsiteX10" fmla="*/ 97632 w 2543175"/>
                <a:gd name="connsiteY10" fmla="*/ 80962 h 1890712"/>
                <a:gd name="connsiteX11" fmla="*/ 104775 w 2543175"/>
                <a:gd name="connsiteY11" fmla="*/ 85725 h 1890712"/>
                <a:gd name="connsiteX12" fmla="*/ 114300 w 2543175"/>
                <a:gd name="connsiteY12" fmla="*/ 95250 h 1890712"/>
                <a:gd name="connsiteX13" fmla="*/ 123825 w 2543175"/>
                <a:gd name="connsiteY13" fmla="*/ 97631 h 1890712"/>
                <a:gd name="connsiteX14" fmla="*/ 130969 w 2543175"/>
                <a:gd name="connsiteY14" fmla="*/ 104775 h 1890712"/>
                <a:gd name="connsiteX15" fmla="*/ 140494 w 2543175"/>
                <a:gd name="connsiteY15" fmla="*/ 111919 h 1890712"/>
                <a:gd name="connsiteX16" fmla="*/ 147638 w 2543175"/>
                <a:gd name="connsiteY16" fmla="*/ 116681 h 1890712"/>
                <a:gd name="connsiteX17" fmla="*/ 164307 w 2543175"/>
                <a:gd name="connsiteY17" fmla="*/ 128587 h 1890712"/>
                <a:gd name="connsiteX18" fmla="*/ 180975 w 2543175"/>
                <a:gd name="connsiteY18" fmla="*/ 140494 h 1890712"/>
                <a:gd name="connsiteX19" fmla="*/ 197644 w 2543175"/>
                <a:gd name="connsiteY19" fmla="*/ 152400 h 1890712"/>
                <a:gd name="connsiteX20" fmla="*/ 204788 w 2543175"/>
                <a:gd name="connsiteY20" fmla="*/ 157162 h 1890712"/>
                <a:gd name="connsiteX21" fmla="*/ 214313 w 2543175"/>
                <a:gd name="connsiteY21" fmla="*/ 164306 h 1890712"/>
                <a:gd name="connsiteX22" fmla="*/ 230982 w 2543175"/>
                <a:gd name="connsiteY22" fmla="*/ 180975 h 1890712"/>
                <a:gd name="connsiteX23" fmla="*/ 247650 w 2543175"/>
                <a:gd name="connsiteY23" fmla="*/ 185737 h 1890712"/>
                <a:gd name="connsiteX24" fmla="*/ 302419 w 2543175"/>
                <a:gd name="connsiteY24" fmla="*/ 204787 h 1890712"/>
                <a:gd name="connsiteX25" fmla="*/ 333375 w 2543175"/>
                <a:gd name="connsiteY25" fmla="*/ 228600 h 1890712"/>
                <a:gd name="connsiteX26" fmla="*/ 340519 w 2543175"/>
                <a:gd name="connsiteY26" fmla="*/ 233362 h 1890712"/>
                <a:gd name="connsiteX27" fmla="*/ 354807 w 2543175"/>
                <a:gd name="connsiteY27" fmla="*/ 247650 h 1890712"/>
                <a:gd name="connsiteX28" fmla="*/ 366713 w 2543175"/>
                <a:gd name="connsiteY28" fmla="*/ 264319 h 1890712"/>
                <a:gd name="connsiteX29" fmla="*/ 371475 w 2543175"/>
                <a:gd name="connsiteY29" fmla="*/ 271462 h 1890712"/>
                <a:gd name="connsiteX30" fmla="*/ 378619 w 2543175"/>
                <a:gd name="connsiteY30" fmla="*/ 276225 h 1890712"/>
                <a:gd name="connsiteX31" fmla="*/ 385763 w 2543175"/>
                <a:gd name="connsiteY31" fmla="*/ 283369 h 1890712"/>
                <a:gd name="connsiteX32" fmla="*/ 395288 w 2543175"/>
                <a:gd name="connsiteY32" fmla="*/ 288131 h 1890712"/>
                <a:gd name="connsiteX33" fmla="*/ 404813 w 2543175"/>
                <a:gd name="connsiteY33" fmla="*/ 295275 h 1890712"/>
                <a:gd name="connsiteX34" fmla="*/ 411957 w 2543175"/>
                <a:gd name="connsiteY34" fmla="*/ 297656 h 1890712"/>
                <a:gd name="connsiteX35" fmla="*/ 421482 w 2543175"/>
                <a:gd name="connsiteY35" fmla="*/ 302419 h 1890712"/>
                <a:gd name="connsiteX36" fmla="*/ 447675 w 2543175"/>
                <a:gd name="connsiteY36" fmla="*/ 307181 h 1890712"/>
                <a:gd name="connsiteX37" fmla="*/ 461963 w 2543175"/>
                <a:gd name="connsiteY37" fmla="*/ 321469 h 1890712"/>
                <a:gd name="connsiteX38" fmla="*/ 466725 w 2543175"/>
                <a:gd name="connsiteY38" fmla="*/ 328612 h 1890712"/>
                <a:gd name="connsiteX39" fmla="*/ 476250 w 2543175"/>
                <a:gd name="connsiteY39" fmla="*/ 335756 h 1890712"/>
                <a:gd name="connsiteX40" fmla="*/ 481013 w 2543175"/>
                <a:gd name="connsiteY40" fmla="*/ 342900 h 1890712"/>
                <a:gd name="connsiteX41" fmla="*/ 490538 w 2543175"/>
                <a:gd name="connsiteY41" fmla="*/ 352425 h 1890712"/>
                <a:gd name="connsiteX42" fmla="*/ 495300 w 2543175"/>
                <a:gd name="connsiteY42" fmla="*/ 359569 h 1890712"/>
                <a:gd name="connsiteX43" fmla="*/ 509588 w 2543175"/>
                <a:gd name="connsiteY43" fmla="*/ 376237 h 1890712"/>
                <a:gd name="connsiteX44" fmla="*/ 514350 w 2543175"/>
                <a:gd name="connsiteY44" fmla="*/ 383381 h 1890712"/>
                <a:gd name="connsiteX45" fmla="*/ 531019 w 2543175"/>
                <a:gd name="connsiteY45" fmla="*/ 397669 h 1890712"/>
                <a:gd name="connsiteX46" fmla="*/ 538163 w 2543175"/>
                <a:gd name="connsiteY46" fmla="*/ 407194 h 1890712"/>
                <a:gd name="connsiteX47" fmla="*/ 554832 w 2543175"/>
                <a:gd name="connsiteY47" fmla="*/ 421481 h 1890712"/>
                <a:gd name="connsiteX48" fmla="*/ 564357 w 2543175"/>
                <a:gd name="connsiteY48" fmla="*/ 431006 h 1890712"/>
                <a:gd name="connsiteX49" fmla="*/ 573882 w 2543175"/>
                <a:gd name="connsiteY49" fmla="*/ 438150 h 1890712"/>
                <a:gd name="connsiteX50" fmla="*/ 595313 w 2543175"/>
                <a:gd name="connsiteY50" fmla="*/ 454819 h 1890712"/>
                <a:gd name="connsiteX51" fmla="*/ 602457 w 2543175"/>
                <a:gd name="connsiteY51" fmla="*/ 457200 h 1890712"/>
                <a:gd name="connsiteX52" fmla="*/ 628650 w 2543175"/>
                <a:gd name="connsiteY52" fmla="*/ 469106 h 1890712"/>
                <a:gd name="connsiteX53" fmla="*/ 645319 w 2543175"/>
                <a:gd name="connsiteY53" fmla="*/ 483394 h 1890712"/>
                <a:gd name="connsiteX54" fmla="*/ 654844 w 2543175"/>
                <a:gd name="connsiteY54" fmla="*/ 488156 h 1890712"/>
                <a:gd name="connsiteX55" fmla="*/ 661988 w 2543175"/>
                <a:gd name="connsiteY55" fmla="*/ 497681 h 1890712"/>
                <a:gd name="connsiteX56" fmla="*/ 683419 w 2543175"/>
                <a:gd name="connsiteY56" fmla="*/ 514350 h 1890712"/>
                <a:gd name="connsiteX57" fmla="*/ 700088 w 2543175"/>
                <a:gd name="connsiteY57" fmla="*/ 526256 h 1890712"/>
                <a:gd name="connsiteX58" fmla="*/ 709613 w 2543175"/>
                <a:gd name="connsiteY58" fmla="*/ 535781 h 1890712"/>
                <a:gd name="connsiteX59" fmla="*/ 719138 w 2543175"/>
                <a:gd name="connsiteY59" fmla="*/ 542925 h 1890712"/>
                <a:gd name="connsiteX60" fmla="*/ 733425 w 2543175"/>
                <a:gd name="connsiteY60" fmla="*/ 557212 h 1890712"/>
                <a:gd name="connsiteX61" fmla="*/ 750094 w 2543175"/>
                <a:gd name="connsiteY61" fmla="*/ 569119 h 1890712"/>
                <a:gd name="connsiteX62" fmla="*/ 769144 w 2543175"/>
                <a:gd name="connsiteY62" fmla="*/ 581025 h 1890712"/>
                <a:gd name="connsiteX63" fmla="*/ 785813 w 2543175"/>
                <a:gd name="connsiteY63" fmla="*/ 590550 h 1890712"/>
                <a:gd name="connsiteX64" fmla="*/ 792957 w 2543175"/>
                <a:gd name="connsiteY64" fmla="*/ 600075 h 1890712"/>
                <a:gd name="connsiteX65" fmla="*/ 809625 w 2543175"/>
                <a:gd name="connsiteY65" fmla="*/ 611981 h 1890712"/>
                <a:gd name="connsiteX66" fmla="*/ 816769 w 2543175"/>
                <a:gd name="connsiteY66" fmla="*/ 619125 h 1890712"/>
                <a:gd name="connsiteX67" fmla="*/ 826294 w 2543175"/>
                <a:gd name="connsiteY67" fmla="*/ 626269 h 1890712"/>
                <a:gd name="connsiteX68" fmla="*/ 840582 w 2543175"/>
                <a:gd name="connsiteY68" fmla="*/ 638175 h 1890712"/>
                <a:gd name="connsiteX69" fmla="*/ 847725 w 2543175"/>
                <a:gd name="connsiteY69" fmla="*/ 645319 h 1890712"/>
                <a:gd name="connsiteX70" fmla="*/ 857250 w 2543175"/>
                <a:gd name="connsiteY70" fmla="*/ 652462 h 1890712"/>
                <a:gd name="connsiteX71" fmla="*/ 864394 w 2543175"/>
                <a:gd name="connsiteY71" fmla="*/ 657225 h 1890712"/>
                <a:gd name="connsiteX72" fmla="*/ 888207 w 2543175"/>
                <a:gd name="connsiteY72" fmla="*/ 676275 h 1890712"/>
                <a:gd name="connsiteX73" fmla="*/ 895350 w 2543175"/>
                <a:gd name="connsiteY73" fmla="*/ 681037 h 1890712"/>
                <a:gd name="connsiteX74" fmla="*/ 907257 w 2543175"/>
                <a:gd name="connsiteY74" fmla="*/ 683419 h 1890712"/>
                <a:gd name="connsiteX75" fmla="*/ 928688 w 2543175"/>
                <a:gd name="connsiteY75" fmla="*/ 695325 h 1890712"/>
                <a:gd name="connsiteX76" fmla="*/ 942975 w 2543175"/>
                <a:gd name="connsiteY76" fmla="*/ 700087 h 1890712"/>
                <a:gd name="connsiteX77" fmla="*/ 964407 w 2543175"/>
                <a:gd name="connsiteY77" fmla="*/ 716756 h 1890712"/>
                <a:gd name="connsiteX78" fmla="*/ 971550 w 2543175"/>
                <a:gd name="connsiteY78" fmla="*/ 723900 h 1890712"/>
                <a:gd name="connsiteX79" fmla="*/ 983457 w 2543175"/>
                <a:gd name="connsiteY79" fmla="*/ 733425 h 1890712"/>
                <a:gd name="connsiteX80" fmla="*/ 990600 w 2543175"/>
                <a:gd name="connsiteY80" fmla="*/ 738187 h 1890712"/>
                <a:gd name="connsiteX81" fmla="*/ 1007269 w 2543175"/>
                <a:gd name="connsiteY81" fmla="*/ 752475 h 1890712"/>
                <a:gd name="connsiteX82" fmla="*/ 1031082 w 2543175"/>
                <a:gd name="connsiteY82" fmla="*/ 766762 h 1890712"/>
                <a:gd name="connsiteX83" fmla="*/ 1042988 w 2543175"/>
                <a:gd name="connsiteY83" fmla="*/ 773906 h 1890712"/>
                <a:gd name="connsiteX84" fmla="*/ 1071563 w 2543175"/>
                <a:gd name="connsiteY84" fmla="*/ 785812 h 1890712"/>
                <a:gd name="connsiteX85" fmla="*/ 1097757 w 2543175"/>
                <a:gd name="connsiteY85" fmla="*/ 807244 h 1890712"/>
                <a:gd name="connsiteX86" fmla="*/ 1104900 w 2543175"/>
                <a:gd name="connsiteY86" fmla="*/ 814387 h 1890712"/>
                <a:gd name="connsiteX87" fmla="*/ 1121569 w 2543175"/>
                <a:gd name="connsiteY87" fmla="*/ 823912 h 1890712"/>
                <a:gd name="connsiteX88" fmla="*/ 1138238 w 2543175"/>
                <a:gd name="connsiteY88" fmla="*/ 835819 h 1890712"/>
                <a:gd name="connsiteX89" fmla="*/ 1147763 w 2543175"/>
                <a:gd name="connsiteY89" fmla="*/ 842962 h 1890712"/>
                <a:gd name="connsiteX90" fmla="*/ 1157288 w 2543175"/>
                <a:gd name="connsiteY90" fmla="*/ 847725 h 1890712"/>
                <a:gd name="connsiteX91" fmla="*/ 1178719 w 2543175"/>
                <a:gd name="connsiteY91" fmla="*/ 859631 h 1890712"/>
                <a:gd name="connsiteX92" fmla="*/ 1188244 w 2543175"/>
                <a:gd name="connsiteY92" fmla="*/ 866775 h 1890712"/>
                <a:gd name="connsiteX93" fmla="*/ 1195388 w 2543175"/>
                <a:gd name="connsiteY93" fmla="*/ 871537 h 1890712"/>
                <a:gd name="connsiteX94" fmla="*/ 1212057 w 2543175"/>
                <a:gd name="connsiteY94" fmla="*/ 883444 h 1890712"/>
                <a:gd name="connsiteX95" fmla="*/ 1226344 w 2543175"/>
                <a:gd name="connsiteY95" fmla="*/ 895350 h 1890712"/>
                <a:gd name="connsiteX96" fmla="*/ 1245394 w 2543175"/>
                <a:gd name="connsiteY96" fmla="*/ 907256 h 1890712"/>
                <a:gd name="connsiteX97" fmla="*/ 1254919 w 2543175"/>
                <a:gd name="connsiteY97" fmla="*/ 914400 h 1890712"/>
                <a:gd name="connsiteX98" fmla="*/ 1269207 w 2543175"/>
                <a:gd name="connsiteY98" fmla="*/ 921544 h 1890712"/>
                <a:gd name="connsiteX99" fmla="*/ 1290638 w 2543175"/>
                <a:gd name="connsiteY99" fmla="*/ 935831 h 1890712"/>
                <a:gd name="connsiteX100" fmla="*/ 1307307 w 2543175"/>
                <a:gd name="connsiteY100" fmla="*/ 952500 h 1890712"/>
                <a:gd name="connsiteX101" fmla="*/ 1333500 w 2543175"/>
                <a:gd name="connsiteY101" fmla="*/ 971550 h 1890712"/>
                <a:gd name="connsiteX102" fmla="*/ 1359694 w 2543175"/>
                <a:gd name="connsiteY102" fmla="*/ 990600 h 1890712"/>
                <a:gd name="connsiteX103" fmla="*/ 1373982 w 2543175"/>
                <a:gd name="connsiteY103" fmla="*/ 997744 h 1890712"/>
                <a:gd name="connsiteX104" fmla="*/ 1388269 w 2543175"/>
                <a:gd name="connsiteY104" fmla="*/ 1007269 h 1890712"/>
                <a:gd name="connsiteX105" fmla="*/ 1414463 w 2543175"/>
                <a:gd name="connsiteY105" fmla="*/ 1019175 h 1890712"/>
                <a:gd name="connsiteX106" fmla="*/ 1428750 w 2543175"/>
                <a:gd name="connsiteY106" fmla="*/ 1026319 h 1890712"/>
                <a:gd name="connsiteX107" fmla="*/ 1471613 w 2543175"/>
                <a:gd name="connsiteY107" fmla="*/ 1059656 h 1890712"/>
                <a:gd name="connsiteX108" fmla="*/ 1495425 w 2543175"/>
                <a:gd name="connsiteY108" fmla="*/ 1088231 h 1890712"/>
                <a:gd name="connsiteX109" fmla="*/ 1547812 w 2543175"/>
                <a:gd name="connsiteY109" fmla="*/ 1133475 h 1890712"/>
                <a:gd name="connsiteX110" fmla="*/ 1597819 w 2543175"/>
                <a:gd name="connsiteY110" fmla="*/ 1154906 h 1890712"/>
                <a:gd name="connsiteX111" fmla="*/ 1604963 w 2543175"/>
                <a:gd name="connsiteY111" fmla="*/ 1162050 h 1890712"/>
                <a:gd name="connsiteX112" fmla="*/ 1612107 w 2543175"/>
                <a:gd name="connsiteY112" fmla="*/ 1166812 h 1890712"/>
                <a:gd name="connsiteX113" fmla="*/ 1628775 w 2543175"/>
                <a:gd name="connsiteY113" fmla="*/ 1183481 h 1890712"/>
                <a:gd name="connsiteX114" fmla="*/ 1662113 w 2543175"/>
                <a:gd name="connsiteY114" fmla="*/ 1209675 h 1890712"/>
                <a:gd name="connsiteX115" fmla="*/ 1678782 w 2543175"/>
                <a:gd name="connsiteY115" fmla="*/ 1226344 h 1890712"/>
                <a:gd name="connsiteX116" fmla="*/ 1700213 w 2543175"/>
                <a:gd name="connsiteY116" fmla="*/ 1247775 h 1890712"/>
                <a:gd name="connsiteX117" fmla="*/ 1712119 w 2543175"/>
                <a:gd name="connsiteY117" fmla="*/ 1259681 h 1890712"/>
                <a:gd name="connsiteX118" fmla="*/ 1733550 w 2543175"/>
                <a:gd name="connsiteY118" fmla="*/ 1273969 h 1890712"/>
                <a:gd name="connsiteX119" fmla="*/ 1743075 w 2543175"/>
                <a:gd name="connsiteY119" fmla="*/ 1283494 h 1890712"/>
                <a:gd name="connsiteX120" fmla="*/ 1754982 w 2543175"/>
                <a:gd name="connsiteY120" fmla="*/ 1290637 h 1890712"/>
                <a:gd name="connsiteX121" fmla="*/ 1766888 w 2543175"/>
                <a:gd name="connsiteY121" fmla="*/ 1300162 h 1890712"/>
                <a:gd name="connsiteX122" fmla="*/ 1783557 w 2543175"/>
                <a:gd name="connsiteY122" fmla="*/ 1307306 h 1890712"/>
                <a:gd name="connsiteX123" fmla="*/ 1790700 w 2543175"/>
                <a:gd name="connsiteY123" fmla="*/ 1312069 h 1890712"/>
                <a:gd name="connsiteX124" fmla="*/ 1800225 w 2543175"/>
                <a:gd name="connsiteY124" fmla="*/ 1319212 h 1890712"/>
                <a:gd name="connsiteX125" fmla="*/ 1807369 w 2543175"/>
                <a:gd name="connsiteY125" fmla="*/ 1321594 h 1890712"/>
                <a:gd name="connsiteX126" fmla="*/ 1824038 w 2543175"/>
                <a:gd name="connsiteY126" fmla="*/ 1333500 h 1890712"/>
                <a:gd name="connsiteX127" fmla="*/ 1843088 w 2543175"/>
                <a:gd name="connsiteY127" fmla="*/ 1352550 h 1890712"/>
                <a:gd name="connsiteX128" fmla="*/ 1852613 w 2543175"/>
                <a:gd name="connsiteY128" fmla="*/ 1359694 h 1890712"/>
                <a:gd name="connsiteX129" fmla="*/ 1859757 w 2543175"/>
                <a:gd name="connsiteY129" fmla="*/ 1366837 h 1890712"/>
                <a:gd name="connsiteX130" fmla="*/ 1869282 w 2543175"/>
                <a:gd name="connsiteY130" fmla="*/ 1371600 h 1890712"/>
                <a:gd name="connsiteX131" fmla="*/ 1883569 w 2543175"/>
                <a:gd name="connsiteY131" fmla="*/ 1388269 h 1890712"/>
                <a:gd name="connsiteX132" fmla="*/ 1893094 w 2543175"/>
                <a:gd name="connsiteY132" fmla="*/ 1395412 h 1890712"/>
                <a:gd name="connsiteX133" fmla="*/ 1902619 w 2543175"/>
                <a:gd name="connsiteY133" fmla="*/ 1404937 h 1890712"/>
                <a:gd name="connsiteX134" fmla="*/ 1912144 w 2543175"/>
                <a:gd name="connsiteY134" fmla="*/ 1409700 h 1890712"/>
                <a:gd name="connsiteX135" fmla="*/ 1931194 w 2543175"/>
                <a:gd name="connsiteY135" fmla="*/ 1421606 h 1890712"/>
                <a:gd name="connsiteX136" fmla="*/ 1935957 w 2543175"/>
                <a:gd name="connsiteY136" fmla="*/ 1428750 h 1890712"/>
                <a:gd name="connsiteX137" fmla="*/ 1952625 w 2543175"/>
                <a:gd name="connsiteY137" fmla="*/ 1438275 h 1890712"/>
                <a:gd name="connsiteX138" fmla="*/ 1971675 w 2543175"/>
                <a:gd name="connsiteY138" fmla="*/ 1450181 h 1890712"/>
                <a:gd name="connsiteX139" fmla="*/ 1981200 w 2543175"/>
                <a:gd name="connsiteY139" fmla="*/ 1454944 h 1890712"/>
                <a:gd name="connsiteX140" fmla="*/ 1997869 w 2543175"/>
                <a:gd name="connsiteY140" fmla="*/ 1471612 h 1890712"/>
                <a:gd name="connsiteX141" fmla="*/ 2007394 w 2543175"/>
                <a:gd name="connsiteY141" fmla="*/ 1478756 h 1890712"/>
                <a:gd name="connsiteX142" fmla="*/ 2016919 w 2543175"/>
                <a:gd name="connsiteY142" fmla="*/ 1483519 h 1890712"/>
                <a:gd name="connsiteX143" fmla="*/ 2024063 w 2543175"/>
                <a:gd name="connsiteY143" fmla="*/ 1490662 h 1890712"/>
                <a:gd name="connsiteX144" fmla="*/ 2033588 w 2543175"/>
                <a:gd name="connsiteY144" fmla="*/ 1495425 h 1890712"/>
                <a:gd name="connsiteX145" fmla="*/ 2040732 w 2543175"/>
                <a:gd name="connsiteY145" fmla="*/ 1502569 h 1890712"/>
                <a:gd name="connsiteX146" fmla="*/ 2047875 w 2543175"/>
                <a:gd name="connsiteY146" fmla="*/ 1507331 h 1890712"/>
                <a:gd name="connsiteX147" fmla="*/ 2057400 w 2543175"/>
                <a:gd name="connsiteY147" fmla="*/ 1514475 h 1890712"/>
                <a:gd name="connsiteX148" fmla="*/ 2064544 w 2543175"/>
                <a:gd name="connsiteY148" fmla="*/ 1519237 h 1890712"/>
                <a:gd name="connsiteX149" fmla="*/ 2071688 w 2543175"/>
                <a:gd name="connsiteY149" fmla="*/ 1526381 h 1890712"/>
                <a:gd name="connsiteX150" fmla="*/ 2081213 w 2543175"/>
                <a:gd name="connsiteY150" fmla="*/ 1531144 h 1890712"/>
                <a:gd name="connsiteX151" fmla="*/ 2090738 w 2543175"/>
                <a:gd name="connsiteY151" fmla="*/ 1538287 h 1890712"/>
                <a:gd name="connsiteX152" fmla="*/ 2109788 w 2543175"/>
                <a:gd name="connsiteY152" fmla="*/ 1547812 h 1890712"/>
                <a:gd name="connsiteX153" fmla="*/ 2131219 w 2543175"/>
                <a:gd name="connsiteY153" fmla="*/ 1562100 h 1890712"/>
                <a:gd name="connsiteX154" fmla="*/ 2140744 w 2543175"/>
                <a:gd name="connsiteY154" fmla="*/ 1566862 h 1890712"/>
                <a:gd name="connsiteX155" fmla="*/ 2152650 w 2543175"/>
                <a:gd name="connsiteY155" fmla="*/ 1576387 h 1890712"/>
                <a:gd name="connsiteX156" fmla="*/ 2181225 w 2543175"/>
                <a:gd name="connsiteY156" fmla="*/ 1590675 h 1890712"/>
                <a:gd name="connsiteX157" fmla="*/ 2200275 w 2543175"/>
                <a:gd name="connsiteY157" fmla="*/ 1607344 h 1890712"/>
                <a:gd name="connsiteX158" fmla="*/ 2207419 w 2543175"/>
                <a:gd name="connsiteY158" fmla="*/ 1612106 h 1890712"/>
                <a:gd name="connsiteX159" fmla="*/ 2216944 w 2543175"/>
                <a:gd name="connsiteY159" fmla="*/ 1619250 h 1890712"/>
                <a:gd name="connsiteX160" fmla="*/ 2224088 w 2543175"/>
                <a:gd name="connsiteY160" fmla="*/ 1624012 h 1890712"/>
                <a:gd name="connsiteX161" fmla="*/ 2247900 w 2543175"/>
                <a:gd name="connsiteY161" fmla="*/ 1643062 h 1890712"/>
                <a:gd name="connsiteX162" fmla="*/ 2255044 w 2543175"/>
                <a:gd name="connsiteY162" fmla="*/ 1650206 h 1890712"/>
                <a:gd name="connsiteX163" fmla="*/ 2281238 w 2543175"/>
                <a:gd name="connsiteY163" fmla="*/ 1664494 h 1890712"/>
                <a:gd name="connsiteX164" fmla="*/ 2297907 w 2543175"/>
                <a:gd name="connsiteY164" fmla="*/ 1674019 h 1890712"/>
                <a:gd name="connsiteX165" fmla="*/ 2312194 w 2543175"/>
                <a:gd name="connsiteY165" fmla="*/ 1685925 h 1890712"/>
                <a:gd name="connsiteX166" fmla="*/ 2328863 w 2543175"/>
                <a:gd name="connsiteY166" fmla="*/ 1697831 h 1890712"/>
                <a:gd name="connsiteX167" fmla="*/ 2350294 w 2543175"/>
                <a:gd name="connsiteY167" fmla="*/ 1712119 h 1890712"/>
                <a:gd name="connsiteX168" fmla="*/ 2369344 w 2543175"/>
                <a:gd name="connsiteY168" fmla="*/ 1724025 h 1890712"/>
                <a:gd name="connsiteX169" fmla="*/ 2428876 w 2543175"/>
                <a:gd name="connsiteY169" fmla="*/ 1785938 h 1890712"/>
                <a:gd name="connsiteX170" fmla="*/ 2466975 w 2543175"/>
                <a:gd name="connsiteY170" fmla="*/ 1783556 h 1890712"/>
                <a:gd name="connsiteX171" fmla="*/ 2481263 w 2543175"/>
                <a:gd name="connsiteY171" fmla="*/ 1795462 h 1890712"/>
                <a:gd name="connsiteX172" fmla="*/ 2486025 w 2543175"/>
                <a:gd name="connsiteY172" fmla="*/ 1802606 h 1890712"/>
                <a:gd name="connsiteX173" fmla="*/ 2514600 w 2543175"/>
                <a:gd name="connsiteY173" fmla="*/ 1850231 h 1890712"/>
                <a:gd name="connsiteX174" fmla="*/ 2519363 w 2543175"/>
                <a:gd name="connsiteY174" fmla="*/ 1857375 h 1890712"/>
                <a:gd name="connsiteX175" fmla="*/ 2540794 w 2543175"/>
                <a:gd name="connsiteY175" fmla="*/ 1883569 h 1890712"/>
                <a:gd name="connsiteX176" fmla="*/ 2543175 w 2543175"/>
                <a:gd name="connsiteY176" fmla="*/ 1890712 h 1890712"/>
                <a:gd name="connsiteX0" fmla="*/ 0 w 2543175"/>
                <a:gd name="connsiteY0" fmla="*/ 0 h 1890712"/>
                <a:gd name="connsiteX1" fmla="*/ 11907 w 2543175"/>
                <a:gd name="connsiteY1" fmla="*/ 11906 h 1890712"/>
                <a:gd name="connsiteX2" fmla="*/ 21432 w 2543175"/>
                <a:gd name="connsiteY2" fmla="*/ 16669 h 1890712"/>
                <a:gd name="connsiteX3" fmla="*/ 23813 w 2543175"/>
                <a:gd name="connsiteY3" fmla="*/ 23812 h 1890712"/>
                <a:gd name="connsiteX4" fmla="*/ 33338 w 2543175"/>
                <a:gd name="connsiteY4" fmla="*/ 33337 h 1890712"/>
                <a:gd name="connsiteX5" fmla="*/ 40482 w 2543175"/>
                <a:gd name="connsiteY5" fmla="*/ 42862 h 1890712"/>
                <a:gd name="connsiteX6" fmla="*/ 47625 w 2543175"/>
                <a:gd name="connsiteY6" fmla="*/ 47625 h 1890712"/>
                <a:gd name="connsiteX7" fmla="*/ 57150 w 2543175"/>
                <a:gd name="connsiteY7" fmla="*/ 54769 h 1890712"/>
                <a:gd name="connsiteX8" fmla="*/ 64294 w 2543175"/>
                <a:gd name="connsiteY8" fmla="*/ 59531 h 1890712"/>
                <a:gd name="connsiteX9" fmla="*/ 83344 w 2543175"/>
                <a:gd name="connsiteY9" fmla="*/ 73819 h 1890712"/>
                <a:gd name="connsiteX10" fmla="*/ 97632 w 2543175"/>
                <a:gd name="connsiteY10" fmla="*/ 80962 h 1890712"/>
                <a:gd name="connsiteX11" fmla="*/ 104775 w 2543175"/>
                <a:gd name="connsiteY11" fmla="*/ 85725 h 1890712"/>
                <a:gd name="connsiteX12" fmla="*/ 114300 w 2543175"/>
                <a:gd name="connsiteY12" fmla="*/ 95250 h 1890712"/>
                <a:gd name="connsiteX13" fmla="*/ 123825 w 2543175"/>
                <a:gd name="connsiteY13" fmla="*/ 97631 h 1890712"/>
                <a:gd name="connsiteX14" fmla="*/ 130969 w 2543175"/>
                <a:gd name="connsiteY14" fmla="*/ 104775 h 1890712"/>
                <a:gd name="connsiteX15" fmla="*/ 140494 w 2543175"/>
                <a:gd name="connsiteY15" fmla="*/ 111919 h 1890712"/>
                <a:gd name="connsiteX16" fmla="*/ 147638 w 2543175"/>
                <a:gd name="connsiteY16" fmla="*/ 116681 h 1890712"/>
                <a:gd name="connsiteX17" fmla="*/ 164307 w 2543175"/>
                <a:gd name="connsiteY17" fmla="*/ 128587 h 1890712"/>
                <a:gd name="connsiteX18" fmla="*/ 180975 w 2543175"/>
                <a:gd name="connsiteY18" fmla="*/ 140494 h 1890712"/>
                <a:gd name="connsiteX19" fmla="*/ 197644 w 2543175"/>
                <a:gd name="connsiteY19" fmla="*/ 152400 h 1890712"/>
                <a:gd name="connsiteX20" fmla="*/ 204788 w 2543175"/>
                <a:gd name="connsiteY20" fmla="*/ 157162 h 1890712"/>
                <a:gd name="connsiteX21" fmla="*/ 214313 w 2543175"/>
                <a:gd name="connsiteY21" fmla="*/ 164306 h 1890712"/>
                <a:gd name="connsiteX22" fmla="*/ 230982 w 2543175"/>
                <a:gd name="connsiteY22" fmla="*/ 180975 h 1890712"/>
                <a:gd name="connsiteX23" fmla="*/ 247650 w 2543175"/>
                <a:gd name="connsiteY23" fmla="*/ 185737 h 1890712"/>
                <a:gd name="connsiteX24" fmla="*/ 302419 w 2543175"/>
                <a:gd name="connsiteY24" fmla="*/ 204787 h 1890712"/>
                <a:gd name="connsiteX25" fmla="*/ 333375 w 2543175"/>
                <a:gd name="connsiteY25" fmla="*/ 228600 h 1890712"/>
                <a:gd name="connsiteX26" fmla="*/ 340519 w 2543175"/>
                <a:gd name="connsiteY26" fmla="*/ 233362 h 1890712"/>
                <a:gd name="connsiteX27" fmla="*/ 354807 w 2543175"/>
                <a:gd name="connsiteY27" fmla="*/ 247650 h 1890712"/>
                <a:gd name="connsiteX28" fmla="*/ 366713 w 2543175"/>
                <a:gd name="connsiteY28" fmla="*/ 264319 h 1890712"/>
                <a:gd name="connsiteX29" fmla="*/ 371475 w 2543175"/>
                <a:gd name="connsiteY29" fmla="*/ 271462 h 1890712"/>
                <a:gd name="connsiteX30" fmla="*/ 378619 w 2543175"/>
                <a:gd name="connsiteY30" fmla="*/ 276225 h 1890712"/>
                <a:gd name="connsiteX31" fmla="*/ 385763 w 2543175"/>
                <a:gd name="connsiteY31" fmla="*/ 283369 h 1890712"/>
                <a:gd name="connsiteX32" fmla="*/ 395288 w 2543175"/>
                <a:gd name="connsiteY32" fmla="*/ 288131 h 1890712"/>
                <a:gd name="connsiteX33" fmla="*/ 404813 w 2543175"/>
                <a:gd name="connsiteY33" fmla="*/ 295275 h 1890712"/>
                <a:gd name="connsiteX34" fmla="*/ 411957 w 2543175"/>
                <a:gd name="connsiteY34" fmla="*/ 297656 h 1890712"/>
                <a:gd name="connsiteX35" fmla="*/ 421482 w 2543175"/>
                <a:gd name="connsiteY35" fmla="*/ 302419 h 1890712"/>
                <a:gd name="connsiteX36" fmla="*/ 447675 w 2543175"/>
                <a:gd name="connsiteY36" fmla="*/ 307181 h 1890712"/>
                <a:gd name="connsiteX37" fmla="*/ 466725 w 2543175"/>
                <a:gd name="connsiteY37" fmla="*/ 328612 h 1890712"/>
                <a:gd name="connsiteX38" fmla="*/ 476250 w 2543175"/>
                <a:gd name="connsiteY38" fmla="*/ 335756 h 1890712"/>
                <a:gd name="connsiteX39" fmla="*/ 481013 w 2543175"/>
                <a:gd name="connsiteY39" fmla="*/ 342900 h 1890712"/>
                <a:gd name="connsiteX40" fmla="*/ 490538 w 2543175"/>
                <a:gd name="connsiteY40" fmla="*/ 352425 h 1890712"/>
                <a:gd name="connsiteX41" fmla="*/ 495300 w 2543175"/>
                <a:gd name="connsiteY41" fmla="*/ 359569 h 1890712"/>
                <a:gd name="connsiteX42" fmla="*/ 509588 w 2543175"/>
                <a:gd name="connsiteY42" fmla="*/ 376237 h 1890712"/>
                <a:gd name="connsiteX43" fmla="*/ 514350 w 2543175"/>
                <a:gd name="connsiteY43" fmla="*/ 383381 h 1890712"/>
                <a:gd name="connsiteX44" fmla="*/ 531019 w 2543175"/>
                <a:gd name="connsiteY44" fmla="*/ 397669 h 1890712"/>
                <a:gd name="connsiteX45" fmla="*/ 538163 w 2543175"/>
                <a:gd name="connsiteY45" fmla="*/ 407194 h 1890712"/>
                <a:gd name="connsiteX46" fmla="*/ 554832 w 2543175"/>
                <a:gd name="connsiteY46" fmla="*/ 421481 h 1890712"/>
                <a:gd name="connsiteX47" fmla="*/ 564357 w 2543175"/>
                <a:gd name="connsiteY47" fmla="*/ 431006 h 1890712"/>
                <a:gd name="connsiteX48" fmla="*/ 573882 w 2543175"/>
                <a:gd name="connsiteY48" fmla="*/ 438150 h 1890712"/>
                <a:gd name="connsiteX49" fmla="*/ 595313 w 2543175"/>
                <a:gd name="connsiteY49" fmla="*/ 454819 h 1890712"/>
                <a:gd name="connsiteX50" fmla="*/ 602457 w 2543175"/>
                <a:gd name="connsiteY50" fmla="*/ 457200 h 1890712"/>
                <a:gd name="connsiteX51" fmla="*/ 628650 w 2543175"/>
                <a:gd name="connsiteY51" fmla="*/ 469106 h 1890712"/>
                <a:gd name="connsiteX52" fmla="*/ 645319 w 2543175"/>
                <a:gd name="connsiteY52" fmla="*/ 483394 h 1890712"/>
                <a:gd name="connsiteX53" fmla="*/ 654844 w 2543175"/>
                <a:gd name="connsiteY53" fmla="*/ 488156 h 1890712"/>
                <a:gd name="connsiteX54" fmla="*/ 661988 w 2543175"/>
                <a:gd name="connsiteY54" fmla="*/ 497681 h 1890712"/>
                <a:gd name="connsiteX55" fmla="*/ 683419 w 2543175"/>
                <a:gd name="connsiteY55" fmla="*/ 514350 h 1890712"/>
                <a:gd name="connsiteX56" fmla="*/ 700088 w 2543175"/>
                <a:gd name="connsiteY56" fmla="*/ 526256 h 1890712"/>
                <a:gd name="connsiteX57" fmla="*/ 709613 w 2543175"/>
                <a:gd name="connsiteY57" fmla="*/ 535781 h 1890712"/>
                <a:gd name="connsiteX58" fmla="*/ 719138 w 2543175"/>
                <a:gd name="connsiteY58" fmla="*/ 542925 h 1890712"/>
                <a:gd name="connsiteX59" fmla="*/ 733425 w 2543175"/>
                <a:gd name="connsiteY59" fmla="*/ 557212 h 1890712"/>
                <a:gd name="connsiteX60" fmla="*/ 750094 w 2543175"/>
                <a:gd name="connsiteY60" fmla="*/ 569119 h 1890712"/>
                <a:gd name="connsiteX61" fmla="*/ 769144 w 2543175"/>
                <a:gd name="connsiteY61" fmla="*/ 581025 h 1890712"/>
                <a:gd name="connsiteX62" fmla="*/ 785813 w 2543175"/>
                <a:gd name="connsiteY62" fmla="*/ 590550 h 1890712"/>
                <a:gd name="connsiteX63" fmla="*/ 792957 w 2543175"/>
                <a:gd name="connsiteY63" fmla="*/ 600075 h 1890712"/>
                <a:gd name="connsiteX64" fmla="*/ 809625 w 2543175"/>
                <a:gd name="connsiteY64" fmla="*/ 611981 h 1890712"/>
                <a:gd name="connsiteX65" fmla="*/ 816769 w 2543175"/>
                <a:gd name="connsiteY65" fmla="*/ 619125 h 1890712"/>
                <a:gd name="connsiteX66" fmla="*/ 826294 w 2543175"/>
                <a:gd name="connsiteY66" fmla="*/ 626269 h 1890712"/>
                <a:gd name="connsiteX67" fmla="*/ 840582 w 2543175"/>
                <a:gd name="connsiteY67" fmla="*/ 638175 h 1890712"/>
                <a:gd name="connsiteX68" fmla="*/ 847725 w 2543175"/>
                <a:gd name="connsiteY68" fmla="*/ 645319 h 1890712"/>
                <a:gd name="connsiteX69" fmla="*/ 857250 w 2543175"/>
                <a:gd name="connsiteY69" fmla="*/ 652462 h 1890712"/>
                <a:gd name="connsiteX70" fmla="*/ 864394 w 2543175"/>
                <a:gd name="connsiteY70" fmla="*/ 657225 h 1890712"/>
                <a:gd name="connsiteX71" fmla="*/ 888207 w 2543175"/>
                <a:gd name="connsiteY71" fmla="*/ 676275 h 1890712"/>
                <a:gd name="connsiteX72" fmla="*/ 895350 w 2543175"/>
                <a:gd name="connsiteY72" fmla="*/ 681037 h 1890712"/>
                <a:gd name="connsiteX73" fmla="*/ 907257 w 2543175"/>
                <a:gd name="connsiteY73" fmla="*/ 683419 h 1890712"/>
                <a:gd name="connsiteX74" fmla="*/ 928688 w 2543175"/>
                <a:gd name="connsiteY74" fmla="*/ 695325 h 1890712"/>
                <a:gd name="connsiteX75" fmla="*/ 942975 w 2543175"/>
                <a:gd name="connsiteY75" fmla="*/ 700087 h 1890712"/>
                <a:gd name="connsiteX76" fmla="*/ 964407 w 2543175"/>
                <a:gd name="connsiteY76" fmla="*/ 716756 h 1890712"/>
                <a:gd name="connsiteX77" fmla="*/ 971550 w 2543175"/>
                <a:gd name="connsiteY77" fmla="*/ 723900 h 1890712"/>
                <a:gd name="connsiteX78" fmla="*/ 983457 w 2543175"/>
                <a:gd name="connsiteY78" fmla="*/ 733425 h 1890712"/>
                <a:gd name="connsiteX79" fmla="*/ 990600 w 2543175"/>
                <a:gd name="connsiteY79" fmla="*/ 738187 h 1890712"/>
                <a:gd name="connsiteX80" fmla="*/ 1007269 w 2543175"/>
                <a:gd name="connsiteY80" fmla="*/ 752475 h 1890712"/>
                <a:gd name="connsiteX81" fmla="*/ 1031082 w 2543175"/>
                <a:gd name="connsiteY81" fmla="*/ 766762 h 1890712"/>
                <a:gd name="connsiteX82" fmla="*/ 1042988 w 2543175"/>
                <a:gd name="connsiteY82" fmla="*/ 773906 h 1890712"/>
                <a:gd name="connsiteX83" fmla="*/ 1071563 w 2543175"/>
                <a:gd name="connsiteY83" fmla="*/ 785812 h 1890712"/>
                <a:gd name="connsiteX84" fmla="*/ 1097757 w 2543175"/>
                <a:gd name="connsiteY84" fmla="*/ 807244 h 1890712"/>
                <a:gd name="connsiteX85" fmla="*/ 1104900 w 2543175"/>
                <a:gd name="connsiteY85" fmla="*/ 814387 h 1890712"/>
                <a:gd name="connsiteX86" fmla="*/ 1121569 w 2543175"/>
                <a:gd name="connsiteY86" fmla="*/ 823912 h 1890712"/>
                <a:gd name="connsiteX87" fmla="*/ 1138238 w 2543175"/>
                <a:gd name="connsiteY87" fmla="*/ 835819 h 1890712"/>
                <a:gd name="connsiteX88" fmla="*/ 1147763 w 2543175"/>
                <a:gd name="connsiteY88" fmla="*/ 842962 h 1890712"/>
                <a:gd name="connsiteX89" fmla="*/ 1157288 w 2543175"/>
                <a:gd name="connsiteY89" fmla="*/ 847725 h 1890712"/>
                <a:gd name="connsiteX90" fmla="*/ 1178719 w 2543175"/>
                <a:gd name="connsiteY90" fmla="*/ 859631 h 1890712"/>
                <a:gd name="connsiteX91" fmla="*/ 1188244 w 2543175"/>
                <a:gd name="connsiteY91" fmla="*/ 866775 h 1890712"/>
                <a:gd name="connsiteX92" fmla="*/ 1195388 w 2543175"/>
                <a:gd name="connsiteY92" fmla="*/ 871537 h 1890712"/>
                <a:gd name="connsiteX93" fmla="*/ 1212057 w 2543175"/>
                <a:gd name="connsiteY93" fmla="*/ 883444 h 1890712"/>
                <a:gd name="connsiteX94" fmla="*/ 1226344 w 2543175"/>
                <a:gd name="connsiteY94" fmla="*/ 895350 h 1890712"/>
                <a:gd name="connsiteX95" fmla="*/ 1245394 w 2543175"/>
                <a:gd name="connsiteY95" fmla="*/ 907256 h 1890712"/>
                <a:gd name="connsiteX96" fmla="*/ 1254919 w 2543175"/>
                <a:gd name="connsiteY96" fmla="*/ 914400 h 1890712"/>
                <a:gd name="connsiteX97" fmla="*/ 1269207 w 2543175"/>
                <a:gd name="connsiteY97" fmla="*/ 921544 h 1890712"/>
                <a:gd name="connsiteX98" fmla="*/ 1290638 w 2543175"/>
                <a:gd name="connsiteY98" fmla="*/ 935831 h 1890712"/>
                <a:gd name="connsiteX99" fmla="*/ 1307307 w 2543175"/>
                <a:gd name="connsiteY99" fmla="*/ 952500 h 1890712"/>
                <a:gd name="connsiteX100" fmla="*/ 1333500 w 2543175"/>
                <a:gd name="connsiteY100" fmla="*/ 971550 h 1890712"/>
                <a:gd name="connsiteX101" fmla="*/ 1359694 w 2543175"/>
                <a:gd name="connsiteY101" fmla="*/ 990600 h 1890712"/>
                <a:gd name="connsiteX102" fmla="*/ 1373982 w 2543175"/>
                <a:gd name="connsiteY102" fmla="*/ 997744 h 1890712"/>
                <a:gd name="connsiteX103" fmla="*/ 1388269 w 2543175"/>
                <a:gd name="connsiteY103" fmla="*/ 1007269 h 1890712"/>
                <a:gd name="connsiteX104" fmla="*/ 1414463 w 2543175"/>
                <a:gd name="connsiteY104" fmla="*/ 1019175 h 1890712"/>
                <a:gd name="connsiteX105" fmla="*/ 1428750 w 2543175"/>
                <a:gd name="connsiteY105" fmla="*/ 1026319 h 1890712"/>
                <a:gd name="connsiteX106" fmla="*/ 1471613 w 2543175"/>
                <a:gd name="connsiteY106" fmla="*/ 1059656 h 1890712"/>
                <a:gd name="connsiteX107" fmla="*/ 1495425 w 2543175"/>
                <a:gd name="connsiteY107" fmla="*/ 1088231 h 1890712"/>
                <a:gd name="connsiteX108" fmla="*/ 1547812 w 2543175"/>
                <a:gd name="connsiteY108" fmla="*/ 1133475 h 1890712"/>
                <a:gd name="connsiteX109" fmla="*/ 1597819 w 2543175"/>
                <a:gd name="connsiteY109" fmla="*/ 1154906 h 1890712"/>
                <a:gd name="connsiteX110" fmla="*/ 1604963 w 2543175"/>
                <a:gd name="connsiteY110" fmla="*/ 1162050 h 1890712"/>
                <a:gd name="connsiteX111" fmla="*/ 1612107 w 2543175"/>
                <a:gd name="connsiteY111" fmla="*/ 1166812 h 1890712"/>
                <a:gd name="connsiteX112" fmla="*/ 1628775 w 2543175"/>
                <a:gd name="connsiteY112" fmla="*/ 1183481 h 1890712"/>
                <a:gd name="connsiteX113" fmla="*/ 1662113 w 2543175"/>
                <a:gd name="connsiteY113" fmla="*/ 1209675 h 1890712"/>
                <a:gd name="connsiteX114" fmla="*/ 1678782 w 2543175"/>
                <a:gd name="connsiteY114" fmla="*/ 1226344 h 1890712"/>
                <a:gd name="connsiteX115" fmla="*/ 1700213 w 2543175"/>
                <a:gd name="connsiteY115" fmla="*/ 1247775 h 1890712"/>
                <a:gd name="connsiteX116" fmla="*/ 1712119 w 2543175"/>
                <a:gd name="connsiteY116" fmla="*/ 1259681 h 1890712"/>
                <a:gd name="connsiteX117" fmla="*/ 1733550 w 2543175"/>
                <a:gd name="connsiteY117" fmla="*/ 1273969 h 1890712"/>
                <a:gd name="connsiteX118" fmla="*/ 1743075 w 2543175"/>
                <a:gd name="connsiteY118" fmla="*/ 1283494 h 1890712"/>
                <a:gd name="connsiteX119" fmla="*/ 1754982 w 2543175"/>
                <a:gd name="connsiteY119" fmla="*/ 1290637 h 1890712"/>
                <a:gd name="connsiteX120" fmla="*/ 1766888 w 2543175"/>
                <a:gd name="connsiteY120" fmla="*/ 1300162 h 1890712"/>
                <a:gd name="connsiteX121" fmla="*/ 1783557 w 2543175"/>
                <a:gd name="connsiteY121" fmla="*/ 1307306 h 1890712"/>
                <a:gd name="connsiteX122" fmla="*/ 1790700 w 2543175"/>
                <a:gd name="connsiteY122" fmla="*/ 1312069 h 1890712"/>
                <a:gd name="connsiteX123" fmla="*/ 1800225 w 2543175"/>
                <a:gd name="connsiteY123" fmla="*/ 1319212 h 1890712"/>
                <a:gd name="connsiteX124" fmla="*/ 1807369 w 2543175"/>
                <a:gd name="connsiteY124" fmla="*/ 1321594 h 1890712"/>
                <a:gd name="connsiteX125" fmla="*/ 1824038 w 2543175"/>
                <a:gd name="connsiteY125" fmla="*/ 1333500 h 1890712"/>
                <a:gd name="connsiteX126" fmla="*/ 1843088 w 2543175"/>
                <a:gd name="connsiteY126" fmla="*/ 1352550 h 1890712"/>
                <a:gd name="connsiteX127" fmla="*/ 1852613 w 2543175"/>
                <a:gd name="connsiteY127" fmla="*/ 1359694 h 1890712"/>
                <a:gd name="connsiteX128" fmla="*/ 1859757 w 2543175"/>
                <a:gd name="connsiteY128" fmla="*/ 1366837 h 1890712"/>
                <a:gd name="connsiteX129" fmla="*/ 1869282 w 2543175"/>
                <a:gd name="connsiteY129" fmla="*/ 1371600 h 1890712"/>
                <a:gd name="connsiteX130" fmla="*/ 1883569 w 2543175"/>
                <a:gd name="connsiteY130" fmla="*/ 1388269 h 1890712"/>
                <a:gd name="connsiteX131" fmla="*/ 1893094 w 2543175"/>
                <a:gd name="connsiteY131" fmla="*/ 1395412 h 1890712"/>
                <a:gd name="connsiteX132" fmla="*/ 1902619 w 2543175"/>
                <a:gd name="connsiteY132" fmla="*/ 1404937 h 1890712"/>
                <a:gd name="connsiteX133" fmla="*/ 1912144 w 2543175"/>
                <a:gd name="connsiteY133" fmla="*/ 1409700 h 1890712"/>
                <a:gd name="connsiteX134" fmla="*/ 1931194 w 2543175"/>
                <a:gd name="connsiteY134" fmla="*/ 1421606 h 1890712"/>
                <a:gd name="connsiteX135" fmla="*/ 1935957 w 2543175"/>
                <a:gd name="connsiteY135" fmla="*/ 1428750 h 1890712"/>
                <a:gd name="connsiteX136" fmla="*/ 1952625 w 2543175"/>
                <a:gd name="connsiteY136" fmla="*/ 1438275 h 1890712"/>
                <a:gd name="connsiteX137" fmla="*/ 1971675 w 2543175"/>
                <a:gd name="connsiteY137" fmla="*/ 1450181 h 1890712"/>
                <a:gd name="connsiteX138" fmla="*/ 1981200 w 2543175"/>
                <a:gd name="connsiteY138" fmla="*/ 1454944 h 1890712"/>
                <a:gd name="connsiteX139" fmla="*/ 1997869 w 2543175"/>
                <a:gd name="connsiteY139" fmla="*/ 1471612 h 1890712"/>
                <a:gd name="connsiteX140" fmla="*/ 2007394 w 2543175"/>
                <a:gd name="connsiteY140" fmla="*/ 1478756 h 1890712"/>
                <a:gd name="connsiteX141" fmla="*/ 2016919 w 2543175"/>
                <a:gd name="connsiteY141" fmla="*/ 1483519 h 1890712"/>
                <a:gd name="connsiteX142" fmla="*/ 2024063 w 2543175"/>
                <a:gd name="connsiteY142" fmla="*/ 1490662 h 1890712"/>
                <a:gd name="connsiteX143" fmla="*/ 2033588 w 2543175"/>
                <a:gd name="connsiteY143" fmla="*/ 1495425 h 1890712"/>
                <a:gd name="connsiteX144" fmla="*/ 2040732 w 2543175"/>
                <a:gd name="connsiteY144" fmla="*/ 1502569 h 1890712"/>
                <a:gd name="connsiteX145" fmla="*/ 2047875 w 2543175"/>
                <a:gd name="connsiteY145" fmla="*/ 1507331 h 1890712"/>
                <a:gd name="connsiteX146" fmla="*/ 2057400 w 2543175"/>
                <a:gd name="connsiteY146" fmla="*/ 1514475 h 1890712"/>
                <a:gd name="connsiteX147" fmla="*/ 2064544 w 2543175"/>
                <a:gd name="connsiteY147" fmla="*/ 1519237 h 1890712"/>
                <a:gd name="connsiteX148" fmla="*/ 2071688 w 2543175"/>
                <a:gd name="connsiteY148" fmla="*/ 1526381 h 1890712"/>
                <a:gd name="connsiteX149" fmla="*/ 2081213 w 2543175"/>
                <a:gd name="connsiteY149" fmla="*/ 1531144 h 1890712"/>
                <a:gd name="connsiteX150" fmla="*/ 2090738 w 2543175"/>
                <a:gd name="connsiteY150" fmla="*/ 1538287 h 1890712"/>
                <a:gd name="connsiteX151" fmla="*/ 2109788 w 2543175"/>
                <a:gd name="connsiteY151" fmla="*/ 1547812 h 1890712"/>
                <a:gd name="connsiteX152" fmla="*/ 2131219 w 2543175"/>
                <a:gd name="connsiteY152" fmla="*/ 1562100 h 1890712"/>
                <a:gd name="connsiteX153" fmla="*/ 2140744 w 2543175"/>
                <a:gd name="connsiteY153" fmla="*/ 1566862 h 1890712"/>
                <a:gd name="connsiteX154" fmla="*/ 2152650 w 2543175"/>
                <a:gd name="connsiteY154" fmla="*/ 1576387 h 1890712"/>
                <a:gd name="connsiteX155" fmla="*/ 2181225 w 2543175"/>
                <a:gd name="connsiteY155" fmla="*/ 1590675 h 1890712"/>
                <a:gd name="connsiteX156" fmla="*/ 2200275 w 2543175"/>
                <a:gd name="connsiteY156" fmla="*/ 1607344 h 1890712"/>
                <a:gd name="connsiteX157" fmla="*/ 2207419 w 2543175"/>
                <a:gd name="connsiteY157" fmla="*/ 1612106 h 1890712"/>
                <a:gd name="connsiteX158" fmla="*/ 2216944 w 2543175"/>
                <a:gd name="connsiteY158" fmla="*/ 1619250 h 1890712"/>
                <a:gd name="connsiteX159" fmla="*/ 2224088 w 2543175"/>
                <a:gd name="connsiteY159" fmla="*/ 1624012 h 1890712"/>
                <a:gd name="connsiteX160" fmla="*/ 2247900 w 2543175"/>
                <a:gd name="connsiteY160" fmla="*/ 1643062 h 1890712"/>
                <a:gd name="connsiteX161" fmla="*/ 2255044 w 2543175"/>
                <a:gd name="connsiteY161" fmla="*/ 1650206 h 1890712"/>
                <a:gd name="connsiteX162" fmla="*/ 2281238 w 2543175"/>
                <a:gd name="connsiteY162" fmla="*/ 1664494 h 1890712"/>
                <a:gd name="connsiteX163" fmla="*/ 2297907 w 2543175"/>
                <a:gd name="connsiteY163" fmla="*/ 1674019 h 1890712"/>
                <a:gd name="connsiteX164" fmla="*/ 2312194 w 2543175"/>
                <a:gd name="connsiteY164" fmla="*/ 1685925 h 1890712"/>
                <a:gd name="connsiteX165" fmla="*/ 2328863 w 2543175"/>
                <a:gd name="connsiteY165" fmla="*/ 1697831 h 1890712"/>
                <a:gd name="connsiteX166" fmla="*/ 2350294 w 2543175"/>
                <a:gd name="connsiteY166" fmla="*/ 1712119 h 1890712"/>
                <a:gd name="connsiteX167" fmla="*/ 2369344 w 2543175"/>
                <a:gd name="connsiteY167" fmla="*/ 1724025 h 1890712"/>
                <a:gd name="connsiteX168" fmla="*/ 2428876 w 2543175"/>
                <a:gd name="connsiteY168" fmla="*/ 1785938 h 1890712"/>
                <a:gd name="connsiteX169" fmla="*/ 2466975 w 2543175"/>
                <a:gd name="connsiteY169" fmla="*/ 1783556 h 1890712"/>
                <a:gd name="connsiteX170" fmla="*/ 2481263 w 2543175"/>
                <a:gd name="connsiteY170" fmla="*/ 1795462 h 1890712"/>
                <a:gd name="connsiteX171" fmla="*/ 2486025 w 2543175"/>
                <a:gd name="connsiteY171" fmla="*/ 1802606 h 1890712"/>
                <a:gd name="connsiteX172" fmla="*/ 2514600 w 2543175"/>
                <a:gd name="connsiteY172" fmla="*/ 1850231 h 1890712"/>
                <a:gd name="connsiteX173" fmla="*/ 2519363 w 2543175"/>
                <a:gd name="connsiteY173" fmla="*/ 1857375 h 1890712"/>
                <a:gd name="connsiteX174" fmla="*/ 2540794 w 2543175"/>
                <a:gd name="connsiteY174" fmla="*/ 1883569 h 1890712"/>
                <a:gd name="connsiteX175" fmla="*/ 2543175 w 2543175"/>
                <a:gd name="connsiteY175" fmla="*/ 1890712 h 1890712"/>
                <a:gd name="connsiteX0" fmla="*/ 0 w 2543175"/>
                <a:gd name="connsiteY0" fmla="*/ 0 h 1890712"/>
                <a:gd name="connsiteX1" fmla="*/ 11907 w 2543175"/>
                <a:gd name="connsiteY1" fmla="*/ 11906 h 1890712"/>
                <a:gd name="connsiteX2" fmla="*/ 21432 w 2543175"/>
                <a:gd name="connsiteY2" fmla="*/ 16669 h 1890712"/>
                <a:gd name="connsiteX3" fmla="*/ 23813 w 2543175"/>
                <a:gd name="connsiteY3" fmla="*/ 23812 h 1890712"/>
                <a:gd name="connsiteX4" fmla="*/ 33338 w 2543175"/>
                <a:gd name="connsiteY4" fmla="*/ 33337 h 1890712"/>
                <a:gd name="connsiteX5" fmla="*/ 40482 w 2543175"/>
                <a:gd name="connsiteY5" fmla="*/ 42862 h 1890712"/>
                <a:gd name="connsiteX6" fmla="*/ 47625 w 2543175"/>
                <a:gd name="connsiteY6" fmla="*/ 47625 h 1890712"/>
                <a:gd name="connsiteX7" fmla="*/ 57150 w 2543175"/>
                <a:gd name="connsiteY7" fmla="*/ 54769 h 1890712"/>
                <a:gd name="connsiteX8" fmla="*/ 64294 w 2543175"/>
                <a:gd name="connsiteY8" fmla="*/ 59531 h 1890712"/>
                <a:gd name="connsiteX9" fmla="*/ 83344 w 2543175"/>
                <a:gd name="connsiteY9" fmla="*/ 73819 h 1890712"/>
                <a:gd name="connsiteX10" fmla="*/ 97632 w 2543175"/>
                <a:gd name="connsiteY10" fmla="*/ 80962 h 1890712"/>
                <a:gd name="connsiteX11" fmla="*/ 104775 w 2543175"/>
                <a:gd name="connsiteY11" fmla="*/ 85725 h 1890712"/>
                <a:gd name="connsiteX12" fmla="*/ 114300 w 2543175"/>
                <a:gd name="connsiteY12" fmla="*/ 95250 h 1890712"/>
                <a:gd name="connsiteX13" fmla="*/ 123825 w 2543175"/>
                <a:gd name="connsiteY13" fmla="*/ 97631 h 1890712"/>
                <a:gd name="connsiteX14" fmla="*/ 130969 w 2543175"/>
                <a:gd name="connsiteY14" fmla="*/ 104775 h 1890712"/>
                <a:gd name="connsiteX15" fmla="*/ 140494 w 2543175"/>
                <a:gd name="connsiteY15" fmla="*/ 111919 h 1890712"/>
                <a:gd name="connsiteX16" fmla="*/ 147638 w 2543175"/>
                <a:gd name="connsiteY16" fmla="*/ 116681 h 1890712"/>
                <a:gd name="connsiteX17" fmla="*/ 164307 w 2543175"/>
                <a:gd name="connsiteY17" fmla="*/ 128587 h 1890712"/>
                <a:gd name="connsiteX18" fmla="*/ 180975 w 2543175"/>
                <a:gd name="connsiteY18" fmla="*/ 140494 h 1890712"/>
                <a:gd name="connsiteX19" fmla="*/ 197644 w 2543175"/>
                <a:gd name="connsiteY19" fmla="*/ 152400 h 1890712"/>
                <a:gd name="connsiteX20" fmla="*/ 204788 w 2543175"/>
                <a:gd name="connsiteY20" fmla="*/ 157162 h 1890712"/>
                <a:gd name="connsiteX21" fmla="*/ 214313 w 2543175"/>
                <a:gd name="connsiteY21" fmla="*/ 164306 h 1890712"/>
                <a:gd name="connsiteX22" fmla="*/ 230982 w 2543175"/>
                <a:gd name="connsiteY22" fmla="*/ 180975 h 1890712"/>
                <a:gd name="connsiteX23" fmla="*/ 247650 w 2543175"/>
                <a:gd name="connsiteY23" fmla="*/ 185737 h 1890712"/>
                <a:gd name="connsiteX24" fmla="*/ 302419 w 2543175"/>
                <a:gd name="connsiteY24" fmla="*/ 204787 h 1890712"/>
                <a:gd name="connsiteX25" fmla="*/ 333375 w 2543175"/>
                <a:gd name="connsiteY25" fmla="*/ 228600 h 1890712"/>
                <a:gd name="connsiteX26" fmla="*/ 340519 w 2543175"/>
                <a:gd name="connsiteY26" fmla="*/ 233362 h 1890712"/>
                <a:gd name="connsiteX27" fmla="*/ 354807 w 2543175"/>
                <a:gd name="connsiteY27" fmla="*/ 247650 h 1890712"/>
                <a:gd name="connsiteX28" fmla="*/ 366713 w 2543175"/>
                <a:gd name="connsiteY28" fmla="*/ 264319 h 1890712"/>
                <a:gd name="connsiteX29" fmla="*/ 371475 w 2543175"/>
                <a:gd name="connsiteY29" fmla="*/ 271462 h 1890712"/>
                <a:gd name="connsiteX30" fmla="*/ 378619 w 2543175"/>
                <a:gd name="connsiteY30" fmla="*/ 276225 h 1890712"/>
                <a:gd name="connsiteX31" fmla="*/ 385763 w 2543175"/>
                <a:gd name="connsiteY31" fmla="*/ 283369 h 1890712"/>
                <a:gd name="connsiteX32" fmla="*/ 395288 w 2543175"/>
                <a:gd name="connsiteY32" fmla="*/ 288131 h 1890712"/>
                <a:gd name="connsiteX33" fmla="*/ 404813 w 2543175"/>
                <a:gd name="connsiteY33" fmla="*/ 295275 h 1890712"/>
                <a:gd name="connsiteX34" fmla="*/ 411957 w 2543175"/>
                <a:gd name="connsiteY34" fmla="*/ 297656 h 1890712"/>
                <a:gd name="connsiteX35" fmla="*/ 421482 w 2543175"/>
                <a:gd name="connsiteY35" fmla="*/ 302419 h 1890712"/>
                <a:gd name="connsiteX36" fmla="*/ 466725 w 2543175"/>
                <a:gd name="connsiteY36" fmla="*/ 328612 h 1890712"/>
                <a:gd name="connsiteX37" fmla="*/ 476250 w 2543175"/>
                <a:gd name="connsiteY37" fmla="*/ 335756 h 1890712"/>
                <a:gd name="connsiteX38" fmla="*/ 481013 w 2543175"/>
                <a:gd name="connsiteY38" fmla="*/ 342900 h 1890712"/>
                <a:gd name="connsiteX39" fmla="*/ 490538 w 2543175"/>
                <a:gd name="connsiteY39" fmla="*/ 352425 h 1890712"/>
                <a:gd name="connsiteX40" fmla="*/ 495300 w 2543175"/>
                <a:gd name="connsiteY40" fmla="*/ 359569 h 1890712"/>
                <a:gd name="connsiteX41" fmla="*/ 509588 w 2543175"/>
                <a:gd name="connsiteY41" fmla="*/ 376237 h 1890712"/>
                <a:gd name="connsiteX42" fmla="*/ 514350 w 2543175"/>
                <a:gd name="connsiteY42" fmla="*/ 383381 h 1890712"/>
                <a:gd name="connsiteX43" fmla="*/ 531019 w 2543175"/>
                <a:gd name="connsiteY43" fmla="*/ 397669 h 1890712"/>
                <a:gd name="connsiteX44" fmla="*/ 538163 w 2543175"/>
                <a:gd name="connsiteY44" fmla="*/ 407194 h 1890712"/>
                <a:gd name="connsiteX45" fmla="*/ 554832 w 2543175"/>
                <a:gd name="connsiteY45" fmla="*/ 421481 h 1890712"/>
                <a:gd name="connsiteX46" fmla="*/ 564357 w 2543175"/>
                <a:gd name="connsiteY46" fmla="*/ 431006 h 1890712"/>
                <a:gd name="connsiteX47" fmla="*/ 573882 w 2543175"/>
                <a:gd name="connsiteY47" fmla="*/ 438150 h 1890712"/>
                <a:gd name="connsiteX48" fmla="*/ 595313 w 2543175"/>
                <a:gd name="connsiteY48" fmla="*/ 454819 h 1890712"/>
                <a:gd name="connsiteX49" fmla="*/ 602457 w 2543175"/>
                <a:gd name="connsiteY49" fmla="*/ 457200 h 1890712"/>
                <a:gd name="connsiteX50" fmla="*/ 628650 w 2543175"/>
                <a:gd name="connsiteY50" fmla="*/ 469106 h 1890712"/>
                <a:gd name="connsiteX51" fmla="*/ 645319 w 2543175"/>
                <a:gd name="connsiteY51" fmla="*/ 483394 h 1890712"/>
                <a:gd name="connsiteX52" fmla="*/ 654844 w 2543175"/>
                <a:gd name="connsiteY52" fmla="*/ 488156 h 1890712"/>
                <a:gd name="connsiteX53" fmla="*/ 661988 w 2543175"/>
                <a:gd name="connsiteY53" fmla="*/ 497681 h 1890712"/>
                <a:gd name="connsiteX54" fmla="*/ 683419 w 2543175"/>
                <a:gd name="connsiteY54" fmla="*/ 514350 h 1890712"/>
                <a:gd name="connsiteX55" fmla="*/ 700088 w 2543175"/>
                <a:gd name="connsiteY55" fmla="*/ 526256 h 1890712"/>
                <a:gd name="connsiteX56" fmla="*/ 709613 w 2543175"/>
                <a:gd name="connsiteY56" fmla="*/ 535781 h 1890712"/>
                <a:gd name="connsiteX57" fmla="*/ 719138 w 2543175"/>
                <a:gd name="connsiteY57" fmla="*/ 542925 h 1890712"/>
                <a:gd name="connsiteX58" fmla="*/ 733425 w 2543175"/>
                <a:gd name="connsiteY58" fmla="*/ 557212 h 1890712"/>
                <a:gd name="connsiteX59" fmla="*/ 750094 w 2543175"/>
                <a:gd name="connsiteY59" fmla="*/ 569119 h 1890712"/>
                <a:gd name="connsiteX60" fmla="*/ 769144 w 2543175"/>
                <a:gd name="connsiteY60" fmla="*/ 581025 h 1890712"/>
                <a:gd name="connsiteX61" fmla="*/ 785813 w 2543175"/>
                <a:gd name="connsiteY61" fmla="*/ 590550 h 1890712"/>
                <a:gd name="connsiteX62" fmla="*/ 792957 w 2543175"/>
                <a:gd name="connsiteY62" fmla="*/ 600075 h 1890712"/>
                <a:gd name="connsiteX63" fmla="*/ 809625 w 2543175"/>
                <a:gd name="connsiteY63" fmla="*/ 611981 h 1890712"/>
                <a:gd name="connsiteX64" fmla="*/ 816769 w 2543175"/>
                <a:gd name="connsiteY64" fmla="*/ 619125 h 1890712"/>
                <a:gd name="connsiteX65" fmla="*/ 826294 w 2543175"/>
                <a:gd name="connsiteY65" fmla="*/ 626269 h 1890712"/>
                <a:gd name="connsiteX66" fmla="*/ 840582 w 2543175"/>
                <a:gd name="connsiteY66" fmla="*/ 638175 h 1890712"/>
                <a:gd name="connsiteX67" fmla="*/ 847725 w 2543175"/>
                <a:gd name="connsiteY67" fmla="*/ 645319 h 1890712"/>
                <a:gd name="connsiteX68" fmla="*/ 857250 w 2543175"/>
                <a:gd name="connsiteY68" fmla="*/ 652462 h 1890712"/>
                <a:gd name="connsiteX69" fmla="*/ 864394 w 2543175"/>
                <a:gd name="connsiteY69" fmla="*/ 657225 h 1890712"/>
                <a:gd name="connsiteX70" fmla="*/ 888207 w 2543175"/>
                <a:gd name="connsiteY70" fmla="*/ 676275 h 1890712"/>
                <a:gd name="connsiteX71" fmla="*/ 895350 w 2543175"/>
                <a:gd name="connsiteY71" fmla="*/ 681037 h 1890712"/>
                <a:gd name="connsiteX72" fmla="*/ 907257 w 2543175"/>
                <a:gd name="connsiteY72" fmla="*/ 683419 h 1890712"/>
                <a:gd name="connsiteX73" fmla="*/ 928688 w 2543175"/>
                <a:gd name="connsiteY73" fmla="*/ 695325 h 1890712"/>
                <a:gd name="connsiteX74" fmla="*/ 942975 w 2543175"/>
                <a:gd name="connsiteY74" fmla="*/ 700087 h 1890712"/>
                <a:gd name="connsiteX75" fmla="*/ 964407 w 2543175"/>
                <a:gd name="connsiteY75" fmla="*/ 716756 h 1890712"/>
                <a:gd name="connsiteX76" fmla="*/ 971550 w 2543175"/>
                <a:gd name="connsiteY76" fmla="*/ 723900 h 1890712"/>
                <a:gd name="connsiteX77" fmla="*/ 983457 w 2543175"/>
                <a:gd name="connsiteY77" fmla="*/ 733425 h 1890712"/>
                <a:gd name="connsiteX78" fmla="*/ 990600 w 2543175"/>
                <a:gd name="connsiteY78" fmla="*/ 738187 h 1890712"/>
                <a:gd name="connsiteX79" fmla="*/ 1007269 w 2543175"/>
                <a:gd name="connsiteY79" fmla="*/ 752475 h 1890712"/>
                <a:gd name="connsiteX80" fmla="*/ 1031082 w 2543175"/>
                <a:gd name="connsiteY80" fmla="*/ 766762 h 1890712"/>
                <a:gd name="connsiteX81" fmla="*/ 1042988 w 2543175"/>
                <a:gd name="connsiteY81" fmla="*/ 773906 h 1890712"/>
                <a:gd name="connsiteX82" fmla="*/ 1071563 w 2543175"/>
                <a:gd name="connsiteY82" fmla="*/ 785812 h 1890712"/>
                <a:gd name="connsiteX83" fmla="*/ 1097757 w 2543175"/>
                <a:gd name="connsiteY83" fmla="*/ 807244 h 1890712"/>
                <a:gd name="connsiteX84" fmla="*/ 1104900 w 2543175"/>
                <a:gd name="connsiteY84" fmla="*/ 814387 h 1890712"/>
                <a:gd name="connsiteX85" fmla="*/ 1121569 w 2543175"/>
                <a:gd name="connsiteY85" fmla="*/ 823912 h 1890712"/>
                <a:gd name="connsiteX86" fmla="*/ 1138238 w 2543175"/>
                <a:gd name="connsiteY86" fmla="*/ 835819 h 1890712"/>
                <a:gd name="connsiteX87" fmla="*/ 1147763 w 2543175"/>
                <a:gd name="connsiteY87" fmla="*/ 842962 h 1890712"/>
                <a:gd name="connsiteX88" fmla="*/ 1157288 w 2543175"/>
                <a:gd name="connsiteY88" fmla="*/ 847725 h 1890712"/>
                <a:gd name="connsiteX89" fmla="*/ 1178719 w 2543175"/>
                <a:gd name="connsiteY89" fmla="*/ 859631 h 1890712"/>
                <a:gd name="connsiteX90" fmla="*/ 1188244 w 2543175"/>
                <a:gd name="connsiteY90" fmla="*/ 866775 h 1890712"/>
                <a:gd name="connsiteX91" fmla="*/ 1195388 w 2543175"/>
                <a:gd name="connsiteY91" fmla="*/ 871537 h 1890712"/>
                <a:gd name="connsiteX92" fmla="*/ 1212057 w 2543175"/>
                <a:gd name="connsiteY92" fmla="*/ 883444 h 1890712"/>
                <a:gd name="connsiteX93" fmla="*/ 1226344 w 2543175"/>
                <a:gd name="connsiteY93" fmla="*/ 895350 h 1890712"/>
                <a:gd name="connsiteX94" fmla="*/ 1245394 w 2543175"/>
                <a:gd name="connsiteY94" fmla="*/ 907256 h 1890712"/>
                <a:gd name="connsiteX95" fmla="*/ 1254919 w 2543175"/>
                <a:gd name="connsiteY95" fmla="*/ 914400 h 1890712"/>
                <a:gd name="connsiteX96" fmla="*/ 1269207 w 2543175"/>
                <a:gd name="connsiteY96" fmla="*/ 921544 h 1890712"/>
                <a:gd name="connsiteX97" fmla="*/ 1290638 w 2543175"/>
                <a:gd name="connsiteY97" fmla="*/ 935831 h 1890712"/>
                <a:gd name="connsiteX98" fmla="*/ 1307307 w 2543175"/>
                <a:gd name="connsiteY98" fmla="*/ 952500 h 1890712"/>
                <a:gd name="connsiteX99" fmla="*/ 1333500 w 2543175"/>
                <a:gd name="connsiteY99" fmla="*/ 971550 h 1890712"/>
                <a:gd name="connsiteX100" fmla="*/ 1359694 w 2543175"/>
                <a:gd name="connsiteY100" fmla="*/ 990600 h 1890712"/>
                <a:gd name="connsiteX101" fmla="*/ 1373982 w 2543175"/>
                <a:gd name="connsiteY101" fmla="*/ 997744 h 1890712"/>
                <a:gd name="connsiteX102" fmla="*/ 1388269 w 2543175"/>
                <a:gd name="connsiteY102" fmla="*/ 1007269 h 1890712"/>
                <a:gd name="connsiteX103" fmla="*/ 1414463 w 2543175"/>
                <a:gd name="connsiteY103" fmla="*/ 1019175 h 1890712"/>
                <a:gd name="connsiteX104" fmla="*/ 1428750 w 2543175"/>
                <a:gd name="connsiteY104" fmla="*/ 1026319 h 1890712"/>
                <a:gd name="connsiteX105" fmla="*/ 1471613 w 2543175"/>
                <a:gd name="connsiteY105" fmla="*/ 1059656 h 1890712"/>
                <a:gd name="connsiteX106" fmla="*/ 1495425 w 2543175"/>
                <a:gd name="connsiteY106" fmla="*/ 1088231 h 1890712"/>
                <a:gd name="connsiteX107" fmla="*/ 1547812 w 2543175"/>
                <a:gd name="connsiteY107" fmla="*/ 1133475 h 1890712"/>
                <a:gd name="connsiteX108" fmla="*/ 1597819 w 2543175"/>
                <a:gd name="connsiteY108" fmla="*/ 1154906 h 1890712"/>
                <a:gd name="connsiteX109" fmla="*/ 1604963 w 2543175"/>
                <a:gd name="connsiteY109" fmla="*/ 1162050 h 1890712"/>
                <a:gd name="connsiteX110" fmla="*/ 1612107 w 2543175"/>
                <a:gd name="connsiteY110" fmla="*/ 1166812 h 1890712"/>
                <a:gd name="connsiteX111" fmla="*/ 1628775 w 2543175"/>
                <a:gd name="connsiteY111" fmla="*/ 1183481 h 1890712"/>
                <a:gd name="connsiteX112" fmla="*/ 1662113 w 2543175"/>
                <a:gd name="connsiteY112" fmla="*/ 1209675 h 1890712"/>
                <a:gd name="connsiteX113" fmla="*/ 1678782 w 2543175"/>
                <a:gd name="connsiteY113" fmla="*/ 1226344 h 1890712"/>
                <a:gd name="connsiteX114" fmla="*/ 1700213 w 2543175"/>
                <a:gd name="connsiteY114" fmla="*/ 1247775 h 1890712"/>
                <a:gd name="connsiteX115" fmla="*/ 1712119 w 2543175"/>
                <a:gd name="connsiteY115" fmla="*/ 1259681 h 1890712"/>
                <a:gd name="connsiteX116" fmla="*/ 1733550 w 2543175"/>
                <a:gd name="connsiteY116" fmla="*/ 1273969 h 1890712"/>
                <a:gd name="connsiteX117" fmla="*/ 1743075 w 2543175"/>
                <a:gd name="connsiteY117" fmla="*/ 1283494 h 1890712"/>
                <a:gd name="connsiteX118" fmla="*/ 1754982 w 2543175"/>
                <a:gd name="connsiteY118" fmla="*/ 1290637 h 1890712"/>
                <a:gd name="connsiteX119" fmla="*/ 1766888 w 2543175"/>
                <a:gd name="connsiteY119" fmla="*/ 1300162 h 1890712"/>
                <a:gd name="connsiteX120" fmla="*/ 1783557 w 2543175"/>
                <a:gd name="connsiteY120" fmla="*/ 1307306 h 1890712"/>
                <a:gd name="connsiteX121" fmla="*/ 1790700 w 2543175"/>
                <a:gd name="connsiteY121" fmla="*/ 1312069 h 1890712"/>
                <a:gd name="connsiteX122" fmla="*/ 1800225 w 2543175"/>
                <a:gd name="connsiteY122" fmla="*/ 1319212 h 1890712"/>
                <a:gd name="connsiteX123" fmla="*/ 1807369 w 2543175"/>
                <a:gd name="connsiteY123" fmla="*/ 1321594 h 1890712"/>
                <a:gd name="connsiteX124" fmla="*/ 1824038 w 2543175"/>
                <a:gd name="connsiteY124" fmla="*/ 1333500 h 1890712"/>
                <a:gd name="connsiteX125" fmla="*/ 1843088 w 2543175"/>
                <a:gd name="connsiteY125" fmla="*/ 1352550 h 1890712"/>
                <a:gd name="connsiteX126" fmla="*/ 1852613 w 2543175"/>
                <a:gd name="connsiteY126" fmla="*/ 1359694 h 1890712"/>
                <a:gd name="connsiteX127" fmla="*/ 1859757 w 2543175"/>
                <a:gd name="connsiteY127" fmla="*/ 1366837 h 1890712"/>
                <a:gd name="connsiteX128" fmla="*/ 1869282 w 2543175"/>
                <a:gd name="connsiteY128" fmla="*/ 1371600 h 1890712"/>
                <a:gd name="connsiteX129" fmla="*/ 1883569 w 2543175"/>
                <a:gd name="connsiteY129" fmla="*/ 1388269 h 1890712"/>
                <a:gd name="connsiteX130" fmla="*/ 1893094 w 2543175"/>
                <a:gd name="connsiteY130" fmla="*/ 1395412 h 1890712"/>
                <a:gd name="connsiteX131" fmla="*/ 1902619 w 2543175"/>
                <a:gd name="connsiteY131" fmla="*/ 1404937 h 1890712"/>
                <a:gd name="connsiteX132" fmla="*/ 1912144 w 2543175"/>
                <a:gd name="connsiteY132" fmla="*/ 1409700 h 1890712"/>
                <a:gd name="connsiteX133" fmla="*/ 1931194 w 2543175"/>
                <a:gd name="connsiteY133" fmla="*/ 1421606 h 1890712"/>
                <a:gd name="connsiteX134" fmla="*/ 1935957 w 2543175"/>
                <a:gd name="connsiteY134" fmla="*/ 1428750 h 1890712"/>
                <a:gd name="connsiteX135" fmla="*/ 1952625 w 2543175"/>
                <a:gd name="connsiteY135" fmla="*/ 1438275 h 1890712"/>
                <a:gd name="connsiteX136" fmla="*/ 1971675 w 2543175"/>
                <a:gd name="connsiteY136" fmla="*/ 1450181 h 1890712"/>
                <a:gd name="connsiteX137" fmla="*/ 1981200 w 2543175"/>
                <a:gd name="connsiteY137" fmla="*/ 1454944 h 1890712"/>
                <a:gd name="connsiteX138" fmla="*/ 1997869 w 2543175"/>
                <a:gd name="connsiteY138" fmla="*/ 1471612 h 1890712"/>
                <a:gd name="connsiteX139" fmla="*/ 2007394 w 2543175"/>
                <a:gd name="connsiteY139" fmla="*/ 1478756 h 1890712"/>
                <a:gd name="connsiteX140" fmla="*/ 2016919 w 2543175"/>
                <a:gd name="connsiteY140" fmla="*/ 1483519 h 1890712"/>
                <a:gd name="connsiteX141" fmla="*/ 2024063 w 2543175"/>
                <a:gd name="connsiteY141" fmla="*/ 1490662 h 1890712"/>
                <a:gd name="connsiteX142" fmla="*/ 2033588 w 2543175"/>
                <a:gd name="connsiteY142" fmla="*/ 1495425 h 1890712"/>
                <a:gd name="connsiteX143" fmla="*/ 2040732 w 2543175"/>
                <a:gd name="connsiteY143" fmla="*/ 1502569 h 1890712"/>
                <a:gd name="connsiteX144" fmla="*/ 2047875 w 2543175"/>
                <a:gd name="connsiteY144" fmla="*/ 1507331 h 1890712"/>
                <a:gd name="connsiteX145" fmla="*/ 2057400 w 2543175"/>
                <a:gd name="connsiteY145" fmla="*/ 1514475 h 1890712"/>
                <a:gd name="connsiteX146" fmla="*/ 2064544 w 2543175"/>
                <a:gd name="connsiteY146" fmla="*/ 1519237 h 1890712"/>
                <a:gd name="connsiteX147" fmla="*/ 2071688 w 2543175"/>
                <a:gd name="connsiteY147" fmla="*/ 1526381 h 1890712"/>
                <a:gd name="connsiteX148" fmla="*/ 2081213 w 2543175"/>
                <a:gd name="connsiteY148" fmla="*/ 1531144 h 1890712"/>
                <a:gd name="connsiteX149" fmla="*/ 2090738 w 2543175"/>
                <a:gd name="connsiteY149" fmla="*/ 1538287 h 1890712"/>
                <a:gd name="connsiteX150" fmla="*/ 2109788 w 2543175"/>
                <a:gd name="connsiteY150" fmla="*/ 1547812 h 1890712"/>
                <a:gd name="connsiteX151" fmla="*/ 2131219 w 2543175"/>
                <a:gd name="connsiteY151" fmla="*/ 1562100 h 1890712"/>
                <a:gd name="connsiteX152" fmla="*/ 2140744 w 2543175"/>
                <a:gd name="connsiteY152" fmla="*/ 1566862 h 1890712"/>
                <a:gd name="connsiteX153" fmla="*/ 2152650 w 2543175"/>
                <a:gd name="connsiteY153" fmla="*/ 1576387 h 1890712"/>
                <a:gd name="connsiteX154" fmla="*/ 2181225 w 2543175"/>
                <a:gd name="connsiteY154" fmla="*/ 1590675 h 1890712"/>
                <a:gd name="connsiteX155" fmla="*/ 2200275 w 2543175"/>
                <a:gd name="connsiteY155" fmla="*/ 1607344 h 1890712"/>
                <a:gd name="connsiteX156" fmla="*/ 2207419 w 2543175"/>
                <a:gd name="connsiteY156" fmla="*/ 1612106 h 1890712"/>
                <a:gd name="connsiteX157" fmla="*/ 2216944 w 2543175"/>
                <a:gd name="connsiteY157" fmla="*/ 1619250 h 1890712"/>
                <a:gd name="connsiteX158" fmla="*/ 2224088 w 2543175"/>
                <a:gd name="connsiteY158" fmla="*/ 1624012 h 1890712"/>
                <a:gd name="connsiteX159" fmla="*/ 2247900 w 2543175"/>
                <a:gd name="connsiteY159" fmla="*/ 1643062 h 1890712"/>
                <a:gd name="connsiteX160" fmla="*/ 2255044 w 2543175"/>
                <a:gd name="connsiteY160" fmla="*/ 1650206 h 1890712"/>
                <a:gd name="connsiteX161" fmla="*/ 2281238 w 2543175"/>
                <a:gd name="connsiteY161" fmla="*/ 1664494 h 1890712"/>
                <a:gd name="connsiteX162" fmla="*/ 2297907 w 2543175"/>
                <a:gd name="connsiteY162" fmla="*/ 1674019 h 1890712"/>
                <a:gd name="connsiteX163" fmla="*/ 2312194 w 2543175"/>
                <a:gd name="connsiteY163" fmla="*/ 1685925 h 1890712"/>
                <a:gd name="connsiteX164" fmla="*/ 2328863 w 2543175"/>
                <a:gd name="connsiteY164" fmla="*/ 1697831 h 1890712"/>
                <a:gd name="connsiteX165" fmla="*/ 2350294 w 2543175"/>
                <a:gd name="connsiteY165" fmla="*/ 1712119 h 1890712"/>
                <a:gd name="connsiteX166" fmla="*/ 2369344 w 2543175"/>
                <a:gd name="connsiteY166" fmla="*/ 1724025 h 1890712"/>
                <a:gd name="connsiteX167" fmla="*/ 2428876 w 2543175"/>
                <a:gd name="connsiteY167" fmla="*/ 1785938 h 1890712"/>
                <a:gd name="connsiteX168" fmla="*/ 2466975 w 2543175"/>
                <a:gd name="connsiteY168" fmla="*/ 1783556 h 1890712"/>
                <a:gd name="connsiteX169" fmla="*/ 2481263 w 2543175"/>
                <a:gd name="connsiteY169" fmla="*/ 1795462 h 1890712"/>
                <a:gd name="connsiteX170" fmla="*/ 2486025 w 2543175"/>
                <a:gd name="connsiteY170" fmla="*/ 1802606 h 1890712"/>
                <a:gd name="connsiteX171" fmla="*/ 2514600 w 2543175"/>
                <a:gd name="connsiteY171" fmla="*/ 1850231 h 1890712"/>
                <a:gd name="connsiteX172" fmla="*/ 2519363 w 2543175"/>
                <a:gd name="connsiteY172" fmla="*/ 1857375 h 1890712"/>
                <a:gd name="connsiteX173" fmla="*/ 2540794 w 2543175"/>
                <a:gd name="connsiteY173" fmla="*/ 1883569 h 1890712"/>
                <a:gd name="connsiteX174" fmla="*/ 2543175 w 2543175"/>
                <a:gd name="connsiteY174" fmla="*/ 1890712 h 1890712"/>
                <a:gd name="connsiteX0" fmla="*/ 0 w 2543175"/>
                <a:gd name="connsiteY0" fmla="*/ 0 h 1890712"/>
                <a:gd name="connsiteX1" fmla="*/ 11907 w 2543175"/>
                <a:gd name="connsiteY1" fmla="*/ 11906 h 1890712"/>
                <a:gd name="connsiteX2" fmla="*/ 21432 w 2543175"/>
                <a:gd name="connsiteY2" fmla="*/ 16669 h 1890712"/>
                <a:gd name="connsiteX3" fmla="*/ 23813 w 2543175"/>
                <a:gd name="connsiteY3" fmla="*/ 23812 h 1890712"/>
                <a:gd name="connsiteX4" fmla="*/ 33338 w 2543175"/>
                <a:gd name="connsiteY4" fmla="*/ 33337 h 1890712"/>
                <a:gd name="connsiteX5" fmla="*/ 40482 w 2543175"/>
                <a:gd name="connsiteY5" fmla="*/ 42862 h 1890712"/>
                <a:gd name="connsiteX6" fmla="*/ 47625 w 2543175"/>
                <a:gd name="connsiteY6" fmla="*/ 47625 h 1890712"/>
                <a:gd name="connsiteX7" fmla="*/ 57150 w 2543175"/>
                <a:gd name="connsiteY7" fmla="*/ 54769 h 1890712"/>
                <a:gd name="connsiteX8" fmla="*/ 64294 w 2543175"/>
                <a:gd name="connsiteY8" fmla="*/ 59531 h 1890712"/>
                <a:gd name="connsiteX9" fmla="*/ 83344 w 2543175"/>
                <a:gd name="connsiteY9" fmla="*/ 73819 h 1890712"/>
                <a:gd name="connsiteX10" fmla="*/ 97632 w 2543175"/>
                <a:gd name="connsiteY10" fmla="*/ 80962 h 1890712"/>
                <a:gd name="connsiteX11" fmla="*/ 104775 w 2543175"/>
                <a:gd name="connsiteY11" fmla="*/ 85725 h 1890712"/>
                <a:gd name="connsiteX12" fmla="*/ 114300 w 2543175"/>
                <a:gd name="connsiteY12" fmla="*/ 95250 h 1890712"/>
                <a:gd name="connsiteX13" fmla="*/ 123825 w 2543175"/>
                <a:gd name="connsiteY13" fmla="*/ 97631 h 1890712"/>
                <a:gd name="connsiteX14" fmla="*/ 130969 w 2543175"/>
                <a:gd name="connsiteY14" fmla="*/ 104775 h 1890712"/>
                <a:gd name="connsiteX15" fmla="*/ 140494 w 2543175"/>
                <a:gd name="connsiteY15" fmla="*/ 111919 h 1890712"/>
                <a:gd name="connsiteX16" fmla="*/ 147638 w 2543175"/>
                <a:gd name="connsiteY16" fmla="*/ 116681 h 1890712"/>
                <a:gd name="connsiteX17" fmla="*/ 164307 w 2543175"/>
                <a:gd name="connsiteY17" fmla="*/ 128587 h 1890712"/>
                <a:gd name="connsiteX18" fmla="*/ 180975 w 2543175"/>
                <a:gd name="connsiteY18" fmla="*/ 140494 h 1890712"/>
                <a:gd name="connsiteX19" fmla="*/ 197644 w 2543175"/>
                <a:gd name="connsiteY19" fmla="*/ 152400 h 1890712"/>
                <a:gd name="connsiteX20" fmla="*/ 204788 w 2543175"/>
                <a:gd name="connsiteY20" fmla="*/ 157162 h 1890712"/>
                <a:gd name="connsiteX21" fmla="*/ 214313 w 2543175"/>
                <a:gd name="connsiteY21" fmla="*/ 164306 h 1890712"/>
                <a:gd name="connsiteX22" fmla="*/ 230982 w 2543175"/>
                <a:gd name="connsiteY22" fmla="*/ 180975 h 1890712"/>
                <a:gd name="connsiteX23" fmla="*/ 247650 w 2543175"/>
                <a:gd name="connsiteY23" fmla="*/ 185737 h 1890712"/>
                <a:gd name="connsiteX24" fmla="*/ 302419 w 2543175"/>
                <a:gd name="connsiteY24" fmla="*/ 204787 h 1890712"/>
                <a:gd name="connsiteX25" fmla="*/ 333375 w 2543175"/>
                <a:gd name="connsiteY25" fmla="*/ 228600 h 1890712"/>
                <a:gd name="connsiteX26" fmla="*/ 340519 w 2543175"/>
                <a:gd name="connsiteY26" fmla="*/ 233362 h 1890712"/>
                <a:gd name="connsiteX27" fmla="*/ 354807 w 2543175"/>
                <a:gd name="connsiteY27" fmla="*/ 247650 h 1890712"/>
                <a:gd name="connsiteX28" fmla="*/ 366713 w 2543175"/>
                <a:gd name="connsiteY28" fmla="*/ 264319 h 1890712"/>
                <a:gd name="connsiteX29" fmla="*/ 371475 w 2543175"/>
                <a:gd name="connsiteY29" fmla="*/ 271462 h 1890712"/>
                <a:gd name="connsiteX30" fmla="*/ 378619 w 2543175"/>
                <a:gd name="connsiteY30" fmla="*/ 276225 h 1890712"/>
                <a:gd name="connsiteX31" fmla="*/ 385763 w 2543175"/>
                <a:gd name="connsiteY31" fmla="*/ 283369 h 1890712"/>
                <a:gd name="connsiteX32" fmla="*/ 395288 w 2543175"/>
                <a:gd name="connsiteY32" fmla="*/ 288131 h 1890712"/>
                <a:gd name="connsiteX33" fmla="*/ 404813 w 2543175"/>
                <a:gd name="connsiteY33" fmla="*/ 295275 h 1890712"/>
                <a:gd name="connsiteX34" fmla="*/ 411957 w 2543175"/>
                <a:gd name="connsiteY34" fmla="*/ 297656 h 1890712"/>
                <a:gd name="connsiteX35" fmla="*/ 466725 w 2543175"/>
                <a:gd name="connsiteY35" fmla="*/ 328612 h 1890712"/>
                <a:gd name="connsiteX36" fmla="*/ 476250 w 2543175"/>
                <a:gd name="connsiteY36" fmla="*/ 335756 h 1890712"/>
                <a:gd name="connsiteX37" fmla="*/ 481013 w 2543175"/>
                <a:gd name="connsiteY37" fmla="*/ 342900 h 1890712"/>
                <a:gd name="connsiteX38" fmla="*/ 490538 w 2543175"/>
                <a:gd name="connsiteY38" fmla="*/ 352425 h 1890712"/>
                <a:gd name="connsiteX39" fmla="*/ 495300 w 2543175"/>
                <a:gd name="connsiteY39" fmla="*/ 359569 h 1890712"/>
                <a:gd name="connsiteX40" fmla="*/ 509588 w 2543175"/>
                <a:gd name="connsiteY40" fmla="*/ 376237 h 1890712"/>
                <a:gd name="connsiteX41" fmla="*/ 514350 w 2543175"/>
                <a:gd name="connsiteY41" fmla="*/ 383381 h 1890712"/>
                <a:gd name="connsiteX42" fmla="*/ 531019 w 2543175"/>
                <a:gd name="connsiteY42" fmla="*/ 397669 h 1890712"/>
                <a:gd name="connsiteX43" fmla="*/ 538163 w 2543175"/>
                <a:gd name="connsiteY43" fmla="*/ 407194 h 1890712"/>
                <a:gd name="connsiteX44" fmla="*/ 554832 w 2543175"/>
                <a:gd name="connsiteY44" fmla="*/ 421481 h 1890712"/>
                <a:gd name="connsiteX45" fmla="*/ 564357 w 2543175"/>
                <a:gd name="connsiteY45" fmla="*/ 431006 h 1890712"/>
                <a:gd name="connsiteX46" fmla="*/ 573882 w 2543175"/>
                <a:gd name="connsiteY46" fmla="*/ 438150 h 1890712"/>
                <a:gd name="connsiteX47" fmla="*/ 595313 w 2543175"/>
                <a:gd name="connsiteY47" fmla="*/ 454819 h 1890712"/>
                <a:gd name="connsiteX48" fmla="*/ 602457 w 2543175"/>
                <a:gd name="connsiteY48" fmla="*/ 457200 h 1890712"/>
                <a:gd name="connsiteX49" fmla="*/ 628650 w 2543175"/>
                <a:gd name="connsiteY49" fmla="*/ 469106 h 1890712"/>
                <a:gd name="connsiteX50" fmla="*/ 645319 w 2543175"/>
                <a:gd name="connsiteY50" fmla="*/ 483394 h 1890712"/>
                <a:gd name="connsiteX51" fmla="*/ 654844 w 2543175"/>
                <a:gd name="connsiteY51" fmla="*/ 488156 h 1890712"/>
                <a:gd name="connsiteX52" fmla="*/ 661988 w 2543175"/>
                <a:gd name="connsiteY52" fmla="*/ 497681 h 1890712"/>
                <a:gd name="connsiteX53" fmla="*/ 683419 w 2543175"/>
                <a:gd name="connsiteY53" fmla="*/ 514350 h 1890712"/>
                <a:gd name="connsiteX54" fmla="*/ 700088 w 2543175"/>
                <a:gd name="connsiteY54" fmla="*/ 526256 h 1890712"/>
                <a:gd name="connsiteX55" fmla="*/ 709613 w 2543175"/>
                <a:gd name="connsiteY55" fmla="*/ 535781 h 1890712"/>
                <a:gd name="connsiteX56" fmla="*/ 719138 w 2543175"/>
                <a:gd name="connsiteY56" fmla="*/ 542925 h 1890712"/>
                <a:gd name="connsiteX57" fmla="*/ 733425 w 2543175"/>
                <a:gd name="connsiteY57" fmla="*/ 557212 h 1890712"/>
                <a:gd name="connsiteX58" fmla="*/ 750094 w 2543175"/>
                <a:gd name="connsiteY58" fmla="*/ 569119 h 1890712"/>
                <a:gd name="connsiteX59" fmla="*/ 769144 w 2543175"/>
                <a:gd name="connsiteY59" fmla="*/ 581025 h 1890712"/>
                <a:gd name="connsiteX60" fmla="*/ 785813 w 2543175"/>
                <a:gd name="connsiteY60" fmla="*/ 590550 h 1890712"/>
                <a:gd name="connsiteX61" fmla="*/ 792957 w 2543175"/>
                <a:gd name="connsiteY61" fmla="*/ 600075 h 1890712"/>
                <a:gd name="connsiteX62" fmla="*/ 809625 w 2543175"/>
                <a:gd name="connsiteY62" fmla="*/ 611981 h 1890712"/>
                <a:gd name="connsiteX63" fmla="*/ 816769 w 2543175"/>
                <a:gd name="connsiteY63" fmla="*/ 619125 h 1890712"/>
                <a:gd name="connsiteX64" fmla="*/ 826294 w 2543175"/>
                <a:gd name="connsiteY64" fmla="*/ 626269 h 1890712"/>
                <a:gd name="connsiteX65" fmla="*/ 840582 w 2543175"/>
                <a:gd name="connsiteY65" fmla="*/ 638175 h 1890712"/>
                <a:gd name="connsiteX66" fmla="*/ 847725 w 2543175"/>
                <a:gd name="connsiteY66" fmla="*/ 645319 h 1890712"/>
                <a:gd name="connsiteX67" fmla="*/ 857250 w 2543175"/>
                <a:gd name="connsiteY67" fmla="*/ 652462 h 1890712"/>
                <a:gd name="connsiteX68" fmla="*/ 864394 w 2543175"/>
                <a:gd name="connsiteY68" fmla="*/ 657225 h 1890712"/>
                <a:gd name="connsiteX69" fmla="*/ 888207 w 2543175"/>
                <a:gd name="connsiteY69" fmla="*/ 676275 h 1890712"/>
                <a:gd name="connsiteX70" fmla="*/ 895350 w 2543175"/>
                <a:gd name="connsiteY70" fmla="*/ 681037 h 1890712"/>
                <a:gd name="connsiteX71" fmla="*/ 907257 w 2543175"/>
                <a:gd name="connsiteY71" fmla="*/ 683419 h 1890712"/>
                <a:gd name="connsiteX72" fmla="*/ 928688 w 2543175"/>
                <a:gd name="connsiteY72" fmla="*/ 695325 h 1890712"/>
                <a:gd name="connsiteX73" fmla="*/ 942975 w 2543175"/>
                <a:gd name="connsiteY73" fmla="*/ 700087 h 1890712"/>
                <a:gd name="connsiteX74" fmla="*/ 964407 w 2543175"/>
                <a:gd name="connsiteY74" fmla="*/ 716756 h 1890712"/>
                <a:gd name="connsiteX75" fmla="*/ 971550 w 2543175"/>
                <a:gd name="connsiteY75" fmla="*/ 723900 h 1890712"/>
                <a:gd name="connsiteX76" fmla="*/ 983457 w 2543175"/>
                <a:gd name="connsiteY76" fmla="*/ 733425 h 1890712"/>
                <a:gd name="connsiteX77" fmla="*/ 990600 w 2543175"/>
                <a:gd name="connsiteY77" fmla="*/ 738187 h 1890712"/>
                <a:gd name="connsiteX78" fmla="*/ 1007269 w 2543175"/>
                <a:gd name="connsiteY78" fmla="*/ 752475 h 1890712"/>
                <a:gd name="connsiteX79" fmla="*/ 1031082 w 2543175"/>
                <a:gd name="connsiteY79" fmla="*/ 766762 h 1890712"/>
                <a:gd name="connsiteX80" fmla="*/ 1042988 w 2543175"/>
                <a:gd name="connsiteY80" fmla="*/ 773906 h 1890712"/>
                <a:gd name="connsiteX81" fmla="*/ 1071563 w 2543175"/>
                <a:gd name="connsiteY81" fmla="*/ 785812 h 1890712"/>
                <a:gd name="connsiteX82" fmla="*/ 1097757 w 2543175"/>
                <a:gd name="connsiteY82" fmla="*/ 807244 h 1890712"/>
                <a:gd name="connsiteX83" fmla="*/ 1104900 w 2543175"/>
                <a:gd name="connsiteY83" fmla="*/ 814387 h 1890712"/>
                <a:gd name="connsiteX84" fmla="*/ 1121569 w 2543175"/>
                <a:gd name="connsiteY84" fmla="*/ 823912 h 1890712"/>
                <a:gd name="connsiteX85" fmla="*/ 1138238 w 2543175"/>
                <a:gd name="connsiteY85" fmla="*/ 835819 h 1890712"/>
                <a:gd name="connsiteX86" fmla="*/ 1147763 w 2543175"/>
                <a:gd name="connsiteY86" fmla="*/ 842962 h 1890712"/>
                <a:gd name="connsiteX87" fmla="*/ 1157288 w 2543175"/>
                <a:gd name="connsiteY87" fmla="*/ 847725 h 1890712"/>
                <a:gd name="connsiteX88" fmla="*/ 1178719 w 2543175"/>
                <a:gd name="connsiteY88" fmla="*/ 859631 h 1890712"/>
                <a:gd name="connsiteX89" fmla="*/ 1188244 w 2543175"/>
                <a:gd name="connsiteY89" fmla="*/ 866775 h 1890712"/>
                <a:gd name="connsiteX90" fmla="*/ 1195388 w 2543175"/>
                <a:gd name="connsiteY90" fmla="*/ 871537 h 1890712"/>
                <a:gd name="connsiteX91" fmla="*/ 1212057 w 2543175"/>
                <a:gd name="connsiteY91" fmla="*/ 883444 h 1890712"/>
                <a:gd name="connsiteX92" fmla="*/ 1226344 w 2543175"/>
                <a:gd name="connsiteY92" fmla="*/ 895350 h 1890712"/>
                <a:gd name="connsiteX93" fmla="*/ 1245394 w 2543175"/>
                <a:gd name="connsiteY93" fmla="*/ 907256 h 1890712"/>
                <a:gd name="connsiteX94" fmla="*/ 1254919 w 2543175"/>
                <a:gd name="connsiteY94" fmla="*/ 914400 h 1890712"/>
                <a:gd name="connsiteX95" fmla="*/ 1269207 w 2543175"/>
                <a:gd name="connsiteY95" fmla="*/ 921544 h 1890712"/>
                <a:gd name="connsiteX96" fmla="*/ 1290638 w 2543175"/>
                <a:gd name="connsiteY96" fmla="*/ 935831 h 1890712"/>
                <a:gd name="connsiteX97" fmla="*/ 1307307 w 2543175"/>
                <a:gd name="connsiteY97" fmla="*/ 952500 h 1890712"/>
                <a:gd name="connsiteX98" fmla="*/ 1333500 w 2543175"/>
                <a:gd name="connsiteY98" fmla="*/ 971550 h 1890712"/>
                <a:gd name="connsiteX99" fmla="*/ 1359694 w 2543175"/>
                <a:gd name="connsiteY99" fmla="*/ 990600 h 1890712"/>
                <a:gd name="connsiteX100" fmla="*/ 1373982 w 2543175"/>
                <a:gd name="connsiteY100" fmla="*/ 997744 h 1890712"/>
                <a:gd name="connsiteX101" fmla="*/ 1388269 w 2543175"/>
                <a:gd name="connsiteY101" fmla="*/ 1007269 h 1890712"/>
                <a:gd name="connsiteX102" fmla="*/ 1414463 w 2543175"/>
                <a:gd name="connsiteY102" fmla="*/ 1019175 h 1890712"/>
                <a:gd name="connsiteX103" fmla="*/ 1428750 w 2543175"/>
                <a:gd name="connsiteY103" fmla="*/ 1026319 h 1890712"/>
                <a:gd name="connsiteX104" fmla="*/ 1471613 w 2543175"/>
                <a:gd name="connsiteY104" fmla="*/ 1059656 h 1890712"/>
                <a:gd name="connsiteX105" fmla="*/ 1495425 w 2543175"/>
                <a:gd name="connsiteY105" fmla="*/ 1088231 h 1890712"/>
                <a:gd name="connsiteX106" fmla="*/ 1547812 w 2543175"/>
                <a:gd name="connsiteY106" fmla="*/ 1133475 h 1890712"/>
                <a:gd name="connsiteX107" fmla="*/ 1597819 w 2543175"/>
                <a:gd name="connsiteY107" fmla="*/ 1154906 h 1890712"/>
                <a:gd name="connsiteX108" fmla="*/ 1604963 w 2543175"/>
                <a:gd name="connsiteY108" fmla="*/ 1162050 h 1890712"/>
                <a:gd name="connsiteX109" fmla="*/ 1612107 w 2543175"/>
                <a:gd name="connsiteY109" fmla="*/ 1166812 h 1890712"/>
                <a:gd name="connsiteX110" fmla="*/ 1628775 w 2543175"/>
                <a:gd name="connsiteY110" fmla="*/ 1183481 h 1890712"/>
                <a:gd name="connsiteX111" fmla="*/ 1662113 w 2543175"/>
                <a:gd name="connsiteY111" fmla="*/ 1209675 h 1890712"/>
                <a:gd name="connsiteX112" fmla="*/ 1678782 w 2543175"/>
                <a:gd name="connsiteY112" fmla="*/ 1226344 h 1890712"/>
                <a:gd name="connsiteX113" fmla="*/ 1700213 w 2543175"/>
                <a:gd name="connsiteY113" fmla="*/ 1247775 h 1890712"/>
                <a:gd name="connsiteX114" fmla="*/ 1712119 w 2543175"/>
                <a:gd name="connsiteY114" fmla="*/ 1259681 h 1890712"/>
                <a:gd name="connsiteX115" fmla="*/ 1733550 w 2543175"/>
                <a:gd name="connsiteY115" fmla="*/ 1273969 h 1890712"/>
                <a:gd name="connsiteX116" fmla="*/ 1743075 w 2543175"/>
                <a:gd name="connsiteY116" fmla="*/ 1283494 h 1890712"/>
                <a:gd name="connsiteX117" fmla="*/ 1754982 w 2543175"/>
                <a:gd name="connsiteY117" fmla="*/ 1290637 h 1890712"/>
                <a:gd name="connsiteX118" fmla="*/ 1766888 w 2543175"/>
                <a:gd name="connsiteY118" fmla="*/ 1300162 h 1890712"/>
                <a:gd name="connsiteX119" fmla="*/ 1783557 w 2543175"/>
                <a:gd name="connsiteY119" fmla="*/ 1307306 h 1890712"/>
                <a:gd name="connsiteX120" fmla="*/ 1790700 w 2543175"/>
                <a:gd name="connsiteY120" fmla="*/ 1312069 h 1890712"/>
                <a:gd name="connsiteX121" fmla="*/ 1800225 w 2543175"/>
                <a:gd name="connsiteY121" fmla="*/ 1319212 h 1890712"/>
                <a:gd name="connsiteX122" fmla="*/ 1807369 w 2543175"/>
                <a:gd name="connsiteY122" fmla="*/ 1321594 h 1890712"/>
                <a:gd name="connsiteX123" fmla="*/ 1824038 w 2543175"/>
                <a:gd name="connsiteY123" fmla="*/ 1333500 h 1890712"/>
                <a:gd name="connsiteX124" fmla="*/ 1843088 w 2543175"/>
                <a:gd name="connsiteY124" fmla="*/ 1352550 h 1890712"/>
                <a:gd name="connsiteX125" fmla="*/ 1852613 w 2543175"/>
                <a:gd name="connsiteY125" fmla="*/ 1359694 h 1890712"/>
                <a:gd name="connsiteX126" fmla="*/ 1859757 w 2543175"/>
                <a:gd name="connsiteY126" fmla="*/ 1366837 h 1890712"/>
                <a:gd name="connsiteX127" fmla="*/ 1869282 w 2543175"/>
                <a:gd name="connsiteY127" fmla="*/ 1371600 h 1890712"/>
                <a:gd name="connsiteX128" fmla="*/ 1883569 w 2543175"/>
                <a:gd name="connsiteY128" fmla="*/ 1388269 h 1890712"/>
                <a:gd name="connsiteX129" fmla="*/ 1893094 w 2543175"/>
                <a:gd name="connsiteY129" fmla="*/ 1395412 h 1890712"/>
                <a:gd name="connsiteX130" fmla="*/ 1902619 w 2543175"/>
                <a:gd name="connsiteY130" fmla="*/ 1404937 h 1890712"/>
                <a:gd name="connsiteX131" fmla="*/ 1912144 w 2543175"/>
                <a:gd name="connsiteY131" fmla="*/ 1409700 h 1890712"/>
                <a:gd name="connsiteX132" fmla="*/ 1931194 w 2543175"/>
                <a:gd name="connsiteY132" fmla="*/ 1421606 h 1890712"/>
                <a:gd name="connsiteX133" fmla="*/ 1935957 w 2543175"/>
                <a:gd name="connsiteY133" fmla="*/ 1428750 h 1890712"/>
                <a:gd name="connsiteX134" fmla="*/ 1952625 w 2543175"/>
                <a:gd name="connsiteY134" fmla="*/ 1438275 h 1890712"/>
                <a:gd name="connsiteX135" fmla="*/ 1971675 w 2543175"/>
                <a:gd name="connsiteY135" fmla="*/ 1450181 h 1890712"/>
                <a:gd name="connsiteX136" fmla="*/ 1981200 w 2543175"/>
                <a:gd name="connsiteY136" fmla="*/ 1454944 h 1890712"/>
                <a:gd name="connsiteX137" fmla="*/ 1997869 w 2543175"/>
                <a:gd name="connsiteY137" fmla="*/ 1471612 h 1890712"/>
                <a:gd name="connsiteX138" fmla="*/ 2007394 w 2543175"/>
                <a:gd name="connsiteY138" fmla="*/ 1478756 h 1890712"/>
                <a:gd name="connsiteX139" fmla="*/ 2016919 w 2543175"/>
                <a:gd name="connsiteY139" fmla="*/ 1483519 h 1890712"/>
                <a:gd name="connsiteX140" fmla="*/ 2024063 w 2543175"/>
                <a:gd name="connsiteY140" fmla="*/ 1490662 h 1890712"/>
                <a:gd name="connsiteX141" fmla="*/ 2033588 w 2543175"/>
                <a:gd name="connsiteY141" fmla="*/ 1495425 h 1890712"/>
                <a:gd name="connsiteX142" fmla="*/ 2040732 w 2543175"/>
                <a:gd name="connsiteY142" fmla="*/ 1502569 h 1890712"/>
                <a:gd name="connsiteX143" fmla="*/ 2047875 w 2543175"/>
                <a:gd name="connsiteY143" fmla="*/ 1507331 h 1890712"/>
                <a:gd name="connsiteX144" fmla="*/ 2057400 w 2543175"/>
                <a:gd name="connsiteY144" fmla="*/ 1514475 h 1890712"/>
                <a:gd name="connsiteX145" fmla="*/ 2064544 w 2543175"/>
                <a:gd name="connsiteY145" fmla="*/ 1519237 h 1890712"/>
                <a:gd name="connsiteX146" fmla="*/ 2071688 w 2543175"/>
                <a:gd name="connsiteY146" fmla="*/ 1526381 h 1890712"/>
                <a:gd name="connsiteX147" fmla="*/ 2081213 w 2543175"/>
                <a:gd name="connsiteY147" fmla="*/ 1531144 h 1890712"/>
                <a:gd name="connsiteX148" fmla="*/ 2090738 w 2543175"/>
                <a:gd name="connsiteY148" fmla="*/ 1538287 h 1890712"/>
                <a:gd name="connsiteX149" fmla="*/ 2109788 w 2543175"/>
                <a:gd name="connsiteY149" fmla="*/ 1547812 h 1890712"/>
                <a:gd name="connsiteX150" fmla="*/ 2131219 w 2543175"/>
                <a:gd name="connsiteY150" fmla="*/ 1562100 h 1890712"/>
                <a:gd name="connsiteX151" fmla="*/ 2140744 w 2543175"/>
                <a:gd name="connsiteY151" fmla="*/ 1566862 h 1890712"/>
                <a:gd name="connsiteX152" fmla="*/ 2152650 w 2543175"/>
                <a:gd name="connsiteY152" fmla="*/ 1576387 h 1890712"/>
                <a:gd name="connsiteX153" fmla="*/ 2181225 w 2543175"/>
                <a:gd name="connsiteY153" fmla="*/ 1590675 h 1890712"/>
                <a:gd name="connsiteX154" fmla="*/ 2200275 w 2543175"/>
                <a:gd name="connsiteY154" fmla="*/ 1607344 h 1890712"/>
                <a:gd name="connsiteX155" fmla="*/ 2207419 w 2543175"/>
                <a:gd name="connsiteY155" fmla="*/ 1612106 h 1890712"/>
                <a:gd name="connsiteX156" fmla="*/ 2216944 w 2543175"/>
                <a:gd name="connsiteY156" fmla="*/ 1619250 h 1890712"/>
                <a:gd name="connsiteX157" fmla="*/ 2224088 w 2543175"/>
                <a:gd name="connsiteY157" fmla="*/ 1624012 h 1890712"/>
                <a:gd name="connsiteX158" fmla="*/ 2247900 w 2543175"/>
                <a:gd name="connsiteY158" fmla="*/ 1643062 h 1890712"/>
                <a:gd name="connsiteX159" fmla="*/ 2255044 w 2543175"/>
                <a:gd name="connsiteY159" fmla="*/ 1650206 h 1890712"/>
                <a:gd name="connsiteX160" fmla="*/ 2281238 w 2543175"/>
                <a:gd name="connsiteY160" fmla="*/ 1664494 h 1890712"/>
                <a:gd name="connsiteX161" fmla="*/ 2297907 w 2543175"/>
                <a:gd name="connsiteY161" fmla="*/ 1674019 h 1890712"/>
                <a:gd name="connsiteX162" fmla="*/ 2312194 w 2543175"/>
                <a:gd name="connsiteY162" fmla="*/ 1685925 h 1890712"/>
                <a:gd name="connsiteX163" fmla="*/ 2328863 w 2543175"/>
                <a:gd name="connsiteY163" fmla="*/ 1697831 h 1890712"/>
                <a:gd name="connsiteX164" fmla="*/ 2350294 w 2543175"/>
                <a:gd name="connsiteY164" fmla="*/ 1712119 h 1890712"/>
                <a:gd name="connsiteX165" fmla="*/ 2369344 w 2543175"/>
                <a:gd name="connsiteY165" fmla="*/ 1724025 h 1890712"/>
                <a:gd name="connsiteX166" fmla="*/ 2428876 w 2543175"/>
                <a:gd name="connsiteY166" fmla="*/ 1785938 h 1890712"/>
                <a:gd name="connsiteX167" fmla="*/ 2466975 w 2543175"/>
                <a:gd name="connsiteY167" fmla="*/ 1783556 h 1890712"/>
                <a:gd name="connsiteX168" fmla="*/ 2481263 w 2543175"/>
                <a:gd name="connsiteY168" fmla="*/ 1795462 h 1890712"/>
                <a:gd name="connsiteX169" fmla="*/ 2486025 w 2543175"/>
                <a:gd name="connsiteY169" fmla="*/ 1802606 h 1890712"/>
                <a:gd name="connsiteX170" fmla="*/ 2514600 w 2543175"/>
                <a:gd name="connsiteY170" fmla="*/ 1850231 h 1890712"/>
                <a:gd name="connsiteX171" fmla="*/ 2519363 w 2543175"/>
                <a:gd name="connsiteY171" fmla="*/ 1857375 h 1890712"/>
                <a:gd name="connsiteX172" fmla="*/ 2540794 w 2543175"/>
                <a:gd name="connsiteY172" fmla="*/ 1883569 h 1890712"/>
                <a:gd name="connsiteX173" fmla="*/ 2543175 w 2543175"/>
                <a:gd name="connsiteY173" fmla="*/ 1890712 h 1890712"/>
                <a:gd name="connsiteX0" fmla="*/ 0 w 2543175"/>
                <a:gd name="connsiteY0" fmla="*/ 0 h 1890712"/>
                <a:gd name="connsiteX1" fmla="*/ 11907 w 2543175"/>
                <a:gd name="connsiteY1" fmla="*/ 11906 h 1890712"/>
                <a:gd name="connsiteX2" fmla="*/ 21432 w 2543175"/>
                <a:gd name="connsiteY2" fmla="*/ 16669 h 1890712"/>
                <a:gd name="connsiteX3" fmla="*/ 23813 w 2543175"/>
                <a:gd name="connsiteY3" fmla="*/ 23812 h 1890712"/>
                <a:gd name="connsiteX4" fmla="*/ 33338 w 2543175"/>
                <a:gd name="connsiteY4" fmla="*/ 33337 h 1890712"/>
                <a:gd name="connsiteX5" fmla="*/ 40482 w 2543175"/>
                <a:gd name="connsiteY5" fmla="*/ 42862 h 1890712"/>
                <a:gd name="connsiteX6" fmla="*/ 47625 w 2543175"/>
                <a:gd name="connsiteY6" fmla="*/ 47625 h 1890712"/>
                <a:gd name="connsiteX7" fmla="*/ 57150 w 2543175"/>
                <a:gd name="connsiteY7" fmla="*/ 54769 h 1890712"/>
                <a:gd name="connsiteX8" fmla="*/ 64294 w 2543175"/>
                <a:gd name="connsiteY8" fmla="*/ 59531 h 1890712"/>
                <a:gd name="connsiteX9" fmla="*/ 83344 w 2543175"/>
                <a:gd name="connsiteY9" fmla="*/ 73819 h 1890712"/>
                <a:gd name="connsiteX10" fmla="*/ 97632 w 2543175"/>
                <a:gd name="connsiteY10" fmla="*/ 80962 h 1890712"/>
                <a:gd name="connsiteX11" fmla="*/ 104775 w 2543175"/>
                <a:gd name="connsiteY11" fmla="*/ 85725 h 1890712"/>
                <a:gd name="connsiteX12" fmla="*/ 114300 w 2543175"/>
                <a:gd name="connsiteY12" fmla="*/ 95250 h 1890712"/>
                <a:gd name="connsiteX13" fmla="*/ 123825 w 2543175"/>
                <a:gd name="connsiteY13" fmla="*/ 97631 h 1890712"/>
                <a:gd name="connsiteX14" fmla="*/ 130969 w 2543175"/>
                <a:gd name="connsiteY14" fmla="*/ 104775 h 1890712"/>
                <a:gd name="connsiteX15" fmla="*/ 140494 w 2543175"/>
                <a:gd name="connsiteY15" fmla="*/ 111919 h 1890712"/>
                <a:gd name="connsiteX16" fmla="*/ 147638 w 2543175"/>
                <a:gd name="connsiteY16" fmla="*/ 116681 h 1890712"/>
                <a:gd name="connsiteX17" fmla="*/ 164307 w 2543175"/>
                <a:gd name="connsiteY17" fmla="*/ 128587 h 1890712"/>
                <a:gd name="connsiteX18" fmla="*/ 180975 w 2543175"/>
                <a:gd name="connsiteY18" fmla="*/ 140494 h 1890712"/>
                <a:gd name="connsiteX19" fmla="*/ 197644 w 2543175"/>
                <a:gd name="connsiteY19" fmla="*/ 152400 h 1890712"/>
                <a:gd name="connsiteX20" fmla="*/ 204788 w 2543175"/>
                <a:gd name="connsiteY20" fmla="*/ 157162 h 1890712"/>
                <a:gd name="connsiteX21" fmla="*/ 214313 w 2543175"/>
                <a:gd name="connsiteY21" fmla="*/ 164306 h 1890712"/>
                <a:gd name="connsiteX22" fmla="*/ 230982 w 2543175"/>
                <a:gd name="connsiteY22" fmla="*/ 180975 h 1890712"/>
                <a:gd name="connsiteX23" fmla="*/ 247650 w 2543175"/>
                <a:gd name="connsiteY23" fmla="*/ 185737 h 1890712"/>
                <a:gd name="connsiteX24" fmla="*/ 302419 w 2543175"/>
                <a:gd name="connsiteY24" fmla="*/ 204787 h 1890712"/>
                <a:gd name="connsiteX25" fmla="*/ 333375 w 2543175"/>
                <a:gd name="connsiteY25" fmla="*/ 228600 h 1890712"/>
                <a:gd name="connsiteX26" fmla="*/ 340519 w 2543175"/>
                <a:gd name="connsiteY26" fmla="*/ 233362 h 1890712"/>
                <a:gd name="connsiteX27" fmla="*/ 354807 w 2543175"/>
                <a:gd name="connsiteY27" fmla="*/ 247650 h 1890712"/>
                <a:gd name="connsiteX28" fmla="*/ 366713 w 2543175"/>
                <a:gd name="connsiteY28" fmla="*/ 264319 h 1890712"/>
                <a:gd name="connsiteX29" fmla="*/ 371475 w 2543175"/>
                <a:gd name="connsiteY29" fmla="*/ 271462 h 1890712"/>
                <a:gd name="connsiteX30" fmla="*/ 378619 w 2543175"/>
                <a:gd name="connsiteY30" fmla="*/ 276225 h 1890712"/>
                <a:gd name="connsiteX31" fmla="*/ 385763 w 2543175"/>
                <a:gd name="connsiteY31" fmla="*/ 283369 h 1890712"/>
                <a:gd name="connsiteX32" fmla="*/ 404813 w 2543175"/>
                <a:gd name="connsiteY32" fmla="*/ 295275 h 1890712"/>
                <a:gd name="connsiteX33" fmla="*/ 411957 w 2543175"/>
                <a:gd name="connsiteY33" fmla="*/ 297656 h 1890712"/>
                <a:gd name="connsiteX34" fmla="*/ 466725 w 2543175"/>
                <a:gd name="connsiteY34" fmla="*/ 328612 h 1890712"/>
                <a:gd name="connsiteX35" fmla="*/ 476250 w 2543175"/>
                <a:gd name="connsiteY35" fmla="*/ 335756 h 1890712"/>
                <a:gd name="connsiteX36" fmla="*/ 481013 w 2543175"/>
                <a:gd name="connsiteY36" fmla="*/ 342900 h 1890712"/>
                <a:gd name="connsiteX37" fmla="*/ 490538 w 2543175"/>
                <a:gd name="connsiteY37" fmla="*/ 352425 h 1890712"/>
                <a:gd name="connsiteX38" fmla="*/ 495300 w 2543175"/>
                <a:gd name="connsiteY38" fmla="*/ 359569 h 1890712"/>
                <a:gd name="connsiteX39" fmla="*/ 509588 w 2543175"/>
                <a:gd name="connsiteY39" fmla="*/ 376237 h 1890712"/>
                <a:gd name="connsiteX40" fmla="*/ 514350 w 2543175"/>
                <a:gd name="connsiteY40" fmla="*/ 383381 h 1890712"/>
                <a:gd name="connsiteX41" fmla="*/ 531019 w 2543175"/>
                <a:gd name="connsiteY41" fmla="*/ 397669 h 1890712"/>
                <a:gd name="connsiteX42" fmla="*/ 538163 w 2543175"/>
                <a:gd name="connsiteY42" fmla="*/ 407194 h 1890712"/>
                <a:gd name="connsiteX43" fmla="*/ 554832 w 2543175"/>
                <a:gd name="connsiteY43" fmla="*/ 421481 h 1890712"/>
                <a:gd name="connsiteX44" fmla="*/ 564357 w 2543175"/>
                <a:gd name="connsiteY44" fmla="*/ 431006 h 1890712"/>
                <a:gd name="connsiteX45" fmla="*/ 573882 w 2543175"/>
                <a:gd name="connsiteY45" fmla="*/ 438150 h 1890712"/>
                <a:gd name="connsiteX46" fmla="*/ 595313 w 2543175"/>
                <a:gd name="connsiteY46" fmla="*/ 454819 h 1890712"/>
                <a:gd name="connsiteX47" fmla="*/ 602457 w 2543175"/>
                <a:gd name="connsiteY47" fmla="*/ 457200 h 1890712"/>
                <a:gd name="connsiteX48" fmla="*/ 628650 w 2543175"/>
                <a:gd name="connsiteY48" fmla="*/ 469106 h 1890712"/>
                <a:gd name="connsiteX49" fmla="*/ 645319 w 2543175"/>
                <a:gd name="connsiteY49" fmla="*/ 483394 h 1890712"/>
                <a:gd name="connsiteX50" fmla="*/ 654844 w 2543175"/>
                <a:gd name="connsiteY50" fmla="*/ 488156 h 1890712"/>
                <a:gd name="connsiteX51" fmla="*/ 661988 w 2543175"/>
                <a:gd name="connsiteY51" fmla="*/ 497681 h 1890712"/>
                <a:gd name="connsiteX52" fmla="*/ 683419 w 2543175"/>
                <a:gd name="connsiteY52" fmla="*/ 514350 h 1890712"/>
                <a:gd name="connsiteX53" fmla="*/ 700088 w 2543175"/>
                <a:gd name="connsiteY53" fmla="*/ 526256 h 1890712"/>
                <a:gd name="connsiteX54" fmla="*/ 709613 w 2543175"/>
                <a:gd name="connsiteY54" fmla="*/ 535781 h 1890712"/>
                <a:gd name="connsiteX55" fmla="*/ 719138 w 2543175"/>
                <a:gd name="connsiteY55" fmla="*/ 542925 h 1890712"/>
                <a:gd name="connsiteX56" fmla="*/ 733425 w 2543175"/>
                <a:gd name="connsiteY56" fmla="*/ 557212 h 1890712"/>
                <a:gd name="connsiteX57" fmla="*/ 750094 w 2543175"/>
                <a:gd name="connsiteY57" fmla="*/ 569119 h 1890712"/>
                <a:gd name="connsiteX58" fmla="*/ 769144 w 2543175"/>
                <a:gd name="connsiteY58" fmla="*/ 581025 h 1890712"/>
                <a:gd name="connsiteX59" fmla="*/ 785813 w 2543175"/>
                <a:gd name="connsiteY59" fmla="*/ 590550 h 1890712"/>
                <a:gd name="connsiteX60" fmla="*/ 792957 w 2543175"/>
                <a:gd name="connsiteY60" fmla="*/ 600075 h 1890712"/>
                <a:gd name="connsiteX61" fmla="*/ 809625 w 2543175"/>
                <a:gd name="connsiteY61" fmla="*/ 611981 h 1890712"/>
                <a:gd name="connsiteX62" fmla="*/ 816769 w 2543175"/>
                <a:gd name="connsiteY62" fmla="*/ 619125 h 1890712"/>
                <a:gd name="connsiteX63" fmla="*/ 826294 w 2543175"/>
                <a:gd name="connsiteY63" fmla="*/ 626269 h 1890712"/>
                <a:gd name="connsiteX64" fmla="*/ 840582 w 2543175"/>
                <a:gd name="connsiteY64" fmla="*/ 638175 h 1890712"/>
                <a:gd name="connsiteX65" fmla="*/ 847725 w 2543175"/>
                <a:gd name="connsiteY65" fmla="*/ 645319 h 1890712"/>
                <a:gd name="connsiteX66" fmla="*/ 857250 w 2543175"/>
                <a:gd name="connsiteY66" fmla="*/ 652462 h 1890712"/>
                <a:gd name="connsiteX67" fmla="*/ 864394 w 2543175"/>
                <a:gd name="connsiteY67" fmla="*/ 657225 h 1890712"/>
                <a:gd name="connsiteX68" fmla="*/ 888207 w 2543175"/>
                <a:gd name="connsiteY68" fmla="*/ 676275 h 1890712"/>
                <a:gd name="connsiteX69" fmla="*/ 895350 w 2543175"/>
                <a:gd name="connsiteY69" fmla="*/ 681037 h 1890712"/>
                <a:gd name="connsiteX70" fmla="*/ 907257 w 2543175"/>
                <a:gd name="connsiteY70" fmla="*/ 683419 h 1890712"/>
                <a:gd name="connsiteX71" fmla="*/ 928688 w 2543175"/>
                <a:gd name="connsiteY71" fmla="*/ 695325 h 1890712"/>
                <a:gd name="connsiteX72" fmla="*/ 942975 w 2543175"/>
                <a:gd name="connsiteY72" fmla="*/ 700087 h 1890712"/>
                <a:gd name="connsiteX73" fmla="*/ 964407 w 2543175"/>
                <a:gd name="connsiteY73" fmla="*/ 716756 h 1890712"/>
                <a:gd name="connsiteX74" fmla="*/ 971550 w 2543175"/>
                <a:gd name="connsiteY74" fmla="*/ 723900 h 1890712"/>
                <a:gd name="connsiteX75" fmla="*/ 983457 w 2543175"/>
                <a:gd name="connsiteY75" fmla="*/ 733425 h 1890712"/>
                <a:gd name="connsiteX76" fmla="*/ 990600 w 2543175"/>
                <a:gd name="connsiteY76" fmla="*/ 738187 h 1890712"/>
                <a:gd name="connsiteX77" fmla="*/ 1007269 w 2543175"/>
                <a:gd name="connsiteY77" fmla="*/ 752475 h 1890712"/>
                <a:gd name="connsiteX78" fmla="*/ 1031082 w 2543175"/>
                <a:gd name="connsiteY78" fmla="*/ 766762 h 1890712"/>
                <a:gd name="connsiteX79" fmla="*/ 1042988 w 2543175"/>
                <a:gd name="connsiteY79" fmla="*/ 773906 h 1890712"/>
                <a:gd name="connsiteX80" fmla="*/ 1071563 w 2543175"/>
                <a:gd name="connsiteY80" fmla="*/ 785812 h 1890712"/>
                <a:gd name="connsiteX81" fmla="*/ 1097757 w 2543175"/>
                <a:gd name="connsiteY81" fmla="*/ 807244 h 1890712"/>
                <a:gd name="connsiteX82" fmla="*/ 1104900 w 2543175"/>
                <a:gd name="connsiteY82" fmla="*/ 814387 h 1890712"/>
                <a:gd name="connsiteX83" fmla="*/ 1121569 w 2543175"/>
                <a:gd name="connsiteY83" fmla="*/ 823912 h 1890712"/>
                <a:gd name="connsiteX84" fmla="*/ 1138238 w 2543175"/>
                <a:gd name="connsiteY84" fmla="*/ 835819 h 1890712"/>
                <a:gd name="connsiteX85" fmla="*/ 1147763 w 2543175"/>
                <a:gd name="connsiteY85" fmla="*/ 842962 h 1890712"/>
                <a:gd name="connsiteX86" fmla="*/ 1157288 w 2543175"/>
                <a:gd name="connsiteY86" fmla="*/ 847725 h 1890712"/>
                <a:gd name="connsiteX87" fmla="*/ 1178719 w 2543175"/>
                <a:gd name="connsiteY87" fmla="*/ 859631 h 1890712"/>
                <a:gd name="connsiteX88" fmla="*/ 1188244 w 2543175"/>
                <a:gd name="connsiteY88" fmla="*/ 866775 h 1890712"/>
                <a:gd name="connsiteX89" fmla="*/ 1195388 w 2543175"/>
                <a:gd name="connsiteY89" fmla="*/ 871537 h 1890712"/>
                <a:gd name="connsiteX90" fmla="*/ 1212057 w 2543175"/>
                <a:gd name="connsiteY90" fmla="*/ 883444 h 1890712"/>
                <a:gd name="connsiteX91" fmla="*/ 1226344 w 2543175"/>
                <a:gd name="connsiteY91" fmla="*/ 895350 h 1890712"/>
                <a:gd name="connsiteX92" fmla="*/ 1245394 w 2543175"/>
                <a:gd name="connsiteY92" fmla="*/ 907256 h 1890712"/>
                <a:gd name="connsiteX93" fmla="*/ 1254919 w 2543175"/>
                <a:gd name="connsiteY93" fmla="*/ 914400 h 1890712"/>
                <a:gd name="connsiteX94" fmla="*/ 1269207 w 2543175"/>
                <a:gd name="connsiteY94" fmla="*/ 921544 h 1890712"/>
                <a:gd name="connsiteX95" fmla="*/ 1290638 w 2543175"/>
                <a:gd name="connsiteY95" fmla="*/ 935831 h 1890712"/>
                <a:gd name="connsiteX96" fmla="*/ 1307307 w 2543175"/>
                <a:gd name="connsiteY96" fmla="*/ 952500 h 1890712"/>
                <a:gd name="connsiteX97" fmla="*/ 1333500 w 2543175"/>
                <a:gd name="connsiteY97" fmla="*/ 971550 h 1890712"/>
                <a:gd name="connsiteX98" fmla="*/ 1359694 w 2543175"/>
                <a:gd name="connsiteY98" fmla="*/ 990600 h 1890712"/>
                <a:gd name="connsiteX99" fmla="*/ 1373982 w 2543175"/>
                <a:gd name="connsiteY99" fmla="*/ 997744 h 1890712"/>
                <a:gd name="connsiteX100" fmla="*/ 1388269 w 2543175"/>
                <a:gd name="connsiteY100" fmla="*/ 1007269 h 1890712"/>
                <a:gd name="connsiteX101" fmla="*/ 1414463 w 2543175"/>
                <a:gd name="connsiteY101" fmla="*/ 1019175 h 1890712"/>
                <a:gd name="connsiteX102" fmla="*/ 1428750 w 2543175"/>
                <a:gd name="connsiteY102" fmla="*/ 1026319 h 1890712"/>
                <a:gd name="connsiteX103" fmla="*/ 1471613 w 2543175"/>
                <a:gd name="connsiteY103" fmla="*/ 1059656 h 1890712"/>
                <a:gd name="connsiteX104" fmla="*/ 1495425 w 2543175"/>
                <a:gd name="connsiteY104" fmla="*/ 1088231 h 1890712"/>
                <a:gd name="connsiteX105" fmla="*/ 1547812 w 2543175"/>
                <a:gd name="connsiteY105" fmla="*/ 1133475 h 1890712"/>
                <a:gd name="connsiteX106" fmla="*/ 1597819 w 2543175"/>
                <a:gd name="connsiteY106" fmla="*/ 1154906 h 1890712"/>
                <a:gd name="connsiteX107" fmla="*/ 1604963 w 2543175"/>
                <a:gd name="connsiteY107" fmla="*/ 1162050 h 1890712"/>
                <a:gd name="connsiteX108" fmla="*/ 1612107 w 2543175"/>
                <a:gd name="connsiteY108" fmla="*/ 1166812 h 1890712"/>
                <a:gd name="connsiteX109" fmla="*/ 1628775 w 2543175"/>
                <a:gd name="connsiteY109" fmla="*/ 1183481 h 1890712"/>
                <a:gd name="connsiteX110" fmla="*/ 1662113 w 2543175"/>
                <a:gd name="connsiteY110" fmla="*/ 1209675 h 1890712"/>
                <a:gd name="connsiteX111" fmla="*/ 1678782 w 2543175"/>
                <a:gd name="connsiteY111" fmla="*/ 1226344 h 1890712"/>
                <a:gd name="connsiteX112" fmla="*/ 1700213 w 2543175"/>
                <a:gd name="connsiteY112" fmla="*/ 1247775 h 1890712"/>
                <a:gd name="connsiteX113" fmla="*/ 1712119 w 2543175"/>
                <a:gd name="connsiteY113" fmla="*/ 1259681 h 1890712"/>
                <a:gd name="connsiteX114" fmla="*/ 1733550 w 2543175"/>
                <a:gd name="connsiteY114" fmla="*/ 1273969 h 1890712"/>
                <a:gd name="connsiteX115" fmla="*/ 1743075 w 2543175"/>
                <a:gd name="connsiteY115" fmla="*/ 1283494 h 1890712"/>
                <a:gd name="connsiteX116" fmla="*/ 1754982 w 2543175"/>
                <a:gd name="connsiteY116" fmla="*/ 1290637 h 1890712"/>
                <a:gd name="connsiteX117" fmla="*/ 1766888 w 2543175"/>
                <a:gd name="connsiteY117" fmla="*/ 1300162 h 1890712"/>
                <a:gd name="connsiteX118" fmla="*/ 1783557 w 2543175"/>
                <a:gd name="connsiteY118" fmla="*/ 1307306 h 1890712"/>
                <a:gd name="connsiteX119" fmla="*/ 1790700 w 2543175"/>
                <a:gd name="connsiteY119" fmla="*/ 1312069 h 1890712"/>
                <a:gd name="connsiteX120" fmla="*/ 1800225 w 2543175"/>
                <a:gd name="connsiteY120" fmla="*/ 1319212 h 1890712"/>
                <a:gd name="connsiteX121" fmla="*/ 1807369 w 2543175"/>
                <a:gd name="connsiteY121" fmla="*/ 1321594 h 1890712"/>
                <a:gd name="connsiteX122" fmla="*/ 1824038 w 2543175"/>
                <a:gd name="connsiteY122" fmla="*/ 1333500 h 1890712"/>
                <a:gd name="connsiteX123" fmla="*/ 1843088 w 2543175"/>
                <a:gd name="connsiteY123" fmla="*/ 1352550 h 1890712"/>
                <a:gd name="connsiteX124" fmla="*/ 1852613 w 2543175"/>
                <a:gd name="connsiteY124" fmla="*/ 1359694 h 1890712"/>
                <a:gd name="connsiteX125" fmla="*/ 1859757 w 2543175"/>
                <a:gd name="connsiteY125" fmla="*/ 1366837 h 1890712"/>
                <a:gd name="connsiteX126" fmla="*/ 1869282 w 2543175"/>
                <a:gd name="connsiteY126" fmla="*/ 1371600 h 1890712"/>
                <a:gd name="connsiteX127" fmla="*/ 1883569 w 2543175"/>
                <a:gd name="connsiteY127" fmla="*/ 1388269 h 1890712"/>
                <a:gd name="connsiteX128" fmla="*/ 1893094 w 2543175"/>
                <a:gd name="connsiteY128" fmla="*/ 1395412 h 1890712"/>
                <a:gd name="connsiteX129" fmla="*/ 1902619 w 2543175"/>
                <a:gd name="connsiteY129" fmla="*/ 1404937 h 1890712"/>
                <a:gd name="connsiteX130" fmla="*/ 1912144 w 2543175"/>
                <a:gd name="connsiteY130" fmla="*/ 1409700 h 1890712"/>
                <a:gd name="connsiteX131" fmla="*/ 1931194 w 2543175"/>
                <a:gd name="connsiteY131" fmla="*/ 1421606 h 1890712"/>
                <a:gd name="connsiteX132" fmla="*/ 1935957 w 2543175"/>
                <a:gd name="connsiteY132" fmla="*/ 1428750 h 1890712"/>
                <a:gd name="connsiteX133" fmla="*/ 1952625 w 2543175"/>
                <a:gd name="connsiteY133" fmla="*/ 1438275 h 1890712"/>
                <a:gd name="connsiteX134" fmla="*/ 1971675 w 2543175"/>
                <a:gd name="connsiteY134" fmla="*/ 1450181 h 1890712"/>
                <a:gd name="connsiteX135" fmla="*/ 1981200 w 2543175"/>
                <a:gd name="connsiteY135" fmla="*/ 1454944 h 1890712"/>
                <a:gd name="connsiteX136" fmla="*/ 1997869 w 2543175"/>
                <a:gd name="connsiteY136" fmla="*/ 1471612 h 1890712"/>
                <a:gd name="connsiteX137" fmla="*/ 2007394 w 2543175"/>
                <a:gd name="connsiteY137" fmla="*/ 1478756 h 1890712"/>
                <a:gd name="connsiteX138" fmla="*/ 2016919 w 2543175"/>
                <a:gd name="connsiteY138" fmla="*/ 1483519 h 1890712"/>
                <a:gd name="connsiteX139" fmla="*/ 2024063 w 2543175"/>
                <a:gd name="connsiteY139" fmla="*/ 1490662 h 1890712"/>
                <a:gd name="connsiteX140" fmla="*/ 2033588 w 2543175"/>
                <a:gd name="connsiteY140" fmla="*/ 1495425 h 1890712"/>
                <a:gd name="connsiteX141" fmla="*/ 2040732 w 2543175"/>
                <a:gd name="connsiteY141" fmla="*/ 1502569 h 1890712"/>
                <a:gd name="connsiteX142" fmla="*/ 2047875 w 2543175"/>
                <a:gd name="connsiteY142" fmla="*/ 1507331 h 1890712"/>
                <a:gd name="connsiteX143" fmla="*/ 2057400 w 2543175"/>
                <a:gd name="connsiteY143" fmla="*/ 1514475 h 1890712"/>
                <a:gd name="connsiteX144" fmla="*/ 2064544 w 2543175"/>
                <a:gd name="connsiteY144" fmla="*/ 1519237 h 1890712"/>
                <a:gd name="connsiteX145" fmla="*/ 2071688 w 2543175"/>
                <a:gd name="connsiteY145" fmla="*/ 1526381 h 1890712"/>
                <a:gd name="connsiteX146" fmla="*/ 2081213 w 2543175"/>
                <a:gd name="connsiteY146" fmla="*/ 1531144 h 1890712"/>
                <a:gd name="connsiteX147" fmla="*/ 2090738 w 2543175"/>
                <a:gd name="connsiteY147" fmla="*/ 1538287 h 1890712"/>
                <a:gd name="connsiteX148" fmla="*/ 2109788 w 2543175"/>
                <a:gd name="connsiteY148" fmla="*/ 1547812 h 1890712"/>
                <a:gd name="connsiteX149" fmla="*/ 2131219 w 2543175"/>
                <a:gd name="connsiteY149" fmla="*/ 1562100 h 1890712"/>
                <a:gd name="connsiteX150" fmla="*/ 2140744 w 2543175"/>
                <a:gd name="connsiteY150" fmla="*/ 1566862 h 1890712"/>
                <a:gd name="connsiteX151" fmla="*/ 2152650 w 2543175"/>
                <a:gd name="connsiteY151" fmla="*/ 1576387 h 1890712"/>
                <a:gd name="connsiteX152" fmla="*/ 2181225 w 2543175"/>
                <a:gd name="connsiteY152" fmla="*/ 1590675 h 1890712"/>
                <a:gd name="connsiteX153" fmla="*/ 2200275 w 2543175"/>
                <a:gd name="connsiteY153" fmla="*/ 1607344 h 1890712"/>
                <a:gd name="connsiteX154" fmla="*/ 2207419 w 2543175"/>
                <a:gd name="connsiteY154" fmla="*/ 1612106 h 1890712"/>
                <a:gd name="connsiteX155" fmla="*/ 2216944 w 2543175"/>
                <a:gd name="connsiteY155" fmla="*/ 1619250 h 1890712"/>
                <a:gd name="connsiteX156" fmla="*/ 2224088 w 2543175"/>
                <a:gd name="connsiteY156" fmla="*/ 1624012 h 1890712"/>
                <a:gd name="connsiteX157" fmla="*/ 2247900 w 2543175"/>
                <a:gd name="connsiteY157" fmla="*/ 1643062 h 1890712"/>
                <a:gd name="connsiteX158" fmla="*/ 2255044 w 2543175"/>
                <a:gd name="connsiteY158" fmla="*/ 1650206 h 1890712"/>
                <a:gd name="connsiteX159" fmla="*/ 2281238 w 2543175"/>
                <a:gd name="connsiteY159" fmla="*/ 1664494 h 1890712"/>
                <a:gd name="connsiteX160" fmla="*/ 2297907 w 2543175"/>
                <a:gd name="connsiteY160" fmla="*/ 1674019 h 1890712"/>
                <a:gd name="connsiteX161" fmla="*/ 2312194 w 2543175"/>
                <a:gd name="connsiteY161" fmla="*/ 1685925 h 1890712"/>
                <a:gd name="connsiteX162" fmla="*/ 2328863 w 2543175"/>
                <a:gd name="connsiteY162" fmla="*/ 1697831 h 1890712"/>
                <a:gd name="connsiteX163" fmla="*/ 2350294 w 2543175"/>
                <a:gd name="connsiteY163" fmla="*/ 1712119 h 1890712"/>
                <a:gd name="connsiteX164" fmla="*/ 2369344 w 2543175"/>
                <a:gd name="connsiteY164" fmla="*/ 1724025 h 1890712"/>
                <a:gd name="connsiteX165" fmla="*/ 2428876 w 2543175"/>
                <a:gd name="connsiteY165" fmla="*/ 1785938 h 1890712"/>
                <a:gd name="connsiteX166" fmla="*/ 2466975 w 2543175"/>
                <a:gd name="connsiteY166" fmla="*/ 1783556 h 1890712"/>
                <a:gd name="connsiteX167" fmla="*/ 2481263 w 2543175"/>
                <a:gd name="connsiteY167" fmla="*/ 1795462 h 1890712"/>
                <a:gd name="connsiteX168" fmla="*/ 2486025 w 2543175"/>
                <a:gd name="connsiteY168" fmla="*/ 1802606 h 1890712"/>
                <a:gd name="connsiteX169" fmla="*/ 2514600 w 2543175"/>
                <a:gd name="connsiteY169" fmla="*/ 1850231 h 1890712"/>
                <a:gd name="connsiteX170" fmla="*/ 2519363 w 2543175"/>
                <a:gd name="connsiteY170" fmla="*/ 1857375 h 1890712"/>
                <a:gd name="connsiteX171" fmla="*/ 2540794 w 2543175"/>
                <a:gd name="connsiteY171" fmla="*/ 1883569 h 1890712"/>
                <a:gd name="connsiteX172" fmla="*/ 2543175 w 2543175"/>
                <a:gd name="connsiteY172" fmla="*/ 1890712 h 1890712"/>
                <a:gd name="connsiteX0" fmla="*/ 0 w 2543175"/>
                <a:gd name="connsiteY0" fmla="*/ 0 h 1890712"/>
                <a:gd name="connsiteX1" fmla="*/ 11907 w 2543175"/>
                <a:gd name="connsiteY1" fmla="*/ 11906 h 1890712"/>
                <a:gd name="connsiteX2" fmla="*/ 21432 w 2543175"/>
                <a:gd name="connsiteY2" fmla="*/ 16669 h 1890712"/>
                <a:gd name="connsiteX3" fmla="*/ 23813 w 2543175"/>
                <a:gd name="connsiteY3" fmla="*/ 23812 h 1890712"/>
                <a:gd name="connsiteX4" fmla="*/ 33338 w 2543175"/>
                <a:gd name="connsiteY4" fmla="*/ 33337 h 1890712"/>
                <a:gd name="connsiteX5" fmla="*/ 40482 w 2543175"/>
                <a:gd name="connsiteY5" fmla="*/ 42862 h 1890712"/>
                <a:gd name="connsiteX6" fmla="*/ 47625 w 2543175"/>
                <a:gd name="connsiteY6" fmla="*/ 47625 h 1890712"/>
                <a:gd name="connsiteX7" fmla="*/ 57150 w 2543175"/>
                <a:gd name="connsiteY7" fmla="*/ 54769 h 1890712"/>
                <a:gd name="connsiteX8" fmla="*/ 64294 w 2543175"/>
                <a:gd name="connsiteY8" fmla="*/ 59531 h 1890712"/>
                <a:gd name="connsiteX9" fmla="*/ 83344 w 2543175"/>
                <a:gd name="connsiteY9" fmla="*/ 73819 h 1890712"/>
                <a:gd name="connsiteX10" fmla="*/ 97632 w 2543175"/>
                <a:gd name="connsiteY10" fmla="*/ 80962 h 1890712"/>
                <a:gd name="connsiteX11" fmla="*/ 104775 w 2543175"/>
                <a:gd name="connsiteY11" fmla="*/ 85725 h 1890712"/>
                <a:gd name="connsiteX12" fmla="*/ 114300 w 2543175"/>
                <a:gd name="connsiteY12" fmla="*/ 95250 h 1890712"/>
                <a:gd name="connsiteX13" fmla="*/ 123825 w 2543175"/>
                <a:gd name="connsiteY13" fmla="*/ 97631 h 1890712"/>
                <a:gd name="connsiteX14" fmla="*/ 130969 w 2543175"/>
                <a:gd name="connsiteY14" fmla="*/ 104775 h 1890712"/>
                <a:gd name="connsiteX15" fmla="*/ 140494 w 2543175"/>
                <a:gd name="connsiteY15" fmla="*/ 111919 h 1890712"/>
                <a:gd name="connsiteX16" fmla="*/ 147638 w 2543175"/>
                <a:gd name="connsiteY16" fmla="*/ 116681 h 1890712"/>
                <a:gd name="connsiteX17" fmla="*/ 164307 w 2543175"/>
                <a:gd name="connsiteY17" fmla="*/ 128587 h 1890712"/>
                <a:gd name="connsiteX18" fmla="*/ 180975 w 2543175"/>
                <a:gd name="connsiteY18" fmla="*/ 140494 h 1890712"/>
                <a:gd name="connsiteX19" fmla="*/ 197644 w 2543175"/>
                <a:gd name="connsiteY19" fmla="*/ 152400 h 1890712"/>
                <a:gd name="connsiteX20" fmla="*/ 204788 w 2543175"/>
                <a:gd name="connsiteY20" fmla="*/ 157162 h 1890712"/>
                <a:gd name="connsiteX21" fmla="*/ 214313 w 2543175"/>
                <a:gd name="connsiteY21" fmla="*/ 164306 h 1890712"/>
                <a:gd name="connsiteX22" fmla="*/ 230982 w 2543175"/>
                <a:gd name="connsiteY22" fmla="*/ 180975 h 1890712"/>
                <a:gd name="connsiteX23" fmla="*/ 247650 w 2543175"/>
                <a:gd name="connsiteY23" fmla="*/ 185737 h 1890712"/>
                <a:gd name="connsiteX24" fmla="*/ 302419 w 2543175"/>
                <a:gd name="connsiteY24" fmla="*/ 204787 h 1890712"/>
                <a:gd name="connsiteX25" fmla="*/ 333375 w 2543175"/>
                <a:gd name="connsiteY25" fmla="*/ 228600 h 1890712"/>
                <a:gd name="connsiteX26" fmla="*/ 340519 w 2543175"/>
                <a:gd name="connsiteY26" fmla="*/ 233362 h 1890712"/>
                <a:gd name="connsiteX27" fmla="*/ 354807 w 2543175"/>
                <a:gd name="connsiteY27" fmla="*/ 247650 h 1890712"/>
                <a:gd name="connsiteX28" fmla="*/ 366713 w 2543175"/>
                <a:gd name="connsiteY28" fmla="*/ 264319 h 1890712"/>
                <a:gd name="connsiteX29" fmla="*/ 371475 w 2543175"/>
                <a:gd name="connsiteY29" fmla="*/ 271462 h 1890712"/>
                <a:gd name="connsiteX30" fmla="*/ 385763 w 2543175"/>
                <a:gd name="connsiteY30" fmla="*/ 283369 h 1890712"/>
                <a:gd name="connsiteX31" fmla="*/ 404813 w 2543175"/>
                <a:gd name="connsiteY31" fmla="*/ 295275 h 1890712"/>
                <a:gd name="connsiteX32" fmla="*/ 411957 w 2543175"/>
                <a:gd name="connsiteY32" fmla="*/ 297656 h 1890712"/>
                <a:gd name="connsiteX33" fmla="*/ 466725 w 2543175"/>
                <a:gd name="connsiteY33" fmla="*/ 328612 h 1890712"/>
                <a:gd name="connsiteX34" fmla="*/ 476250 w 2543175"/>
                <a:gd name="connsiteY34" fmla="*/ 335756 h 1890712"/>
                <a:gd name="connsiteX35" fmla="*/ 481013 w 2543175"/>
                <a:gd name="connsiteY35" fmla="*/ 342900 h 1890712"/>
                <a:gd name="connsiteX36" fmla="*/ 490538 w 2543175"/>
                <a:gd name="connsiteY36" fmla="*/ 352425 h 1890712"/>
                <a:gd name="connsiteX37" fmla="*/ 495300 w 2543175"/>
                <a:gd name="connsiteY37" fmla="*/ 359569 h 1890712"/>
                <a:gd name="connsiteX38" fmla="*/ 509588 w 2543175"/>
                <a:gd name="connsiteY38" fmla="*/ 376237 h 1890712"/>
                <a:gd name="connsiteX39" fmla="*/ 514350 w 2543175"/>
                <a:gd name="connsiteY39" fmla="*/ 383381 h 1890712"/>
                <a:gd name="connsiteX40" fmla="*/ 531019 w 2543175"/>
                <a:gd name="connsiteY40" fmla="*/ 397669 h 1890712"/>
                <a:gd name="connsiteX41" fmla="*/ 538163 w 2543175"/>
                <a:gd name="connsiteY41" fmla="*/ 407194 h 1890712"/>
                <a:gd name="connsiteX42" fmla="*/ 554832 w 2543175"/>
                <a:gd name="connsiteY42" fmla="*/ 421481 h 1890712"/>
                <a:gd name="connsiteX43" fmla="*/ 564357 w 2543175"/>
                <a:gd name="connsiteY43" fmla="*/ 431006 h 1890712"/>
                <a:gd name="connsiteX44" fmla="*/ 573882 w 2543175"/>
                <a:gd name="connsiteY44" fmla="*/ 438150 h 1890712"/>
                <a:gd name="connsiteX45" fmla="*/ 595313 w 2543175"/>
                <a:gd name="connsiteY45" fmla="*/ 454819 h 1890712"/>
                <a:gd name="connsiteX46" fmla="*/ 602457 w 2543175"/>
                <a:gd name="connsiteY46" fmla="*/ 457200 h 1890712"/>
                <a:gd name="connsiteX47" fmla="*/ 628650 w 2543175"/>
                <a:gd name="connsiteY47" fmla="*/ 469106 h 1890712"/>
                <a:gd name="connsiteX48" fmla="*/ 645319 w 2543175"/>
                <a:gd name="connsiteY48" fmla="*/ 483394 h 1890712"/>
                <a:gd name="connsiteX49" fmla="*/ 654844 w 2543175"/>
                <a:gd name="connsiteY49" fmla="*/ 488156 h 1890712"/>
                <a:gd name="connsiteX50" fmla="*/ 661988 w 2543175"/>
                <a:gd name="connsiteY50" fmla="*/ 497681 h 1890712"/>
                <a:gd name="connsiteX51" fmla="*/ 683419 w 2543175"/>
                <a:gd name="connsiteY51" fmla="*/ 514350 h 1890712"/>
                <a:gd name="connsiteX52" fmla="*/ 700088 w 2543175"/>
                <a:gd name="connsiteY52" fmla="*/ 526256 h 1890712"/>
                <a:gd name="connsiteX53" fmla="*/ 709613 w 2543175"/>
                <a:gd name="connsiteY53" fmla="*/ 535781 h 1890712"/>
                <a:gd name="connsiteX54" fmla="*/ 719138 w 2543175"/>
                <a:gd name="connsiteY54" fmla="*/ 542925 h 1890712"/>
                <a:gd name="connsiteX55" fmla="*/ 733425 w 2543175"/>
                <a:gd name="connsiteY55" fmla="*/ 557212 h 1890712"/>
                <a:gd name="connsiteX56" fmla="*/ 750094 w 2543175"/>
                <a:gd name="connsiteY56" fmla="*/ 569119 h 1890712"/>
                <a:gd name="connsiteX57" fmla="*/ 769144 w 2543175"/>
                <a:gd name="connsiteY57" fmla="*/ 581025 h 1890712"/>
                <a:gd name="connsiteX58" fmla="*/ 785813 w 2543175"/>
                <a:gd name="connsiteY58" fmla="*/ 590550 h 1890712"/>
                <a:gd name="connsiteX59" fmla="*/ 792957 w 2543175"/>
                <a:gd name="connsiteY59" fmla="*/ 600075 h 1890712"/>
                <a:gd name="connsiteX60" fmla="*/ 809625 w 2543175"/>
                <a:gd name="connsiteY60" fmla="*/ 611981 h 1890712"/>
                <a:gd name="connsiteX61" fmla="*/ 816769 w 2543175"/>
                <a:gd name="connsiteY61" fmla="*/ 619125 h 1890712"/>
                <a:gd name="connsiteX62" fmla="*/ 826294 w 2543175"/>
                <a:gd name="connsiteY62" fmla="*/ 626269 h 1890712"/>
                <a:gd name="connsiteX63" fmla="*/ 840582 w 2543175"/>
                <a:gd name="connsiteY63" fmla="*/ 638175 h 1890712"/>
                <a:gd name="connsiteX64" fmla="*/ 847725 w 2543175"/>
                <a:gd name="connsiteY64" fmla="*/ 645319 h 1890712"/>
                <a:gd name="connsiteX65" fmla="*/ 857250 w 2543175"/>
                <a:gd name="connsiteY65" fmla="*/ 652462 h 1890712"/>
                <a:gd name="connsiteX66" fmla="*/ 864394 w 2543175"/>
                <a:gd name="connsiteY66" fmla="*/ 657225 h 1890712"/>
                <a:gd name="connsiteX67" fmla="*/ 888207 w 2543175"/>
                <a:gd name="connsiteY67" fmla="*/ 676275 h 1890712"/>
                <a:gd name="connsiteX68" fmla="*/ 895350 w 2543175"/>
                <a:gd name="connsiteY68" fmla="*/ 681037 h 1890712"/>
                <a:gd name="connsiteX69" fmla="*/ 907257 w 2543175"/>
                <a:gd name="connsiteY69" fmla="*/ 683419 h 1890712"/>
                <a:gd name="connsiteX70" fmla="*/ 928688 w 2543175"/>
                <a:gd name="connsiteY70" fmla="*/ 695325 h 1890712"/>
                <a:gd name="connsiteX71" fmla="*/ 942975 w 2543175"/>
                <a:gd name="connsiteY71" fmla="*/ 700087 h 1890712"/>
                <a:gd name="connsiteX72" fmla="*/ 964407 w 2543175"/>
                <a:gd name="connsiteY72" fmla="*/ 716756 h 1890712"/>
                <a:gd name="connsiteX73" fmla="*/ 971550 w 2543175"/>
                <a:gd name="connsiteY73" fmla="*/ 723900 h 1890712"/>
                <a:gd name="connsiteX74" fmla="*/ 983457 w 2543175"/>
                <a:gd name="connsiteY74" fmla="*/ 733425 h 1890712"/>
                <a:gd name="connsiteX75" fmla="*/ 990600 w 2543175"/>
                <a:gd name="connsiteY75" fmla="*/ 738187 h 1890712"/>
                <a:gd name="connsiteX76" fmla="*/ 1007269 w 2543175"/>
                <a:gd name="connsiteY76" fmla="*/ 752475 h 1890712"/>
                <a:gd name="connsiteX77" fmla="*/ 1031082 w 2543175"/>
                <a:gd name="connsiteY77" fmla="*/ 766762 h 1890712"/>
                <a:gd name="connsiteX78" fmla="*/ 1042988 w 2543175"/>
                <a:gd name="connsiteY78" fmla="*/ 773906 h 1890712"/>
                <a:gd name="connsiteX79" fmla="*/ 1071563 w 2543175"/>
                <a:gd name="connsiteY79" fmla="*/ 785812 h 1890712"/>
                <a:gd name="connsiteX80" fmla="*/ 1097757 w 2543175"/>
                <a:gd name="connsiteY80" fmla="*/ 807244 h 1890712"/>
                <a:gd name="connsiteX81" fmla="*/ 1104900 w 2543175"/>
                <a:gd name="connsiteY81" fmla="*/ 814387 h 1890712"/>
                <a:gd name="connsiteX82" fmla="*/ 1121569 w 2543175"/>
                <a:gd name="connsiteY82" fmla="*/ 823912 h 1890712"/>
                <a:gd name="connsiteX83" fmla="*/ 1138238 w 2543175"/>
                <a:gd name="connsiteY83" fmla="*/ 835819 h 1890712"/>
                <a:gd name="connsiteX84" fmla="*/ 1147763 w 2543175"/>
                <a:gd name="connsiteY84" fmla="*/ 842962 h 1890712"/>
                <a:gd name="connsiteX85" fmla="*/ 1157288 w 2543175"/>
                <a:gd name="connsiteY85" fmla="*/ 847725 h 1890712"/>
                <a:gd name="connsiteX86" fmla="*/ 1178719 w 2543175"/>
                <a:gd name="connsiteY86" fmla="*/ 859631 h 1890712"/>
                <a:gd name="connsiteX87" fmla="*/ 1188244 w 2543175"/>
                <a:gd name="connsiteY87" fmla="*/ 866775 h 1890712"/>
                <a:gd name="connsiteX88" fmla="*/ 1195388 w 2543175"/>
                <a:gd name="connsiteY88" fmla="*/ 871537 h 1890712"/>
                <a:gd name="connsiteX89" fmla="*/ 1212057 w 2543175"/>
                <a:gd name="connsiteY89" fmla="*/ 883444 h 1890712"/>
                <a:gd name="connsiteX90" fmla="*/ 1226344 w 2543175"/>
                <a:gd name="connsiteY90" fmla="*/ 895350 h 1890712"/>
                <a:gd name="connsiteX91" fmla="*/ 1245394 w 2543175"/>
                <a:gd name="connsiteY91" fmla="*/ 907256 h 1890712"/>
                <a:gd name="connsiteX92" fmla="*/ 1254919 w 2543175"/>
                <a:gd name="connsiteY92" fmla="*/ 914400 h 1890712"/>
                <a:gd name="connsiteX93" fmla="*/ 1269207 w 2543175"/>
                <a:gd name="connsiteY93" fmla="*/ 921544 h 1890712"/>
                <a:gd name="connsiteX94" fmla="*/ 1290638 w 2543175"/>
                <a:gd name="connsiteY94" fmla="*/ 935831 h 1890712"/>
                <a:gd name="connsiteX95" fmla="*/ 1307307 w 2543175"/>
                <a:gd name="connsiteY95" fmla="*/ 952500 h 1890712"/>
                <a:gd name="connsiteX96" fmla="*/ 1333500 w 2543175"/>
                <a:gd name="connsiteY96" fmla="*/ 971550 h 1890712"/>
                <a:gd name="connsiteX97" fmla="*/ 1359694 w 2543175"/>
                <a:gd name="connsiteY97" fmla="*/ 990600 h 1890712"/>
                <a:gd name="connsiteX98" fmla="*/ 1373982 w 2543175"/>
                <a:gd name="connsiteY98" fmla="*/ 997744 h 1890712"/>
                <a:gd name="connsiteX99" fmla="*/ 1388269 w 2543175"/>
                <a:gd name="connsiteY99" fmla="*/ 1007269 h 1890712"/>
                <a:gd name="connsiteX100" fmla="*/ 1414463 w 2543175"/>
                <a:gd name="connsiteY100" fmla="*/ 1019175 h 1890712"/>
                <a:gd name="connsiteX101" fmla="*/ 1428750 w 2543175"/>
                <a:gd name="connsiteY101" fmla="*/ 1026319 h 1890712"/>
                <a:gd name="connsiteX102" fmla="*/ 1471613 w 2543175"/>
                <a:gd name="connsiteY102" fmla="*/ 1059656 h 1890712"/>
                <a:gd name="connsiteX103" fmla="*/ 1495425 w 2543175"/>
                <a:gd name="connsiteY103" fmla="*/ 1088231 h 1890712"/>
                <a:gd name="connsiteX104" fmla="*/ 1547812 w 2543175"/>
                <a:gd name="connsiteY104" fmla="*/ 1133475 h 1890712"/>
                <a:gd name="connsiteX105" fmla="*/ 1597819 w 2543175"/>
                <a:gd name="connsiteY105" fmla="*/ 1154906 h 1890712"/>
                <a:gd name="connsiteX106" fmla="*/ 1604963 w 2543175"/>
                <a:gd name="connsiteY106" fmla="*/ 1162050 h 1890712"/>
                <a:gd name="connsiteX107" fmla="*/ 1612107 w 2543175"/>
                <a:gd name="connsiteY107" fmla="*/ 1166812 h 1890712"/>
                <a:gd name="connsiteX108" fmla="*/ 1628775 w 2543175"/>
                <a:gd name="connsiteY108" fmla="*/ 1183481 h 1890712"/>
                <a:gd name="connsiteX109" fmla="*/ 1662113 w 2543175"/>
                <a:gd name="connsiteY109" fmla="*/ 1209675 h 1890712"/>
                <a:gd name="connsiteX110" fmla="*/ 1678782 w 2543175"/>
                <a:gd name="connsiteY110" fmla="*/ 1226344 h 1890712"/>
                <a:gd name="connsiteX111" fmla="*/ 1700213 w 2543175"/>
                <a:gd name="connsiteY111" fmla="*/ 1247775 h 1890712"/>
                <a:gd name="connsiteX112" fmla="*/ 1712119 w 2543175"/>
                <a:gd name="connsiteY112" fmla="*/ 1259681 h 1890712"/>
                <a:gd name="connsiteX113" fmla="*/ 1733550 w 2543175"/>
                <a:gd name="connsiteY113" fmla="*/ 1273969 h 1890712"/>
                <a:gd name="connsiteX114" fmla="*/ 1743075 w 2543175"/>
                <a:gd name="connsiteY114" fmla="*/ 1283494 h 1890712"/>
                <a:gd name="connsiteX115" fmla="*/ 1754982 w 2543175"/>
                <a:gd name="connsiteY115" fmla="*/ 1290637 h 1890712"/>
                <a:gd name="connsiteX116" fmla="*/ 1766888 w 2543175"/>
                <a:gd name="connsiteY116" fmla="*/ 1300162 h 1890712"/>
                <a:gd name="connsiteX117" fmla="*/ 1783557 w 2543175"/>
                <a:gd name="connsiteY117" fmla="*/ 1307306 h 1890712"/>
                <a:gd name="connsiteX118" fmla="*/ 1790700 w 2543175"/>
                <a:gd name="connsiteY118" fmla="*/ 1312069 h 1890712"/>
                <a:gd name="connsiteX119" fmla="*/ 1800225 w 2543175"/>
                <a:gd name="connsiteY119" fmla="*/ 1319212 h 1890712"/>
                <a:gd name="connsiteX120" fmla="*/ 1807369 w 2543175"/>
                <a:gd name="connsiteY120" fmla="*/ 1321594 h 1890712"/>
                <a:gd name="connsiteX121" fmla="*/ 1824038 w 2543175"/>
                <a:gd name="connsiteY121" fmla="*/ 1333500 h 1890712"/>
                <a:gd name="connsiteX122" fmla="*/ 1843088 w 2543175"/>
                <a:gd name="connsiteY122" fmla="*/ 1352550 h 1890712"/>
                <a:gd name="connsiteX123" fmla="*/ 1852613 w 2543175"/>
                <a:gd name="connsiteY123" fmla="*/ 1359694 h 1890712"/>
                <a:gd name="connsiteX124" fmla="*/ 1859757 w 2543175"/>
                <a:gd name="connsiteY124" fmla="*/ 1366837 h 1890712"/>
                <a:gd name="connsiteX125" fmla="*/ 1869282 w 2543175"/>
                <a:gd name="connsiteY125" fmla="*/ 1371600 h 1890712"/>
                <a:gd name="connsiteX126" fmla="*/ 1883569 w 2543175"/>
                <a:gd name="connsiteY126" fmla="*/ 1388269 h 1890712"/>
                <a:gd name="connsiteX127" fmla="*/ 1893094 w 2543175"/>
                <a:gd name="connsiteY127" fmla="*/ 1395412 h 1890712"/>
                <a:gd name="connsiteX128" fmla="*/ 1902619 w 2543175"/>
                <a:gd name="connsiteY128" fmla="*/ 1404937 h 1890712"/>
                <a:gd name="connsiteX129" fmla="*/ 1912144 w 2543175"/>
                <a:gd name="connsiteY129" fmla="*/ 1409700 h 1890712"/>
                <a:gd name="connsiteX130" fmla="*/ 1931194 w 2543175"/>
                <a:gd name="connsiteY130" fmla="*/ 1421606 h 1890712"/>
                <a:gd name="connsiteX131" fmla="*/ 1935957 w 2543175"/>
                <a:gd name="connsiteY131" fmla="*/ 1428750 h 1890712"/>
                <a:gd name="connsiteX132" fmla="*/ 1952625 w 2543175"/>
                <a:gd name="connsiteY132" fmla="*/ 1438275 h 1890712"/>
                <a:gd name="connsiteX133" fmla="*/ 1971675 w 2543175"/>
                <a:gd name="connsiteY133" fmla="*/ 1450181 h 1890712"/>
                <a:gd name="connsiteX134" fmla="*/ 1981200 w 2543175"/>
                <a:gd name="connsiteY134" fmla="*/ 1454944 h 1890712"/>
                <a:gd name="connsiteX135" fmla="*/ 1997869 w 2543175"/>
                <a:gd name="connsiteY135" fmla="*/ 1471612 h 1890712"/>
                <a:gd name="connsiteX136" fmla="*/ 2007394 w 2543175"/>
                <a:gd name="connsiteY136" fmla="*/ 1478756 h 1890712"/>
                <a:gd name="connsiteX137" fmla="*/ 2016919 w 2543175"/>
                <a:gd name="connsiteY137" fmla="*/ 1483519 h 1890712"/>
                <a:gd name="connsiteX138" fmla="*/ 2024063 w 2543175"/>
                <a:gd name="connsiteY138" fmla="*/ 1490662 h 1890712"/>
                <a:gd name="connsiteX139" fmla="*/ 2033588 w 2543175"/>
                <a:gd name="connsiteY139" fmla="*/ 1495425 h 1890712"/>
                <a:gd name="connsiteX140" fmla="*/ 2040732 w 2543175"/>
                <a:gd name="connsiteY140" fmla="*/ 1502569 h 1890712"/>
                <a:gd name="connsiteX141" fmla="*/ 2047875 w 2543175"/>
                <a:gd name="connsiteY141" fmla="*/ 1507331 h 1890712"/>
                <a:gd name="connsiteX142" fmla="*/ 2057400 w 2543175"/>
                <a:gd name="connsiteY142" fmla="*/ 1514475 h 1890712"/>
                <a:gd name="connsiteX143" fmla="*/ 2064544 w 2543175"/>
                <a:gd name="connsiteY143" fmla="*/ 1519237 h 1890712"/>
                <a:gd name="connsiteX144" fmla="*/ 2071688 w 2543175"/>
                <a:gd name="connsiteY144" fmla="*/ 1526381 h 1890712"/>
                <a:gd name="connsiteX145" fmla="*/ 2081213 w 2543175"/>
                <a:gd name="connsiteY145" fmla="*/ 1531144 h 1890712"/>
                <a:gd name="connsiteX146" fmla="*/ 2090738 w 2543175"/>
                <a:gd name="connsiteY146" fmla="*/ 1538287 h 1890712"/>
                <a:gd name="connsiteX147" fmla="*/ 2109788 w 2543175"/>
                <a:gd name="connsiteY147" fmla="*/ 1547812 h 1890712"/>
                <a:gd name="connsiteX148" fmla="*/ 2131219 w 2543175"/>
                <a:gd name="connsiteY148" fmla="*/ 1562100 h 1890712"/>
                <a:gd name="connsiteX149" fmla="*/ 2140744 w 2543175"/>
                <a:gd name="connsiteY149" fmla="*/ 1566862 h 1890712"/>
                <a:gd name="connsiteX150" fmla="*/ 2152650 w 2543175"/>
                <a:gd name="connsiteY150" fmla="*/ 1576387 h 1890712"/>
                <a:gd name="connsiteX151" fmla="*/ 2181225 w 2543175"/>
                <a:gd name="connsiteY151" fmla="*/ 1590675 h 1890712"/>
                <a:gd name="connsiteX152" fmla="*/ 2200275 w 2543175"/>
                <a:gd name="connsiteY152" fmla="*/ 1607344 h 1890712"/>
                <a:gd name="connsiteX153" fmla="*/ 2207419 w 2543175"/>
                <a:gd name="connsiteY153" fmla="*/ 1612106 h 1890712"/>
                <a:gd name="connsiteX154" fmla="*/ 2216944 w 2543175"/>
                <a:gd name="connsiteY154" fmla="*/ 1619250 h 1890712"/>
                <a:gd name="connsiteX155" fmla="*/ 2224088 w 2543175"/>
                <a:gd name="connsiteY155" fmla="*/ 1624012 h 1890712"/>
                <a:gd name="connsiteX156" fmla="*/ 2247900 w 2543175"/>
                <a:gd name="connsiteY156" fmla="*/ 1643062 h 1890712"/>
                <a:gd name="connsiteX157" fmla="*/ 2255044 w 2543175"/>
                <a:gd name="connsiteY157" fmla="*/ 1650206 h 1890712"/>
                <a:gd name="connsiteX158" fmla="*/ 2281238 w 2543175"/>
                <a:gd name="connsiteY158" fmla="*/ 1664494 h 1890712"/>
                <a:gd name="connsiteX159" fmla="*/ 2297907 w 2543175"/>
                <a:gd name="connsiteY159" fmla="*/ 1674019 h 1890712"/>
                <a:gd name="connsiteX160" fmla="*/ 2312194 w 2543175"/>
                <a:gd name="connsiteY160" fmla="*/ 1685925 h 1890712"/>
                <a:gd name="connsiteX161" fmla="*/ 2328863 w 2543175"/>
                <a:gd name="connsiteY161" fmla="*/ 1697831 h 1890712"/>
                <a:gd name="connsiteX162" fmla="*/ 2350294 w 2543175"/>
                <a:gd name="connsiteY162" fmla="*/ 1712119 h 1890712"/>
                <a:gd name="connsiteX163" fmla="*/ 2369344 w 2543175"/>
                <a:gd name="connsiteY163" fmla="*/ 1724025 h 1890712"/>
                <a:gd name="connsiteX164" fmla="*/ 2428876 w 2543175"/>
                <a:gd name="connsiteY164" fmla="*/ 1785938 h 1890712"/>
                <a:gd name="connsiteX165" fmla="*/ 2466975 w 2543175"/>
                <a:gd name="connsiteY165" fmla="*/ 1783556 h 1890712"/>
                <a:gd name="connsiteX166" fmla="*/ 2481263 w 2543175"/>
                <a:gd name="connsiteY166" fmla="*/ 1795462 h 1890712"/>
                <a:gd name="connsiteX167" fmla="*/ 2486025 w 2543175"/>
                <a:gd name="connsiteY167" fmla="*/ 1802606 h 1890712"/>
                <a:gd name="connsiteX168" fmla="*/ 2514600 w 2543175"/>
                <a:gd name="connsiteY168" fmla="*/ 1850231 h 1890712"/>
                <a:gd name="connsiteX169" fmla="*/ 2519363 w 2543175"/>
                <a:gd name="connsiteY169" fmla="*/ 1857375 h 1890712"/>
                <a:gd name="connsiteX170" fmla="*/ 2540794 w 2543175"/>
                <a:gd name="connsiteY170" fmla="*/ 1883569 h 1890712"/>
                <a:gd name="connsiteX171" fmla="*/ 2543175 w 2543175"/>
                <a:gd name="connsiteY171" fmla="*/ 1890712 h 1890712"/>
                <a:gd name="connsiteX0" fmla="*/ 0 w 2543175"/>
                <a:gd name="connsiteY0" fmla="*/ 0 h 1890712"/>
                <a:gd name="connsiteX1" fmla="*/ 11907 w 2543175"/>
                <a:gd name="connsiteY1" fmla="*/ 11906 h 1890712"/>
                <a:gd name="connsiteX2" fmla="*/ 21432 w 2543175"/>
                <a:gd name="connsiteY2" fmla="*/ 16669 h 1890712"/>
                <a:gd name="connsiteX3" fmla="*/ 23813 w 2543175"/>
                <a:gd name="connsiteY3" fmla="*/ 23812 h 1890712"/>
                <a:gd name="connsiteX4" fmla="*/ 33338 w 2543175"/>
                <a:gd name="connsiteY4" fmla="*/ 33337 h 1890712"/>
                <a:gd name="connsiteX5" fmla="*/ 40482 w 2543175"/>
                <a:gd name="connsiteY5" fmla="*/ 42862 h 1890712"/>
                <a:gd name="connsiteX6" fmla="*/ 47625 w 2543175"/>
                <a:gd name="connsiteY6" fmla="*/ 47625 h 1890712"/>
                <a:gd name="connsiteX7" fmla="*/ 57150 w 2543175"/>
                <a:gd name="connsiteY7" fmla="*/ 54769 h 1890712"/>
                <a:gd name="connsiteX8" fmla="*/ 64294 w 2543175"/>
                <a:gd name="connsiteY8" fmla="*/ 59531 h 1890712"/>
                <a:gd name="connsiteX9" fmla="*/ 83344 w 2543175"/>
                <a:gd name="connsiteY9" fmla="*/ 73819 h 1890712"/>
                <a:gd name="connsiteX10" fmla="*/ 97632 w 2543175"/>
                <a:gd name="connsiteY10" fmla="*/ 80962 h 1890712"/>
                <a:gd name="connsiteX11" fmla="*/ 104775 w 2543175"/>
                <a:gd name="connsiteY11" fmla="*/ 85725 h 1890712"/>
                <a:gd name="connsiteX12" fmla="*/ 114300 w 2543175"/>
                <a:gd name="connsiteY12" fmla="*/ 95250 h 1890712"/>
                <a:gd name="connsiteX13" fmla="*/ 123825 w 2543175"/>
                <a:gd name="connsiteY13" fmla="*/ 97631 h 1890712"/>
                <a:gd name="connsiteX14" fmla="*/ 130969 w 2543175"/>
                <a:gd name="connsiteY14" fmla="*/ 104775 h 1890712"/>
                <a:gd name="connsiteX15" fmla="*/ 140494 w 2543175"/>
                <a:gd name="connsiteY15" fmla="*/ 111919 h 1890712"/>
                <a:gd name="connsiteX16" fmla="*/ 147638 w 2543175"/>
                <a:gd name="connsiteY16" fmla="*/ 116681 h 1890712"/>
                <a:gd name="connsiteX17" fmla="*/ 164307 w 2543175"/>
                <a:gd name="connsiteY17" fmla="*/ 128587 h 1890712"/>
                <a:gd name="connsiteX18" fmla="*/ 180975 w 2543175"/>
                <a:gd name="connsiteY18" fmla="*/ 140494 h 1890712"/>
                <a:gd name="connsiteX19" fmla="*/ 197644 w 2543175"/>
                <a:gd name="connsiteY19" fmla="*/ 152400 h 1890712"/>
                <a:gd name="connsiteX20" fmla="*/ 204788 w 2543175"/>
                <a:gd name="connsiteY20" fmla="*/ 157162 h 1890712"/>
                <a:gd name="connsiteX21" fmla="*/ 214313 w 2543175"/>
                <a:gd name="connsiteY21" fmla="*/ 164306 h 1890712"/>
                <a:gd name="connsiteX22" fmla="*/ 230982 w 2543175"/>
                <a:gd name="connsiteY22" fmla="*/ 180975 h 1890712"/>
                <a:gd name="connsiteX23" fmla="*/ 247650 w 2543175"/>
                <a:gd name="connsiteY23" fmla="*/ 185737 h 1890712"/>
                <a:gd name="connsiteX24" fmla="*/ 302419 w 2543175"/>
                <a:gd name="connsiteY24" fmla="*/ 204787 h 1890712"/>
                <a:gd name="connsiteX25" fmla="*/ 333375 w 2543175"/>
                <a:gd name="connsiteY25" fmla="*/ 228600 h 1890712"/>
                <a:gd name="connsiteX26" fmla="*/ 354807 w 2543175"/>
                <a:gd name="connsiteY26" fmla="*/ 247650 h 1890712"/>
                <a:gd name="connsiteX27" fmla="*/ 366713 w 2543175"/>
                <a:gd name="connsiteY27" fmla="*/ 264319 h 1890712"/>
                <a:gd name="connsiteX28" fmla="*/ 371475 w 2543175"/>
                <a:gd name="connsiteY28" fmla="*/ 271462 h 1890712"/>
                <a:gd name="connsiteX29" fmla="*/ 385763 w 2543175"/>
                <a:gd name="connsiteY29" fmla="*/ 283369 h 1890712"/>
                <a:gd name="connsiteX30" fmla="*/ 404813 w 2543175"/>
                <a:gd name="connsiteY30" fmla="*/ 295275 h 1890712"/>
                <a:gd name="connsiteX31" fmla="*/ 411957 w 2543175"/>
                <a:gd name="connsiteY31" fmla="*/ 297656 h 1890712"/>
                <a:gd name="connsiteX32" fmla="*/ 466725 w 2543175"/>
                <a:gd name="connsiteY32" fmla="*/ 328612 h 1890712"/>
                <a:gd name="connsiteX33" fmla="*/ 476250 w 2543175"/>
                <a:gd name="connsiteY33" fmla="*/ 335756 h 1890712"/>
                <a:gd name="connsiteX34" fmla="*/ 481013 w 2543175"/>
                <a:gd name="connsiteY34" fmla="*/ 342900 h 1890712"/>
                <a:gd name="connsiteX35" fmla="*/ 490538 w 2543175"/>
                <a:gd name="connsiteY35" fmla="*/ 352425 h 1890712"/>
                <a:gd name="connsiteX36" fmla="*/ 495300 w 2543175"/>
                <a:gd name="connsiteY36" fmla="*/ 359569 h 1890712"/>
                <a:gd name="connsiteX37" fmla="*/ 509588 w 2543175"/>
                <a:gd name="connsiteY37" fmla="*/ 376237 h 1890712"/>
                <a:gd name="connsiteX38" fmla="*/ 514350 w 2543175"/>
                <a:gd name="connsiteY38" fmla="*/ 383381 h 1890712"/>
                <a:gd name="connsiteX39" fmla="*/ 531019 w 2543175"/>
                <a:gd name="connsiteY39" fmla="*/ 397669 h 1890712"/>
                <a:gd name="connsiteX40" fmla="*/ 538163 w 2543175"/>
                <a:gd name="connsiteY40" fmla="*/ 407194 h 1890712"/>
                <a:gd name="connsiteX41" fmla="*/ 554832 w 2543175"/>
                <a:gd name="connsiteY41" fmla="*/ 421481 h 1890712"/>
                <a:gd name="connsiteX42" fmla="*/ 564357 w 2543175"/>
                <a:gd name="connsiteY42" fmla="*/ 431006 h 1890712"/>
                <a:gd name="connsiteX43" fmla="*/ 573882 w 2543175"/>
                <a:gd name="connsiteY43" fmla="*/ 438150 h 1890712"/>
                <a:gd name="connsiteX44" fmla="*/ 595313 w 2543175"/>
                <a:gd name="connsiteY44" fmla="*/ 454819 h 1890712"/>
                <a:gd name="connsiteX45" fmla="*/ 602457 w 2543175"/>
                <a:gd name="connsiteY45" fmla="*/ 457200 h 1890712"/>
                <a:gd name="connsiteX46" fmla="*/ 628650 w 2543175"/>
                <a:gd name="connsiteY46" fmla="*/ 469106 h 1890712"/>
                <a:gd name="connsiteX47" fmla="*/ 645319 w 2543175"/>
                <a:gd name="connsiteY47" fmla="*/ 483394 h 1890712"/>
                <a:gd name="connsiteX48" fmla="*/ 654844 w 2543175"/>
                <a:gd name="connsiteY48" fmla="*/ 488156 h 1890712"/>
                <a:gd name="connsiteX49" fmla="*/ 661988 w 2543175"/>
                <a:gd name="connsiteY49" fmla="*/ 497681 h 1890712"/>
                <a:gd name="connsiteX50" fmla="*/ 683419 w 2543175"/>
                <a:gd name="connsiteY50" fmla="*/ 514350 h 1890712"/>
                <a:gd name="connsiteX51" fmla="*/ 700088 w 2543175"/>
                <a:gd name="connsiteY51" fmla="*/ 526256 h 1890712"/>
                <a:gd name="connsiteX52" fmla="*/ 709613 w 2543175"/>
                <a:gd name="connsiteY52" fmla="*/ 535781 h 1890712"/>
                <a:gd name="connsiteX53" fmla="*/ 719138 w 2543175"/>
                <a:gd name="connsiteY53" fmla="*/ 542925 h 1890712"/>
                <a:gd name="connsiteX54" fmla="*/ 733425 w 2543175"/>
                <a:gd name="connsiteY54" fmla="*/ 557212 h 1890712"/>
                <a:gd name="connsiteX55" fmla="*/ 750094 w 2543175"/>
                <a:gd name="connsiteY55" fmla="*/ 569119 h 1890712"/>
                <a:gd name="connsiteX56" fmla="*/ 769144 w 2543175"/>
                <a:gd name="connsiteY56" fmla="*/ 581025 h 1890712"/>
                <a:gd name="connsiteX57" fmla="*/ 785813 w 2543175"/>
                <a:gd name="connsiteY57" fmla="*/ 590550 h 1890712"/>
                <a:gd name="connsiteX58" fmla="*/ 792957 w 2543175"/>
                <a:gd name="connsiteY58" fmla="*/ 600075 h 1890712"/>
                <a:gd name="connsiteX59" fmla="*/ 809625 w 2543175"/>
                <a:gd name="connsiteY59" fmla="*/ 611981 h 1890712"/>
                <a:gd name="connsiteX60" fmla="*/ 816769 w 2543175"/>
                <a:gd name="connsiteY60" fmla="*/ 619125 h 1890712"/>
                <a:gd name="connsiteX61" fmla="*/ 826294 w 2543175"/>
                <a:gd name="connsiteY61" fmla="*/ 626269 h 1890712"/>
                <a:gd name="connsiteX62" fmla="*/ 840582 w 2543175"/>
                <a:gd name="connsiteY62" fmla="*/ 638175 h 1890712"/>
                <a:gd name="connsiteX63" fmla="*/ 847725 w 2543175"/>
                <a:gd name="connsiteY63" fmla="*/ 645319 h 1890712"/>
                <a:gd name="connsiteX64" fmla="*/ 857250 w 2543175"/>
                <a:gd name="connsiteY64" fmla="*/ 652462 h 1890712"/>
                <a:gd name="connsiteX65" fmla="*/ 864394 w 2543175"/>
                <a:gd name="connsiteY65" fmla="*/ 657225 h 1890712"/>
                <a:gd name="connsiteX66" fmla="*/ 888207 w 2543175"/>
                <a:gd name="connsiteY66" fmla="*/ 676275 h 1890712"/>
                <a:gd name="connsiteX67" fmla="*/ 895350 w 2543175"/>
                <a:gd name="connsiteY67" fmla="*/ 681037 h 1890712"/>
                <a:gd name="connsiteX68" fmla="*/ 907257 w 2543175"/>
                <a:gd name="connsiteY68" fmla="*/ 683419 h 1890712"/>
                <a:gd name="connsiteX69" fmla="*/ 928688 w 2543175"/>
                <a:gd name="connsiteY69" fmla="*/ 695325 h 1890712"/>
                <a:gd name="connsiteX70" fmla="*/ 942975 w 2543175"/>
                <a:gd name="connsiteY70" fmla="*/ 700087 h 1890712"/>
                <a:gd name="connsiteX71" fmla="*/ 964407 w 2543175"/>
                <a:gd name="connsiteY71" fmla="*/ 716756 h 1890712"/>
                <a:gd name="connsiteX72" fmla="*/ 971550 w 2543175"/>
                <a:gd name="connsiteY72" fmla="*/ 723900 h 1890712"/>
                <a:gd name="connsiteX73" fmla="*/ 983457 w 2543175"/>
                <a:gd name="connsiteY73" fmla="*/ 733425 h 1890712"/>
                <a:gd name="connsiteX74" fmla="*/ 990600 w 2543175"/>
                <a:gd name="connsiteY74" fmla="*/ 738187 h 1890712"/>
                <a:gd name="connsiteX75" fmla="*/ 1007269 w 2543175"/>
                <a:gd name="connsiteY75" fmla="*/ 752475 h 1890712"/>
                <a:gd name="connsiteX76" fmla="*/ 1031082 w 2543175"/>
                <a:gd name="connsiteY76" fmla="*/ 766762 h 1890712"/>
                <a:gd name="connsiteX77" fmla="*/ 1042988 w 2543175"/>
                <a:gd name="connsiteY77" fmla="*/ 773906 h 1890712"/>
                <a:gd name="connsiteX78" fmla="*/ 1071563 w 2543175"/>
                <a:gd name="connsiteY78" fmla="*/ 785812 h 1890712"/>
                <a:gd name="connsiteX79" fmla="*/ 1097757 w 2543175"/>
                <a:gd name="connsiteY79" fmla="*/ 807244 h 1890712"/>
                <a:gd name="connsiteX80" fmla="*/ 1104900 w 2543175"/>
                <a:gd name="connsiteY80" fmla="*/ 814387 h 1890712"/>
                <a:gd name="connsiteX81" fmla="*/ 1121569 w 2543175"/>
                <a:gd name="connsiteY81" fmla="*/ 823912 h 1890712"/>
                <a:gd name="connsiteX82" fmla="*/ 1138238 w 2543175"/>
                <a:gd name="connsiteY82" fmla="*/ 835819 h 1890712"/>
                <a:gd name="connsiteX83" fmla="*/ 1147763 w 2543175"/>
                <a:gd name="connsiteY83" fmla="*/ 842962 h 1890712"/>
                <a:gd name="connsiteX84" fmla="*/ 1157288 w 2543175"/>
                <a:gd name="connsiteY84" fmla="*/ 847725 h 1890712"/>
                <a:gd name="connsiteX85" fmla="*/ 1178719 w 2543175"/>
                <a:gd name="connsiteY85" fmla="*/ 859631 h 1890712"/>
                <a:gd name="connsiteX86" fmla="*/ 1188244 w 2543175"/>
                <a:gd name="connsiteY86" fmla="*/ 866775 h 1890712"/>
                <a:gd name="connsiteX87" fmla="*/ 1195388 w 2543175"/>
                <a:gd name="connsiteY87" fmla="*/ 871537 h 1890712"/>
                <a:gd name="connsiteX88" fmla="*/ 1212057 w 2543175"/>
                <a:gd name="connsiteY88" fmla="*/ 883444 h 1890712"/>
                <a:gd name="connsiteX89" fmla="*/ 1226344 w 2543175"/>
                <a:gd name="connsiteY89" fmla="*/ 895350 h 1890712"/>
                <a:gd name="connsiteX90" fmla="*/ 1245394 w 2543175"/>
                <a:gd name="connsiteY90" fmla="*/ 907256 h 1890712"/>
                <a:gd name="connsiteX91" fmla="*/ 1254919 w 2543175"/>
                <a:gd name="connsiteY91" fmla="*/ 914400 h 1890712"/>
                <a:gd name="connsiteX92" fmla="*/ 1269207 w 2543175"/>
                <a:gd name="connsiteY92" fmla="*/ 921544 h 1890712"/>
                <a:gd name="connsiteX93" fmla="*/ 1290638 w 2543175"/>
                <a:gd name="connsiteY93" fmla="*/ 935831 h 1890712"/>
                <a:gd name="connsiteX94" fmla="*/ 1307307 w 2543175"/>
                <a:gd name="connsiteY94" fmla="*/ 952500 h 1890712"/>
                <a:gd name="connsiteX95" fmla="*/ 1333500 w 2543175"/>
                <a:gd name="connsiteY95" fmla="*/ 971550 h 1890712"/>
                <a:gd name="connsiteX96" fmla="*/ 1359694 w 2543175"/>
                <a:gd name="connsiteY96" fmla="*/ 990600 h 1890712"/>
                <a:gd name="connsiteX97" fmla="*/ 1373982 w 2543175"/>
                <a:gd name="connsiteY97" fmla="*/ 997744 h 1890712"/>
                <a:gd name="connsiteX98" fmla="*/ 1388269 w 2543175"/>
                <a:gd name="connsiteY98" fmla="*/ 1007269 h 1890712"/>
                <a:gd name="connsiteX99" fmla="*/ 1414463 w 2543175"/>
                <a:gd name="connsiteY99" fmla="*/ 1019175 h 1890712"/>
                <a:gd name="connsiteX100" fmla="*/ 1428750 w 2543175"/>
                <a:gd name="connsiteY100" fmla="*/ 1026319 h 1890712"/>
                <a:gd name="connsiteX101" fmla="*/ 1471613 w 2543175"/>
                <a:gd name="connsiteY101" fmla="*/ 1059656 h 1890712"/>
                <a:gd name="connsiteX102" fmla="*/ 1495425 w 2543175"/>
                <a:gd name="connsiteY102" fmla="*/ 1088231 h 1890712"/>
                <a:gd name="connsiteX103" fmla="*/ 1547812 w 2543175"/>
                <a:gd name="connsiteY103" fmla="*/ 1133475 h 1890712"/>
                <a:gd name="connsiteX104" fmla="*/ 1597819 w 2543175"/>
                <a:gd name="connsiteY104" fmla="*/ 1154906 h 1890712"/>
                <a:gd name="connsiteX105" fmla="*/ 1604963 w 2543175"/>
                <a:gd name="connsiteY105" fmla="*/ 1162050 h 1890712"/>
                <a:gd name="connsiteX106" fmla="*/ 1612107 w 2543175"/>
                <a:gd name="connsiteY106" fmla="*/ 1166812 h 1890712"/>
                <a:gd name="connsiteX107" fmla="*/ 1628775 w 2543175"/>
                <a:gd name="connsiteY107" fmla="*/ 1183481 h 1890712"/>
                <a:gd name="connsiteX108" fmla="*/ 1662113 w 2543175"/>
                <a:gd name="connsiteY108" fmla="*/ 1209675 h 1890712"/>
                <a:gd name="connsiteX109" fmla="*/ 1678782 w 2543175"/>
                <a:gd name="connsiteY109" fmla="*/ 1226344 h 1890712"/>
                <a:gd name="connsiteX110" fmla="*/ 1700213 w 2543175"/>
                <a:gd name="connsiteY110" fmla="*/ 1247775 h 1890712"/>
                <a:gd name="connsiteX111" fmla="*/ 1712119 w 2543175"/>
                <a:gd name="connsiteY111" fmla="*/ 1259681 h 1890712"/>
                <a:gd name="connsiteX112" fmla="*/ 1733550 w 2543175"/>
                <a:gd name="connsiteY112" fmla="*/ 1273969 h 1890712"/>
                <a:gd name="connsiteX113" fmla="*/ 1743075 w 2543175"/>
                <a:gd name="connsiteY113" fmla="*/ 1283494 h 1890712"/>
                <a:gd name="connsiteX114" fmla="*/ 1754982 w 2543175"/>
                <a:gd name="connsiteY114" fmla="*/ 1290637 h 1890712"/>
                <a:gd name="connsiteX115" fmla="*/ 1766888 w 2543175"/>
                <a:gd name="connsiteY115" fmla="*/ 1300162 h 1890712"/>
                <a:gd name="connsiteX116" fmla="*/ 1783557 w 2543175"/>
                <a:gd name="connsiteY116" fmla="*/ 1307306 h 1890712"/>
                <a:gd name="connsiteX117" fmla="*/ 1790700 w 2543175"/>
                <a:gd name="connsiteY117" fmla="*/ 1312069 h 1890712"/>
                <a:gd name="connsiteX118" fmla="*/ 1800225 w 2543175"/>
                <a:gd name="connsiteY118" fmla="*/ 1319212 h 1890712"/>
                <a:gd name="connsiteX119" fmla="*/ 1807369 w 2543175"/>
                <a:gd name="connsiteY119" fmla="*/ 1321594 h 1890712"/>
                <a:gd name="connsiteX120" fmla="*/ 1824038 w 2543175"/>
                <a:gd name="connsiteY120" fmla="*/ 1333500 h 1890712"/>
                <a:gd name="connsiteX121" fmla="*/ 1843088 w 2543175"/>
                <a:gd name="connsiteY121" fmla="*/ 1352550 h 1890712"/>
                <a:gd name="connsiteX122" fmla="*/ 1852613 w 2543175"/>
                <a:gd name="connsiteY122" fmla="*/ 1359694 h 1890712"/>
                <a:gd name="connsiteX123" fmla="*/ 1859757 w 2543175"/>
                <a:gd name="connsiteY123" fmla="*/ 1366837 h 1890712"/>
                <a:gd name="connsiteX124" fmla="*/ 1869282 w 2543175"/>
                <a:gd name="connsiteY124" fmla="*/ 1371600 h 1890712"/>
                <a:gd name="connsiteX125" fmla="*/ 1883569 w 2543175"/>
                <a:gd name="connsiteY125" fmla="*/ 1388269 h 1890712"/>
                <a:gd name="connsiteX126" fmla="*/ 1893094 w 2543175"/>
                <a:gd name="connsiteY126" fmla="*/ 1395412 h 1890712"/>
                <a:gd name="connsiteX127" fmla="*/ 1902619 w 2543175"/>
                <a:gd name="connsiteY127" fmla="*/ 1404937 h 1890712"/>
                <a:gd name="connsiteX128" fmla="*/ 1912144 w 2543175"/>
                <a:gd name="connsiteY128" fmla="*/ 1409700 h 1890712"/>
                <a:gd name="connsiteX129" fmla="*/ 1931194 w 2543175"/>
                <a:gd name="connsiteY129" fmla="*/ 1421606 h 1890712"/>
                <a:gd name="connsiteX130" fmla="*/ 1935957 w 2543175"/>
                <a:gd name="connsiteY130" fmla="*/ 1428750 h 1890712"/>
                <a:gd name="connsiteX131" fmla="*/ 1952625 w 2543175"/>
                <a:gd name="connsiteY131" fmla="*/ 1438275 h 1890712"/>
                <a:gd name="connsiteX132" fmla="*/ 1971675 w 2543175"/>
                <a:gd name="connsiteY132" fmla="*/ 1450181 h 1890712"/>
                <a:gd name="connsiteX133" fmla="*/ 1981200 w 2543175"/>
                <a:gd name="connsiteY133" fmla="*/ 1454944 h 1890712"/>
                <a:gd name="connsiteX134" fmla="*/ 1997869 w 2543175"/>
                <a:gd name="connsiteY134" fmla="*/ 1471612 h 1890712"/>
                <a:gd name="connsiteX135" fmla="*/ 2007394 w 2543175"/>
                <a:gd name="connsiteY135" fmla="*/ 1478756 h 1890712"/>
                <a:gd name="connsiteX136" fmla="*/ 2016919 w 2543175"/>
                <a:gd name="connsiteY136" fmla="*/ 1483519 h 1890712"/>
                <a:gd name="connsiteX137" fmla="*/ 2024063 w 2543175"/>
                <a:gd name="connsiteY137" fmla="*/ 1490662 h 1890712"/>
                <a:gd name="connsiteX138" fmla="*/ 2033588 w 2543175"/>
                <a:gd name="connsiteY138" fmla="*/ 1495425 h 1890712"/>
                <a:gd name="connsiteX139" fmla="*/ 2040732 w 2543175"/>
                <a:gd name="connsiteY139" fmla="*/ 1502569 h 1890712"/>
                <a:gd name="connsiteX140" fmla="*/ 2047875 w 2543175"/>
                <a:gd name="connsiteY140" fmla="*/ 1507331 h 1890712"/>
                <a:gd name="connsiteX141" fmla="*/ 2057400 w 2543175"/>
                <a:gd name="connsiteY141" fmla="*/ 1514475 h 1890712"/>
                <a:gd name="connsiteX142" fmla="*/ 2064544 w 2543175"/>
                <a:gd name="connsiteY142" fmla="*/ 1519237 h 1890712"/>
                <a:gd name="connsiteX143" fmla="*/ 2071688 w 2543175"/>
                <a:gd name="connsiteY143" fmla="*/ 1526381 h 1890712"/>
                <a:gd name="connsiteX144" fmla="*/ 2081213 w 2543175"/>
                <a:gd name="connsiteY144" fmla="*/ 1531144 h 1890712"/>
                <a:gd name="connsiteX145" fmla="*/ 2090738 w 2543175"/>
                <a:gd name="connsiteY145" fmla="*/ 1538287 h 1890712"/>
                <a:gd name="connsiteX146" fmla="*/ 2109788 w 2543175"/>
                <a:gd name="connsiteY146" fmla="*/ 1547812 h 1890712"/>
                <a:gd name="connsiteX147" fmla="*/ 2131219 w 2543175"/>
                <a:gd name="connsiteY147" fmla="*/ 1562100 h 1890712"/>
                <a:gd name="connsiteX148" fmla="*/ 2140744 w 2543175"/>
                <a:gd name="connsiteY148" fmla="*/ 1566862 h 1890712"/>
                <a:gd name="connsiteX149" fmla="*/ 2152650 w 2543175"/>
                <a:gd name="connsiteY149" fmla="*/ 1576387 h 1890712"/>
                <a:gd name="connsiteX150" fmla="*/ 2181225 w 2543175"/>
                <a:gd name="connsiteY150" fmla="*/ 1590675 h 1890712"/>
                <a:gd name="connsiteX151" fmla="*/ 2200275 w 2543175"/>
                <a:gd name="connsiteY151" fmla="*/ 1607344 h 1890712"/>
                <a:gd name="connsiteX152" fmla="*/ 2207419 w 2543175"/>
                <a:gd name="connsiteY152" fmla="*/ 1612106 h 1890712"/>
                <a:gd name="connsiteX153" fmla="*/ 2216944 w 2543175"/>
                <a:gd name="connsiteY153" fmla="*/ 1619250 h 1890712"/>
                <a:gd name="connsiteX154" fmla="*/ 2224088 w 2543175"/>
                <a:gd name="connsiteY154" fmla="*/ 1624012 h 1890712"/>
                <a:gd name="connsiteX155" fmla="*/ 2247900 w 2543175"/>
                <a:gd name="connsiteY155" fmla="*/ 1643062 h 1890712"/>
                <a:gd name="connsiteX156" fmla="*/ 2255044 w 2543175"/>
                <a:gd name="connsiteY156" fmla="*/ 1650206 h 1890712"/>
                <a:gd name="connsiteX157" fmla="*/ 2281238 w 2543175"/>
                <a:gd name="connsiteY157" fmla="*/ 1664494 h 1890712"/>
                <a:gd name="connsiteX158" fmla="*/ 2297907 w 2543175"/>
                <a:gd name="connsiteY158" fmla="*/ 1674019 h 1890712"/>
                <a:gd name="connsiteX159" fmla="*/ 2312194 w 2543175"/>
                <a:gd name="connsiteY159" fmla="*/ 1685925 h 1890712"/>
                <a:gd name="connsiteX160" fmla="*/ 2328863 w 2543175"/>
                <a:gd name="connsiteY160" fmla="*/ 1697831 h 1890712"/>
                <a:gd name="connsiteX161" fmla="*/ 2350294 w 2543175"/>
                <a:gd name="connsiteY161" fmla="*/ 1712119 h 1890712"/>
                <a:gd name="connsiteX162" fmla="*/ 2369344 w 2543175"/>
                <a:gd name="connsiteY162" fmla="*/ 1724025 h 1890712"/>
                <a:gd name="connsiteX163" fmla="*/ 2428876 w 2543175"/>
                <a:gd name="connsiteY163" fmla="*/ 1785938 h 1890712"/>
                <a:gd name="connsiteX164" fmla="*/ 2466975 w 2543175"/>
                <a:gd name="connsiteY164" fmla="*/ 1783556 h 1890712"/>
                <a:gd name="connsiteX165" fmla="*/ 2481263 w 2543175"/>
                <a:gd name="connsiteY165" fmla="*/ 1795462 h 1890712"/>
                <a:gd name="connsiteX166" fmla="*/ 2486025 w 2543175"/>
                <a:gd name="connsiteY166" fmla="*/ 1802606 h 1890712"/>
                <a:gd name="connsiteX167" fmla="*/ 2514600 w 2543175"/>
                <a:gd name="connsiteY167" fmla="*/ 1850231 h 1890712"/>
                <a:gd name="connsiteX168" fmla="*/ 2519363 w 2543175"/>
                <a:gd name="connsiteY168" fmla="*/ 1857375 h 1890712"/>
                <a:gd name="connsiteX169" fmla="*/ 2540794 w 2543175"/>
                <a:gd name="connsiteY169" fmla="*/ 1883569 h 1890712"/>
                <a:gd name="connsiteX170" fmla="*/ 2543175 w 2543175"/>
                <a:gd name="connsiteY170" fmla="*/ 1890712 h 1890712"/>
                <a:gd name="connsiteX0" fmla="*/ 0 w 2543175"/>
                <a:gd name="connsiteY0" fmla="*/ 0 h 1890712"/>
                <a:gd name="connsiteX1" fmla="*/ 11907 w 2543175"/>
                <a:gd name="connsiteY1" fmla="*/ 11906 h 1890712"/>
                <a:gd name="connsiteX2" fmla="*/ 21432 w 2543175"/>
                <a:gd name="connsiteY2" fmla="*/ 16669 h 1890712"/>
                <a:gd name="connsiteX3" fmla="*/ 23813 w 2543175"/>
                <a:gd name="connsiteY3" fmla="*/ 23812 h 1890712"/>
                <a:gd name="connsiteX4" fmla="*/ 33338 w 2543175"/>
                <a:gd name="connsiteY4" fmla="*/ 33337 h 1890712"/>
                <a:gd name="connsiteX5" fmla="*/ 40482 w 2543175"/>
                <a:gd name="connsiteY5" fmla="*/ 42862 h 1890712"/>
                <a:gd name="connsiteX6" fmla="*/ 47625 w 2543175"/>
                <a:gd name="connsiteY6" fmla="*/ 47625 h 1890712"/>
                <a:gd name="connsiteX7" fmla="*/ 57150 w 2543175"/>
                <a:gd name="connsiteY7" fmla="*/ 54769 h 1890712"/>
                <a:gd name="connsiteX8" fmla="*/ 64294 w 2543175"/>
                <a:gd name="connsiteY8" fmla="*/ 59531 h 1890712"/>
                <a:gd name="connsiteX9" fmla="*/ 83344 w 2543175"/>
                <a:gd name="connsiteY9" fmla="*/ 73819 h 1890712"/>
                <a:gd name="connsiteX10" fmla="*/ 97632 w 2543175"/>
                <a:gd name="connsiteY10" fmla="*/ 80962 h 1890712"/>
                <a:gd name="connsiteX11" fmla="*/ 104775 w 2543175"/>
                <a:gd name="connsiteY11" fmla="*/ 85725 h 1890712"/>
                <a:gd name="connsiteX12" fmla="*/ 114300 w 2543175"/>
                <a:gd name="connsiteY12" fmla="*/ 95250 h 1890712"/>
                <a:gd name="connsiteX13" fmla="*/ 123825 w 2543175"/>
                <a:gd name="connsiteY13" fmla="*/ 97631 h 1890712"/>
                <a:gd name="connsiteX14" fmla="*/ 130969 w 2543175"/>
                <a:gd name="connsiteY14" fmla="*/ 104775 h 1890712"/>
                <a:gd name="connsiteX15" fmla="*/ 140494 w 2543175"/>
                <a:gd name="connsiteY15" fmla="*/ 111919 h 1890712"/>
                <a:gd name="connsiteX16" fmla="*/ 147638 w 2543175"/>
                <a:gd name="connsiteY16" fmla="*/ 116681 h 1890712"/>
                <a:gd name="connsiteX17" fmla="*/ 164307 w 2543175"/>
                <a:gd name="connsiteY17" fmla="*/ 128587 h 1890712"/>
                <a:gd name="connsiteX18" fmla="*/ 180975 w 2543175"/>
                <a:gd name="connsiteY18" fmla="*/ 140494 h 1890712"/>
                <a:gd name="connsiteX19" fmla="*/ 197644 w 2543175"/>
                <a:gd name="connsiteY19" fmla="*/ 152400 h 1890712"/>
                <a:gd name="connsiteX20" fmla="*/ 204788 w 2543175"/>
                <a:gd name="connsiteY20" fmla="*/ 157162 h 1890712"/>
                <a:gd name="connsiteX21" fmla="*/ 214313 w 2543175"/>
                <a:gd name="connsiteY21" fmla="*/ 164306 h 1890712"/>
                <a:gd name="connsiteX22" fmla="*/ 230982 w 2543175"/>
                <a:gd name="connsiteY22" fmla="*/ 180975 h 1890712"/>
                <a:gd name="connsiteX23" fmla="*/ 247650 w 2543175"/>
                <a:gd name="connsiteY23" fmla="*/ 185737 h 1890712"/>
                <a:gd name="connsiteX24" fmla="*/ 300038 w 2543175"/>
                <a:gd name="connsiteY24" fmla="*/ 219075 h 1890712"/>
                <a:gd name="connsiteX25" fmla="*/ 333375 w 2543175"/>
                <a:gd name="connsiteY25" fmla="*/ 228600 h 1890712"/>
                <a:gd name="connsiteX26" fmla="*/ 354807 w 2543175"/>
                <a:gd name="connsiteY26" fmla="*/ 247650 h 1890712"/>
                <a:gd name="connsiteX27" fmla="*/ 366713 w 2543175"/>
                <a:gd name="connsiteY27" fmla="*/ 264319 h 1890712"/>
                <a:gd name="connsiteX28" fmla="*/ 371475 w 2543175"/>
                <a:gd name="connsiteY28" fmla="*/ 271462 h 1890712"/>
                <a:gd name="connsiteX29" fmla="*/ 385763 w 2543175"/>
                <a:gd name="connsiteY29" fmla="*/ 283369 h 1890712"/>
                <a:gd name="connsiteX30" fmla="*/ 404813 w 2543175"/>
                <a:gd name="connsiteY30" fmla="*/ 295275 h 1890712"/>
                <a:gd name="connsiteX31" fmla="*/ 411957 w 2543175"/>
                <a:gd name="connsiteY31" fmla="*/ 297656 h 1890712"/>
                <a:gd name="connsiteX32" fmla="*/ 466725 w 2543175"/>
                <a:gd name="connsiteY32" fmla="*/ 328612 h 1890712"/>
                <a:gd name="connsiteX33" fmla="*/ 476250 w 2543175"/>
                <a:gd name="connsiteY33" fmla="*/ 335756 h 1890712"/>
                <a:gd name="connsiteX34" fmla="*/ 481013 w 2543175"/>
                <a:gd name="connsiteY34" fmla="*/ 342900 h 1890712"/>
                <a:gd name="connsiteX35" fmla="*/ 490538 w 2543175"/>
                <a:gd name="connsiteY35" fmla="*/ 352425 h 1890712"/>
                <a:gd name="connsiteX36" fmla="*/ 495300 w 2543175"/>
                <a:gd name="connsiteY36" fmla="*/ 359569 h 1890712"/>
                <a:gd name="connsiteX37" fmla="*/ 509588 w 2543175"/>
                <a:gd name="connsiteY37" fmla="*/ 376237 h 1890712"/>
                <a:gd name="connsiteX38" fmla="*/ 514350 w 2543175"/>
                <a:gd name="connsiteY38" fmla="*/ 383381 h 1890712"/>
                <a:gd name="connsiteX39" fmla="*/ 531019 w 2543175"/>
                <a:gd name="connsiteY39" fmla="*/ 397669 h 1890712"/>
                <a:gd name="connsiteX40" fmla="*/ 538163 w 2543175"/>
                <a:gd name="connsiteY40" fmla="*/ 407194 h 1890712"/>
                <a:gd name="connsiteX41" fmla="*/ 554832 w 2543175"/>
                <a:gd name="connsiteY41" fmla="*/ 421481 h 1890712"/>
                <a:gd name="connsiteX42" fmla="*/ 564357 w 2543175"/>
                <a:gd name="connsiteY42" fmla="*/ 431006 h 1890712"/>
                <a:gd name="connsiteX43" fmla="*/ 573882 w 2543175"/>
                <a:gd name="connsiteY43" fmla="*/ 438150 h 1890712"/>
                <a:gd name="connsiteX44" fmla="*/ 595313 w 2543175"/>
                <a:gd name="connsiteY44" fmla="*/ 454819 h 1890712"/>
                <a:gd name="connsiteX45" fmla="*/ 602457 w 2543175"/>
                <a:gd name="connsiteY45" fmla="*/ 457200 h 1890712"/>
                <a:gd name="connsiteX46" fmla="*/ 628650 w 2543175"/>
                <a:gd name="connsiteY46" fmla="*/ 469106 h 1890712"/>
                <a:gd name="connsiteX47" fmla="*/ 645319 w 2543175"/>
                <a:gd name="connsiteY47" fmla="*/ 483394 h 1890712"/>
                <a:gd name="connsiteX48" fmla="*/ 654844 w 2543175"/>
                <a:gd name="connsiteY48" fmla="*/ 488156 h 1890712"/>
                <a:gd name="connsiteX49" fmla="*/ 661988 w 2543175"/>
                <a:gd name="connsiteY49" fmla="*/ 497681 h 1890712"/>
                <a:gd name="connsiteX50" fmla="*/ 683419 w 2543175"/>
                <a:gd name="connsiteY50" fmla="*/ 514350 h 1890712"/>
                <a:gd name="connsiteX51" fmla="*/ 700088 w 2543175"/>
                <a:gd name="connsiteY51" fmla="*/ 526256 h 1890712"/>
                <a:gd name="connsiteX52" fmla="*/ 709613 w 2543175"/>
                <a:gd name="connsiteY52" fmla="*/ 535781 h 1890712"/>
                <a:gd name="connsiteX53" fmla="*/ 719138 w 2543175"/>
                <a:gd name="connsiteY53" fmla="*/ 542925 h 1890712"/>
                <a:gd name="connsiteX54" fmla="*/ 733425 w 2543175"/>
                <a:gd name="connsiteY54" fmla="*/ 557212 h 1890712"/>
                <a:gd name="connsiteX55" fmla="*/ 750094 w 2543175"/>
                <a:gd name="connsiteY55" fmla="*/ 569119 h 1890712"/>
                <a:gd name="connsiteX56" fmla="*/ 769144 w 2543175"/>
                <a:gd name="connsiteY56" fmla="*/ 581025 h 1890712"/>
                <a:gd name="connsiteX57" fmla="*/ 785813 w 2543175"/>
                <a:gd name="connsiteY57" fmla="*/ 590550 h 1890712"/>
                <a:gd name="connsiteX58" fmla="*/ 792957 w 2543175"/>
                <a:gd name="connsiteY58" fmla="*/ 600075 h 1890712"/>
                <a:gd name="connsiteX59" fmla="*/ 809625 w 2543175"/>
                <a:gd name="connsiteY59" fmla="*/ 611981 h 1890712"/>
                <a:gd name="connsiteX60" fmla="*/ 816769 w 2543175"/>
                <a:gd name="connsiteY60" fmla="*/ 619125 h 1890712"/>
                <a:gd name="connsiteX61" fmla="*/ 826294 w 2543175"/>
                <a:gd name="connsiteY61" fmla="*/ 626269 h 1890712"/>
                <a:gd name="connsiteX62" fmla="*/ 840582 w 2543175"/>
                <a:gd name="connsiteY62" fmla="*/ 638175 h 1890712"/>
                <a:gd name="connsiteX63" fmla="*/ 847725 w 2543175"/>
                <a:gd name="connsiteY63" fmla="*/ 645319 h 1890712"/>
                <a:gd name="connsiteX64" fmla="*/ 857250 w 2543175"/>
                <a:gd name="connsiteY64" fmla="*/ 652462 h 1890712"/>
                <a:gd name="connsiteX65" fmla="*/ 864394 w 2543175"/>
                <a:gd name="connsiteY65" fmla="*/ 657225 h 1890712"/>
                <a:gd name="connsiteX66" fmla="*/ 888207 w 2543175"/>
                <a:gd name="connsiteY66" fmla="*/ 676275 h 1890712"/>
                <a:gd name="connsiteX67" fmla="*/ 895350 w 2543175"/>
                <a:gd name="connsiteY67" fmla="*/ 681037 h 1890712"/>
                <a:gd name="connsiteX68" fmla="*/ 907257 w 2543175"/>
                <a:gd name="connsiteY68" fmla="*/ 683419 h 1890712"/>
                <a:gd name="connsiteX69" fmla="*/ 928688 w 2543175"/>
                <a:gd name="connsiteY69" fmla="*/ 695325 h 1890712"/>
                <a:gd name="connsiteX70" fmla="*/ 942975 w 2543175"/>
                <a:gd name="connsiteY70" fmla="*/ 700087 h 1890712"/>
                <a:gd name="connsiteX71" fmla="*/ 964407 w 2543175"/>
                <a:gd name="connsiteY71" fmla="*/ 716756 h 1890712"/>
                <a:gd name="connsiteX72" fmla="*/ 971550 w 2543175"/>
                <a:gd name="connsiteY72" fmla="*/ 723900 h 1890712"/>
                <a:gd name="connsiteX73" fmla="*/ 983457 w 2543175"/>
                <a:gd name="connsiteY73" fmla="*/ 733425 h 1890712"/>
                <a:gd name="connsiteX74" fmla="*/ 990600 w 2543175"/>
                <a:gd name="connsiteY74" fmla="*/ 738187 h 1890712"/>
                <a:gd name="connsiteX75" fmla="*/ 1007269 w 2543175"/>
                <a:gd name="connsiteY75" fmla="*/ 752475 h 1890712"/>
                <a:gd name="connsiteX76" fmla="*/ 1031082 w 2543175"/>
                <a:gd name="connsiteY76" fmla="*/ 766762 h 1890712"/>
                <a:gd name="connsiteX77" fmla="*/ 1042988 w 2543175"/>
                <a:gd name="connsiteY77" fmla="*/ 773906 h 1890712"/>
                <a:gd name="connsiteX78" fmla="*/ 1071563 w 2543175"/>
                <a:gd name="connsiteY78" fmla="*/ 785812 h 1890712"/>
                <a:gd name="connsiteX79" fmla="*/ 1097757 w 2543175"/>
                <a:gd name="connsiteY79" fmla="*/ 807244 h 1890712"/>
                <a:gd name="connsiteX80" fmla="*/ 1104900 w 2543175"/>
                <a:gd name="connsiteY80" fmla="*/ 814387 h 1890712"/>
                <a:gd name="connsiteX81" fmla="*/ 1121569 w 2543175"/>
                <a:gd name="connsiteY81" fmla="*/ 823912 h 1890712"/>
                <a:gd name="connsiteX82" fmla="*/ 1138238 w 2543175"/>
                <a:gd name="connsiteY82" fmla="*/ 835819 h 1890712"/>
                <a:gd name="connsiteX83" fmla="*/ 1147763 w 2543175"/>
                <a:gd name="connsiteY83" fmla="*/ 842962 h 1890712"/>
                <a:gd name="connsiteX84" fmla="*/ 1157288 w 2543175"/>
                <a:gd name="connsiteY84" fmla="*/ 847725 h 1890712"/>
                <a:gd name="connsiteX85" fmla="*/ 1178719 w 2543175"/>
                <a:gd name="connsiteY85" fmla="*/ 859631 h 1890712"/>
                <a:gd name="connsiteX86" fmla="*/ 1188244 w 2543175"/>
                <a:gd name="connsiteY86" fmla="*/ 866775 h 1890712"/>
                <a:gd name="connsiteX87" fmla="*/ 1195388 w 2543175"/>
                <a:gd name="connsiteY87" fmla="*/ 871537 h 1890712"/>
                <a:gd name="connsiteX88" fmla="*/ 1212057 w 2543175"/>
                <a:gd name="connsiteY88" fmla="*/ 883444 h 1890712"/>
                <a:gd name="connsiteX89" fmla="*/ 1226344 w 2543175"/>
                <a:gd name="connsiteY89" fmla="*/ 895350 h 1890712"/>
                <a:gd name="connsiteX90" fmla="*/ 1245394 w 2543175"/>
                <a:gd name="connsiteY90" fmla="*/ 907256 h 1890712"/>
                <a:gd name="connsiteX91" fmla="*/ 1254919 w 2543175"/>
                <a:gd name="connsiteY91" fmla="*/ 914400 h 1890712"/>
                <a:gd name="connsiteX92" fmla="*/ 1269207 w 2543175"/>
                <a:gd name="connsiteY92" fmla="*/ 921544 h 1890712"/>
                <a:gd name="connsiteX93" fmla="*/ 1290638 w 2543175"/>
                <a:gd name="connsiteY93" fmla="*/ 935831 h 1890712"/>
                <a:gd name="connsiteX94" fmla="*/ 1307307 w 2543175"/>
                <a:gd name="connsiteY94" fmla="*/ 952500 h 1890712"/>
                <a:gd name="connsiteX95" fmla="*/ 1333500 w 2543175"/>
                <a:gd name="connsiteY95" fmla="*/ 971550 h 1890712"/>
                <a:gd name="connsiteX96" fmla="*/ 1359694 w 2543175"/>
                <a:gd name="connsiteY96" fmla="*/ 990600 h 1890712"/>
                <a:gd name="connsiteX97" fmla="*/ 1373982 w 2543175"/>
                <a:gd name="connsiteY97" fmla="*/ 997744 h 1890712"/>
                <a:gd name="connsiteX98" fmla="*/ 1388269 w 2543175"/>
                <a:gd name="connsiteY98" fmla="*/ 1007269 h 1890712"/>
                <a:gd name="connsiteX99" fmla="*/ 1414463 w 2543175"/>
                <a:gd name="connsiteY99" fmla="*/ 1019175 h 1890712"/>
                <a:gd name="connsiteX100" fmla="*/ 1428750 w 2543175"/>
                <a:gd name="connsiteY100" fmla="*/ 1026319 h 1890712"/>
                <a:gd name="connsiteX101" fmla="*/ 1471613 w 2543175"/>
                <a:gd name="connsiteY101" fmla="*/ 1059656 h 1890712"/>
                <a:gd name="connsiteX102" fmla="*/ 1495425 w 2543175"/>
                <a:gd name="connsiteY102" fmla="*/ 1088231 h 1890712"/>
                <a:gd name="connsiteX103" fmla="*/ 1547812 w 2543175"/>
                <a:gd name="connsiteY103" fmla="*/ 1133475 h 1890712"/>
                <a:gd name="connsiteX104" fmla="*/ 1597819 w 2543175"/>
                <a:gd name="connsiteY104" fmla="*/ 1154906 h 1890712"/>
                <a:gd name="connsiteX105" fmla="*/ 1604963 w 2543175"/>
                <a:gd name="connsiteY105" fmla="*/ 1162050 h 1890712"/>
                <a:gd name="connsiteX106" fmla="*/ 1612107 w 2543175"/>
                <a:gd name="connsiteY106" fmla="*/ 1166812 h 1890712"/>
                <a:gd name="connsiteX107" fmla="*/ 1628775 w 2543175"/>
                <a:gd name="connsiteY107" fmla="*/ 1183481 h 1890712"/>
                <a:gd name="connsiteX108" fmla="*/ 1662113 w 2543175"/>
                <a:gd name="connsiteY108" fmla="*/ 1209675 h 1890712"/>
                <a:gd name="connsiteX109" fmla="*/ 1678782 w 2543175"/>
                <a:gd name="connsiteY109" fmla="*/ 1226344 h 1890712"/>
                <a:gd name="connsiteX110" fmla="*/ 1700213 w 2543175"/>
                <a:gd name="connsiteY110" fmla="*/ 1247775 h 1890712"/>
                <a:gd name="connsiteX111" fmla="*/ 1712119 w 2543175"/>
                <a:gd name="connsiteY111" fmla="*/ 1259681 h 1890712"/>
                <a:gd name="connsiteX112" fmla="*/ 1733550 w 2543175"/>
                <a:gd name="connsiteY112" fmla="*/ 1273969 h 1890712"/>
                <a:gd name="connsiteX113" fmla="*/ 1743075 w 2543175"/>
                <a:gd name="connsiteY113" fmla="*/ 1283494 h 1890712"/>
                <a:gd name="connsiteX114" fmla="*/ 1754982 w 2543175"/>
                <a:gd name="connsiteY114" fmla="*/ 1290637 h 1890712"/>
                <a:gd name="connsiteX115" fmla="*/ 1766888 w 2543175"/>
                <a:gd name="connsiteY115" fmla="*/ 1300162 h 1890712"/>
                <a:gd name="connsiteX116" fmla="*/ 1783557 w 2543175"/>
                <a:gd name="connsiteY116" fmla="*/ 1307306 h 1890712"/>
                <a:gd name="connsiteX117" fmla="*/ 1790700 w 2543175"/>
                <a:gd name="connsiteY117" fmla="*/ 1312069 h 1890712"/>
                <a:gd name="connsiteX118" fmla="*/ 1800225 w 2543175"/>
                <a:gd name="connsiteY118" fmla="*/ 1319212 h 1890712"/>
                <a:gd name="connsiteX119" fmla="*/ 1807369 w 2543175"/>
                <a:gd name="connsiteY119" fmla="*/ 1321594 h 1890712"/>
                <a:gd name="connsiteX120" fmla="*/ 1824038 w 2543175"/>
                <a:gd name="connsiteY120" fmla="*/ 1333500 h 1890712"/>
                <a:gd name="connsiteX121" fmla="*/ 1843088 w 2543175"/>
                <a:gd name="connsiteY121" fmla="*/ 1352550 h 1890712"/>
                <a:gd name="connsiteX122" fmla="*/ 1852613 w 2543175"/>
                <a:gd name="connsiteY122" fmla="*/ 1359694 h 1890712"/>
                <a:gd name="connsiteX123" fmla="*/ 1859757 w 2543175"/>
                <a:gd name="connsiteY123" fmla="*/ 1366837 h 1890712"/>
                <a:gd name="connsiteX124" fmla="*/ 1869282 w 2543175"/>
                <a:gd name="connsiteY124" fmla="*/ 1371600 h 1890712"/>
                <a:gd name="connsiteX125" fmla="*/ 1883569 w 2543175"/>
                <a:gd name="connsiteY125" fmla="*/ 1388269 h 1890712"/>
                <a:gd name="connsiteX126" fmla="*/ 1893094 w 2543175"/>
                <a:gd name="connsiteY126" fmla="*/ 1395412 h 1890712"/>
                <a:gd name="connsiteX127" fmla="*/ 1902619 w 2543175"/>
                <a:gd name="connsiteY127" fmla="*/ 1404937 h 1890712"/>
                <a:gd name="connsiteX128" fmla="*/ 1912144 w 2543175"/>
                <a:gd name="connsiteY128" fmla="*/ 1409700 h 1890712"/>
                <a:gd name="connsiteX129" fmla="*/ 1931194 w 2543175"/>
                <a:gd name="connsiteY129" fmla="*/ 1421606 h 1890712"/>
                <a:gd name="connsiteX130" fmla="*/ 1935957 w 2543175"/>
                <a:gd name="connsiteY130" fmla="*/ 1428750 h 1890712"/>
                <a:gd name="connsiteX131" fmla="*/ 1952625 w 2543175"/>
                <a:gd name="connsiteY131" fmla="*/ 1438275 h 1890712"/>
                <a:gd name="connsiteX132" fmla="*/ 1971675 w 2543175"/>
                <a:gd name="connsiteY132" fmla="*/ 1450181 h 1890712"/>
                <a:gd name="connsiteX133" fmla="*/ 1981200 w 2543175"/>
                <a:gd name="connsiteY133" fmla="*/ 1454944 h 1890712"/>
                <a:gd name="connsiteX134" fmla="*/ 1997869 w 2543175"/>
                <a:gd name="connsiteY134" fmla="*/ 1471612 h 1890712"/>
                <a:gd name="connsiteX135" fmla="*/ 2007394 w 2543175"/>
                <a:gd name="connsiteY135" fmla="*/ 1478756 h 1890712"/>
                <a:gd name="connsiteX136" fmla="*/ 2016919 w 2543175"/>
                <a:gd name="connsiteY136" fmla="*/ 1483519 h 1890712"/>
                <a:gd name="connsiteX137" fmla="*/ 2024063 w 2543175"/>
                <a:gd name="connsiteY137" fmla="*/ 1490662 h 1890712"/>
                <a:gd name="connsiteX138" fmla="*/ 2033588 w 2543175"/>
                <a:gd name="connsiteY138" fmla="*/ 1495425 h 1890712"/>
                <a:gd name="connsiteX139" fmla="*/ 2040732 w 2543175"/>
                <a:gd name="connsiteY139" fmla="*/ 1502569 h 1890712"/>
                <a:gd name="connsiteX140" fmla="*/ 2047875 w 2543175"/>
                <a:gd name="connsiteY140" fmla="*/ 1507331 h 1890712"/>
                <a:gd name="connsiteX141" fmla="*/ 2057400 w 2543175"/>
                <a:gd name="connsiteY141" fmla="*/ 1514475 h 1890712"/>
                <a:gd name="connsiteX142" fmla="*/ 2064544 w 2543175"/>
                <a:gd name="connsiteY142" fmla="*/ 1519237 h 1890712"/>
                <a:gd name="connsiteX143" fmla="*/ 2071688 w 2543175"/>
                <a:gd name="connsiteY143" fmla="*/ 1526381 h 1890712"/>
                <a:gd name="connsiteX144" fmla="*/ 2081213 w 2543175"/>
                <a:gd name="connsiteY144" fmla="*/ 1531144 h 1890712"/>
                <a:gd name="connsiteX145" fmla="*/ 2090738 w 2543175"/>
                <a:gd name="connsiteY145" fmla="*/ 1538287 h 1890712"/>
                <a:gd name="connsiteX146" fmla="*/ 2109788 w 2543175"/>
                <a:gd name="connsiteY146" fmla="*/ 1547812 h 1890712"/>
                <a:gd name="connsiteX147" fmla="*/ 2131219 w 2543175"/>
                <a:gd name="connsiteY147" fmla="*/ 1562100 h 1890712"/>
                <a:gd name="connsiteX148" fmla="*/ 2140744 w 2543175"/>
                <a:gd name="connsiteY148" fmla="*/ 1566862 h 1890712"/>
                <a:gd name="connsiteX149" fmla="*/ 2152650 w 2543175"/>
                <a:gd name="connsiteY149" fmla="*/ 1576387 h 1890712"/>
                <a:gd name="connsiteX150" fmla="*/ 2181225 w 2543175"/>
                <a:gd name="connsiteY150" fmla="*/ 1590675 h 1890712"/>
                <a:gd name="connsiteX151" fmla="*/ 2200275 w 2543175"/>
                <a:gd name="connsiteY151" fmla="*/ 1607344 h 1890712"/>
                <a:gd name="connsiteX152" fmla="*/ 2207419 w 2543175"/>
                <a:gd name="connsiteY152" fmla="*/ 1612106 h 1890712"/>
                <a:gd name="connsiteX153" fmla="*/ 2216944 w 2543175"/>
                <a:gd name="connsiteY153" fmla="*/ 1619250 h 1890712"/>
                <a:gd name="connsiteX154" fmla="*/ 2224088 w 2543175"/>
                <a:gd name="connsiteY154" fmla="*/ 1624012 h 1890712"/>
                <a:gd name="connsiteX155" fmla="*/ 2247900 w 2543175"/>
                <a:gd name="connsiteY155" fmla="*/ 1643062 h 1890712"/>
                <a:gd name="connsiteX156" fmla="*/ 2255044 w 2543175"/>
                <a:gd name="connsiteY156" fmla="*/ 1650206 h 1890712"/>
                <a:gd name="connsiteX157" fmla="*/ 2281238 w 2543175"/>
                <a:gd name="connsiteY157" fmla="*/ 1664494 h 1890712"/>
                <a:gd name="connsiteX158" fmla="*/ 2297907 w 2543175"/>
                <a:gd name="connsiteY158" fmla="*/ 1674019 h 1890712"/>
                <a:gd name="connsiteX159" fmla="*/ 2312194 w 2543175"/>
                <a:gd name="connsiteY159" fmla="*/ 1685925 h 1890712"/>
                <a:gd name="connsiteX160" fmla="*/ 2328863 w 2543175"/>
                <a:gd name="connsiteY160" fmla="*/ 1697831 h 1890712"/>
                <a:gd name="connsiteX161" fmla="*/ 2350294 w 2543175"/>
                <a:gd name="connsiteY161" fmla="*/ 1712119 h 1890712"/>
                <a:gd name="connsiteX162" fmla="*/ 2369344 w 2543175"/>
                <a:gd name="connsiteY162" fmla="*/ 1724025 h 1890712"/>
                <a:gd name="connsiteX163" fmla="*/ 2428876 w 2543175"/>
                <a:gd name="connsiteY163" fmla="*/ 1785938 h 1890712"/>
                <a:gd name="connsiteX164" fmla="*/ 2466975 w 2543175"/>
                <a:gd name="connsiteY164" fmla="*/ 1783556 h 1890712"/>
                <a:gd name="connsiteX165" fmla="*/ 2481263 w 2543175"/>
                <a:gd name="connsiteY165" fmla="*/ 1795462 h 1890712"/>
                <a:gd name="connsiteX166" fmla="*/ 2486025 w 2543175"/>
                <a:gd name="connsiteY166" fmla="*/ 1802606 h 1890712"/>
                <a:gd name="connsiteX167" fmla="*/ 2514600 w 2543175"/>
                <a:gd name="connsiteY167" fmla="*/ 1850231 h 1890712"/>
                <a:gd name="connsiteX168" fmla="*/ 2519363 w 2543175"/>
                <a:gd name="connsiteY168" fmla="*/ 1857375 h 1890712"/>
                <a:gd name="connsiteX169" fmla="*/ 2540794 w 2543175"/>
                <a:gd name="connsiteY169" fmla="*/ 1883569 h 1890712"/>
                <a:gd name="connsiteX170" fmla="*/ 2543175 w 2543175"/>
                <a:gd name="connsiteY170" fmla="*/ 1890712 h 1890712"/>
                <a:gd name="connsiteX0" fmla="*/ 0 w 2543175"/>
                <a:gd name="connsiteY0" fmla="*/ 0 h 1890712"/>
                <a:gd name="connsiteX1" fmla="*/ 11907 w 2543175"/>
                <a:gd name="connsiteY1" fmla="*/ 11906 h 1890712"/>
                <a:gd name="connsiteX2" fmla="*/ 21432 w 2543175"/>
                <a:gd name="connsiteY2" fmla="*/ 16669 h 1890712"/>
                <a:gd name="connsiteX3" fmla="*/ 23813 w 2543175"/>
                <a:gd name="connsiteY3" fmla="*/ 23812 h 1890712"/>
                <a:gd name="connsiteX4" fmla="*/ 33338 w 2543175"/>
                <a:gd name="connsiteY4" fmla="*/ 33337 h 1890712"/>
                <a:gd name="connsiteX5" fmla="*/ 40482 w 2543175"/>
                <a:gd name="connsiteY5" fmla="*/ 42862 h 1890712"/>
                <a:gd name="connsiteX6" fmla="*/ 47625 w 2543175"/>
                <a:gd name="connsiteY6" fmla="*/ 47625 h 1890712"/>
                <a:gd name="connsiteX7" fmla="*/ 57150 w 2543175"/>
                <a:gd name="connsiteY7" fmla="*/ 54769 h 1890712"/>
                <a:gd name="connsiteX8" fmla="*/ 64294 w 2543175"/>
                <a:gd name="connsiteY8" fmla="*/ 59531 h 1890712"/>
                <a:gd name="connsiteX9" fmla="*/ 83344 w 2543175"/>
                <a:gd name="connsiteY9" fmla="*/ 73819 h 1890712"/>
                <a:gd name="connsiteX10" fmla="*/ 97632 w 2543175"/>
                <a:gd name="connsiteY10" fmla="*/ 80962 h 1890712"/>
                <a:gd name="connsiteX11" fmla="*/ 104775 w 2543175"/>
                <a:gd name="connsiteY11" fmla="*/ 85725 h 1890712"/>
                <a:gd name="connsiteX12" fmla="*/ 114300 w 2543175"/>
                <a:gd name="connsiteY12" fmla="*/ 95250 h 1890712"/>
                <a:gd name="connsiteX13" fmla="*/ 123825 w 2543175"/>
                <a:gd name="connsiteY13" fmla="*/ 97631 h 1890712"/>
                <a:gd name="connsiteX14" fmla="*/ 130969 w 2543175"/>
                <a:gd name="connsiteY14" fmla="*/ 104775 h 1890712"/>
                <a:gd name="connsiteX15" fmla="*/ 140494 w 2543175"/>
                <a:gd name="connsiteY15" fmla="*/ 111919 h 1890712"/>
                <a:gd name="connsiteX16" fmla="*/ 147638 w 2543175"/>
                <a:gd name="connsiteY16" fmla="*/ 116681 h 1890712"/>
                <a:gd name="connsiteX17" fmla="*/ 164307 w 2543175"/>
                <a:gd name="connsiteY17" fmla="*/ 128587 h 1890712"/>
                <a:gd name="connsiteX18" fmla="*/ 180975 w 2543175"/>
                <a:gd name="connsiteY18" fmla="*/ 140494 h 1890712"/>
                <a:gd name="connsiteX19" fmla="*/ 197644 w 2543175"/>
                <a:gd name="connsiteY19" fmla="*/ 152400 h 1890712"/>
                <a:gd name="connsiteX20" fmla="*/ 204788 w 2543175"/>
                <a:gd name="connsiteY20" fmla="*/ 157162 h 1890712"/>
                <a:gd name="connsiteX21" fmla="*/ 214313 w 2543175"/>
                <a:gd name="connsiteY21" fmla="*/ 164306 h 1890712"/>
                <a:gd name="connsiteX22" fmla="*/ 230982 w 2543175"/>
                <a:gd name="connsiteY22" fmla="*/ 180975 h 1890712"/>
                <a:gd name="connsiteX23" fmla="*/ 247650 w 2543175"/>
                <a:gd name="connsiteY23" fmla="*/ 185737 h 1890712"/>
                <a:gd name="connsiteX24" fmla="*/ 300038 w 2543175"/>
                <a:gd name="connsiteY24" fmla="*/ 219075 h 1890712"/>
                <a:gd name="connsiteX25" fmla="*/ 354807 w 2543175"/>
                <a:gd name="connsiteY25" fmla="*/ 247650 h 1890712"/>
                <a:gd name="connsiteX26" fmla="*/ 366713 w 2543175"/>
                <a:gd name="connsiteY26" fmla="*/ 264319 h 1890712"/>
                <a:gd name="connsiteX27" fmla="*/ 371475 w 2543175"/>
                <a:gd name="connsiteY27" fmla="*/ 271462 h 1890712"/>
                <a:gd name="connsiteX28" fmla="*/ 385763 w 2543175"/>
                <a:gd name="connsiteY28" fmla="*/ 283369 h 1890712"/>
                <a:gd name="connsiteX29" fmla="*/ 404813 w 2543175"/>
                <a:gd name="connsiteY29" fmla="*/ 295275 h 1890712"/>
                <a:gd name="connsiteX30" fmla="*/ 411957 w 2543175"/>
                <a:gd name="connsiteY30" fmla="*/ 297656 h 1890712"/>
                <a:gd name="connsiteX31" fmla="*/ 466725 w 2543175"/>
                <a:gd name="connsiteY31" fmla="*/ 328612 h 1890712"/>
                <a:gd name="connsiteX32" fmla="*/ 476250 w 2543175"/>
                <a:gd name="connsiteY32" fmla="*/ 335756 h 1890712"/>
                <a:gd name="connsiteX33" fmla="*/ 481013 w 2543175"/>
                <a:gd name="connsiteY33" fmla="*/ 342900 h 1890712"/>
                <a:gd name="connsiteX34" fmla="*/ 490538 w 2543175"/>
                <a:gd name="connsiteY34" fmla="*/ 352425 h 1890712"/>
                <a:gd name="connsiteX35" fmla="*/ 495300 w 2543175"/>
                <a:gd name="connsiteY35" fmla="*/ 359569 h 1890712"/>
                <a:gd name="connsiteX36" fmla="*/ 509588 w 2543175"/>
                <a:gd name="connsiteY36" fmla="*/ 376237 h 1890712"/>
                <a:gd name="connsiteX37" fmla="*/ 514350 w 2543175"/>
                <a:gd name="connsiteY37" fmla="*/ 383381 h 1890712"/>
                <a:gd name="connsiteX38" fmla="*/ 531019 w 2543175"/>
                <a:gd name="connsiteY38" fmla="*/ 397669 h 1890712"/>
                <a:gd name="connsiteX39" fmla="*/ 538163 w 2543175"/>
                <a:gd name="connsiteY39" fmla="*/ 407194 h 1890712"/>
                <a:gd name="connsiteX40" fmla="*/ 554832 w 2543175"/>
                <a:gd name="connsiteY40" fmla="*/ 421481 h 1890712"/>
                <a:gd name="connsiteX41" fmla="*/ 564357 w 2543175"/>
                <a:gd name="connsiteY41" fmla="*/ 431006 h 1890712"/>
                <a:gd name="connsiteX42" fmla="*/ 573882 w 2543175"/>
                <a:gd name="connsiteY42" fmla="*/ 438150 h 1890712"/>
                <a:gd name="connsiteX43" fmla="*/ 595313 w 2543175"/>
                <a:gd name="connsiteY43" fmla="*/ 454819 h 1890712"/>
                <a:gd name="connsiteX44" fmla="*/ 602457 w 2543175"/>
                <a:gd name="connsiteY44" fmla="*/ 457200 h 1890712"/>
                <a:gd name="connsiteX45" fmla="*/ 628650 w 2543175"/>
                <a:gd name="connsiteY45" fmla="*/ 469106 h 1890712"/>
                <a:gd name="connsiteX46" fmla="*/ 645319 w 2543175"/>
                <a:gd name="connsiteY46" fmla="*/ 483394 h 1890712"/>
                <a:gd name="connsiteX47" fmla="*/ 654844 w 2543175"/>
                <a:gd name="connsiteY47" fmla="*/ 488156 h 1890712"/>
                <a:gd name="connsiteX48" fmla="*/ 661988 w 2543175"/>
                <a:gd name="connsiteY48" fmla="*/ 497681 h 1890712"/>
                <a:gd name="connsiteX49" fmla="*/ 683419 w 2543175"/>
                <a:gd name="connsiteY49" fmla="*/ 514350 h 1890712"/>
                <a:gd name="connsiteX50" fmla="*/ 700088 w 2543175"/>
                <a:gd name="connsiteY50" fmla="*/ 526256 h 1890712"/>
                <a:gd name="connsiteX51" fmla="*/ 709613 w 2543175"/>
                <a:gd name="connsiteY51" fmla="*/ 535781 h 1890712"/>
                <a:gd name="connsiteX52" fmla="*/ 719138 w 2543175"/>
                <a:gd name="connsiteY52" fmla="*/ 542925 h 1890712"/>
                <a:gd name="connsiteX53" fmla="*/ 733425 w 2543175"/>
                <a:gd name="connsiteY53" fmla="*/ 557212 h 1890712"/>
                <a:gd name="connsiteX54" fmla="*/ 750094 w 2543175"/>
                <a:gd name="connsiteY54" fmla="*/ 569119 h 1890712"/>
                <a:gd name="connsiteX55" fmla="*/ 769144 w 2543175"/>
                <a:gd name="connsiteY55" fmla="*/ 581025 h 1890712"/>
                <a:gd name="connsiteX56" fmla="*/ 785813 w 2543175"/>
                <a:gd name="connsiteY56" fmla="*/ 590550 h 1890712"/>
                <a:gd name="connsiteX57" fmla="*/ 792957 w 2543175"/>
                <a:gd name="connsiteY57" fmla="*/ 600075 h 1890712"/>
                <a:gd name="connsiteX58" fmla="*/ 809625 w 2543175"/>
                <a:gd name="connsiteY58" fmla="*/ 611981 h 1890712"/>
                <a:gd name="connsiteX59" fmla="*/ 816769 w 2543175"/>
                <a:gd name="connsiteY59" fmla="*/ 619125 h 1890712"/>
                <a:gd name="connsiteX60" fmla="*/ 826294 w 2543175"/>
                <a:gd name="connsiteY60" fmla="*/ 626269 h 1890712"/>
                <a:gd name="connsiteX61" fmla="*/ 840582 w 2543175"/>
                <a:gd name="connsiteY61" fmla="*/ 638175 h 1890712"/>
                <a:gd name="connsiteX62" fmla="*/ 847725 w 2543175"/>
                <a:gd name="connsiteY62" fmla="*/ 645319 h 1890712"/>
                <a:gd name="connsiteX63" fmla="*/ 857250 w 2543175"/>
                <a:gd name="connsiteY63" fmla="*/ 652462 h 1890712"/>
                <a:gd name="connsiteX64" fmla="*/ 864394 w 2543175"/>
                <a:gd name="connsiteY64" fmla="*/ 657225 h 1890712"/>
                <a:gd name="connsiteX65" fmla="*/ 888207 w 2543175"/>
                <a:gd name="connsiteY65" fmla="*/ 676275 h 1890712"/>
                <a:gd name="connsiteX66" fmla="*/ 895350 w 2543175"/>
                <a:gd name="connsiteY66" fmla="*/ 681037 h 1890712"/>
                <a:gd name="connsiteX67" fmla="*/ 907257 w 2543175"/>
                <a:gd name="connsiteY67" fmla="*/ 683419 h 1890712"/>
                <a:gd name="connsiteX68" fmla="*/ 928688 w 2543175"/>
                <a:gd name="connsiteY68" fmla="*/ 695325 h 1890712"/>
                <a:gd name="connsiteX69" fmla="*/ 942975 w 2543175"/>
                <a:gd name="connsiteY69" fmla="*/ 700087 h 1890712"/>
                <a:gd name="connsiteX70" fmla="*/ 964407 w 2543175"/>
                <a:gd name="connsiteY70" fmla="*/ 716756 h 1890712"/>
                <a:gd name="connsiteX71" fmla="*/ 971550 w 2543175"/>
                <a:gd name="connsiteY71" fmla="*/ 723900 h 1890712"/>
                <a:gd name="connsiteX72" fmla="*/ 983457 w 2543175"/>
                <a:gd name="connsiteY72" fmla="*/ 733425 h 1890712"/>
                <a:gd name="connsiteX73" fmla="*/ 990600 w 2543175"/>
                <a:gd name="connsiteY73" fmla="*/ 738187 h 1890712"/>
                <a:gd name="connsiteX74" fmla="*/ 1007269 w 2543175"/>
                <a:gd name="connsiteY74" fmla="*/ 752475 h 1890712"/>
                <a:gd name="connsiteX75" fmla="*/ 1031082 w 2543175"/>
                <a:gd name="connsiteY75" fmla="*/ 766762 h 1890712"/>
                <a:gd name="connsiteX76" fmla="*/ 1042988 w 2543175"/>
                <a:gd name="connsiteY76" fmla="*/ 773906 h 1890712"/>
                <a:gd name="connsiteX77" fmla="*/ 1071563 w 2543175"/>
                <a:gd name="connsiteY77" fmla="*/ 785812 h 1890712"/>
                <a:gd name="connsiteX78" fmla="*/ 1097757 w 2543175"/>
                <a:gd name="connsiteY78" fmla="*/ 807244 h 1890712"/>
                <a:gd name="connsiteX79" fmla="*/ 1104900 w 2543175"/>
                <a:gd name="connsiteY79" fmla="*/ 814387 h 1890712"/>
                <a:gd name="connsiteX80" fmla="*/ 1121569 w 2543175"/>
                <a:gd name="connsiteY80" fmla="*/ 823912 h 1890712"/>
                <a:gd name="connsiteX81" fmla="*/ 1138238 w 2543175"/>
                <a:gd name="connsiteY81" fmla="*/ 835819 h 1890712"/>
                <a:gd name="connsiteX82" fmla="*/ 1147763 w 2543175"/>
                <a:gd name="connsiteY82" fmla="*/ 842962 h 1890712"/>
                <a:gd name="connsiteX83" fmla="*/ 1157288 w 2543175"/>
                <a:gd name="connsiteY83" fmla="*/ 847725 h 1890712"/>
                <a:gd name="connsiteX84" fmla="*/ 1178719 w 2543175"/>
                <a:gd name="connsiteY84" fmla="*/ 859631 h 1890712"/>
                <a:gd name="connsiteX85" fmla="*/ 1188244 w 2543175"/>
                <a:gd name="connsiteY85" fmla="*/ 866775 h 1890712"/>
                <a:gd name="connsiteX86" fmla="*/ 1195388 w 2543175"/>
                <a:gd name="connsiteY86" fmla="*/ 871537 h 1890712"/>
                <a:gd name="connsiteX87" fmla="*/ 1212057 w 2543175"/>
                <a:gd name="connsiteY87" fmla="*/ 883444 h 1890712"/>
                <a:gd name="connsiteX88" fmla="*/ 1226344 w 2543175"/>
                <a:gd name="connsiteY88" fmla="*/ 895350 h 1890712"/>
                <a:gd name="connsiteX89" fmla="*/ 1245394 w 2543175"/>
                <a:gd name="connsiteY89" fmla="*/ 907256 h 1890712"/>
                <a:gd name="connsiteX90" fmla="*/ 1254919 w 2543175"/>
                <a:gd name="connsiteY90" fmla="*/ 914400 h 1890712"/>
                <a:gd name="connsiteX91" fmla="*/ 1269207 w 2543175"/>
                <a:gd name="connsiteY91" fmla="*/ 921544 h 1890712"/>
                <a:gd name="connsiteX92" fmla="*/ 1290638 w 2543175"/>
                <a:gd name="connsiteY92" fmla="*/ 935831 h 1890712"/>
                <a:gd name="connsiteX93" fmla="*/ 1307307 w 2543175"/>
                <a:gd name="connsiteY93" fmla="*/ 952500 h 1890712"/>
                <a:gd name="connsiteX94" fmla="*/ 1333500 w 2543175"/>
                <a:gd name="connsiteY94" fmla="*/ 971550 h 1890712"/>
                <a:gd name="connsiteX95" fmla="*/ 1359694 w 2543175"/>
                <a:gd name="connsiteY95" fmla="*/ 990600 h 1890712"/>
                <a:gd name="connsiteX96" fmla="*/ 1373982 w 2543175"/>
                <a:gd name="connsiteY96" fmla="*/ 997744 h 1890712"/>
                <a:gd name="connsiteX97" fmla="*/ 1388269 w 2543175"/>
                <a:gd name="connsiteY97" fmla="*/ 1007269 h 1890712"/>
                <a:gd name="connsiteX98" fmla="*/ 1414463 w 2543175"/>
                <a:gd name="connsiteY98" fmla="*/ 1019175 h 1890712"/>
                <a:gd name="connsiteX99" fmla="*/ 1428750 w 2543175"/>
                <a:gd name="connsiteY99" fmla="*/ 1026319 h 1890712"/>
                <a:gd name="connsiteX100" fmla="*/ 1471613 w 2543175"/>
                <a:gd name="connsiteY100" fmla="*/ 1059656 h 1890712"/>
                <a:gd name="connsiteX101" fmla="*/ 1495425 w 2543175"/>
                <a:gd name="connsiteY101" fmla="*/ 1088231 h 1890712"/>
                <a:gd name="connsiteX102" fmla="*/ 1547812 w 2543175"/>
                <a:gd name="connsiteY102" fmla="*/ 1133475 h 1890712"/>
                <a:gd name="connsiteX103" fmla="*/ 1597819 w 2543175"/>
                <a:gd name="connsiteY103" fmla="*/ 1154906 h 1890712"/>
                <a:gd name="connsiteX104" fmla="*/ 1604963 w 2543175"/>
                <a:gd name="connsiteY104" fmla="*/ 1162050 h 1890712"/>
                <a:gd name="connsiteX105" fmla="*/ 1612107 w 2543175"/>
                <a:gd name="connsiteY105" fmla="*/ 1166812 h 1890712"/>
                <a:gd name="connsiteX106" fmla="*/ 1628775 w 2543175"/>
                <a:gd name="connsiteY106" fmla="*/ 1183481 h 1890712"/>
                <a:gd name="connsiteX107" fmla="*/ 1662113 w 2543175"/>
                <a:gd name="connsiteY107" fmla="*/ 1209675 h 1890712"/>
                <a:gd name="connsiteX108" fmla="*/ 1678782 w 2543175"/>
                <a:gd name="connsiteY108" fmla="*/ 1226344 h 1890712"/>
                <a:gd name="connsiteX109" fmla="*/ 1700213 w 2543175"/>
                <a:gd name="connsiteY109" fmla="*/ 1247775 h 1890712"/>
                <a:gd name="connsiteX110" fmla="*/ 1712119 w 2543175"/>
                <a:gd name="connsiteY110" fmla="*/ 1259681 h 1890712"/>
                <a:gd name="connsiteX111" fmla="*/ 1733550 w 2543175"/>
                <a:gd name="connsiteY111" fmla="*/ 1273969 h 1890712"/>
                <a:gd name="connsiteX112" fmla="*/ 1743075 w 2543175"/>
                <a:gd name="connsiteY112" fmla="*/ 1283494 h 1890712"/>
                <a:gd name="connsiteX113" fmla="*/ 1754982 w 2543175"/>
                <a:gd name="connsiteY113" fmla="*/ 1290637 h 1890712"/>
                <a:gd name="connsiteX114" fmla="*/ 1766888 w 2543175"/>
                <a:gd name="connsiteY114" fmla="*/ 1300162 h 1890712"/>
                <a:gd name="connsiteX115" fmla="*/ 1783557 w 2543175"/>
                <a:gd name="connsiteY115" fmla="*/ 1307306 h 1890712"/>
                <a:gd name="connsiteX116" fmla="*/ 1790700 w 2543175"/>
                <a:gd name="connsiteY116" fmla="*/ 1312069 h 1890712"/>
                <a:gd name="connsiteX117" fmla="*/ 1800225 w 2543175"/>
                <a:gd name="connsiteY117" fmla="*/ 1319212 h 1890712"/>
                <a:gd name="connsiteX118" fmla="*/ 1807369 w 2543175"/>
                <a:gd name="connsiteY118" fmla="*/ 1321594 h 1890712"/>
                <a:gd name="connsiteX119" fmla="*/ 1824038 w 2543175"/>
                <a:gd name="connsiteY119" fmla="*/ 1333500 h 1890712"/>
                <a:gd name="connsiteX120" fmla="*/ 1843088 w 2543175"/>
                <a:gd name="connsiteY120" fmla="*/ 1352550 h 1890712"/>
                <a:gd name="connsiteX121" fmla="*/ 1852613 w 2543175"/>
                <a:gd name="connsiteY121" fmla="*/ 1359694 h 1890712"/>
                <a:gd name="connsiteX122" fmla="*/ 1859757 w 2543175"/>
                <a:gd name="connsiteY122" fmla="*/ 1366837 h 1890712"/>
                <a:gd name="connsiteX123" fmla="*/ 1869282 w 2543175"/>
                <a:gd name="connsiteY123" fmla="*/ 1371600 h 1890712"/>
                <a:gd name="connsiteX124" fmla="*/ 1883569 w 2543175"/>
                <a:gd name="connsiteY124" fmla="*/ 1388269 h 1890712"/>
                <a:gd name="connsiteX125" fmla="*/ 1893094 w 2543175"/>
                <a:gd name="connsiteY125" fmla="*/ 1395412 h 1890712"/>
                <a:gd name="connsiteX126" fmla="*/ 1902619 w 2543175"/>
                <a:gd name="connsiteY126" fmla="*/ 1404937 h 1890712"/>
                <a:gd name="connsiteX127" fmla="*/ 1912144 w 2543175"/>
                <a:gd name="connsiteY127" fmla="*/ 1409700 h 1890712"/>
                <a:gd name="connsiteX128" fmla="*/ 1931194 w 2543175"/>
                <a:gd name="connsiteY128" fmla="*/ 1421606 h 1890712"/>
                <a:gd name="connsiteX129" fmla="*/ 1935957 w 2543175"/>
                <a:gd name="connsiteY129" fmla="*/ 1428750 h 1890712"/>
                <a:gd name="connsiteX130" fmla="*/ 1952625 w 2543175"/>
                <a:gd name="connsiteY130" fmla="*/ 1438275 h 1890712"/>
                <a:gd name="connsiteX131" fmla="*/ 1971675 w 2543175"/>
                <a:gd name="connsiteY131" fmla="*/ 1450181 h 1890712"/>
                <a:gd name="connsiteX132" fmla="*/ 1981200 w 2543175"/>
                <a:gd name="connsiteY132" fmla="*/ 1454944 h 1890712"/>
                <a:gd name="connsiteX133" fmla="*/ 1997869 w 2543175"/>
                <a:gd name="connsiteY133" fmla="*/ 1471612 h 1890712"/>
                <a:gd name="connsiteX134" fmla="*/ 2007394 w 2543175"/>
                <a:gd name="connsiteY134" fmla="*/ 1478756 h 1890712"/>
                <a:gd name="connsiteX135" fmla="*/ 2016919 w 2543175"/>
                <a:gd name="connsiteY135" fmla="*/ 1483519 h 1890712"/>
                <a:gd name="connsiteX136" fmla="*/ 2024063 w 2543175"/>
                <a:gd name="connsiteY136" fmla="*/ 1490662 h 1890712"/>
                <a:gd name="connsiteX137" fmla="*/ 2033588 w 2543175"/>
                <a:gd name="connsiteY137" fmla="*/ 1495425 h 1890712"/>
                <a:gd name="connsiteX138" fmla="*/ 2040732 w 2543175"/>
                <a:gd name="connsiteY138" fmla="*/ 1502569 h 1890712"/>
                <a:gd name="connsiteX139" fmla="*/ 2047875 w 2543175"/>
                <a:gd name="connsiteY139" fmla="*/ 1507331 h 1890712"/>
                <a:gd name="connsiteX140" fmla="*/ 2057400 w 2543175"/>
                <a:gd name="connsiteY140" fmla="*/ 1514475 h 1890712"/>
                <a:gd name="connsiteX141" fmla="*/ 2064544 w 2543175"/>
                <a:gd name="connsiteY141" fmla="*/ 1519237 h 1890712"/>
                <a:gd name="connsiteX142" fmla="*/ 2071688 w 2543175"/>
                <a:gd name="connsiteY142" fmla="*/ 1526381 h 1890712"/>
                <a:gd name="connsiteX143" fmla="*/ 2081213 w 2543175"/>
                <a:gd name="connsiteY143" fmla="*/ 1531144 h 1890712"/>
                <a:gd name="connsiteX144" fmla="*/ 2090738 w 2543175"/>
                <a:gd name="connsiteY144" fmla="*/ 1538287 h 1890712"/>
                <a:gd name="connsiteX145" fmla="*/ 2109788 w 2543175"/>
                <a:gd name="connsiteY145" fmla="*/ 1547812 h 1890712"/>
                <a:gd name="connsiteX146" fmla="*/ 2131219 w 2543175"/>
                <a:gd name="connsiteY146" fmla="*/ 1562100 h 1890712"/>
                <a:gd name="connsiteX147" fmla="*/ 2140744 w 2543175"/>
                <a:gd name="connsiteY147" fmla="*/ 1566862 h 1890712"/>
                <a:gd name="connsiteX148" fmla="*/ 2152650 w 2543175"/>
                <a:gd name="connsiteY148" fmla="*/ 1576387 h 1890712"/>
                <a:gd name="connsiteX149" fmla="*/ 2181225 w 2543175"/>
                <a:gd name="connsiteY149" fmla="*/ 1590675 h 1890712"/>
                <a:gd name="connsiteX150" fmla="*/ 2200275 w 2543175"/>
                <a:gd name="connsiteY150" fmla="*/ 1607344 h 1890712"/>
                <a:gd name="connsiteX151" fmla="*/ 2207419 w 2543175"/>
                <a:gd name="connsiteY151" fmla="*/ 1612106 h 1890712"/>
                <a:gd name="connsiteX152" fmla="*/ 2216944 w 2543175"/>
                <a:gd name="connsiteY152" fmla="*/ 1619250 h 1890712"/>
                <a:gd name="connsiteX153" fmla="*/ 2224088 w 2543175"/>
                <a:gd name="connsiteY153" fmla="*/ 1624012 h 1890712"/>
                <a:gd name="connsiteX154" fmla="*/ 2247900 w 2543175"/>
                <a:gd name="connsiteY154" fmla="*/ 1643062 h 1890712"/>
                <a:gd name="connsiteX155" fmla="*/ 2255044 w 2543175"/>
                <a:gd name="connsiteY155" fmla="*/ 1650206 h 1890712"/>
                <a:gd name="connsiteX156" fmla="*/ 2281238 w 2543175"/>
                <a:gd name="connsiteY156" fmla="*/ 1664494 h 1890712"/>
                <a:gd name="connsiteX157" fmla="*/ 2297907 w 2543175"/>
                <a:gd name="connsiteY157" fmla="*/ 1674019 h 1890712"/>
                <a:gd name="connsiteX158" fmla="*/ 2312194 w 2543175"/>
                <a:gd name="connsiteY158" fmla="*/ 1685925 h 1890712"/>
                <a:gd name="connsiteX159" fmla="*/ 2328863 w 2543175"/>
                <a:gd name="connsiteY159" fmla="*/ 1697831 h 1890712"/>
                <a:gd name="connsiteX160" fmla="*/ 2350294 w 2543175"/>
                <a:gd name="connsiteY160" fmla="*/ 1712119 h 1890712"/>
                <a:gd name="connsiteX161" fmla="*/ 2369344 w 2543175"/>
                <a:gd name="connsiteY161" fmla="*/ 1724025 h 1890712"/>
                <a:gd name="connsiteX162" fmla="*/ 2428876 w 2543175"/>
                <a:gd name="connsiteY162" fmla="*/ 1785938 h 1890712"/>
                <a:gd name="connsiteX163" fmla="*/ 2466975 w 2543175"/>
                <a:gd name="connsiteY163" fmla="*/ 1783556 h 1890712"/>
                <a:gd name="connsiteX164" fmla="*/ 2481263 w 2543175"/>
                <a:gd name="connsiteY164" fmla="*/ 1795462 h 1890712"/>
                <a:gd name="connsiteX165" fmla="*/ 2486025 w 2543175"/>
                <a:gd name="connsiteY165" fmla="*/ 1802606 h 1890712"/>
                <a:gd name="connsiteX166" fmla="*/ 2514600 w 2543175"/>
                <a:gd name="connsiteY166" fmla="*/ 1850231 h 1890712"/>
                <a:gd name="connsiteX167" fmla="*/ 2519363 w 2543175"/>
                <a:gd name="connsiteY167" fmla="*/ 1857375 h 1890712"/>
                <a:gd name="connsiteX168" fmla="*/ 2540794 w 2543175"/>
                <a:gd name="connsiteY168" fmla="*/ 1883569 h 1890712"/>
                <a:gd name="connsiteX169" fmla="*/ 2543175 w 2543175"/>
                <a:gd name="connsiteY169" fmla="*/ 1890712 h 1890712"/>
                <a:gd name="connsiteX0" fmla="*/ 0 w 2543175"/>
                <a:gd name="connsiteY0" fmla="*/ 0 h 1890712"/>
                <a:gd name="connsiteX1" fmla="*/ 11907 w 2543175"/>
                <a:gd name="connsiteY1" fmla="*/ 11906 h 1890712"/>
                <a:gd name="connsiteX2" fmla="*/ 21432 w 2543175"/>
                <a:gd name="connsiteY2" fmla="*/ 16669 h 1890712"/>
                <a:gd name="connsiteX3" fmla="*/ 23813 w 2543175"/>
                <a:gd name="connsiteY3" fmla="*/ 23812 h 1890712"/>
                <a:gd name="connsiteX4" fmla="*/ 33338 w 2543175"/>
                <a:gd name="connsiteY4" fmla="*/ 33337 h 1890712"/>
                <a:gd name="connsiteX5" fmla="*/ 40482 w 2543175"/>
                <a:gd name="connsiteY5" fmla="*/ 42862 h 1890712"/>
                <a:gd name="connsiteX6" fmla="*/ 47625 w 2543175"/>
                <a:gd name="connsiteY6" fmla="*/ 47625 h 1890712"/>
                <a:gd name="connsiteX7" fmla="*/ 57150 w 2543175"/>
                <a:gd name="connsiteY7" fmla="*/ 54769 h 1890712"/>
                <a:gd name="connsiteX8" fmla="*/ 64294 w 2543175"/>
                <a:gd name="connsiteY8" fmla="*/ 59531 h 1890712"/>
                <a:gd name="connsiteX9" fmla="*/ 83344 w 2543175"/>
                <a:gd name="connsiteY9" fmla="*/ 73819 h 1890712"/>
                <a:gd name="connsiteX10" fmla="*/ 97632 w 2543175"/>
                <a:gd name="connsiteY10" fmla="*/ 80962 h 1890712"/>
                <a:gd name="connsiteX11" fmla="*/ 104775 w 2543175"/>
                <a:gd name="connsiteY11" fmla="*/ 85725 h 1890712"/>
                <a:gd name="connsiteX12" fmla="*/ 114300 w 2543175"/>
                <a:gd name="connsiteY12" fmla="*/ 95250 h 1890712"/>
                <a:gd name="connsiteX13" fmla="*/ 123825 w 2543175"/>
                <a:gd name="connsiteY13" fmla="*/ 97631 h 1890712"/>
                <a:gd name="connsiteX14" fmla="*/ 130969 w 2543175"/>
                <a:gd name="connsiteY14" fmla="*/ 104775 h 1890712"/>
                <a:gd name="connsiteX15" fmla="*/ 140494 w 2543175"/>
                <a:gd name="connsiteY15" fmla="*/ 111919 h 1890712"/>
                <a:gd name="connsiteX16" fmla="*/ 147638 w 2543175"/>
                <a:gd name="connsiteY16" fmla="*/ 116681 h 1890712"/>
                <a:gd name="connsiteX17" fmla="*/ 164307 w 2543175"/>
                <a:gd name="connsiteY17" fmla="*/ 128587 h 1890712"/>
                <a:gd name="connsiteX18" fmla="*/ 180975 w 2543175"/>
                <a:gd name="connsiteY18" fmla="*/ 140494 h 1890712"/>
                <a:gd name="connsiteX19" fmla="*/ 197644 w 2543175"/>
                <a:gd name="connsiteY19" fmla="*/ 152400 h 1890712"/>
                <a:gd name="connsiteX20" fmla="*/ 204788 w 2543175"/>
                <a:gd name="connsiteY20" fmla="*/ 157162 h 1890712"/>
                <a:gd name="connsiteX21" fmla="*/ 214313 w 2543175"/>
                <a:gd name="connsiteY21" fmla="*/ 164306 h 1890712"/>
                <a:gd name="connsiteX22" fmla="*/ 230982 w 2543175"/>
                <a:gd name="connsiteY22" fmla="*/ 180975 h 1890712"/>
                <a:gd name="connsiteX23" fmla="*/ 247650 w 2543175"/>
                <a:gd name="connsiteY23" fmla="*/ 185737 h 1890712"/>
                <a:gd name="connsiteX24" fmla="*/ 300038 w 2543175"/>
                <a:gd name="connsiteY24" fmla="*/ 219075 h 1890712"/>
                <a:gd name="connsiteX25" fmla="*/ 342900 w 2543175"/>
                <a:gd name="connsiteY25" fmla="*/ 254794 h 1890712"/>
                <a:gd name="connsiteX26" fmla="*/ 366713 w 2543175"/>
                <a:gd name="connsiteY26" fmla="*/ 264319 h 1890712"/>
                <a:gd name="connsiteX27" fmla="*/ 371475 w 2543175"/>
                <a:gd name="connsiteY27" fmla="*/ 271462 h 1890712"/>
                <a:gd name="connsiteX28" fmla="*/ 385763 w 2543175"/>
                <a:gd name="connsiteY28" fmla="*/ 283369 h 1890712"/>
                <a:gd name="connsiteX29" fmla="*/ 404813 w 2543175"/>
                <a:gd name="connsiteY29" fmla="*/ 295275 h 1890712"/>
                <a:gd name="connsiteX30" fmla="*/ 411957 w 2543175"/>
                <a:gd name="connsiteY30" fmla="*/ 297656 h 1890712"/>
                <a:gd name="connsiteX31" fmla="*/ 466725 w 2543175"/>
                <a:gd name="connsiteY31" fmla="*/ 328612 h 1890712"/>
                <a:gd name="connsiteX32" fmla="*/ 476250 w 2543175"/>
                <a:gd name="connsiteY32" fmla="*/ 335756 h 1890712"/>
                <a:gd name="connsiteX33" fmla="*/ 481013 w 2543175"/>
                <a:gd name="connsiteY33" fmla="*/ 342900 h 1890712"/>
                <a:gd name="connsiteX34" fmla="*/ 490538 w 2543175"/>
                <a:gd name="connsiteY34" fmla="*/ 352425 h 1890712"/>
                <a:gd name="connsiteX35" fmla="*/ 495300 w 2543175"/>
                <a:gd name="connsiteY35" fmla="*/ 359569 h 1890712"/>
                <a:gd name="connsiteX36" fmla="*/ 509588 w 2543175"/>
                <a:gd name="connsiteY36" fmla="*/ 376237 h 1890712"/>
                <a:gd name="connsiteX37" fmla="*/ 514350 w 2543175"/>
                <a:gd name="connsiteY37" fmla="*/ 383381 h 1890712"/>
                <a:gd name="connsiteX38" fmla="*/ 531019 w 2543175"/>
                <a:gd name="connsiteY38" fmla="*/ 397669 h 1890712"/>
                <a:gd name="connsiteX39" fmla="*/ 538163 w 2543175"/>
                <a:gd name="connsiteY39" fmla="*/ 407194 h 1890712"/>
                <a:gd name="connsiteX40" fmla="*/ 554832 w 2543175"/>
                <a:gd name="connsiteY40" fmla="*/ 421481 h 1890712"/>
                <a:gd name="connsiteX41" fmla="*/ 564357 w 2543175"/>
                <a:gd name="connsiteY41" fmla="*/ 431006 h 1890712"/>
                <a:gd name="connsiteX42" fmla="*/ 573882 w 2543175"/>
                <a:gd name="connsiteY42" fmla="*/ 438150 h 1890712"/>
                <a:gd name="connsiteX43" fmla="*/ 595313 w 2543175"/>
                <a:gd name="connsiteY43" fmla="*/ 454819 h 1890712"/>
                <a:gd name="connsiteX44" fmla="*/ 602457 w 2543175"/>
                <a:gd name="connsiteY44" fmla="*/ 457200 h 1890712"/>
                <a:gd name="connsiteX45" fmla="*/ 628650 w 2543175"/>
                <a:gd name="connsiteY45" fmla="*/ 469106 h 1890712"/>
                <a:gd name="connsiteX46" fmla="*/ 645319 w 2543175"/>
                <a:gd name="connsiteY46" fmla="*/ 483394 h 1890712"/>
                <a:gd name="connsiteX47" fmla="*/ 654844 w 2543175"/>
                <a:gd name="connsiteY47" fmla="*/ 488156 h 1890712"/>
                <a:gd name="connsiteX48" fmla="*/ 661988 w 2543175"/>
                <a:gd name="connsiteY48" fmla="*/ 497681 h 1890712"/>
                <a:gd name="connsiteX49" fmla="*/ 683419 w 2543175"/>
                <a:gd name="connsiteY49" fmla="*/ 514350 h 1890712"/>
                <a:gd name="connsiteX50" fmla="*/ 700088 w 2543175"/>
                <a:gd name="connsiteY50" fmla="*/ 526256 h 1890712"/>
                <a:gd name="connsiteX51" fmla="*/ 709613 w 2543175"/>
                <a:gd name="connsiteY51" fmla="*/ 535781 h 1890712"/>
                <a:gd name="connsiteX52" fmla="*/ 719138 w 2543175"/>
                <a:gd name="connsiteY52" fmla="*/ 542925 h 1890712"/>
                <a:gd name="connsiteX53" fmla="*/ 733425 w 2543175"/>
                <a:gd name="connsiteY53" fmla="*/ 557212 h 1890712"/>
                <a:gd name="connsiteX54" fmla="*/ 750094 w 2543175"/>
                <a:gd name="connsiteY54" fmla="*/ 569119 h 1890712"/>
                <a:gd name="connsiteX55" fmla="*/ 769144 w 2543175"/>
                <a:gd name="connsiteY55" fmla="*/ 581025 h 1890712"/>
                <a:gd name="connsiteX56" fmla="*/ 785813 w 2543175"/>
                <a:gd name="connsiteY56" fmla="*/ 590550 h 1890712"/>
                <a:gd name="connsiteX57" fmla="*/ 792957 w 2543175"/>
                <a:gd name="connsiteY57" fmla="*/ 600075 h 1890712"/>
                <a:gd name="connsiteX58" fmla="*/ 809625 w 2543175"/>
                <a:gd name="connsiteY58" fmla="*/ 611981 h 1890712"/>
                <a:gd name="connsiteX59" fmla="*/ 816769 w 2543175"/>
                <a:gd name="connsiteY59" fmla="*/ 619125 h 1890712"/>
                <a:gd name="connsiteX60" fmla="*/ 826294 w 2543175"/>
                <a:gd name="connsiteY60" fmla="*/ 626269 h 1890712"/>
                <a:gd name="connsiteX61" fmla="*/ 840582 w 2543175"/>
                <a:gd name="connsiteY61" fmla="*/ 638175 h 1890712"/>
                <a:gd name="connsiteX62" fmla="*/ 847725 w 2543175"/>
                <a:gd name="connsiteY62" fmla="*/ 645319 h 1890712"/>
                <a:gd name="connsiteX63" fmla="*/ 857250 w 2543175"/>
                <a:gd name="connsiteY63" fmla="*/ 652462 h 1890712"/>
                <a:gd name="connsiteX64" fmla="*/ 864394 w 2543175"/>
                <a:gd name="connsiteY64" fmla="*/ 657225 h 1890712"/>
                <a:gd name="connsiteX65" fmla="*/ 888207 w 2543175"/>
                <a:gd name="connsiteY65" fmla="*/ 676275 h 1890712"/>
                <a:gd name="connsiteX66" fmla="*/ 895350 w 2543175"/>
                <a:gd name="connsiteY66" fmla="*/ 681037 h 1890712"/>
                <a:gd name="connsiteX67" fmla="*/ 907257 w 2543175"/>
                <a:gd name="connsiteY67" fmla="*/ 683419 h 1890712"/>
                <a:gd name="connsiteX68" fmla="*/ 928688 w 2543175"/>
                <a:gd name="connsiteY68" fmla="*/ 695325 h 1890712"/>
                <a:gd name="connsiteX69" fmla="*/ 942975 w 2543175"/>
                <a:gd name="connsiteY69" fmla="*/ 700087 h 1890712"/>
                <a:gd name="connsiteX70" fmla="*/ 964407 w 2543175"/>
                <a:gd name="connsiteY70" fmla="*/ 716756 h 1890712"/>
                <a:gd name="connsiteX71" fmla="*/ 971550 w 2543175"/>
                <a:gd name="connsiteY71" fmla="*/ 723900 h 1890712"/>
                <a:gd name="connsiteX72" fmla="*/ 983457 w 2543175"/>
                <a:gd name="connsiteY72" fmla="*/ 733425 h 1890712"/>
                <a:gd name="connsiteX73" fmla="*/ 990600 w 2543175"/>
                <a:gd name="connsiteY73" fmla="*/ 738187 h 1890712"/>
                <a:gd name="connsiteX74" fmla="*/ 1007269 w 2543175"/>
                <a:gd name="connsiteY74" fmla="*/ 752475 h 1890712"/>
                <a:gd name="connsiteX75" fmla="*/ 1031082 w 2543175"/>
                <a:gd name="connsiteY75" fmla="*/ 766762 h 1890712"/>
                <a:gd name="connsiteX76" fmla="*/ 1042988 w 2543175"/>
                <a:gd name="connsiteY76" fmla="*/ 773906 h 1890712"/>
                <a:gd name="connsiteX77" fmla="*/ 1071563 w 2543175"/>
                <a:gd name="connsiteY77" fmla="*/ 785812 h 1890712"/>
                <a:gd name="connsiteX78" fmla="*/ 1097757 w 2543175"/>
                <a:gd name="connsiteY78" fmla="*/ 807244 h 1890712"/>
                <a:gd name="connsiteX79" fmla="*/ 1104900 w 2543175"/>
                <a:gd name="connsiteY79" fmla="*/ 814387 h 1890712"/>
                <a:gd name="connsiteX80" fmla="*/ 1121569 w 2543175"/>
                <a:gd name="connsiteY80" fmla="*/ 823912 h 1890712"/>
                <a:gd name="connsiteX81" fmla="*/ 1138238 w 2543175"/>
                <a:gd name="connsiteY81" fmla="*/ 835819 h 1890712"/>
                <a:gd name="connsiteX82" fmla="*/ 1147763 w 2543175"/>
                <a:gd name="connsiteY82" fmla="*/ 842962 h 1890712"/>
                <a:gd name="connsiteX83" fmla="*/ 1157288 w 2543175"/>
                <a:gd name="connsiteY83" fmla="*/ 847725 h 1890712"/>
                <a:gd name="connsiteX84" fmla="*/ 1178719 w 2543175"/>
                <a:gd name="connsiteY84" fmla="*/ 859631 h 1890712"/>
                <a:gd name="connsiteX85" fmla="*/ 1188244 w 2543175"/>
                <a:gd name="connsiteY85" fmla="*/ 866775 h 1890712"/>
                <a:gd name="connsiteX86" fmla="*/ 1195388 w 2543175"/>
                <a:gd name="connsiteY86" fmla="*/ 871537 h 1890712"/>
                <a:gd name="connsiteX87" fmla="*/ 1212057 w 2543175"/>
                <a:gd name="connsiteY87" fmla="*/ 883444 h 1890712"/>
                <a:gd name="connsiteX88" fmla="*/ 1226344 w 2543175"/>
                <a:gd name="connsiteY88" fmla="*/ 895350 h 1890712"/>
                <a:gd name="connsiteX89" fmla="*/ 1245394 w 2543175"/>
                <a:gd name="connsiteY89" fmla="*/ 907256 h 1890712"/>
                <a:gd name="connsiteX90" fmla="*/ 1254919 w 2543175"/>
                <a:gd name="connsiteY90" fmla="*/ 914400 h 1890712"/>
                <a:gd name="connsiteX91" fmla="*/ 1269207 w 2543175"/>
                <a:gd name="connsiteY91" fmla="*/ 921544 h 1890712"/>
                <a:gd name="connsiteX92" fmla="*/ 1290638 w 2543175"/>
                <a:gd name="connsiteY92" fmla="*/ 935831 h 1890712"/>
                <a:gd name="connsiteX93" fmla="*/ 1307307 w 2543175"/>
                <a:gd name="connsiteY93" fmla="*/ 952500 h 1890712"/>
                <a:gd name="connsiteX94" fmla="*/ 1333500 w 2543175"/>
                <a:gd name="connsiteY94" fmla="*/ 971550 h 1890712"/>
                <a:gd name="connsiteX95" fmla="*/ 1359694 w 2543175"/>
                <a:gd name="connsiteY95" fmla="*/ 990600 h 1890712"/>
                <a:gd name="connsiteX96" fmla="*/ 1373982 w 2543175"/>
                <a:gd name="connsiteY96" fmla="*/ 997744 h 1890712"/>
                <a:gd name="connsiteX97" fmla="*/ 1388269 w 2543175"/>
                <a:gd name="connsiteY97" fmla="*/ 1007269 h 1890712"/>
                <a:gd name="connsiteX98" fmla="*/ 1414463 w 2543175"/>
                <a:gd name="connsiteY98" fmla="*/ 1019175 h 1890712"/>
                <a:gd name="connsiteX99" fmla="*/ 1428750 w 2543175"/>
                <a:gd name="connsiteY99" fmla="*/ 1026319 h 1890712"/>
                <a:gd name="connsiteX100" fmla="*/ 1471613 w 2543175"/>
                <a:gd name="connsiteY100" fmla="*/ 1059656 h 1890712"/>
                <a:gd name="connsiteX101" fmla="*/ 1495425 w 2543175"/>
                <a:gd name="connsiteY101" fmla="*/ 1088231 h 1890712"/>
                <a:gd name="connsiteX102" fmla="*/ 1547812 w 2543175"/>
                <a:gd name="connsiteY102" fmla="*/ 1133475 h 1890712"/>
                <a:gd name="connsiteX103" fmla="*/ 1597819 w 2543175"/>
                <a:gd name="connsiteY103" fmla="*/ 1154906 h 1890712"/>
                <a:gd name="connsiteX104" fmla="*/ 1604963 w 2543175"/>
                <a:gd name="connsiteY104" fmla="*/ 1162050 h 1890712"/>
                <a:gd name="connsiteX105" fmla="*/ 1612107 w 2543175"/>
                <a:gd name="connsiteY105" fmla="*/ 1166812 h 1890712"/>
                <a:gd name="connsiteX106" fmla="*/ 1628775 w 2543175"/>
                <a:gd name="connsiteY106" fmla="*/ 1183481 h 1890712"/>
                <a:gd name="connsiteX107" fmla="*/ 1662113 w 2543175"/>
                <a:gd name="connsiteY107" fmla="*/ 1209675 h 1890712"/>
                <a:gd name="connsiteX108" fmla="*/ 1678782 w 2543175"/>
                <a:gd name="connsiteY108" fmla="*/ 1226344 h 1890712"/>
                <a:gd name="connsiteX109" fmla="*/ 1700213 w 2543175"/>
                <a:gd name="connsiteY109" fmla="*/ 1247775 h 1890712"/>
                <a:gd name="connsiteX110" fmla="*/ 1712119 w 2543175"/>
                <a:gd name="connsiteY110" fmla="*/ 1259681 h 1890712"/>
                <a:gd name="connsiteX111" fmla="*/ 1733550 w 2543175"/>
                <a:gd name="connsiteY111" fmla="*/ 1273969 h 1890712"/>
                <a:gd name="connsiteX112" fmla="*/ 1743075 w 2543175"/>
                <a:gd name="connsiteY112" fmla="*/ 1283494 h 1890712"/>
                <a:gd name="connsiteX113" fmla="*/ 1754982 w 2543175"/>
                <a:gd name="connsiteY113" fmla="*/ 1290637 h 1890712"/>
                <a:gd name="connsiteX114" fmla="*/ 1766888 w 2543175"/>
                <a:gd name="connsiteY114" fmla="*/ 1300162 h 1890712"/>
                <a:gd name="connsiteX115" fmla="*/ 1783557 w 2543175"/>
                <a:gd name="connsiteY115" fmla="*/ 1307306 h 1890712"/>
                <a:gd name="connsiteX116" fmla="*/ 1790700 w 2543175"/>
                <a:gd name="connsiteY116" fmla="*/ 1312069 h 1890712"/>
                <a:gd name="connsiteX117" fmla="*/ 1800225 w 2543175"/>
                <a:gd name="connsiteY117" fmla="*/ 1319212 h 1890712"/>
                <a:gd name="connsiteX118" fmla="*/ 1807369 w 2543175"/>
                <a:gd name="connsiteY118" fmla="*/ 1321594 h 1890712"/>
                <a:gd name="connsiteX119" fmla="*/ 1824038 w 2543175"/>
                <a:gd name="connsiteY119" fmla="*/ 1333500 h 1890712"/>
                <a:gd name="connsiteX120" fmla="*/ 1843088 w 2543175"/>
                <a:gd name="connsiteY120" fmla="*/ 1352550 h 1890712"/>
                <a:gd name="connsiteX121" fmla="*/ 1852613 w 2543175"/>
                <a:gd name="connsiteY121" fmla="*/ 1359694 h 1890712"/>
                <a:gd name="connsiteX122" fmla="*/ 1859757 w 2543175"/>
                <a:gd name="connsiteY122" fmla="*/ 1366837 h 1890712"/>
                <a:gd name="connsiteX123" fmla="*/ 1869282 w 2543175"/>
                <a:gd name="connsiteY123" fmla="*/ 1371600 h 1890712"/>
                <a:gd name="connsiteX124" fmla="*/ 1883569 w 2543175"/>
                <a:gd name="connsiteY124" fmla="*/ 1388269 h 1890712"/>
                <a:gd name="connsiteX125" fmla="*/ 1893094 w 2543175"/>
                <a:gd name="connsiteY125" fmla="*/ 1395412 h 1890712"/>
                <a:gd name="connsiteX126" fmla="*/ 1902619 w 2543175"/>
                <a:gd name="connsiteY126" fmla="*/ 1404937 h 1890712"/>
                <a:gd name="connsiteX127" fmla="*/ 1912144 w 2543175"/>
                <a:gd name="connsiteY127" fmla="*/ 1409700 h 1890712"/>
                <a:gd name="connsiteX128" fmla="*/ 1931194 w 2543175"/>
                <a:gd name="connsiteY128" fmla="*/ 1421606 h 1890712"/>
                <a:gd name="connsiteX129" fmla="*/ 1935957 w 2543175"/>
                <a:gd name="connsiteY129" fmla="*/ 1428750 h 1890712"/>
                <a:gd name="connsiteX130" fmla="*/ 1952625 w 2543175"/>
                <a:gd name="connsiteY130" fmla="*/ 1438275 h 1890712"/>
                <a:gd name="connsiteX131" fmla="*/ 1971675 w 2543175"/>
                <a:gd name="connsiteY131" fmla="*/ 1450181 h 1890712"/>
                <a:gd name="connsiteX132" fmla="*/ 1981200 w 2543175"/>
                <a:gd name="connsiteY132" fmla="*/ 1454944 h 1890712"/>
                <a:gd name="connsiteX133" fmla="*/ 1997869 w 2543175"/>
                <a:gd name="connsiteY133" fmla="*/ 1471612 h 1890712"/>
                <a:gd name="connsiteX134" fmla="*/ 2007394 w 2543175"/>
                <a:gd name="connsiteY134" fmla="*/ 1478756 h 1890712"/>
                <a:gd name="connsiteX135" fmla="*/ 2016919 w 2543175"/>
                <a:gd name="connsiteY135" fmla="*/ 1483519 h 1890712"/>
                <a:gd name="connsiteX136" fmla="*/ 2024063 w 2543175"/>
                <a:gd name="connsiteY136" fmla="*/ 1490662 h 1890712"/>
                <a:gd name="connsiteX137" fmla="*/ 2033588 w 2543175"/>
                <a:gd name="connsiteY137" fmla="*/ 1495425 h 1890712"/>
                <a:gd name="connsiteX138" fmla="*/ 2040732 w 2543175"/>
                <a:gd name="connsiteY138" fmla="*/ 1502569 h 1890712"/>
                <a:gd name="connsiteX139" fmla="*/ 2047875 w 2543175"/>
                <a:gd name="connsiteY139" fmla="*/ 1507331 h 1890712"/>
                <a:gd name="connsiteX140" fmla="*/ 2057400 w 2543175"/>
                <a:gd name="connsiteY140" fmla="*/ 1514475 h 1890712"/>
                <a:gd name="connsiteX141" fmla="*/ 2064544 w 2543175"/>
                <a:gd name="connsiteY141" fmla="*/ 1519237 h 1890712"/>
                <a:gd name="connsiteX142" fmla="*/ 2071688 w 2543175"/>
                <a:gd name="connsiteY142" fmla="*/ 1526381 h 1890712"/>
                <a:gd name="connsiteX143" fmla="*/ 2081213 w 2543175"/>
                <a:gd name="connsiteY143" fmla="*/ 1531144 h 1890712"/>
                <a:gd name="connsiteX144" fmla="*/ 2090738 w 2543175"/>
                <a:gd name="connsiteY144" fmla="*/ 1538287 h 1890712"/>
                <a:gd name="connsiteX145" fmla="*/ 2109788 w 2543175"/>
                <a:gd name="connsiteY145" fmla="*/ 1547812 h 1890712"/>
                <a:gd name="connsiteX146" fmla="*/ 2131219 w 2543175"/>
                <a:gd name="connsiteY146" fmla="*/ 1562100 h 1890712"/>
                <a:gd name="connsiteX147" fmla="*/ 2140744 w 2543175"/>
                <a:gd name="connsiteY147" fmla="*/ 1566862 h 1890712"/>
                <a:gd name="connsiteX148" fmla="*/ 2152650 w 2543175"/>
                <a:gd name="connsiteY148" fmla="*/ 1576387 h 1890712"/>
                <a:gd name="connsiteX149" fmla="*/ 2181225 w 2543175"/>
                <a:gd name="connsiteY149" fmla="*/ 1590675 h 1890712"/>
                <a:gd name="connsiteX150" fmla="*/ 2200275 w 2543175"/>
                <a:gd name="connsiteY150" fmla="*/ 1607344 h 1890712"/>
                <a:gd name="connsiteX151" fmla="*/ 2207419 w 2543175"/>
                <a:gd name="connsiteY151" fmla="*/ 1612106 h 1890712"/>
                <a:gd name="connsiteX152" fmla="*/ 2216944 w 2543175"/>
                <a:gd name="connsiteY152" fmla="*/ 1619250 h 1890712"/>
                <a:gd name="connsiteX153" fmla="*/ 2224088 w 2543175"/>
                <a:gd name="connsiteY153" fmla="*/ 1624012 h 1890712"/>
                <a:gd name="connsiteX154" fmla="*/ 2247900 w 2543175"/>
                <a:gd name="connsiteY154" fmla="*/ 1643062 h 1890712"/>
                <a:gd name="connsiteX155" fmla="*/ 2255044 w 2543175"/>
                <a:gd name="connsiteY155" fmla="*/ 1650206 h 1890712"/>
                <a:gd name="connsiteX156" fmla="*/ 2281238 w 2543175"/>
                <a:gd name="connsiteY156" fmla="*/ 1664494 h 1890712"/>
                <a:gd name="connsiteX157" fmla="*/ 2297907 w 2543175"/>
                <a:gd name="connsiteY157" fmla="*/ 1674019 h 1890712"/>
                <a:gd name="connsiteX158" fmla="*/ 2312194 w 2543175"/>
                <a:gd name="connsiteY158" fmla="*/ 1685925 h 1890712"/>
                <a:gd name="connsiteX159" fmla="*/ 2328863 w 2543175"/>
                <a:gd name="connsiteY159" fmla="*/ 1697831 h 1890712"/>
                <a:gd name="connsiteX160" fmla="*/ 2350294 w 2543175"/>
                <a:gd name="connsiteY160" fmla="*/ 1712119 h 1890712"/>
                <a:gd name="connsiteX161" fmla="*/ 2369344 w 2543175"/>
                <a:gd name="connsiteY161" fmla="*/ 1724025 h 1890712"/>
                <a:gd name="connsiteX162" fmla="*/ 2428876 w 2543175"/>
                <a:gd name="connsiteY162" fmla="*/ 1785938 h 1890712"/>
                <a:gd name="connsiteX163" fmla="*/ 2466975 w 2543175"/>
                <a:gd name="connsiteY163" fmla="*/ 1783556 h 1890712"/>
                <a:gd name="connsiteX164" fmla="*/ 2481263 w 2543175"/>
                <a:gd name="connsiteY164" fmla="*/ 1795462 h 1890712"/>
                <a:gd name="connsiteX165" fmla="*/ 2486025 w 2543175"/>
                <a:gd name="connsiteY165" fmla="*/ 1802606 h 1890712"/>
                <a:gd name="connsiteX166" fmla="*/ 2514600 w 2543175"/>
                <a:gd name="connsiteY166" fmla="*/ 1850231 h 1890712"/>
                <a:gd name="connsiteX167" fmla="*/ 2519363 w 2543175"/>
                <a:gd name="connsiteY167" fmla="*/ 1857375 h 1890712"/>
                <a:gd name="connsiteX168" fmla="*/ 2540794 w 2543175"/>
                <a:gd name="connsiteY168" fmla="*/ 1883569 h 1890712"/>
                <a:gd name="connsiteX169" fmla="*/ 2543175 w 2543175"/>
                <a:gd name="connsiteY169" fmla="*/ 1890712 h 1890712"/>
                <a:gd name="connsiteX0" fmla="*/ 0 w 2543175"/>
                <a:gd name="connsiteY0" fmla="*/ 0 h 1890712"/>
                <a:gd name="connsiteX1" fmla="*/ 11907 w 2543175"/>
                <a:gd name="connsiteY1" fmla="*/ 11906 h 1890712"/>
                <a:gd name="connsiteX2" fmla="*/ 21432 w 2543175"/>
                <a:gd name="connsiteY2" fmla="*/ 16669 h 1890712"/>
                <a:gd name="connsiteX3" fmla="*/ 23813 w 2543175"/>
                <a:gd name="connsiteY3" fmla="*/ 23812 h 1890712"/>
                <a:gd name="connsiteX4" fmla="*/ 33338 w 2543175"/>
                <a:gd name="connsiteY4" fmla="*/ 33337 h 1890712"/>
                <a:gd name="connsiteX5" fmla="*/ 40482 w 2543175"/>
                <a:gd name="connsiteY5" fmla="*/ 42862 h 1890712"/>
                <a:gd name="connsiteX6" fmla="*/ 47625 w 2543175"/>
                <a:gd name="connsiteY6" fmla="*/ 47625 h 1890712"/>
                <a:gd name="connsiteX7" fmla="*/ 57150 w 2543175"/>
                <a:gd name="connsiteY7" fmla="*/ 54769 h 1890712"/>
                <a:gd name="connsiteX8" fmla="*/ 64294 w 2543175"/>
                <a:gd name="connsiteY8" fmla="*/ 59531 h 1890712"/>
                <a:gd name="connsiteX9" fmla="*/ 83344 w 2543175"/>
                <a:gd name="connsiteY9" fmla="*/ 73819 h 1890712"/>
                <a:gd name="connsiteX10" fmla="*/ 97632 w 2543175"/>
                <a:gd name="connsiteY10" fmla="*/ 80962 h 1890712"/>
                <a:gd name="connsiteX11" fmla="*/ 104775 w 2543175"/>
                <a:gd name="connsiteY11" fmla="*/ 85725 h 1890712"/>
                <a:gd name="connsiteX12" fmla="*/ 114300 w 2543175"/>
                <a:gd name="connsiteY12" fmla="*/ 95250 h 1890712"/>
                <a:gd name="connsiteX13" fmla="*/ 123825 w 2543175"/>
                <a:gd name="connsiteY13" fmla="*/ 97631 h 1890712"/>
                <a:gd name="connsiteX14" fmla="*/ 130969 w 2543175"/>
                <a:gd name="connsiteY14" fmla="*/ 104775 h 1890712"/>
                <a:gd name="connsiteX15" fmla="*/ 140494 w 2543175"/>
                <a:gd name="connsiteY15" fmla="*/ 111919 h 1890712"/>
                <a:gd name="connsiteX16" fmla="*/ 147638 w 2543175"/>
                <a:gd name="connsiteY16" fmla="*/ 116681 h 1890712"/>
                <a:gd name="connsiteX17" fmla="*/ 164307 w 2543175"/>
                <a:gd name="connsiteY17" fmla="*/ 128587 h 1890712"/>
                <a:gd name="connsiteX18" fmla="*/ 180975 w 2543175"/>
                <a:gd name="connsiteY18" fmla="*/ 140494 h 1890712"/>
                <a:gd name="connsiteX19" fmla="*/ 197644 w 2543175"/>
                <a:gd name="connsiteY19" fmla="*/ 152400 h 1890712"/>
                <a:gd name="connsiteX20" fmla="*/ 204788 w 2543175"/>
                <a:gd name="connsiteY20" fmla="*/ 157162 h 1890712"/>
                <a:gd name="connsiteX21" fmla="*/ 214313 w 2543175"/>
                <a:gd name="connsiteY21" fmla="*/ 164306 h 1890712"/>
                <a:gd name="connsiteX22" fmla="*/ 230982 w 2543175"/>
                <a:gd name="connsiteY22" fmla="*/ 180975 h 1890712"/>
                <a:gd name="connsiteX23" fmla="*/ 247650 w 2543175"/>
                <a:gd name="connsiteY23" fmla="*/ 185737 h 1890712"/>
                <a:gd name="connsiteX24" fmla="*/ 300038 w 2543175"/>
                <a:gd name="connsiteY24" fmla="*/ 219075 h 1890712"/>
                <a:gd name="connsiteX25" fmla="*/ 342900 w 2543175"/>
                <a:gd name="connsiteY25" fmla="*/ 254794 h 1890712"/>
                <a:gd name="connsiteX26" fmla="*/ 366713 w 2543175"/>
                <a:gd name="connsiteY26" fmla="*/ 264319 h 1890712"/>
                <a:gd name="connsiteX27" fmla="*/ 371475 w 2543175"/>
                <a:gd name="connsiteY27" fmla="*/ 271462 h 1890712"/>
                <a:gd name="connsiteX28" fmla="*/ 385763 w 2543175"/>
                <a:gd name="connsiteY28" fmla="*/ 283369 h 1890712"/>
                <a:gd name="connsiteX29" fmla="*/ 404813 w 2543175"/>
                <a:gd name="connsiteY29" fmla="*/ 295275 h 1890712"/>
                <a:gd name="connsiteX30" fmla="*/ 411957 w 2543175"/>
                <a:gd name="connsiteY30" fmla="*/ 297656 h 1890712"/>
                <a:gd name="connsiteX31" fmla="*/ 466725 w 2543175"/>
                <a:gd name="connsiteY31" fmla="*/ 328612 h 1890712"/>
                <a:gd name="connsiteX32" fmla="*/ 476250 w 2543175"/>
                <a:gd name="connsiteY32" fmla="*/ 335756 h 1890712"/>
                <a:gd name="connsiteX33" fmla="*/ 481013 w 2543175"/>
                <a:gd name="connsiteY33" fmla="*/ 342900 h 1890712"/>
                <a:gd name="connsiteX34" fmla="*/ 490538 w 2543175"/>
                <a:gd name="connsiteY34" fmla="*/ 352425 h 1890712"/>
                <a:gd name="connsiteX35" fmla="*/ 495300 w 2543175"/>
                <a:gd name="connsiteY35" fmla="*/ 359569 h 1890712"/>
                <a:gd name="connsiteX36" fmla="*/ 509588 w 2543175"/>
                <a:gd name="connsiteY36" fmla="*/ 376237 h 1890712"/>
                <a:gd name="connsiteX37" fmla="*/ 514350 w 2543175"/>
                <a:gd name="connsiteY37" fmla="*/ 383381 h 1890712"/>
                <a:gd name="connsiteX38" fmla="*/ 531019 w 2543175"/>
                <a:gd name="connsiteY38" fmla="*/ 397669 h 1890712"/>
                <a:gd name="connsiteX39" fmla="*/ 538163 w 2543175"/>
                <a:gd name="connsiteY39" fmla="*/ 407194 h 1890712"/>
                <a:gd name="connsiteX40" fmla="*/ 554832 w 2543175"/>
                <a:gd name="connsiteY40" fmla="*/ 421481 h 1890712"/>
                <a:gd name="connsiteX41" fmla="*/ 564357 w 2543175"/>
                <a:gd name="connsiteY41" fmla="*/ 431006 h 1890712"/>
                <a:gd name="connsiteX42" fmla="*/ 573882 w 2543175"/>
                <a:gd name="connsiteY42" fmla="*/ 438150 h 1890712"/>
                <a:gd name="connsiteX43" fmla="*/ 595313 w 2543175"/>
                <a:gd name="connsiteY43" fmla="*/ 454819 h 1890712"/>
                <a:gd name="connsiteX44" fmla="*/ 602457 w 2543175"/>
                <a:gd name="connsiteY44" fmla="*/ 457200 h 1890712"/>
                <a:gd name="connsiteX45" fmla="*/ 628650 w 2543175"/>
                <a:gd name="connsiteY45" fmla="*/ 469106 h 1890712"/>
                <a:gd name="connsiteX46" fmla="*/ 645319 w 2543175"/>
                <a:gd name="connsiteY46" fmla="*/ 483394 h 1890712"/>
                <a:gd name="connsiteX47" fmla="*/ 654844 w 2543175"/>
                <a:gd name="connsiteY47" fmla="*/ 488156 h 1890712"/>
                <a:gd name="connsiteX48" fmla="*/ 661988 w 2543175"/>
                <a:gd name="connsiteY48" fmla="*/ 497681 h 1890712"/>
                <a:gd name="connsiteX49" fmla="*/ 683419 w 2543175"/>
                <a:gd name="connsiteY49" fmla="*/ 514350 h 1890712"/>
                <a:gd name="connsiteX50" fmla="*/ 700088 w 2543175"/>
                <a:gd name="connsiteY50" fmla="*/ 526256 h 1890712"/>
                <a:gd name="connsiteX51" fmla="*/ 709613 w 2543175"/>
                <a:gd name="connsiteY51" fmla="*/ 535781 h 1890712"/>
                <a:gd name="connsiteX52" fmla="*/ 719138 w 2543175"/>
                <a:gd name="connsiteY52" fmla="*/ 542925 h 1890712"/>
                <a:gd name="connsiteX53" fmla="*/ 733425 w 2543175"/>
                <a:gd name="connsiteY53" fmla="*/ 557212 h 1890712"/>
                <a:gd name="connsiteX54" fmla="*/ 750094 w 2543175"/>
                <a:gd name="connsiteY54" fmla="*/ 569119 h 1890712"/>
                <a:gd name="connsiteX55" fmla="*/ 769144 w 2543175"/>
                <a:gd name="connsiteY55" fmla="*/ 581025 h 1890712"/>
                <a:gd name="connsiteX56" fmla="*/ 785813 w 2543175"/>
                <a:gd name="connsiteY56" fmla="*/ 590550 h 1890712"/>
                <a:gd name="connsiteX57" fmla="*/ 792957 w 2543175"/>
                <a:gd name="connsiteY57" fmla="*/ 600075 h 1890712"/>
                <a:gd name="connsiteX58" fmla="*/ 809625 w 2543175"/>
                <a:gd name="connsiteY58" fmla="*/ 611981 h 1890712"/>
                <a:gd name="connsiteX59" fmla="*/ 816769 w 2543175"/>
                <a:gd name="connsiteY59" fmla="*/ 619125 h 1890712"/>
                <a:gd name="connsiteX60" fmla="*/ 826294 w 2543175"/>
                <a:gd name="connsiteY60" fmla="*/ 626269 h 1890712"/>
                <a:gd name="connsiteX61" fmla="*/ 840582 w 2543175"/>
                <a:gd name="connsiteY61" fmla="*/ 638175 h 1890712"/>
                <a:gd name="connsiteX62" fmla="*/ 847725 w 2543175"/>
                <a:gd name="connsiteY62" fmla="*/ 645319 h 1890712"/>
                <a:gd name="connsiteX63" fmla="*/ 857250 w 2543175"/>
                <a:gd name="connsiteY63" fmla="*/ 652462 h 1890712"/>
                <a:gd name="connsiteX64" fmla="*/ 864394 w 2543175"/>
                <a:gd name="connsiteY64" fmla="*/ 657225 h 1890712"/>
                <a:gd name="connsiteX65" fmla="*/ 888207 w 2543175"/>
                <a:gd name="connsiteY65" fmla="*/ 676275 h 1890712"/>
                <a:gd name="connsiteX66" fmla="*/ 895350 w 2543175"/>
                <a:gd name="connsiteY66" fmla="*/ 681037 h 1890712"/>
                <a:gd name="connsiteX67" fmla="*/ 907257 w 2543175"/>
                <a:gd name="connsiteY67" fmla="*/ 683419 h 1890712"/>
                <a:gd name="connsiteX68" fmla="*/ 928688 w 2543175"/>
                <a:gd name="connsiteY68" fmla="*/ 695325 h 1890712"/>
                <a:gd name="connsiteX69" fmla="*/ 942975 w 2543175"/>
                <a:gd name="connsiteY69" fmla="*/ 700087 h 1890712"/>
                <a:gd name="connsiteX70" fmla="*/ 964407 w 2543175"/>
                <a:gd name="connsiteY70" fmla="*/ 716756 h 1890712"/>
                <a:gd name="connsiteX71" fmla="*/ 971550 w 2543175"/>
                <a:gd name="connsiteY71" fmla="*/ 723900 h 1890712"/>
                <a:gd name="connsiteX72" fmla="*/ 983457 w 2543175"/>
                <a:gd name="connsiteY72" fmla="*/ 733425 h 1890712"/>
                <a:gd name="connsiteX73" fmla="*/ 990600 w 2543175"/>
                <a:gd name="connsiteY73" fmla="*/ 738187 h 1890712"/>
                <a:gd name="connsiteX74" fmla="*/ 1007269 w 2543175"/>
                <a:gd name="connsiteY74" fmla="*/ 752475 h 1890712"/>
                <a:gd name="connsiteX75" fmla="*/ 1031082 w 2543175"/>
                <a:gd name="connsiteY75" fmla="*/ 766762 h 1890712"/>
                <a:gd name="connsiteX76" fmla="*/ 1042988 w 2543175"/>
                <a:gd name="connsiteY76" fmla="*/ 773906 h 1890712"/>
                <a:gd name="connsiteX77" fmla="*/ 1071563 w 2543175"/>
                <a:gd name="connsiteY77" fmla="*/ 785812 h 1890712"/>
                <a:gd name="connsiteX78" fmla="*/ 1097757 w 2543175"/>
                <a:gd name="connsiteY78" fmla="*/ 807244 h 1890712"/>
                <a:gd name="connsiteX79" fmla="*/ 1104900 w 2543175"/>
                <a:gd name="connsiteY79" fmla="*/ 814387 h 1890712"/>
                <a:gd name="connsiteX80" fmla="*/ 1121569 w 2543175"/>
                <a:gd name="connsiteY80" fmla="*/ 823912 h 1890712"/>
                <a:gd name="connsiteX81" fmla="*/ 1138238 w 2543175"/>
                <a:gd name="connsiteY81" fmla="*/ 835819 h 1890712"/>
                <a:gd name="connsiteX82" fmla="*/ 1147763 w 2543175"/>
                <a:gd name="connsiteY82" fmla="*/ 842962 h 1890712"/>
                <a:gd name="connsiteX83" fmla="*/ 1157288 w 2543175"/>
                <a:gd name="connsiteY83" fmla="*/ 847725 h 1890712"/>
                <a:gd name="connsiteX84" fmla="*/ 1178719 w 2543175"/>
                <a:gd name="connsiteY84" fmla="*/ 859631 h 1890712"/>
                <a:gd name="connsiteX85" fmla="*/ 1188244 w 2543175"/>
                <a:gd name="connsiteY85" fmla="*/ 866775 h 1890712"/>
                <a:gd name="connsiteX86" fmla="*/ 1195388 w 2543175"/>
                <a:gd name="connsiteY86" fmla="*/ 871537 h 1890712"/>
                <a:gd name="connsiteX87" fmla="*/ 1212057 w 2543175"/>
                <a:gd name="connsiteY87" fmla="*/ 883444 h 1890712"/>
                <a:gd name="connsiteX88" fmla="*/ 1226344 w 2543175"/>
                <a:gd name="connsiteY88" fmla="*/ 895350 h 1890712"/>
                <a:gd name="connsiteX89" fmla="*/ 1245394 w 2543175"/>
                <a:gd name="connsiteY89" fmla="*/ 907256 h 1890712"/>
                <a:gd name="connsiteX90" fmla="*/ 1254919 w 2543175"/>
                <a:gd name="connsiteY90" fmla="*/ 914400 h 1890712"/>
                <a:gd name="connsiteX91" fmla="*/ 1269207 w 2543175"/>
                <a:gd name="connsiteY91" fmla="*/ 921544 h 1890712"/>
                <a:gd name="connsiteX92" fmla="*/ 1290638 w 2543175"/>
                <a:gd name="connsiteY92" fmla="*/ 935831 h 1890712"/>
                <a:gd name="connsiteX93" fmla="*/ 1307307 w 2543175"/>
                <a:gd name="connsiteY93" fmla="*/ 952500 h 1890712"/>
                <a:gd name="connsiteX94" fmla="*/ 1333500 w 2543175"/>
                <a:gd name="connsiteY94" fmla="*/ 971550 h 1890712"/>
                <a:gd name="connsiteX95" fmla="*/ 1359694 w 2543175"/>
                <a:gd name="connsiteY95" fmla="*/ 990600 h 1890712"/>
                <a:gd name="connsiteX96" fmla="*/ 1373982 w 2543175"/>
                <a:gd name="connsiteY96" fmla="*/ 997744 h 1890712"/>
                <a:gd name="connsiteX97" fmla="*/ 1388269 w 2543175"/>
                <a:gd name="connsiteY97" fmla="*/ 1007269 h 1890712"/>
                <a:gd name="connsiteX98" fmla="*/ 1414463 w 2543175"/>
                <a:gd name="connsiteY98" fmla="*/ 1019175 h 1890712"/>
                <a:gd name="connsiteX99" fmla="*/ 1435894 w 2543175"/>
                <a:gd name="connsiteY99" fmla="*/ 1054894 h 1890712"/>
                <a:gd name="connsiteX100" fmla="*/ 1471613 w 2543175"/>
                <a:gd name="connsiteY100" fmla="*/ 1059656 h 1890712"/>
                <a:gd name="connsiteX101" fmla="*/ 1495425 w 2543175"/>
                <a:gd name="connsiteY101" fmla="*/ 1088231 h 1890712"/>
                <a:gd name="connsiteX102" fmla="*/ 1547812 w 2543175"/>
                <a:gd name="connsiteY102" fmla="*/ 1133475 h 1890712"/>
                <a:gd name="connsiteX103" fmla="*/ 1597819 w 2543175"/>
                <a:gd name="connsiteY103" fmla="*/ 1154906 h 1890712"/>
                <a:gd name="connsiteX104" fmla="*/ 1604963 w 2543175"/>
                <a:gd name="connsiteY104" fmla="*/ 1162050 h 1890712"/>
                <a:gd name="connsiteX105" fmla="*/ 1612107 w 2543175"/>
                <a:gd name="connsiteY105" fmla="*/ 1166812 h 1890712"/>
                <a:gd name="connsiteX106" fmla="*/ 1628775 w 2543175"/>
                <a:gd name="connsiteY106" fmla="*/ 1183481 h 1890712"/>
                <a:gd name="connsiteX107" fmla="*/ 1662113 w 2543175"/>
                <a:gd name="connsiteY107" fmla="*/ 1209675 h 1890712"/>
                <a:gd name="connsiteX108" fmla="*/ 1678782 w 2543175"/>
                <a:gd name="connsiteY108" fmla="*/ 1226344 h 1890712"/>
                <a:gd name="connsiteX109" fmla="*/ 1700213 w 2543175"/>
                <a:gd name="connsiteY109" fmla="*/ 1247775 h 1890712"/>
                <a:gd name="connsiteX110" fmla="*/ 1712119 w 2543175"/>
                <a:gd name="connsiteY110" fmla="*/ 1259681 h 1890712"/>
                <a:gd name="connsiteX111" fmla="*/ 1733550 w 2543175"/>
                <a:gd name="connsiteY111" fmla="*/ 1273969 h 1890712"/>
                <a:gd name="connsiteX112" fmla="*/ 1743075 w 2543175"/>
                <a:gd name="connsiteY112" fmla="*/ 1283494 h 1890712"/>
                <a:gd name="connsiteX113" fmla="*/ 1754982 w 2543175"/>
                <a:gd name="connsiteY113" fmla="*/ 1290637 h 1890712"/>
                <a:gd name="connsiteX114" fmla="*/ 1766888 w 2543175"/>
                <a:gd name="connsiteY114" fmla="*/ 1300162 h 1890712"/>
                <a:gd name="connsiteX115" fmla="*/ 1783557 w 2543175"/>
                <a:gd name="connsiteY115" fmla="*/ 1307306 h 1890712"/>
                <a:gd name="connsiteX116" fmla="*/ 1790700 w 2543175"/>
                <a:gd name="connsiteY116" fmla="*/ 1312069 h 1890712"/>
                <a:gd name="connsiteX117" fmla="*/ 1800225 w 2543175"/>
                <a:gd name="connsiteY117" fmla="*/ 1319212 h 1890712"/>
                <a:gd name="connsiteX118" fmla="*/ 1807369 w 2543175"/>
                <a:gd name="connsiteY118" fmla="*/ 1321594 h 1890712"/>
                <a:gd name="connsiteX119" fmla="*/ 1824038 w 2543175"/>
                <a:gd name="connsiteY119" fmla="*/ 1333500 h 1890712"/>
                <a:gd name="connsiteX120" fmla="*/ 1843088 w 2543175"/>
                <a:gd name="connsiteY120" fmla="*/ 1352550 h 1890712"/>
                <a:gd name="connsiteX121" fmla="*/ 1852613 w 2543175"/>
                <a:gd name="connsiteY121" fmla="*/ 1359694 h 1890712"/>
                <a:gd name="connsiteX122" fmla="*/ 1859757 w 2543175"/>
                <a:gd name="connsiteY122" fmla="*/ 1366837 h 1890712"/>
                <a:gd name="connsiteX123" fmla="*/ 1869282 w 2543175"/>
                <a:gd name="connsiteY123" fmla="*/ 1371600 h 1890712"/>
                <a:gd name="connsiteX124" fmla="*/ 1883569 w 2543175"/>
                <a:gd name="connsiteY124" fmla="*/ 1388269 h 1890712"/>
                <a:gd name="connsiteX125" fmla="*/ 1893094 w 2543175"/>
                <a:gd name="connsiteY125" fmla="*/ 1395412 h 1890712"/>
                <a:gd name="connsiteX126" fmla="*/ 1902619 w 2543175"/>
                <a:gd name="connsiteY126" fmla="*/ 1404937 h 1890712"/>
                <a:gd name="connsiteX127" fmla="*/ 1912144 w 2543175"/>
                <a:gd name="connsiteY127" fmla="*/ 1409700 h 1890712"/>
                <a:gd name="connsiteX128" fmla="*/ 1931194 w 2543175"/>
                <a:gd name="connsiteY128" fmla="*/ 1421606 h 1890712"/>
                <a:gd name="connsiteX129" fmla="*/ 1935957 w 2543175"/>
                <a:gd name="connsiteY129" fmla="*/ 1428750 h 1890712"/>
                <a:gd name="connsiteX130" fmla="*/ 1952625 w 2543175"/>
                <a:gd name="connsiteY130" fmla="*/ 1438275 h 1890712"/>
                <a:gd name="connsiteX131" fmla="*/ 1971675 w 2543175"/>
                <a:gd name="connsiteY131" fmla="*/ 1450181 h 1890712"/>
                <a:gd name="connsiteX132" fmla="*/ 1981200 w 2543175"/>
                <a:gd name="connsiteY132" fmla="*/ 1454944 h 1890712"/>
                <a:gd name="connsiteX133" fmla="*/ 1997869 w 2543175"/>
                <a:gd name="connsiteY133" fmla="*/ 1471612 h 1890712"/>
                <a:gd name="connsiteX134" fmla="*/ 2007394 w 2543175"/>
                <a:gd name="connsiteY134" fmla="*/ 1478756 h 1890712"/>
                <a:gd name="connsiteX135" fmla="*/ 2016919 w 2543175"/>
                <a:gd name="connsiteY135" fmla="*/ 1483519 h 1890712"/>
                <a:gd name="connsiteX136" fmla="*/ 2024063 w 2543175"/>
                <a:gd name="connsiteY136" fmla="*/ 1490662 h 1890712"/>
                <a:gd name="connsiteX137" fmla="*/ 2033588 w 2543175"/>
                <a:gd name="connsiteY137" fmla="*/ 1495425 h 1890712"/>
                <a:gd name="connsiteX138" fmla="*/ 2040732 w 2543175"/>
                <a:gd name="connsiteY138" fmla="*/ 1502569 h 1890712"/>
                <a:gd name="connsiteX139" fmla="*/ 2047875 w 2543175"/>
                <a:gd name="connsiteY139" fmla="*/ 1507331 h 1890712"/>
                <a:gd name="connsiteX140" fmla="*/ 2057400 w 2543175"/>
                <a:gd name="connsiteY140" fmla="*/ 1514475 h 1890712"/>
                <a:gd name="connsiteX141" fmla="*/ 2064544 w 2543175"/>
                <a:gd name="connsiteY141" fmla="*/ 1519237 h 1890712"/>
                <a:gd name="connsiteX142" fmla="*/ 2071688 w 2543175"/>
                <a:gd name="connsiteY142" fmla="*/ 1526381 h 1890712"/>
                <a:gd name="connsiteX143" fmla="*/ 2081213 w 2543175"/>
                <a:gd name="connsiteY143" fmla="*/ 1531144 h 1890712"/>
                <a:gd name="connsiteX144" fmla="*/ 2090738 w 2543175"/>
                <a:gd name="connsiteY144" fmla="*/ 1538287 h 1890712"/>
                <a:gd name="connsiteX145" fmla="*/ 2109788 w 2543175"/>
                <a:gd name="connsiteY145" fmla="*/ 1547812 h 1890712"/>
                <a:gd name="connsiteX146" fmla="*/ 2131219 w 2543175"/>
                <a:gd name="connsiteY146" fmla="*/ 1562100 h 1890712"/>
                <a:gd name="connsiteX147" fmla="*/ 2140744 w 2543175"/>
                <a:gd name="connsiteY147" fmla="*/ 1566862 h 1890712"/>
                <a:gd name="connsiteX148" fmla="*/ 2152650 w 2543175"/>
                <a:gd name="connsiteY148" fmla="*/ 1576387 h 1890712"/>
                <a:gd name="connsiteX149" fmla="*/ 2181225 w 2543175"/>
                <a:gd name="connsiteY149" fmla="*/ 1590675 h 1890712"/>
                <a:gd name="connsiteX150" fmla="*/ 2200275 w 2543175"/>
                <a:gd name="connsiteY150" fmla="*/ 1607344 h 1890712"/>
                <a:gd name="connsiteX151" fmla="*/ 2207419 w 2543175"/>
                <a:gd name="connsiteY151" fmla="*/ 1612106 h 1890712"/>
                <a:gd name="connsiteX152" fmla="*/ 2216944 w 2543175"/>
                <a:gd name="connsiteY152" fmla="*/ 1619250 h 1890712"/>
                <a:gd name="connsiteX153" fmla="*/ 2224088 w 2543175"/>
                <a:gd name="connsiteY153" fmla="*/ 1624012 h 1890712"/>
                <a:gd name="connsiteX154" fmla="*/ 2247900 w 2543175"/>
                <a:gd name="connsiteY154" fmla="*/ 1643062 h 1890712"/>
                <a:gd name="connsiteX155" fmla="*/ 2255044 w 2543175"/>
                <a:gd name="connsiteY155" fmla="*/ 1650206 h 1890712"/>
                <a:gd name="connsiteX156" fmla="*/ 2281238 w 2543175"/>
                <a:gd name="connsiteY156" fmla="*/ 1664494 h 1890712"/>
                <a:gd name="connsiteX157" fmla="*/ 2297907 w 2543175"/>
                <a:gd name="connsiteY157" fmla="*/ 1674019 h 1890712"/>
                <a:gd name="connsiteX158" fmla="*/ 2312194 w 2543175"/>
                <a:gd name="connsiteY158" fmla="*/ 1685925 h 1890712"/>
                <a:gd name="connsiteX159" fmla="*/ 2328863 w 2543175"/>
                <a:gd name="connsiteY159" fmla="*/ 1697831 h 1890712"/>
                <a:gd name="connsiteX160" fmla="*/ 2350294 w 2543175"/>
                <a:gd name="connsiteY160" fmla="*/ 1712119 h 1890712"/>
                <a:gd name="connsiteX161" fmla="*/ 2369344 w 2543175"/>
                <a:gd name="connsiteY161" fmla="*/ 1724025 h 1890712"/>
                <a:gd name="connsiteX162" fmla="*/ 2428876 w 2543175"/>
                <a:gd name="connsiteY162" fmla="*/ 1785938 h 1890712"/>
                <a:gd name="connsiteX163" fmla="*/ 2466975 w 2543175"/>
                <a:gd name="connsiteY163" fmla="*/ 1783556 h 1890712"/>
                <a:gd name="connsiteX164" fmla="*/ 2481263 w 2543175"/>
                <a:gd name="connsiteY164" fmla="*/ 1795462 h 1890712"/>
                <a:gd name="connsiteX165" fmla="*/ 2486025 w 2543175"/>
                <a:gd name="connsiteY165" fmla="*/ 1802606 h 1890712"/>
                <a:gd name="connsiteX166" fmla="*/ 2514600 w 2543175"/>
                <a:gd name="connsiteY166" fmla="*/ 1850231 h 1890712"/>
                <a:gd name="connsiteX167" fmla="*/ 2519363 w 2543175"/>
                <a:gd name="connsiteY167" fmla="*/ 1857375 h 1890712"/>
                <a:gd name="connsiteX168" fmla="*/ 2540794 w 2543175"/>
                <a:gd name="connsiteY168" fmla="*/ 1883569 h 1890712"/>
                <a:gd name="connsiteX169" fmla="*/ 2543175 w 2543175"/>
                <a:gd name="connsiteY169" fmla="*/ 1890712 h 1890712"/>
                <a:gd name="connsiteX0" fmla="*/ 0 w 2543175"/>
                <a:gd name="connsiteY0" fmla="*/ 0 h 1890712"/>
                <a:gd name="connsiteX1" fmla="*/ 11907 w 2543175"/>
                <a:gd name="connsiteY1" fmla="*/ 11906 h 1890712"/>
                <a:gd name="connsiteX2" fmla="*/ 21432 w 2543175"/>
                <a:gd name="connsiteY2" fmla="*/ 16669 h 1890712"/>
                <a:gd name="connsiteX3" fmla="*/ 23813 w 2543175"/>
                <a:gd name="connsiteY3" fmla="*/ 23812 h 1890712"/>
                <a:gd name="connsiteX4" fmla="*/ 33338 w 2543175"/>
                <a:gd name="connsiteY4" fmla="*/ 33337 h 1890712"/>
                <a:gd name="connsiteX5" fmla="*/ 40482 w 2543175"/>
                <a:gd name="connsiteY5" fmla="*/ 42862 h 1890712"/>
                <a:gd name="connsiteX6" fmla="*/ 47625 w 2543175"/>
                <a:gd name="connsiteY6" fmla="*/ 47625 h 1890712"/>
                <a:gd name="connsiteX7" fmla="*/ 57150 w 2543175"/>
                <a:gd name="connsiteY7" fmla="*/ 54769 h 1890712"/>
                <a:gd name="connsiteX8" fmla="*/ 64294 w 2543175"/>
                <a:gd name="connsiteY8" fmla="*/ 59531 h 1890712"/>
                <a:gd name="connsiteX9" fmla="*/ 83344 w 2543175"/>
                <a:gd name="connsiteY9" fmla="*/ 73819 h 1890712"/>
                <a:gd name="connsiteX10" fmla="*/ 97632 w 2543175"/>
                <a:gd name="connsiteY10" fmla="*/ 80962 h 1890712"/>
                <a:gd name="connsiteX11" fmla="*/ 104775 w 2543175"/>
                <a:gd name="connsiteY11" fmla="*/ 85725 h 1890712"/>
                <a:gd name="connsiteX12" fmla="*/ 114300 w 2543175"/>
                <a:gd name="connsiteY12" fmla="*/ 95250 h 1890712"/>
                <a:gd name="connsiteX13" fmla="*/ 123825 w 2543175"/>
                <a:gd name="connsiteY13" fmla="*/ 97631 h 1890712"/>
                <a:gd name="connsiteX14" fmla="*/ 130969 w 2543175"/>
                <a:gd name="connsiteY14" fmla="*/ 104775 h 1890712"/>
                <a:gd name="connsiteX15" fmla="*/ 140494 w 2543175"/>
                <a:gd name="connsiteY15" fmla="*/ 111919 h 1890712"/>
                <a:gd name="connsiteX16" fmla="*/ 147638 w 2543175"/>
                <a:gd name="connsiteY16" fmla="*/ 116681 h 1890712"/>
                <a:gd name="connsiteX17" fmla="*/ 164307 w 2543175"/>
                <a:gd name="connsiteY17" fmla="*/ 128587 h 1890712"/>
                <a:gd name="connsiteX18" fmla="*/ 180975 w 2543175"/>
                <a:gd name="connsiteY18" fmla="*/ 140494 h 1890712"/>
                <a:gd name="connsiteX19" fmla="*/ 197644 w 2543175"/>
                <a:gd name="connsiteY19" fmla="*/ 152400 h 1890712"/>
                <a:gd name="connsiteX20" fmla="*/ 204788 w 2543175"/>
                <a:gd name="connsiteY20" fmla="*/ 157162 h 1890712"/>
                <a:gd name="connsiteX21" fmla="*/ 214313 w 2543175"/>
                <a:gd name="connsiteY21" fmla="*/ 164306 h 1890712"/>
                <a:gd name="connsiteX22" fmla="*/ 230982 w 2543175"/>
                <a:gd name="connsiteY22" fmla="*/ 180975 h 1890712"/>
                <a:gd name="connsiteX23" fmla="*/ 247650 w 2543175"/>
                <a:gd name="connsiteY23" fmla="*/ 185737 h 1890712"/>
                <a:gd name="connsiteX24" fmla="*/ 300038 w 2543175"/>
                <a:gd name="connsiteY24" fmla="*/ 219075 h 1890712"/>
                <a:gd name="connsiteX25" fmla="*/ 342900 w 2543175"/>
                <a:gd name="connsiteY25" fmla="*/ 254794 h 1890712"/>
                <a:gd name="connsiteX26" fmla="*/ 366713 w 2543175"/>
                <a:gd name="connsiteY26" fmla="*/ 264319 h 1890712"/>
                <a:gd name="connsiteX27" fmla="*/ 371475 w 2543175"/>
                <a:gd name="connsiteY27" fmla="*/ 271462 h 1890712"/>
                <a:gd name="connsiteX28" fmla="*/ 385763 w 2543175"/>
                <a:gd name="connsiteY28" fmla="*/ 283369 h 1890712"/>
                <a:gd name="connsiteX29" fmla="*/ 404813 w 2543175"/>
                <a:gd name="connsiteY29" fmla="*/ 295275 h 1890712"/>
                <a:gd name="connsiteX30" fmla="*/ 411957 w 2543175"/>
                <a:gd name="connsiteY30" fmla="*/ 297656 h 1890712"/>
                <a:gd name="connsiteX31" fmla="*/ 466725 w 2543175"/>
                <a:gd name="connsiteY31" fmla="*/ 328612 h 1890712"/>
                <a:gd name="connsiteX32" fmla="*/ 476250 w 2543175"/>
                <a:gd name="connsiteY32" fmla="*/ 335756 h 1890712"/>
                <a:gd name="connsiteX33" fmla="*/ 481013 w 2543175"/>
                <a:gd name="connsiteY33" fmla="*/ 342900 h 1890712"/>
                <a:gd name="connsiteX34" fmla="*/ 490538 w 2543175"/>
                <a:gd name="connsiteY34" fmla="*/ 352425 h 1890712"/>
                <a:gd name="connsiteX35" fmla="*/ 495300 w 2543175"/>
                <a:gd name="connsiteY35" fmla="*/ 359569 h 1890712"/>
                <a:gd name="connsiteX36" fmla="*/ 509588 w 2543175"/>
                <a:gd name="connsiteY36" fmla="*/ 376237 h 1890712"/>
                <a:gd name="connsiteX37" fmla="*/ 514350 w 2543175"/>
                <a:gd name="connsiteY37" fmla="*/ 383381 h 1890712"/>
                <a:gd name="connsiteX38" fmla="*/ 531019 w 2543175"/>
                <a:gd name="connsiteY38" fmla="*/ 397669 h 1890712"/>
                <a:gd name="connsiteX39" fmla="*/ 538163 w 2543175"/>
                <a:gd name="connsiteY39" fmla="*/ 407194 h 1890712"/>
                <a:gd name="connsiteX40" fmla="*/ 554832 w 2543175"/>
                <a:gd name="connsiteY40" fmla="*/ 421481 h 1890712"/>
                <a:gd name="connsiteX41" fmla="*/ 564357 w 2543175"/>
                <a:gd name="connsiteY41" fmla="*/ 431006 h 1890712"/>
                <a:gd name="connsiteX42" fmla="*/ 573882 w 2543175"/>
                <a:gd name="connsiteY42" fmla="*/ 438150 h 1890712"/>
                <a:gd name="connsiteX43" fmla="*/ 595313 w 2543175"/>
                <a:gd name="connsiteY43" fmla="*/ 454819 h 1890712"/>
                <a:gd name="connsiteX44" fmla="*/ 602457 w 2543175"/>
                <a:gd name="connsiteY44" fmla="*/ 457200 h 1890712"/>
                <a:gd name="connsiteX45" fmla="*/ 628650 w 2543175"/>
                <a:gd name="connsiteY45" fmla="*/ 469106 h 1890712"/>
                <a:gd name="connsiteX46" fmla="*/ 645319 w 2543175"/>
                <a:gd name="connsiteY46" fmla="*/ 483394 h 1890712"/>
                <a:gd name="connsiteX47" fmla="*/ 654844 w 2543175"/>
                <a:gd name="connsiteY47" fmla="*/ 488156 h 1890712"/>
                <a:gd name="connsiteX48" fmla="*/ 661988 w 2543175"/>
                <a:gd name="connsiteY48" fmla="*/ 497681 h 1890712"/>
                <a:gd name="connsiteX49" fmla="*/ 683419 w 2543175"/>
                <a:gd name="connsiteY49" fmla="*/ 514350 h 1890712"/>
                <a:gd name="connsiteX50" fmla="*/ 700088 w 2543175"/>
                <a:gd name="connsiteY50" fmla="*/ 526256 h 1890712"/>
                <a:gd name="connsiteX51" fmla="*/ 709613 w 2543175"/>
                <a:gd name="connsiteY51" fmla="*/ 535781 h 1890712"/>
                <a:gd name="connsiteX52" fmla="*/ 719138 w 2543175"/>
                <a:gd name="connsiteY52" fmla="*/ 542925 h 1890712"/>
                <a:gd name="connsiteX53" fmla="*/ 733425 w 2543175"/>
                <a:gd name="connsiteY53" fmla="*/ 557212 h 1890712"/>
                <a:gd name="connsiteX54" fmla="*/ 750094 w 2543175"/>
                <a:gd name="connsiteY54" fmla="*/ 569119 h 1890712"/>
                <a:gd name="connsiteX55" fmla="*/ 769144 w 2543175"/>
                <a:gd name="connsiteY55" fmla="*/ 581025 h 1890712"/>
                <a:gd name="connsiteX56" fmla="*/ 785813 w 2543175"/>
                <a:gd name="connsiteY56" fmla="*/ 590550 h 1890712"/>
                <a:gd name="connsiteX57" fmla="*/ 792957 w 2543175"/>
                <a:gd name="connsiteY57" fmla="*/ 600075 h 1890712"/>
                <a:gd name="connsiteX58" fmla="*/ 809625 w 2543175"/>
                <a:gd name="connsiteY58" fmla="*/ 611981 h 1890712"/>
                <a:gd name="connsiteX59" fmla="*/ 816769 w 2543175"/>
                <a:gd name="connsiteY59" fmla="*/ 619125 h 1890712"/>
                <a:gd name="connsiteX60" fmla="*/ 826294 w 2543175"/>
                <a:gd name="connsiteY60" fmla="*/ 626269 h 1890712"/>
                <a:gd name="connsiteX61" fmla="*/ 840582 w 2543175"/>
                <a:gd name="connsiteY61" fmla="*/ 638175 h 1890712"/>
                <a:gd name="connsiteX62" fmla="*/ 847725 w 2543175"/>
                <a:gd name="connsiteY62" fmla="*/ 645319 h 1890712"/>
                <a:gd name="connsiteX63" fmla="*/ 857250 w 2543175"/>
                <a:gd name="connsiteY63" fmla="*/ 652462 h 1890712"/>
                <a:gd name="connsiteX64" fmla="*/ 864394 w 2543175"/>
                <a:gd name="connsiteY64" fmla="*/ 657225 h 1890712"/>
                <a:gd name="connsiteX65" fmla="*/ 888207 w 2543175"/>
                <a:gd name="connsiteY65" fmla="*/ 676275 h 1890712"/>
                <a:gd name="connsiteX66" fmla="*/ 895350 w 2543175"/>
                <a:gd name="connsiteY66" fmla="*/ 681037 h 1890712"/>
                <a:gd name="connsiteX67" fmla="*/ 907257 w 2543175"/>
                <a:gd name="connsiteY67" fmla="*/ 683419 h 1890712"/>
                <a:gd name="connsiteX68" fmla="*/ 928688 w 2543175"/>
                <a:gd name="connsiteY68" fmla="*/ 695325 h 1890712"/>
                <a:gd name="connsiteX69" fmla="*/ 942975 w 2543175"/>
                <a:gd name="connsiteY69" fmla="*/ 700087 h 1890712"/>
                <a:gd name="connsiteX70" fmla="*/ 964407 w 2543175"/>
                <a:gd name="connsiteY70" fmla="*/ 716756 h 1890712"/>
                <a:gd name="connsiteX71" fmla="*/ 971550 w 2543175"/>
                <a:gd name="connsiteY71" fmla="*/ 723900 h 1890712"/>
                <a:gd name="connsiteX72" fmla="*/ 983457 w 2543175"/>
                <a:gd name="connsiteY72" fmla="*/ 733425 h 1890712"/>
                <a:gd name="connsiteX73" fmla="*/ 990600 w 2543175"/>
                <a:gd name="connsiteY73" fmla="*/ 738187 h 1890712"/>
                <a:gd name="connsiteX74" fmla="*/ 1007269 w 2543175"/>
                <a:gd name="connsiteY74" fmla="*/ 752475 h 1890712"/>
                <a:gd name="connsiteX75" fmla="*/ 1031082 w 2543175"/>
                <a:gd name="connsiteY75" fmla="*/ 766762 h 1890712"/>
                <a:gd name="connsiteX76" fmla="*/ 1042988 w 2543175"/>
                <a:gd name="connsiteY76" fmla="*/ 773906 h 1890712"/>
                <a:gd name="connsiteX77" fmla="*/ 1071563 w 2543175"/>
                <a:gd name="connsiteY77" fmla="*/ 785812 h 1890712"/>
                <a:gd name="connsiteX78" fmla="*/ 1097757 w 2543175"/>
                <a:gd name="connsiteY78" fmla="*/ 807244 h 1890712"/>
                <a:gd name="connsiteX79" fmla="*/ 1104900 w 2543175"/>
                <a:gd name="connsiteY79" fmla="*/ 814387 h 1890712"/>
                <a:gd name="connsiteX80" fmla="*/ 1121569 w 2543175"/>
                <a:gd name="connsiteY80" fmla="*/ 823912 h 1890712"/>
                <a:gd name="connsiteX81" fmla="*/ 1138238 w 2543175"/>
                <a:gd name="connsiteY81" fmla="*/ 835819 h 1890712"/>
                <a:gd name="connsiteX82" fmla="*/ 1147763 w 2543175"/>
                <a:gd name="connsiteY82" fmla="*/ 842962 h 1890712"/>
                <a:gd name="connsiteX83" fmla="*/ 1157288 w 2543175"/>
                <a:gd name="connsiteY83" fmla="*/ 847725 h 1890712"/>
                <a:gd name="connsiteX84" fmla="*/ 1178719 w 2543175"/>
                <a:gd name="connsiteY84" fmla="*/ 859631 h 1890712"/>
                <a:gd name="connsiteX85" fmla="*/ 1188244 w 2543175"/>
                <a:gd name="connsiteY85" fmla="*/ 866775 h 1890712"/>
                <a:gd name="connsiteX86" fmla="*/ 1195388 w 2543175"/>
                <a:gd name="connsiteY86" fmla="*/ 871537 h 1890712"/>
                <a:gd name="connsiteX87" fmla="*/ 1212057 w 2543175"/>
                <a:gd name="connsiteY87" fmla="*/ 883444 h 1890712"/>
                <a:gd name="connsiteX88" fmla="*/ 1226344 w 2543175"/>
                <a:gd name="connsiteY88" fmla="*/ 895350 h 1890712"/>
                <a:gd name="connsiteX89" fmla="*/ 1245394 w 2543175"/>
                <a:gd name="connsiteY89" fmla="*/ 907256 h 1890712"/>
                <a:gd name="connsiteX90" fmla="*/ 1254919 w 2543175"/>
                <a:gd name="connsiteY90" fmla="*/ 914400 h 1890712"/>
                <a:gd name="connsiteX91" fmla="*/ 1269207 w 2543175"/>
                <a:gd name="connsiteY91" fmla="*/ 921544 h 1890712"/>
                <a:gd name="connsiteX92" fmla="*/ 1290638 w 2543175"/>
                <a:gd name="connsiteY92" fmla="*/ 935831 h 1890712"/>
                <a:gd name="connsiteX93" fmla="*/ 1307307 w 2543175"/>
                <a:gd name="connsiteY93" fmla="*/ 952500 h 1890712"/>
                <a:gd name="connsiteX94" fmla="*/ 1333500 w 2543175"/>
                <a:gd name="connsiteY94" fmla="*/ 971550 h 1890712"/>
                <a:gd name="connsiteX95" fmla="*/ 1359694 w 2543175"/>
                <a:gd name="connsiteY95" fmla="*/ 990600 h 1890712"/>
                <a:gd name="connsiteX96" fmla="*/ 1373982 w 2543175"/>
                <a:gd name="connsiteY96" fmla="*/ 997744 h 1890712"/>
                <a:gd name="connsiteX97" fmla="*/ 1388269 w 2543175"/>
                <a:gd name="connsiteY97" fmla="*/ 1007269 h 1890712"/>
                <a:gd name="connsiteX98" fmla="*/ 1435894 w 2543175"/>
                <a:gd name="connsiteY98" fmla="*/ 1054894 h 1890712"/>
                <a:gd name="connsiteX99" fmla="*/ 1471613 w 2543175"/>
                <a:gd name="connsiteY99" fmla="*/ 1059656 h 1890712"/>
                <a:gd name="connsiteX100" fmla="*/ 1495425 w 2543175"/>
                <a:gd name="connsiteY100" fmla="*/ 1088231 h 1890712"/>
                <a:gd name="connsiteX101" fmla="*/ 1547812 w 2543175"/>
                <a:gd name="connsiteY101" fmla="*/ 1133475 h 1890712"/>
                <a:gd name="connsiteX102" fmla="*/ 1597819 w 2543175"/>
                <a:gd name="connsiteY102" fmla="*/ 1154906 h 1890712"/>
                <a:gd name="connsiteX103" fmla="*/ 1604963 w 2543175"/>
                <a:gd name="connsiteY103" fmla="*/ 1162050 h 1890712"/>
                <a:gd name="connsiteX104" fmla="*/ 1612107 w 2543175"/>
                <a:gd name="connsiteY104" fmla="*/ 1166812 h 1890712"/>
                <a:gd name="connsiteX105" fmla="*/ 1628775 w 2543175"/>
                <a:gd name="connsiteY105" fmla="*/ 1183481 h 1890712"/>
                <a:gd name="connsiteX106" fmla="*/ 1662113 w 2543175"/>
                <a:gd name="connsiteY106" fmla="*/ 1209675 h 1890712"/>
                <a:gd name="connsiteX107" fmla="*/ 1678782 w 2543175"/>
                <a:gd name="connsiteY107" fmla="*/ 1226344 h 1890712"/>
                <a:gd name="connsiteX108" fmla="*/ 1700213 w 2543175"/>
                <a:gd name="connsiteY108" fmla="*/ 1247775 h 1890712"/>
                <a:gd name="connsiteX109" fmla="*/ 1712119 w 2543175"/>
                <a:gd name="connsiteY109" fmla="*/ 1259681 h 1890712"/>
                <a:gd name="connsiteX110" fmla="*/ 1733550 w 2543175"/>
                <a:gd name="connsiteY110" fmla="*/ 1273969 h 1890712"/>
                <a:gd name="connsiteX111" fmla="*/ 1743075 w 2543175"/>
                <a:gd name="connsiteY111" fmla="*/ 1283494 h 1890712"/>
                <a:gd name="connsiteX112" fmla="*/ 1754982 w 2543175"/>
                <a:gd name="connsiteY112" fmla="*/ 1290637 h 1890712"/>
                <a:gd name="connsiteX113" fmla="*/ 1766888 w 2543175"/>
                <a:gd name="connsiteY113" fmla="*/ 1300162 h 1890712"/>
                <a:gd name="connsiteX114" fmla="*/ 1783557 w 2543175"/>
                <a:gd name="connsiteY114" fmla="*/ 1307306 h 1890712"/>
                <a:gd name="connsiteX115" fmla="*/ 1790700 w 2543175"/>
                <a:gd name="connsiteY115" fmla="*/ 1312069 h 1890712"/>
                <a:gd name="connsiteX116" fmla="*/ 1800225 w 2543175"/>
                <a:gd name="connsiteY116" fmla="*/ 1319212 h 1890712"/>
                <a:gd name="connsiteX117" fmla="*/ 1807369 w 2543175"/>
                <a:gd name="connsiteY117" fmla="*/ 1321594 h 1890712"/>
                <a:gd name="connsiteX118" fmla="*/ 1824038 w 2543175"/>
                <a:gd name="connsiteY118" fmla="*/ 1333500 h 1890712"/>
                <a:gd name="connsiteX119" fmla="*/ 1843088 w 2543175"/>
                <a:gd name="connsiteY119" fmla="*/ 1352550 h 1890712"/>
                <a:gd name="connsiteX120" fmla="*/ 1852613 w 2543175"/>
                <a:gd name="connsiteY120" fmla="*/ 1359694 h 1890712"/>
                <a:gd name="connsiteX121" fmla="*/ 1859757 w 2543175"/>
                <a:gd name="connsiteY121" fmla="*/ 1366837 h 1890712"/>
                <a:gd name="connsiteX122" fmla="*/ 1869282 w 2543175"/>
                <a:gd name="connsiteY122" fmla="*/ 1371600 h 1890712"/>
                <a:gd name="connsiteX123" fmla="*/ 1883569 w 2543175"/>
                <a:gd name="connsiteY123" fmla="*/ 1388269 h 1890712"/>
                <a:gd name="connsiteX124" fmla="*/ 1893094 w 2543175"/>
                <a:gd name="connsiteY124" fmla="*/ 1395412 h 1890712"/>
                <a:gd name="connsiteX125" fmla="*/ 1902619 w 2543175"/>
                <a:gd name="connsiteY125" fmla="*/ 1404937 h 1890712"/>
                <a:gd name="connsiteX126" fmla="*/ 1912144 w 2543175"/>
                <a:gd name="connsiteY126" fmla="*/ 1409700 h 1890712"/>
                <a:gd name="connsiteX127" fmla="*/ 1931194 w 2543175"/>
                <a:gd name="connsiteY127" fmla="*/ 1421606 h 1890712"/>
                <a:gd name="connsiteX128" fmla="*/ 1935957 w 2543175"/>
                <a:gd name="connsiteY128" fmla="*/ 1428750 h 1890712"/>
                <a:gd name="connsiteX129" fmla="*/ 1952625 w 2543175"/>
                <a:gd name="connsiteY129" fmla="*/ 1438275 h 1890712"/>
                <a:gd name="connsiteX130" fmla="*/ 1971675 w 2543175"/>
                <a:gd name="connsiteY130" fmla="*/ 1450181 h 1890712"/>
                <a:gd name="connsiteX131" fmla="*/ 1981200 w 2543175"/>
                <a:gd name="connsiteY131" fmla="*/ 1454944 h 1890712"/>
                <a:gd name="connsiteX132" fmla="*/ 1997869 w 2543175"/>
                <a:gd name="connsiteY132" fmla="*/ 1471612 h 1890712"/>
                <a:gd name="connsiteX133" fmla="*/ 2007394 w 2543175"/>
                <a:gd name="connsiteY133" fmla="*/ 1478756 h 1890712"/>
                <a:gd name="connsiteX134" fmla="*/ 2016919 w 2543175"/>
                <a:gd name="connsiteY134" fmla="*/ 1483519 h 1890712"/>
                <a:gd name="connsiteX135" fmla="*/ 2024063 w 2543175"/>
                <a:gd name="connsiteY135" fmla="*/ 1490662 h 1890712"/>
                <a:gd name="connsiteX136" fmla="*/ 2033588 w 2543175"/>
                <a:gd name="connsiteY136" fmla="*/ 1495425 h 1890712"/>
                <a:gd name="connsiteX137" fmla="*/ 2040732 w 2543175"/>
                <a:gd name="connsiteY137" fmla="*/ 1502569 h 1890712"/>
                <a:gd name="connsiteX138" fmla="*/ 2047875 w 2543175"/>
                <a:gd name="connsiteY138" fmla="*/ 1507331 h 1890712"/>
                <a:gd name="connsiteX139" fmla="*/ 2057400 w 2543175"/>
                <a:gd name="connsiteY139" fmla="*/ 1514475 h 1890712"/>
                <a:gd name="connsiteX140" fmla="*/ 2064544 w 2543175"/>
                <a:gd name="connsiteY140" fmla="*/ 1519237 h 1890712"/>
                <a:gd name="connsiteX141" fmla="*/ 2071688 w 2543175"/>
                <a:gd name="connsiteY141" fmla="*/ 1526381 h 1890712"/>
                <a:gd name="connsiteX142" fmla="*/ 2081213 w 2543175"/>
                <a:gd name="connsiteY142" fmla="*/ 1531144 h 1890712"/>
                <a:gd name="connsiteX143" fmla="*/ 2090738 w 2543175"/>
                <a:gd name="connsiteY143" fmla="*/ 1538287 h 1890712"/>
                <a:gd name="connsiteX144" fmla="*/ 2109788 w 2543175"/>
                <a:gd name="connsiteY144" fmla="*/ 1547812 h 1890712"/>
                <a:gd name="connsiteX145" fmla="*/ 2131219 w 2543175"/>
                <a:gd name="connsiteY145" fmla="*/ 1562100 h 1890712"/>
                <a:gd name="connsiteX146" fmla="*/ 2140744 w 2543175"/>
                <a:gd name="connsiteY146" fmla="*/ 1566862 h 1890712"/>
                <a:gd name="connsiteX147" fmla="*/ 2152650 w 2543175"/>
                <a:gd name="connsiteY147" fmla="*/ 1576387 h 1890712"/>
                <a:gd name="connsiteX148" fmla="*/ 2181225 w 2543175"/>
                <a:gd name="connsiteY148" fmla="*/ 1590675 h 1890712"/>
                <a:gd name="connsiteX149" fmla="*/ 2200275 w 2543175"/>
                <a:gd name="connsiteY149" fmla="*/ 1607344 h 1890712"/>
                <a:gd name="connsiteX150" fmla="*/ 2207419 w 2543175"/>
                <a:gd name="connsiteY150" fmla="*/ 1612106 h 1890712"/>
                <a:gd name="connsiteX151" fmla="*/ 2216944 w 2543175"/>
                <a:gd name="connsiteY151" fmla="*/ 1619250 h 1890712"/>
                <a:gd name="connsiteX152" fmla="*/ 2224088 w 2543175"/>
                <a:gd name="connsiteY152" fmla="*/ 1624012 h 1890712"/>
                <a:gd name="connsiteX153" fmla="*/ 2247900 w 2543175"/>
                <a:gd name="connsiteY153" fmla="*/ 1643062 h 1890712"/>
                <a:gd name="connsiteX154" fmla="*/ 2255044 w 2543175"/>
                <a:gd name="connsiteY154" fmla="*/ 1650206 h 1890712"/>
                <a:gd name="connsiteX155" fmla="*/ 2281238 w 2543175"/>
                <a:gd name="connsiteY155" fmla="*/ 1664494 h 1890712"/>
                <a:gd name="connsiteX156" fmla="*/ 2297907 w 2543175"/>
                <a:gd name="connsiteY156" fmla="*/ 1674019 h 1890712"/>
                <a:gd name="connsiteX157" fmla="*/ 2312194 w 2543175"/>
                <a:gd name="connsiteY157" fmla="*/ 1685925 h 1890712"/>
                <a:gd name="connsiteX158" fmla="*/ 2328863 w 2543175"/>
                <a:gd name="connsiteY158" fmla="*/ 1697831 h 1890712"/>
                <a:gd name="connsiteX159" fmla="*/ 2350294 w 2543175"/>
                <a:gd name="connsiteY159" fmla="*/ 1712119 h 1890712"/>
                <a:gd name="connsiteX160" fmla="*/ 2369344 w 2543175"/>
                <a:gd name="connsiteY160" fmla="*/ 1724025 h 1890712"/>
                <a:gd name="connsiteX161" fmla="*/ 2428876 w 2543175"/>
                <a:gd name="connsiteY161" fmla="*/ 1785938 h 1890712"/>
                <a:gd name="connsiteX162" fmla="*/ 2466975 w 2543175"/>
                <a:gd name="connsiteY162" fmla="*/ 1783556 h 1890712"/>
                <a:gd name="connsiteX163" fmla="*/ 2481263 w 2543175"/>
                <a:gd name="connsiteY163" fmla="*/ 1795462 h 1890712"/>
                <a:gd name="connsiteX164" fmla="*/ 2486025 w 2543175"/>
                <a:gd name="connsiteY164" fmla="*/ 1802606 h 1890712"/>
                <a:gd name="connsiteX165" fmla="*/ 2514600 w 2543175"/>
                <a:gd name="connsiteY165" fmla="*/ 1850231 h 1890712"/>
                <a:gd name="connsiteX166" fmla="*/ 2519363 w 2543175"/>
                <a:gd name="connsiteY166" fmla="*/ 1857375 h 1890712"/>
                <a:gd name="connsiteX167" fmla="*/ 2540794 w 2543175"/>
                <a:gd name="connsiteY167" fmla="*/ 1883569 h 1890712"/>
                <a:gd name="connsiteX168" fmla="*/ 2543175 w 2543175"/>
                <a:gd name="connsiteY168" fmla="*/ 1890712 h 1890712"/>
                <a:gd name="connsiteX0" fmla="*/ 0 w 2543175"/>
                <a:gd name="connsiteY0" fmla="*/ 0 h 1890712"/>
                <a:gd name="connsiteX1" fmla="*/ 11907 w 2543175"/>
                <a:gd name="connsiteY1" fmla="*/ 11906 h 1890712"/>
                <a:gd name="connsiteX2" fmla="*/ 21432 w 2543175"/>
                <a:gd name="connsiteY2" fmla="*/ 16669 h 1890712"/>
                <a:gd name="connsiteX3" fmla="*/ 23813 w 2543175"/>
                <a:gd name="connsiteY3" fmla="*/ 23812 h 1890712"/>
                <a:gd name="connsiteX4" fmla="*/ 33338 w 2543175"/>
                <a:gd name="connsiteY4" fmla="*/ 33337 h 1890712"/>
                <a:gd name="connsiteX5" fmla="*/ 40482 w 2543175"/>
                <a:gd name="connsiteY5" fmla="*/ 42862 h 1890712"/>
                <a:gd name="connsiteX6" fmla="*/ 47625 w 2543175"/>
                <a:gd name="connsiteY6" fmla="*/ 47625 h 1890712"/>
                <a:gd name="connsiteX7" fmla="*/ 57150 w 2543175"/>
                <a:gd name="connsiteY7" fmla="*/ 54769 h 1890712"/>
                <a:gd name="connsiteX8" fmla="*/ 64294 w 2543175"/>
                <a:gd name="connsiteY8" fmla="*/ 59531 h 1890712"/>
                <a:gd name="connsiteX9" fmla="*/ 83344 w 2543175"/>
                <a:gd name="connsiteY9" fmla="*/ 73819 h 1890712"/>
                <a:gd name="connsiteX10" fmla="*/ 97632 w 2543175"/>
                <a:gd name="connsiteY10" fmla="*/ 80962 h 1890712"/>
                <a:gd name="connsiteX11" fmla="*/ 104775 w 2543175"/>
                <a:gd name="connsiteY11" fmla="*/ 85725 h 1890712"/>
                <a:gd name="connsiteX12" fmla="*/ 114300 w 2543175"/>
                <a:gd name="connsiteY12" fmla="*/ 95250 h 1890712"/>
                <a:gd name="connsiteX13" fmla="*/ 123825 w 2543175"/>
                <a:gd name="connsiteY13" fmla="*/ 97631 h 1890712"/>
                <a:gd name="connsiteX14" fmla="*/ 130969 w 2543175"/>
                <a:gd name="connsiteY14" fmla="*/ 104775 h 1890712"/>
                <a:gd name="connsiteX15" fmla="*/ 140494 w 2543175"/>
                <a:gd name="connsiteY15" fmla="*/ 111919 h 1890712"/>
                <a:gd name="connsiteX16" fmla="*/ 147638 w 2543175"/>
                <a:gd name="connsiteY16" fmla="*/ 116681 h 1890712"/>
                <a:gd name="connsiteX17" fmla="*/ 164307 w 2543175"/>
                <a:gd name="connsiteY17" fmla="*/ 128587 h 1890712"/>
                <a:gd name="connsiteX18" fmla="*/ 180975 w 2543175"/>
                <a:gd name="connsiteY18" fmla="*/ 140494 h 1890712"/>
                <a:gd name="connsiteX19" fmla="*/ 197644 w 2543175"/>
                <a:gd name="connsiteY19" fmla="*/ 152400 h 1890712"/>
                <a:gd name="connsiteX20" fmla="*/ 204788 w 2543175"/>
                <a:gd name="connsiteY20" fmla="*/ 157162 h 1890712"/>
                <a:gd name="connsiteX21" fmla="*/ 214313 w 2543175"/>
                <a:gd name="connsiteY21" fmla="*/ 164306 h 1890712"/>
                <a:gd name="connsiteX22" fmla="*/ 230982 w 2543175"/>
                <a:gd name="connsiteY22" fmla="*/ 180975 h 1890712"/>
                <a:gd name="connsiteX23" fmla="*/ 247650 w 2543175"/>
                <a:gd name="connsiteY23" fmla="*/ 185737 h 1890712"/>
                <a:gd name="connsiteX24" fmla="*/ 300038 w 2543175"/>
                <a:gd name="connsiteY24" fmla="*/ 219075 h 1890712"/>
                <a:gd name="connsiteX25" fmla="*/ 342900 w 2543175"/>
                <a:gd name="connsiteY25" fmla="*/ 254794 h 1890712"/>
                <a:gd name="connsiteX26" fmla="*/ 366713 w 2543175"/>
                <a:gd name="connsiteY26" fmla="*/ 264319 h 1890712"/>
                <a:gd name="connsiteX27" fmla="*/ 371475 w 2543175"/>
                <a:gd name="connsiteY27" fmla="*/ 271462 h 1890712"/>
                <a:gd name="connsiteX28" fmla="*/ 385763 w 2543175"/>
                <a:gd name="connsiteY28" fmla="*/ 283369 h 1890712"/>
                <a:gd name="connsiteX29" fmla="*/ 404813 w 2543175"/>
                <a:gd name="connsiteY29" fmla="*/ 295275 h 1890712"/>
                <a:gd name="connsiteX30" fmla="*/ 411957 w 2543175"/>
                <a:gd name="connsiteY30" fmla="*/ 297656 h 1890712"/>
                <a:gd name="connsiteX31" fmla="*/ 466725 w 2543175"/>
                <a:gd name="connsiteY31" fmla="*/ 328612 h 1890712"/>
                <a:gd name="connsiteX32" fmla="*/ 476250 w 2543175"/>
                <a:gd name="connsiteY32" fmla="*/ 335756 h 1890712"/>
                <a:gd name="connsiteX33" fmla="*/ 481013 w 2543175"/>
                <a:gd name="connsiteY33" fmla="*/ 342900 h 1890712"/>
                <a:gd name="connsiteX34" fmla="*/ 490538 w 2543175"/>
                <a:gd name="connsiteY34" fmla="*/ 352425 h 1890712"/>
                <a:gd name="connsiteX35" fmla="*/ 495300 w 2543175"/>
                <a:gd name="connsiteY35" fmla="*/ 359569 h 1890712"/>
                <a:gd name="connsiteX36" fmla="*/ 509588 w 2543175"/>
                <a:gd name="connsiteY36" fmla="*/ 376237 h 1890712"/>
                <a:gd name="connsiteX37" fmla="*/ 514350 w 2543175"/>
                <a:gd name="connsiteY37" fmla="*/ 383381 h 1890712"/>
                <a:gd name="connsiteX38" fmla="*/ 531019 w 2543175"/>
                <a:gd name="connsiteY38" fmla="*/ 397669 h 1890712"/>
                <a:gd name="connsiteX39" fmla="*/ 538163 w 2543175"/>
                <a:gd name="connsiteY39" fmla="*/ 407194 h 1890712"/>
                <a:gd name="connsiteX40" fmla="*/ 554832 w 2543175"/>
                <a:gd name="connsiteY40" fmla="*/ 421481 h 1890712"/>
                <a:gd name="connsiteX41" fmla="*/ 564357 w 2543175"/>
                <a:gd name="connsiteY41" fmla="*/ 431006 h 1890712"/>
                <a:gd name="connsiteX42" fmla="*/ 573882 w 2543175"/>
                <a:gd name="connsiteY42" fmla="*/ 438150 h 1890712"/>
                <a:gd name="connsiteX43" fmla="*/ 595313 w 2543175"/>
                <a:gd name="connsiteY43" fmla="*/ 454819 h 1890712"/>
                <a:gd name="connsiteX44" fmla="*/ 602457 w 2543175"/>
                <a:gd name="connsiteY44" fmla="*/ 457200 h 1890712"/>
                <a:gd name="connsiteX45" fmla="*/ 628650 w 2543175"/>
                <a:gd name="connsiteY45" fmla="*/ 469106 h 1890712"/>
                <a:gd name="connsiteX46" fmla="*/ 645319 w 2543175"/>
                <a:gd name="connsiteY46" fmla="*/ 483394 h 1890712"/>
                <a:gd name="connsiteX47" fmla="*/ 654844 w 2543175"/>
                <a:gd name="connsiteY47" fmla="*/ 488156 h 1890712"/>
                <a:gd name="connsiteX48" fmla="*/ 661988 w 2543175"/>
                <a:gd name="connsiteY48" fmla="*/ 497681 h 1890712"/>
                <a:gd name="connsiteX49" fmla="*/ 683419 w 2543175"/>
                <a:gd name="connsiteY49" fmla="*/ 514350 h 1890712"/>
                <a:gd name="connsiteX50" fmla="*/ 700088 w 2543175"/>
                <a:gd name="connsiteY50" fmla="*/ 526256 h 1890712"/>
                <a:gd name="connsiteX51" fmla="*/ 709613 w 2543175"/>
                <a:gd name="connsiteY51" fmla="*/ 535781 h 1890712"/>
                <a:gd name="connsiteX52" fmla="*/ 719138 w 2543175"/>
                <a:gd name="connsiteY52" fmla="*/ 542925 h 1890712"/>
                <a:gd name="connsiteX53" fmla="*/ 733425 w 2543175"/>
                <a:gd name="connsiteY53" fmla="*/ 557212 h 1890712"/>
                <a:gd name="connsiteX54" fmla="*/ 750094 w 2543175"/>
                <a:gd name="connsiteY54" fmla="*/ 569119 h 1890712"/>
                <a:gd name="connsiteX55" fmla="*/ 769144 w 2543175"/>
                <a:gd name="connsiteY55" fmla="*/ 581025 h 1890712"/>
                <a:gd name="connsiteX56" fmla="*/ 785813 w 2543175"/>
                <a:gd name="connsiteY56" fmla="*/ 590550 h 1890712"/>
                <a:gd name="connsiteX57" fmla="*/ 792957 w 2543175"/>
                <a:gd name="connsiteY57" fmla="*/ 600075 h 1890712"/>
                <a:gd name="connsiteX58" fmla="*/ 809625 w 2543175"/>
                <a:gd name="connsiteY58" fmla="*/ 611981 h 1890712"/>
                <a:gd name="connsiteX59" fmla="*/ 816769 w 2543175"/>
                <a:gd name="connsiteY59" fmla="*/ 619125 h 1890712"/>
                <a:gd name="connsiteX60" fmla="*/ 826294 w 2543175"/>
                <a:gd name="connsiteY60" fmla="*/ 626269 h 1890712"/>
                <a:gd name="connsiteX61" fmla="*/ 840582 w 2543175"/>
                <a:gd name="connsiteY61" fmla="*/ 638175 h 1890712"/>
                <a:gd name="connsiteX62" fmla="*/ 847725 w 2543175"/>
                <a:gd name="connsiteY62" fmla="*/ 645319 h 1890712"/>
                <a:gd name="connsiteX63" fmla="*/ 857250 w 2543175"/>
                <a:gd name="connsiteY63" fmla="*/ 652462 h 1890712"/>
                <a:gd name="connsiteX64" fmla="*/ 864394 w 2543175"/>
                <a:gd name="connsiteY64" fmla="*/ 657225 h 1890712"/>
                <a:gd name="connsiteX65" fmla="*/ 888207 w 2543175"/>
                <a:gd name="connsiteY65" fmla="*/ 676275 h 1890712"/>
                <a:gd name="connsiteX66" fmla="*/ 895350 w 2543175"/>
                <a:gd name="connsiteY66" fmla="*/ 681037 h 1890712"/>
                <a:gd name="connsiteX67" fmla="*/ 907257 w 2543175"/>
                <a:gd name="connsiteY67" fmla="*/ 683419 h 1890712"/>
                <a:gd name="connsiteX68" fmla="*/ 928688 w 2543175"/>
                <a:gd name="connsiteY68" fmla="*/ 695325 h 1890712"/>
                <a:gd name="connsiteX69" fmla="*/ 942975 w 2543175"/>
                <a:gd name="connsiteY69" fmla="*/ 700087 h 1890712"/>
                <a:gd name="connsiteX70" fmla="*/ 964407 w 2543175"/>
                <a:gd name="connsiteY70" fmla="*/ 716756 h 1890712"/>
                <a:gd name="connsiteX71" fmla="*/ 971550 w 2543175"/>
                <a:gd name="connsiteY71" fmla="*/ 723900 h 1890712"/>
                <a:gd name="connsiteX72" fmla="*/ 983457 w 2543175"/>
                <a:gd name="connsiteY72" fmla="*/ 733425 h 1890712"/>
                <a:gd name="connsiteX73" fmla="*/ 990600 w 2543175"/>
                <a:gd name="connsiteY73" fmla="*/ 738187 h 1890712"/>
                <a:gd name="connsiteX74" fmla="*/ 1007269 w 2543175"/>
                <a:gd name="connsiteY74" fmla="*/ 752475 h 1890712"/>
                <a:gd name="connsiteX75" fmla="*/ 1031082 w 2543175"/>
                <a:gd name="connsiteY75" fmla="*/ 766762 h 1890712"/>
                <a:gd name="connsiteX76" fmla="*/ 1042988 w 2543175"/>
                <a:gd name="connsiteY76" fmla="*/ 773906 h 1890712"/>
                <a:gd name="connsiteX77" fmla="*/ 1071563 w 2543175"/>
                <a:gd name="connsiteY77" fmla="*/ 785812 h 1890712"/>
                <a:gd name="connsiteX78" fmla="*/ 1097757 w 2543175"/>
                <a:gd name="connsiteY78" fmla="*/ 807244 h 1890712"/>
                <a:gd name="connsiteX79" fmla="*/ 1104900 w 2543175"/>
                <a:gd name="connsiteY79" fmla="*/ 814387 h 1890712"/>
                <a:gd name="connsiteX80" fmla="*/ 1121569 w 2543175"/>
                <a:gd name="connsiteY80" fmla="*/ 823912 h 1890712"/>
                <a:gd name="connsiteX81" fmla="*/ 1138238 w 2543175"/>
                <a:gd name="connsiteY81" fmla="*/ 835819 h 1890712"/>
                <a:gd name="connsiteX82" fmla="*/ 1147763 w 2543175"/>
                <a:gd name="connsiteY82" fmla="*/ 842962 h 1890712"/>
                <a:gd name="connsiteX83" fmla="*/ 1157288 w 2543175"/>
                <a:gd name="connsiteY83" fmla="*/ 847725 h 1890712"/>
                <a:gd name="connsiteX84" fmla="*/ 1178719 w 2543175"/>
                <a:gd name="connsiteY84" fmla="*/ 859631 h 1890712"/>
                <a:gd name="connsiteX85" fmla="*/ 1188244 w 2543175"/>
                <a:gd name="connsiteY85" fmla="*/ 866775 h 1890712"/>
                <a:gd name="connsiteX86" fmla="*/ 1195388 w 2543175"/>
                <a:gd name="connsiteY86" fmla="*/ 871537 h 1890712"/>
                <a:gd name="connsiteX87" fmla="*/ 1212057 w 2543175"/>
                <a:gd name="connsiteY87" fmla="*/ 883444 h 1890712"/>
                <a:gd name="connsiteX88" fmla="*/ 1226344 w 2543175"/>
                <a:gd name="connsiteY88" fmla="*/ 895350 h 1890712"/>
                <a:gd name="connsiteX89" fmla="*/ 1245394 w 2543175"/>
                <a:gd name="connsiteY89" fmla="*/ 907256 h 1890712"/>
                <a:gd name="connsiteX90" fmla="*/ 1254919 w 2543175"/>
                <a:gd name="connsiteY90" fmla="*/ 914400 h 1890712"/>
                <a:gd name="connsiteX91" fmla="*/ 1269207 w 2543175"/>
                <a:gd name="connsiteY91" fmla="*/ 921544 h 1890712"/>
                <a:gd name="connsiteX92" fmla="*/ 1290638 w 2543175"/>
                <a:gd name="connsiteY92" fmla="*/ 935831 h 1890712"/>
                <a:gd name="connsiteX93" fmla="*/ 1307307 w 2543175"/>
                <a:gd name="connsiteY93" fmla="*/ 952500 h 1890712"/>
                <a:gd name="connsiteX94" fmla="*/ 1333500 w 2543175"/>
                <a:gd name="connsiteY94" fmla="*/ 971550 h 1890712"/>
                <a:gd name="connsiteX95" fmla="*/ 1359694 w 2543175"/>
                <a:gd name="connsiteY95" fmla="*/ 990600 h 1890712"/>
                <a:gd name="connsiteX96" fmla="*/ 1373982 w 2543175"/>
                <a:gd name="connsiteY96" fmla="*/ 997744 h 1890712"/>
                <a:gd name="connsiteX97" fmla="*/ 1435894 w 2543175"/>
                <a:gd name="connsiteY97" fmla="*/ 1054894 h 1890712"/>
                <a:gd name="connsiteX98" fmla="*/ 1471613 w 2543175"/>
                <a:gd name="connsiteY98" fmla="*/ 1059656 h 1890712"/>
                <a:gd name="connsiteX99" fmla="*/ 1495425 w 2543175"/>
                <a:gd name="connsiteY99" fmla="*/ 1088231 h 1890712"/>
                <a:gd name="connsiteX100" fmla="*/ 1547812 w 2543175"/>
                <a:gd name="connsiteY100" fmla="*/ 1133475 h 1890712"/>
                <a:gd name="connsiteX101" fmla="*/ 1597819 w 2543175"/>
                <a:gd name="connsiteY101" fmla="*/ 1154906 h 1890712"/>
                <a:gd name="connsiteX102" fmla="*/ 1604963 w 2543175"/>
                <a:gd name="connsiteY102" fmla="*/ 1162050 h 1890712"/>
                <a:gd name="connsiteX103" fmla="*/ 1612107 w 2543175"/>
                <a:gd name="connsiteY103" fmla="*/ 1166812 h 1890712"/>
                <a:gd name="connsiteX104" fmla="*/ 1628775 w 2543175"/>
                <a:gd name="connsiteY104" fmla="*/ 1183481 h 1890712"/>
                <a:gd name="connsiteX105" fmla="*/ 1662113 w 2543175"/>
                <a:gd name="connsiteY105" fmla="*/ 1209675 h 1890712"/>
                <a:gd name="connsiteX106" fmla="*/ 1678782 w 2543175"/>
                <a:gd name="connsiteY106" fmla="*/ 1226344 h 1890712"/>
                <a:gd name="connsiteX107" fmla="*/ 1700213 w 2543175"/>
                <a:gd name="connsiteY107" fmla="*/ 1247775 h 1890712"/>
                <a:gd name="connsiteX108" fmla="*/ 1712119 w 2543175"/>
                <a:gd name="connsiteY108" fmla="*/ 1259681 h 1890712"/>
                <a:gd name="connsiteX109" fmla="*/ 1733550 w 2543175"/>
                <a:gd name="connsiteY109" fmla="*/ 1273969 h 1890712"/>
                <a:gd name="connsiteX110" fmla="*/ 1743075 w 2543175"/>
                <a:gd name="connsiteY110" fmla="*/ 1283494 h 1890712"/>
                <a:gd name="connsiteX111" fmla="*/ 1754982 w 2543175"/>
                <a:gd name="connsiteY111" fmla="*/ 1290637 h 1890712"/>
                <a:gd name="connsiteX112" fmla="*/ 1766888 w 2543175"/>
                <a:gd name="connsiteY112" fmla="*/ 1300162 h 1890712"/>
                <a:gd name="connsiteX113" fmla="*/ 1783557 w 2543175"/>
                <a:gd name="connsiteY113" fmla="*/ 1307306 h 1890712"/>
                <a:gd name="connsiteX114" fmla="*/ 1790700 w 2543175"/>
                <a:gd name="connsiteY114" fmla="*/ 1312069 h 1890712"/>
                <a:gd name="connsiteX115" fmla="*/ 1800225 w 2543175"/>
                <a:gd name="connsiteY115" fmla="*/ 1319212 h 1890712"/>
                <a:gd name="connsiteX116" fmla="*/ 1807369 w 2543175"/>
                <a:gd name="connsiteY116" fmla="*/ 1321594 h 1890712"/>
                <a:gd name="connsiteX117" fmla="*/ 1824038 w 2543175"/>
                <a:gd name="connsiteY117" fmla="*/ 1333500 h 1890712"/>
                <a:gd name="connsiteX118" fmla="*/ 1843088 w 2543175"/>
                <a:gd name="connsiteY118" fmla="*/ 1352550 h 1890712"/>
                <a:gd name="connsiteX119" fmla="*/ 1852613 w 2543175"/>
                <a:gd name="connsiteY119" fmla="*/ 1359694 h 1890712"/>
                <a:gd name="connsiteX120" fmla="*/ 1859757 w 2543175"/>
                <a:gd name="connsiteY120" fmla="*/ 1366837 h 1890712"/>
                <a:gd name="connsiteX121" fmla="*/ 1869282 w 2543175"/>
                <a:gd name="connsiteY121" fmla="*/ 1371600 h 1890712"/>
                <a:gd name="connsiteX122" fmla="*/ 1883569 w 2543175"/>
                <a:gd name="connsiteY122" fmla="*/ 1388269 h 1890712"/>
                <a:gd name="connsiteX123" fmla="*/ 1893094 w 2543175"/>
                <a:gd name="connsiteY123" fmla="*/ 1395412 h 1890712"/>
                <a:gd name="connsiteX124" fmla="*/ 1902619 w 2543175"/>
                <a:gd name="connsiteY124" fmla="*/ 1404937 h 1890712"/>
                <a:gd name="connsiteX125" fmla="*/ 1912144 w 2543175"/>
                <a:gd name="connsiteY125" fmla="*/ 1409700 h 1890712"/>
                <a:gd name="connsiteX126" fmla="*/ 1931194 w 2543175"/>
                <a:gd name="connsiteY126" fmla="*/ 1421606 h 1890712"/>
                <a:gd name="connsiteX127" fmla="*/ 1935957 w 2543175"/>
                <a:gd name="connsiteY127" fmla="*/ 1428750 h 1890712"/>
                <a:gd name="connsiteX128" fmla="*/ 1952625 w 2543175"/>
                <a:gd name="connsiteY128" fmla="*/ 1438275 h 1890712"/>
                <a:gd name="connsiteX129" fmla="*/ 1971675 w 2543175"/>
                <a:gd name="connsiteY129" fmla="*/ 1450181 h 1890712"/>
                <a:gd name="connsiteX130" fmla="*/ 1981200 w 2543175"/>
                <a:gd name="connsiteY130" fmla="*/ 1454944 h 1890712"/>
                <a:gd name="connsiteX131" fmla="*/ 1997869 w 2543175"/>
                <a:gd name="connsiteY131" fmla="*/ 1471612 h 1890712"/>
                <a:gd name="connsiteX132" fmla="*/ 2007394 w 2543175"/>
                <a:gd name="connsiteY132" fmla="*/ 1478756 h 1890712"/>
                <a:gd name="connsiteX133" fmla="*/ 2016919 w 2543175"/>
                <a:gd name="connsiteY133" fmla="*/ 1483519 h 1890712"/>
                <a:gd name="connsiteX134" fmla="*/ 2024063 w 2543175"/>
                <a:gd name="connsiteY134" fmla="*/ 1490662 h 1890712"/>
                <a:gd name="connsiteX135" fmla="*/ 2033588 w 2543175"/>
                <a:gd name="connsiteY135" fmla="*/ 1495425 h 1890712"/>
                <a:gd name="connsiteX136" fmla="*/ 2040732 w 2543175"/>
                <a:gd name="connsiteY136" fmla="*/ 1502569 h 1890712"/>
                <a:gd name="connsiteX137" fmla="*/ 2047875 w 2543175"/>
                <a:gd name="connsiteY137" fmla="*/ 1507331 h 1890712"/>
                <a:gd name="connsiteX138" fmla="*/ 2057400 w 2543175"/>
                <a:gd name="connsiteY138" fmla="*/ 1514475 h 1890712"/>
                <a:gd name="connsiteX139" fmla="*/ 2064544 w 2543175"/>
                <a:gd name="connsiteY139" fmla="*/ 1519237 h 1890712"/>
                <a:gd name="connsiteX140" fmla="*/ 2071688 w 2543175"/>
                <a:gd name="connsiteY140" fmla="*/ 1526381 h 1890712"/>
                <a:gd name="connsiteX141" fmla="*/ 2081213 w 2543175"/>
                <a:gd name="connsiteY141" fmla="*/ 1531144 h 1890712"/>
                <a:gd name="connsiteX142" fmla="*/ 2090738 w 2543175"/>
                <a:gd name="connsiteY142" fmla="*/ 1538287 h 1890712"/>
                <a:gd name="connsiteX143" fmla="*/ 2109788 w 2543175"/>
                <a:gd name="connsiteY143" fmla="*/ 1547812 h 1890712"/>
                <a:gd name="connsiteX144" fmla="*/ 2131219 w 2543175"/>
                <a:gd name="connsiteY144" fmla="*/ 1562100 h 1890712"/>
                <a:gd name="connsiteX145" fmla="*/ 2140744 w 2543175"/>
                <a:gd name="connsiteY145" fmla="*/ 1566862 h 1890712"/>
                <a:gd name="connsiteX146" fmla="*/ 2152650 w 2543175"/>
                <a:gd name="connsiteY146" fmla="*/ 1576387 h 1890712"/>
                <a:gd name="connsiteX147" fmla="*/ 2181225 w 2543175"/>
                <a:gd name="connsiteY147" fmla="*/ 1590675 h 1890712"/>
                <a:gd name="connsiteX148" fmla="*/ 2200275 w 2543175"/>
                <a:gd name="connsiteY148" fmla="*/ 1607344 h 1890712"/>
                <a:gd name="connsiteX149" fmla="*/ 2207419 w 2543175"/>
                <a:gd name="connsiteY149" fmla="*/ 1612106 h 1890712"/>
                <a:gd name="connsiteX150" fmla="*/ 2216944 w 2543175"/>
                <a:gd name="connsiteY150" fmla="*/ 1619250 h 1890712"/>
                <a:gd name="connsiteX151" fmla="*/ 2224088 w 2543175"/>
                <a:gd name="connsiteY151" fmla="*/ 1624012 h 1890712"/>
                <a:gd name="connsiteX152" fmla="*/ 2247900 w 2543175"/>
                <a:gd name="connsiteY152" fmla="*/ 1643062 h 1890712"/>
                <a:gd name="connsiteX153" fmla="*/ 2255044 w 2543175"/>
                <a:gd name="connsiteY153" fmla="*/ 1650206 h 1890712"/>
                <a:gd name="connsiteX154" fmla="*/ 2281238 w 2543175"/>
                <a:gd name="connsiteY154" fmla="*/ 1664494 h 1890712"/>
                <a:gd name="connsiteX155" fmla="*/ 2297907 w 2543175"/>
                <a:gd name="connsiteY155" fmla="*/ 1674019 h 1890712"/>
                <a:gd name="connsiteX156" fmla="*/ 2312194 w 2543175"/>
                <a:gd name="connsiteY156" fmla="*/ 1685925 h 1890712"/>
                <a:gd name="connsiteX157" fmla="*/ 2328863 w 2543175"/>
                <a:gd name="connsiteY157" fmla="*/ 1697831 h 1890712"/>
                <a:gd name="connsiteX158" fmla="*/ 2350294 w 2543175"/>
                <a:gd name="connsiteY158" fmla="*/ 1712119 h 1890712"/>
                <a:gd name="connsiteX159" fmla="*/ 2369344 w 2543175"/>
                <a:gd name="connsiteY159" fmla="*/ 1724025 h 1890712"/>
                <a:gd name="connsiteX160" fmla="*/ 2428876 w 2543175"/>
                <a:gd name="connsiteY160" fmla="*/ 1785938 h 1890712"/>
                <a:gd name="connsiteX161" fmla="*/ 2466975 w 2543175"/>
                <a:gd name="connsiteY161" fmla="*/ 1783556 h 1890712"/>
                <a:gd name="connsiteX162" fmla="*/ 2481263 w 2543175"/>
                <a:gd name="connsiteY162" fmla="*/ 1795462 h 1890712"/>
                <a:gd name="connsiteX163" fmla="*/ 2486025 w 2543175"/>
                <a:gd name="connsiteY163" fmla="*/ 1802606 h 1890712"/>
                <a:gd name="connsiteX164" fmla="*/ 2514600 w 2543175"/>
                <a:gd name="connsiteY164" fmla="*/ 1850231 h 1890712"/>
                <a:gd name="connsiteX165" fmla="*/ 2519363 w 2543175"/>
                <a:gd name="connsiteY165" fmla="*/ 1857375 h 1890712"/>
                <a:gd name="connsiteX166" fmla="*/ 2540794 w 2543175"/>
                <a:gd name="connsiteY166" fmla="*/ 1883569 h 1890712"/>
                <a:gd name="connsiteX167" fmla="*/ 2543175 w 2543175"/>
                <a:gd name="connsiteY167" fmla="*/ 1890712 h 1890712"/>
                <a:gd name="connsiteX0" fmla="*/ 0 w 2543175"/>
                <a:gd name="connsiteY0" fmla="*/ 0 h 1890712"/>
                <a:gd name="connsiteX1" fmla="*/ 11907 w 2543175"/>
                <a:gd name="connsiteY1" fmla="*/ 11906 h 1890712"/>
                <a:gd name="connsiteX2" fmla="*/ 21432 w 2543175"/>
                <a:gd name="connsiteY2" fmla="*/ 16669 h 1890712"/>
                <a:gd name="connsiteX3" fmla="*/ 23813 w 2543175"/>
                <a:gd name="connsiteY3" fmla="*/ 23812 h 1890712"/>
                <a:gd name="connsiteX4" fmla="*/ 33338 w 2543175"/>
                <a:gd name="connsiteY4" fmla="*/ 33337 h 1890712"/>
                <a:gd name="connsiteX5" fmla="*/ 40482 w 2543175"/>
                <a:gd name="connsiteY5" fmla="*/ 42862 h 1890712"/>
                <a:gd name="connsiteX6" fmla="*/ 47625 w 2543175"/>
                <a:gd name="connsiteY6" fmla="*/ 47625 h 1890712"/>
                <a:gd name="connsiteX7" fmla="*/ 57150 w 2543175"/>
                <a:gd name="connsiteY7" fmla="*/ 54769 h 1890712"/>
                <a:gd name="connsiteX8" fmla="*/ 64294 w 2543175"/>
                <a:gd name="connsiteY8" fmla="*/ 59531 h 1890712"/>
                <a:gd name="connsiteX9" fmla="*/ 83344 w 2543175"/>
                <a:gd name="connsiteY9" fmla="*/ 73819 h 1890712"/>
                <a:gd name="connsiteX10" fmla="*/ 97632 w 2543175"/>
                <a:gd name="connsiteY10" fmla="*/ 80962 h 1890712"/>
                <a:gd name="connsiteX11" fmla="*/ 104775 w 2543175"/>
                <a:gd name="connsiteY11" fmla="*/ 85725 h 1890712"/>
                <a:gd name="connsiteX12" fmla="*/ 114300 w 2543175"/>
                <a:gd name="connsiteY12" fmla="*/ 95250 h 1890712"/>
                <a:gd name="connsiteX13" fmla="*/ 123825 w 2543175"/>
                <a:gd name="connsiteY13" fmla="*/ 97631 h 1890712"/>
                <a:gd name="connsiteX14" fmla="*/ 130969 w 2543175"/>
                <a:gd name="connsiteY14" fmla="*/ 104775 h 1890712"/>
                <a:gd name="connsiteX15" fmla="*/ 140494 w 2543175"/>
                <a:gd name="connsiteY15" fmla="*/ 111919 h 1890712"/>
                <a:gd name="connsiteX16" fmla="*/ 147638 w 2543175"/>
                <a:gd name="connsiteY16" fmla="*/ 116681 h 1890712"/>
                <a:gd name="connsiteX17" fmla="*/ 164307 w 2543175"/>
                <a:gd name="connsiteY17" fmla="*/ 128587 h 1890712"/>
                <a:gd name="connsiteX18" fmla="*/ 180975 w 2543175"/>
                <a:gd name="connsiteY18" fmla="*/ 140494 h 1890712"/>
                <a:gd name="connsiteX19" fmla="*/ 197644 w 2543175"/>
                <a:gd name="connsiteY19" fmla="*/ 152400 h 1890712"/>
                <a:gd name="connsiteX20" fmla="*/ 204788 w 2543175"/>
                <a:gd name="connsiteY20" fmla="*/ 157162 h 1890712"/>
                <a:gd name="connsiteX21" fmla="*/ 214313 w 2543175"/>
                <a:gd name="connsiteY21" fmla="*/ 164306 h 1890712"/>
                <a:gd name="connsiteX22" fmla="*/ 230982 w 2543175"/>
                <a:gd name="connsiteY22" fmla="*/ 180975 h 1890712"/>
                <a:gd name="connsiteX23" fmla="*/ 247650 w 2543175"/>
                <a:gd name="connsiteY23" fmla="*/ 185737 h 1890712"/>
                <a:gd name="connsiteX24" fmla="*/ 300038 w 2543175"/>
                <a:gd name="connsiteY24" fmla="*/ 219075 h 1890712"/>
                <a:gd name="connsiteX25" fmla="*/ 342900 w 2543175"/>
                <a:gd name="connsiteY25" fmla="*/ 254794 h 1890712"/>
                <a:gd name="connsiteX26" fmla="*/ 366713 w 2543175"/>
                <a:gd name="connsiteY26" fmla="*/ 264319 h 1890712"/>
                <a:gd name="connsiteX27" fmla="*/ 371475 w 2543175"/>
                <a:gd name="connsiteY27" fmla="*/ 271462 h 1890712"/>
                <a:gd name="connsiteX28" fmla="*/ 385763 w 2543175"/>
                <a:gd name="connsiteY28" fmla="*/ 283369 h 1890712"/>
                <a:gd name="connsiteX29" fmla="*/ 404813 w 2543175"/>
                <a:gd name="connsiteY29" fmla="*/ 295275 h 1890712"/>
                <a:gd name="connsiteX30" fmla="*/ 411957 w 2543175"/>
                <a:gd name="connsiteY30" fmla="*/ 297656 h 1890712"/>
                <a:gd name="connsiteX31" fmla="*/ 466725 w 2543175"/>
                <a:gd name="connsiteY31" fmla="*/ 328612 h 1890712"/>
                <a:gd name="connsiteX32" fmla="*/ 476250 w 2543175"/>
                <a:gd name="connsiteY32" fmla="*/ 335756 h 1890712"/>
                <a:gd name="connsiteX33" fmla="*/ 481013 w 2543175"/>
                <a:gd name="connsiteY33" fmla="*/ 342900 h 1890712"/>
                <a:gd name="connsiteX34" fmla="*/ 490538 w 2543175"/>
                <a:gd name="connsiteY34" fmla="*/ 352425 h 1890712"/>
                <a:gd name="connsiteX35" fmla="*/ 495300 w 2543175"/>
                <a:gd name="connsiteY35" fmla="*/ 359569 h 1890712"/>
                <a:gd name="connsiteX36" fmla="*/ 509588 w 2543175"/>
                <a:gd name="connsiteY36" fmla="*/ 376237 h 1890712"/>
                <a:gd name="connsiteX37" fmla="*/ 514350 w 2543175"/>
                <a:gd name="connsiteY37" fmla="*/ 383381 h 1890712"/>
                <a:gd name="connsiteX38" fmla="*/ 531019 w 2543175"/>
                <a:gd name="connsiteY38" fmla="*/ 397669 h 1890712"/>
                <a:gd name="connsiteX39" fmla="*/ 538163 w 2543175"/>
                <a:gd name="connsiteY39" fmla="*/ 407194 h 1890712"/>
                <a:gd name="connsiteX40" fmla="*/ 554832 w 2543175"/>
                <a:gd name="connsiteY40" fmla="*/ 421481 h 1890712"/>
                <a:gd name="connsiteX41" fmla="*/ 564357 w 2543175"/>
                <a:gd name="connsiteY41" fmla="*/ 431006 h 1890712"/>
                <a:gd name="connsiteX42" fmla="*/ 573882 w 2543175"/>
                <a:gd name="connsiteY42" fmla="*/ 438150 h 1890712"/>
                <a:gd name="connsiteX43" fmla="*/ 595313 w 2543175"/>
                <a:gd name="connsiteY43" fmla="*/ 454819 h 1890712"/>
                <a:gd name="connsiteX44" fmla="*/ 602457 w 2543175"/>
                <a:gd name="connsiteY44" fmla="*/ 457200 h 1890712"/>
                <a:gd name="connsiteX45" fmla="*/ 628650 w 2543175"/>
                <a:gd name="connsiteY45" fmla="*/ 469106 h 1890712"/>
                <a:gd name="connsiteX46" fmla="*/ 645319 w 2543175"/>
                <a:gd name="connsiteY46" fmla="*/ 483394 h 1890712"/>
                <a:gd name="connsiteX47" fmla="*/ 654844 w 2543175"/>
                <a:gd name="connsiteY47" fmla="*/ 488156 h 1890712"/>
                <a:gd name="connsiteX48" fmla="*/ 661988 w 2543175"/>
                <a:gd name="connsiteY48" fmla="*/ 497681 h 1890712"/>
                <a:gd name="connsiteX49" fmla="*/ 683419 w 2543175"/>
                <a:gd name="connsiteY49" fmla="*/ 514350 h 1890712"/>
                <a:gd name="connsiteX50" fmla="*/ 700088 w 2543175"/>
                <a:gd name="connsiteY50" fmla="*/ 526256 h 1890712"/>
                <a:gd name="connsiteX51" fmla="*/ 709613 w 2543175"/>
                <a:gd name="connsiteY51" fmla="*/ 535781 h 1890712"/>
                <a:gd name="connsiteX52" fmla="*/ 719138 w 2543175"/>
                <a:gd name="connsiteY52" fmla="*/ 542925 h 1890712"/>
                <a:gd name="connsiteX53" fmla="*/ 733425 w 2543175"/>
                <a:gd name="connsiteY53" fmla="*/ 557212 h 1890712"/>
                <a:gd name="connsiteX54" fmla="*/ 750094 w 2543175"/>
                <a:gd name="connsiteY54" fmla="*/ 569119 h 1890712"/>
                <a:gd name="connsiteX55" fmla="*/ 769144 w 2543175"/>
                <a:gd name="connsiteY55" fmla="*/ 581025 h 1890712"/>
                <a:gd name="connsiteX56" fmla="*/ 785813 w 2543175"/>
                <a:gd name="connsiteY56" fmla="*/ 590550 h 1890712"/>
                <a:gd name="connsiteX57" fmla="*/ 792957 w 2543175"/>
                <a:gd name="connsiteY57" fmla="*/ 600075 h 1890712"/>
                <a:gd name="connsiteX58" fmla="*/ 809625 w 2543175"/>
                <a:gd name="connsiteY58" fmla="*/ 611981 h 1890712"/>
                <a:gd name="connsiteX59" fmla="*/ 816769 w 2543175"/>
                <a:gd name="connsiteY59" fmla="*/ 619125 h 1890712"/>
                <a:gd name="connsiteX60" fmla="*/ 826294 w 2543175"/>
                <a:gd name="connsiteY60" fmla="*/ 626269 h 1890712"/>
                <a:gd name="connsiteX61" fmla="*/ 840582 w 2543175"/>
                <a:gd name="connsiteY61" fmla="*/ 638175 h 1890712"/>
                <a:gd name="connsiteX62" fmla="*/ 847725 w 2543175"/>
                <a:gd name="connsiteY62" fmla="*/ 645319 h 1890712"/>
                <a:gd name="connsiteX63" fmla="*/ 857250 w 2543175"/>
                <a:gd name="connsiteY63" fmla="*/ 652462 h 1890712"/>
                <a:gd name="connsiteX64" fmla="*/ 864394 w 2543175"/>
                <a:gd name="connsiteY64" fmla="*/ 657225 h 1890712"/>
                <a:gd name="connsiteX65" fmla="*/ 888207 w 2543175"/>
                <a:gd name="connsiteY65" fmla="*/ 676275 h 1890712"/>
                <a:gd name="connsiteX66" fmla="*/ 895350 w 2543175"/>
                <a:gd name="connsiteY66" fmla="*/ 681037 h 1890712"/>
                <a:gd name="connsiteX67" fmla="*/ 907257 w 2543175"/>
                <a:gd name="connsiteY67" fmla="*/ 683419 h 1890712"/>
                <a:gd name="connsiteX68" fmla="*/ 928688 w 2543175"/>
                <a:gd name="connsiteY68" fmla="*/ 695325 h 1890712"/>
                <a:gd name="connsiteX69" fmla="*/ 942975 w 2543175"/>
                <a:gd name="connsiteY69" fmla="*/ 700087 h 1890712"/>
                <a:gd name="connsiteX70" fmla="*/ 964407 w 2543175"/>
                <a:gd name="connsiteY70" fmla="*/ 716756 h 1890712"/>
                <a:gd name="connsiteX71" fmla="*/ 971550 w 2543175"/>
                <a:gd name="connsiteY71" fmla="*/ 723900 h 1890712"/>
                <a:gd name="connsiteX72" fmla="*/ 983457 w 2543175"/>
                <a:gd name="connsiteY72" fmla="*/ 733425 h 1890712"/>
                <a:gd name="connsiteX73" fmla="*/ 990600 w 2543175"/>
                <a:gd name="connsiteY73" fmla="*/ 738187 h 1890712"/>
                <a:gd name="connsiteX74" fmla="*/ 1007269 w 2543175"/>
                <a:gd name="connsiteY74" fmla="*/ 752475 h 1890712"/>
                <a:gd name="connsiteX75" fmla="*/ 1031082 w 2543175"/>
                <a:gd name="connsiteY75" fmla="*/ 766762 h 1890712"/>
                <a:gd name="connsiteX76" fmla="*/ 1042988 w 2543175"/>
                <a:gd name="connsiteY76" fmla="*/ 773906 h 1890712"/>
                <a:gd name="connsiteX77" fmla="*/ 1071563 w 2543175"/>
                <a:gd name="connsiteY77" fmla="*/ 785812 h 1890712"/>
                <a:gd name="connsiteX78" fmla="*/ 1097757 w 2543175"/>
                <a:gd name="connsiteY78" fmla="*/ 807244 h 1890712"/>
                <a:gd name="connsiteX79" fmla="*/ 1104900 w 2543175"/>
                <a:gd name="connsiteY79" fmla="*/ 814387 h 1890712"/>
                <a:gd name="connsiteX80" fmla="*/ 1121569 w 2543175"/>
                <a:gd name="connsiteY80" fmla="*/ 823912 h 1890712"/>
                <a:gd name="connsiteX81" fmla="*/ 1138238 w 2543175"/>
                <a:gd name="connsiteY81" fmla="*/ 835819 h 1890712"/>
                <a:gd name="connsiteX82" fmla="*/ 1147763 w 2543175"/>
                <a:gd name="connsiteY82" fmla="*/ 842962 h 1890712"/>
                <a:gd name="connsiteX83" fmla="*/ 1157288 w 2543175"/>
                <a:gd name="connsiteY83" fmla="*/ 847725 h 1890712"/>
                <a:gd name="connsiteX84" fmla="*/ 1178719 w 2543175"/>
                <a:gd name="connsiteY84" fmla="*/ 859631 h 1890712"/>
                <a:gd name="connsiteX85" fmla="*/ 1188244 w 2543175"/>
                <a:gd name="connsiteY85" fmla="*/ 866775 h 1890712"/>
                <a:gd name="connsiteX86" fmla="*/ 1195388 w 2543175"/>
                <a:gd name="connsiteY86" fmla="*/ 871537 h 1890712"/>
                <a:gd name="connsiteX87" fmla="*/ 1212057 w 2543175"/>
                <a:gd name="connsiteY87" fmla="*/ 883444 h 1890712"/>
                <a:gd name="connsiteX88" fmla="*/ 1226344 w 2543175"/>
                <a:gd name="connsiteY88" fmla="*/ 895350 h 1890712"/>
                <a:gd name="connsiteX89" fmla="*/ 1245394 w 2543175"/>
                <a:gd name="connsiteY89" fmla="*/ 907256 h 1890712"/>
                <a:gd name="connsiteX90" fmla="*/ 1254919 w 2543175"/>
                <a:gd name="connsiteY90" fmla="*/ 914400 h 1890712"/>
                <a:gd name="connsiteX91" fmla="*/ 1269207 w 2543175"/>
                <a:gd name="connsiteY91" fmla="*/ 921544 h 1890712"/>
                <a:gd name="connsiteX92" fmla="*/ 1290638 w 2543175"/>
                <a:gd name="connsiteY92" fmla="*/ 935831 h 1890712"/>
                <a:gd name="connsiteX93" fmla="*/ 1307307 w 2543175"/>
                <a:gd name="connsiteY93" fmla="*/ 952500 h 1890712"/>
                <a:gd name="connsiteX94" fmla="*/ 1333500 w 2543175"/>
                <a:gd name="connsiteY94" fmla="*/ 971550 h 1890712"/>
                <a:gd name="connsiteX95" fmla="*/ 1359694 w 2543175"/>
                <a:gd name="connsiteY95" fmla="*/ 990600 h 1890712"/>
                <a:gd name="connsiteX96" fmla="*/ 1385888 w 2543175"/>
                <a:gd name="connsiteY96" fmla="*/ 1021557 h 1890712"/>
                <a:gd name="connsiteX97" fmla="*/ 1435894 w 2543175"/>
                <a:gd name="connsiteY97" fmla="*/ 1054894 h 1890712"/>
                <a:gd name="connsiteX98" fmla="*/ 1471613 w 2543175"/>
                <a:gd name="connsiteY98" fmla="*/ 1059656 h 1890712"/>
                <a:gd name="connsiteX99" fmla="*/ 1495425 w 2543175"/>
                <a:gd name="connsiteY99" fmla="*/ 1088231 h 1890712"/>
                <a:gd name="connsiteX100" fmla="*/ 1547812 w 2543175"/>
                <a:gd name="connsiteY100" fmla="*/ 1133475 h 1890712"/>
                <a:gd name="connsiteX101" fmla="*/ 1597819 w 2543175"/>
                <a:gd name="connsiteY101" fmla="*/ 1154906 h 1890712"/>
                <a:gd name="connsiteX102" fmla="*/ 1604963 w 2543175"/>
                <a:gd name="connsiteY102" fmla="*/ 1162050 h 1890712"/>
                <a:gd name="connsiteX103" fmla="*/ 1612107 w 2543175"/>
                <a:gd name="connsiteY103" fmla="*/ 1166812 h 1890712"/>
                <a:gd name="connsiteX104" fmla="*/ 1628775 w 2543175"/>
                <a:gd name="connsiteY104" fmla="*/ 1183481 h 1890712"/>
                <a:gd name="connsiteX105" fmla="*/ 1662113 w 2543175"/>
                <a:gd name="connsiteY105" fmla="*/ 1209675 h 1890712"/>
                <a:gd name="connsiteX106" fmla="*/ 1678782 w 2543175"/>
                <a:gd name="connsiteY106" fmla="*/ 1226344 h 1890712"/>
                <a:gd name="connsiteX107" fmla="*/ 1700213 w 2543175"/>
                <a:gd name="connsiteY107" fmla="*/ 1247775 h 1890712"/>
                <a:gd name="connsiteX108" fmla="*/ 1712119 w 2543175"/>
                <a:gd name="connsiteY108" fmla="*/ 1259681 h 1890712"/>
                <a:gd name="connsiteX109" fmla="*/ 1733550 w 2543175"/>
                <a:gd name="connsiteY109" fmla="*/ 1273969 h 1890712"/>
                <a:gd name="connsiteX110" fmla="*/ 1743075 w 2543175"/>
                <a:gd name="connsiteY110" fmla="*/ 1283494 h 1890712"/>
                <a:gd name="connsiteX111" fmla="*/ 1754982 w 2543175"/>
                <a:gd name="connsiteY111" fmla="*/ 1290637 h 1890712"/>
                <a:gd name="connsiteX112" fmla="*/ 1766888 w 2543175"/>
                <a:gd name="connsiteY112" fmla="*/ 1300162 h 1890712"/>
                <a:gd name="connsiteX113" fmla="*/ 1783557 w 2543175"/>
                <a:gd name="connsiteY113" fmla="*/ 1307306 h 1890712"/>
                <a:gd name="connsiteX114" fmla="*/ 1790700 w 2543175"/>
                <a:gd name="connsiteY114" fmla="*/ 1312069 h 1890712"/>
                <a:gd name="connsiteX115" fmla="*/ 1800225 w 2543175"/>
                <a:gd name="connsiteY115" fmla="*/ 1319212 h 1890712"/>
                <a:gd name="connsiteX116" fmla="*/ 1807369 w 2543175"/>
                <a:gd name="connsiteY116" fmla="*/ 1321594 h 1890712"/>
                <a:gd name="connsiteX117" fmla="*/ 1824038 w 2543175"/>
                <a:gd name="connsiteY117" fmla="*/ 1333500 h 1890712"/>
                <a:gd name="connsiteX118" fmla="*/ 1843088 w 2543175"/>
                <a:gd name="connsiteY118" fmla="*/ 1352550 h 1890712"/>
                <a:gd name="connsiteX119" fmla="*/ 1852613 w 2543175"/>
                <a:gd name="connsiteY119" fmla="*/ 1359694 h 1890712"/>
                <a:gd name="connsiteX120" fmla="*/ 1859757 w 2543175"/>
                <a:gd name="connsiteY120" fmla="*/ 1366837 h 1890712"/>
                <a:gd name="connsiteX121" fmla="*/ 1869282 w 2543175"/>
                <a:gd name="connsiteY121" fmla="*/ 1371600 h 1890712"/>
                <a:gd name="connsiteX122" fmla="*/ 1883569 w 2543175"/>
                <a:gd name="connsiteY122" fmla="*/ 1388269 h 1890712"/>
                <a:gd name="connsiteX123" fmla="*/ 1893094 w 2543175"/>
                <a:gd name="connsiteY123" fmla="*/ 1395412 h 1890712"/>
                <a:gd name="connsiteX124" fmla="*/ 1902619 w 2543175"/>
                <a:gd name="connsiteY124" fmla="*/ 1404937 h 1890712"/>
                <a:gd name="connsiteX125" fmla="*/ 1912144 w 2543175"/>
                <a:gd name="connsiteY125" fmla="*/ 1409700 h 1890712"/>
                <a:gd name="connsiteX126" fmla="*/ 1931194 w 2543175"/>
                <a:gd name="connsiteY126" fmla="*/ 1421606 h 1890712"/>
                <a:gd name="connsiteX127" fmla="*/ 1935957 w 2543175"/>
                <a:gd name="connsiteY127" fmla="*/ 1428750 h 1890712"/>
                <a:gd name="connsiteX128" fmla="*/ 1952625 w 2543175"/>
                <a:gd name="connsiteY128" fmla="*/ 1438275 h 1890712"/>
                <a:gd name="connsiteX129" fmla="*/ 1971675 w 2543175"/>
                <a:gd name="connsiteY129" fmla="*/ 1450181 h 1890712"/>
                <a:gd name="connsiteX130" fmla="*/ 1981200 w 2543175"/>
                <a:gd name="connsiteY130" fmla="*/ 1454944 h 1890712"/>
                <a:gd name="connsiteX131" fmla="*/ 1997869 w 2543175"/>
                <a:gd name="connsiteY131" fmla="*/ 1471612 h 1890712"/>
                <a:gd name="connsiteX132" fmla="*/ 2007394 w 2543175"/>
                <a:gd name="connsiteY132" fmla="*/ 1478756 h 1890712"/>
                <a:gd name="connsiteX133" fmla="*/ 2016919 w 2543175"/>
                <a:gd name="connsiteY133" fmla="*/ 1483519 h 1890712"/>
                <a:gd name="connsiteX134" fmla="*/ 2024063 w 2543175"/>
                <a:gd name="connsiteY134" fmla="*/ 1490662 h 1890712"/>
                <a:gd name="connsiteX135" fmla="*/ 2033588 w 2543175"/>
                <a:gd name="connsiteY135" fmla="*/ 1495425 h 1890712"/>
                <a:gd name="connsiteX136" fmla="*/ 2040732 w 2543175"/>
                <a:gd name="connsiteY136" fmla="*/ 1502569 h 1890712"/>
                <a:gd name="connsiteX137" fmla="*/ 2047875 w 2543175"/>
                <a:gd name="connsiteY137" fmla="*/ 1507331 h 1890712"/>
                <a:gd name="connsiteX138" fmla="*/ 2057400 w 2543175"/>
                <a:gd name="connsiteY138" fmla="*/ 1514475 h 1890712"/>
                <a:gd name="connsiteX139" fmla="*/ 2064544 w 2543175"/>
                <a:gd name="connsiteY139" fmla="*/ 1519237 h 1890712"/>
                <a:gd name="connsiteX140" fmla="*/ 2071688 w 2543175"/>
                <a:gd name="connsiteY140" fmla="*/ 1526381 h 1890712"/>
                <a:gd name="connsiteX141" fmla="*/ 2081213 w 2543175"/>
                <a:gd name="connsiteY141" fmla="*/ 1531144 h 1890712"/>
                <a:gd name="connsiteX142" fmla="*/ 2090738 w 2543175"/>
                <a:gd name="connsiteY142" fmla="*/ 1538287 h 1890712"/>
                <a:gd name="connsiteX143" fmla="*/ 2109788 w 2543175"/>
                <a:gd name="connsiteY143" fmla="*/ 1547812 h 1890712"/>
                <a:gd name="connsiteX144" fmla="*/ 2131219 w 2543175"/>
                <a:gd name="connsiteY144" fmla="*/ 1562100 h 1890712"/>
                <a:gd name="connsiteX145" fmla="*/ 2140744 w 2543175"/>
                <a:gd name="connsiteY145" fmla="*/ 1566862 h 1890712"/>
                <a:gd name="connsiteX146" fmla="*/ 2152650 w 2543175"/>
                <a:gd name="connsiteY146" fmla="*/ 1576387 h 1890712"/>
                <a:gd name="connsiteX147" fmla="*/ 2181225 w 2543175"/>
                <a:gd name="connsiteY147" fmla="*/ 1590675 h 1890712"/>
                <a:gd name="connsiteX148" fmla="*/ 2200275 w 2543175"/>
                <a:gd name="connsiteY148" fmla="*/ 1607344 h 1890712"/>
                <a:gd name="connsiteX149" fmla="*/ 2207419 w 2543175"/>
                <a:gd name="connsiteY149" fmla="*/ 1612106 h 1890712"/>
                <a:gd name="connsiteX150" fmla="*/ 2216944 w 2543175"/>
                <a:gd name="connsiteY150" fmla="*/ 1619250 h 1890712"/>
                <a:gd name="connsiteX151" fmla="*/ 2224088 w 2543175"/>
                <a:gd name="connsiteY151" fmla="*/ 1624012 h 1890712"/>
                <a:gd name="connsiteX152" fmla="*/ 2247900 w 2543175"/>
                <a:gd name="connsiteY152" fmla="*/ 1643062 h 1890712"/>
                <a:gd name="connsiteX153" fmla="*/ 2255044 w 2543175"/>
                <a:gd name="connsiteY153" fmla="*/ 1650206 h 1890712"/>
                <a:gd name="connsiteX154" fmla="*/ 2281238 w 2543175"/>
                <a:gd name="connsiteY154" fmla="*/ 1664494 h 1890712"/>
                <a:gd name="connsiteX155" fmla="*/ 2297907 w 2543175"/>
                <a:gd name="connsiteY155" fmla="*/ 1674019 h 1890712"/>
                <a:gd name="connsiteX156" fmla="*/ 2312194 w 2543175"/>
                <a:gd name="connsiteY156" fmla="*/ 1685925 h 1890712"/>
                <a:gd name="connsiteX157" fmla="*/ 2328863 w 2543175"/>
                <a:gd name="connsiteY157" fmla="*/ 1697831 h 1890712"/>
                <a:gd name="connsiteX158" fmla="*/ 2350294 w 2543175"/>
                <a:gd name="connsiteY158" fmla="*/ 1712119 h 1890712"/>
                <a:gd name="connsiteX159" fmla="*/ 2369344 w 2543175"/>
                <a:gd name="connsiteY159" fmla="*/ 1724025 h 1890712"/>
                <a:gd name="connsiteX160" fmla="*/ 2428876 w 2543175"/>
                <a:gd name="connsiteY160" fmla="*/ 1785938 h 1890712"/>
                <a:gd name="connsiteX161" fmla="*/ 2466975 w 2543175"/>
                <a:gd name="connsiteY161" fmla="*/ 1783556 h 1890712"/>
                <a:gd name="connsiteX162" fmla="*/ 2481263 w 2543175"/>
                <a:gd name="connsiteY162" fmla="*/ 1795462 h 1890712"/>
                <a:gd name="connsiteX163" fmla="*/ 2486025 w 2543175"/>
                <a:gd name="connsiteY163" fmla="*/ 1802606 h 1890712"/>
                <a:gd name="connsiteX164" fmla="*/ 2514600 w 2543175"/>
                <a:gd name="connsiteY164" fmla="*/ 1850231 h 1890712"/>
                <a:gd name="connsiteX165" fmla="*/ 2519363 w 2543175"/>
                <a:gd name="connsiteY165" fmla="*/ 1857375 h 1890712"/>
                <a:gd name="connsiteX166" fmla="*/ 2540794 w 2543175"/>
                <a:gd name="connsiteY166" fmla="*/ 1883569 h 1890712"/>
                <a:gd name="connsiteX167" fmla="*/ 2543175 w 2543175"/>
                <a:gd name="connsiteY167" fmla="*/ 1890712 h 1890712"/>
                <a:gd name="connsiteX0" fmla="*/ 0 w 2543175"/>
                <a:gd name="connsiteY0" fmla="*/ 0 h 1890712"/>
                <a:gd name="connsiteX1" fmla="*/ 11907 w 2543175"/>
                <a:gd name="connsiteY1" fmla="*/ 11906 h 1890712"/>
                <a:gd name="connsiteX2" fmla="*/ 21432 w 2543175"/>
                <a:gd name="connsiteY2" fmla="*/ 16669 h 1890712"/>
                <a:gd name="connsiteX3" fmla="*/ 23813 w 2543175"/>
                <a:gd name="connsiteY3" fmla="*/ 23812 h 1890712"/>
                <a:gd name="connsiteX4" fmla="*/ 33338 w 2543175"/>
                <a:gd name="connsiteY4" fmla="*/ 33337 h 1890712"/>
                <a:gd name="connsiteX5" fmla="*/ 40482 w 2543175"/>
                <a:gd name="connsiteY5" fmla="*/ 42862 h 1890712"/>
                <a:gd name="connsiteX6" fmla="*/ 47625 w 2543175"/>
                <a:gd name="connsiteY6" fmla="*/ 47625 h 1890712"/>
                <a:gd name="connsiteX7" fmla="*/ 57150 w 2543175"/>
                <a:gd name="connsiteY7" fmla="*/ 54769 h 1890712"/>
                <a:gd name="connsiteX8" fmla="*/ 64294 w 2543175"/>
                <a:gd name="connsiteY8" fmla="*/ 59531 h 1890712"/>
                <a:gd name="connsiteX9" fmla="*/ 83344 w 2543175"/>
                <a:gd name="connsiteY9" fmla="*/ 73819 h 1890712"/>
                <a:gd name="connsiteX10" fmla="*/ 97632 w 2543175"/>
                <a:gd name="connsiteY10" fmla="*/ 80962 h 1890712"/>
                <a:gd name="connsiteX11" fmla="*/ 104775 w 2543175"/>
                <a:gd name="connsiteY11" fmla="*/ 85725 h 1890712"/>
                <a:gd name="connsiteX12" fmla="*/ 114300 w 2543175"/>
                <a:gd name="connsiteY12" fmla="*/ 95250 h 1890712"/>
                <a:gd name="connsiteX13" fmla="*/ 123825 w 2543175"/>
                <a:gd name="connsiteY13" fmla="*/ 97631 h 1890712"/>
                <a:gd name="connsiteX14" fmla="*/ 130969 w 2543175"/>
                <a:gd name="connsiteY14" fmla="*/ 104775 h 1890712"/>
                <a:gd name="connsiteX15" fmla="*/ 140494 w 2543175"/>
                <a:gd name="connsiteY15" fmla="*/ 111919 h 1890712"/>
                <a:gd name="connsiteX16" fmla="*/ 147638 w 2543175"/>
                <a:gd name="connsiteY16" fmla="*/ 116681 h 1890712"/>
                <a:gd name="connsiteX17" fmla="*/ 164307 w 2543175"/>
                <a:gd name="connsiteY17" fmla="*/ 128587 h 1890712"/>
                <a:gd name="connsiteX18" fmla="*/ 180975 w 2543175"/>
                <a:gd name="connsiteY18" fmla="*/ 140494 h 1890712"/>
                <a:gd name="connsiteX19" fmla="*/ 197644 w 2543175"/>
                <a:gd name="connsiteY19" fmla="*/ 152400 h 1890712"/>
                <a:gd name="connsiteX20" fmla="*/ 204788 w 2543175"/>
                <a:gd name="connsiteY20" fmla="*/ 157162 h 1890712"/>
                <a:gd name="connsiteX21" fmla="*/ 214313 w 2543175"/>
                <a:gd name="connsiteY21" fmla="*/ 164306 h 1890712"/>
                <a:gd name="connsiteX22" fmla="*/ 230982 w 2543175"/>
                <a:gd name="connsiteY22" fmla="*/ 180975 h 1890712"/>
                <a:gd name="connsiteX23" fmla="*/ 247650 w 2543175"/>
                <a:gd name="connsiteY23" fmla="*/ 185737 h 1890712"/>
                <a:gd name="connsiteX24" fmla="*/ 300038 w 2543175"/>
                <a:gd name="connsiteY24" fmla="*/ 219075 h 1890712"/>
                <a:gd name="connsiteX25" fmla="*/ 342900 w 2543175"/>
                <a:gd name="connsiteY25" fmla="*/ 254794 h 1890712"/>
                <a:gd name="connsiteX26" fmla="*/ 366713 w 2543175"/>
                <a:gd name="connsiteY26" fmla="*/ 264319 h 1890712"/>
                <a:gd name="connsiteX27" fmla="*/ 371475 w 2543175"/>
                <a:gd name="connsiteY27" fmla="*/ 271462 h 1890712"/>
                <a:gd name="connsiteX28" fmla="*/ 385763 w 2543175"/>
                <a:gd name="connsiteY28" fmla="*/ 283369 h 1890712"/>
                <a:gd name="connsiteX29" fmla="*/ 404813 w 2543175"/>
                <a:gd name="connsiteY29" fmla="*/ 295275 h 1890712"/>
                <a:gd name="connsiteX30" fmla="*/ 411957 w 2543175"/>
                <a:gd name="connsiteY30" fmla="*/ 297656 h 1890712"/>
                <a:gd name="connsiteX31" fmla="*/ 466725 w 2543175"/>
                <a:gd name="connsiteY31" fmla="*/ 328612 h 1890712"/>
                <a:gd name="connsiteX32" fmla="*/ 476250 w 2543175"/>
                <a:gd name="connsiteY32" fmla="*/ 335756 h 1890712"/>
                <a:gd name="connsiteX33" fmla="*/ 481013 w 2543175"/>
                <a:gd name="connsiteY33" fmla="*/ 342900 h 1890712"/>
                <a:gd name="connsiteX34" fmla="*/ 490538 w 2543175"/>
                <a:gd name="connsiteY34" fmla="*/ 352425 h 1890712"/>
                <a:gd name="connsiteX35" fmla="*/ 495300 w 2543175"/>
                <a:gd name="connsiteY35" fmla="*/ 359569 h 1890712"/>
                <a:gd name="connsiteX36" fmla="*/ 509588 w 2543175"/>
                <a:gd name="connsiteY36" fmla="*/ 376237 h 1890712"/>
                <a:gd name="connsiteX37" fmla="*/ 514350 w 2543175"/>
                <a:gd name="connsiteY37" fmla="*/ 383381 h 1890712"/>
                <a:gd name="connsiteX38" fmla="*/ 531019 w 2543175"/>
                <a:gd name="connsiteY38" fmla="*/ 397669 h 1890712"/>
                <a:gd name="connsiteX39" fmla="*/ 538163 w 2543175"/>
                <a:gd name="connsiteY39" fmla="*/ 407194 h 1890712"/>
                <a:gd name="connsiteX40" fmla="*/ 554832 w 2543175"/>
                <a:gd name="connsiteY40" fmla="*/ 421481 h 1890712"/>
                <a:gd name="connsiteX41" fmla="*/ 564357 w 2543175"/>
                <a:gd name="connsiteY41" fmla="*/ 431006 h 1890712"/>
                <a:gd name="connsiteX42" fmla="*/ 573882 w 2543175"/>
                <a:gd name="connsiteY42" fmla="*/ 438150 h 1890712"/>
                <a:gd name="connsiteX43" fmla="*/ 595313 w 2543175"/>
                <a:gd name="connsiteY43" fmla="*/ 454819 h 1890712"/>
                <a:gd name="connsiteX44" fmla="*/ 602457 w 2543175"/>
                <a:gd name="connsiteY44" fmla="*/ 457200 h 1890712"/>
                <a:gd name="connsiteX45" fmla="*/ 628650 w 2543175"/>
                <a:gd name="connsiteY45" fmla="*/ 469106 h 1890712"/>
                <a:gd name="connsiteX46" fmla="*/ 645319 w 2543175"/>
                <a:gd name="connsiteY46" fmla="*/ 483394 h 1890712"/>
                <a:gd name="connsiteX47" fmla="*/ 654844 w 2543175"/>
                <a:gd name="connsiteY47" fmla="*/ 488156 h 1890712"/>
                <a:gd name="connsiteX48" fmla="*/ 661988 w 2543175"/>
                <a:gd name="connsiteY48" fmla="*/ 497681 h 1890712"/>
                <a:gd name="connsiteX49" fmla="*/ 683419 w 2543175"/>
                <a:gd name="connsiteY49" fmla="*/ 514350 h 1890712"/>
                <a:gd name="connsiteX50" fmla="*/ 700088 w 2543175"/>
                <a:gd name="connsiteY50" fmla="*/ 526256 h 1890712"/>
                <a:gd name="connsiteX51" fmla="*/ 709613 w 2543175"/>
                <a:gd name="connsiteY51" fmla="*/ 535781 h 1890712"/>
                <a:gd name="connsiteX52" fmla="*/ 719138 w 2543175"/>
                <a:gd name="connsiteY52" fmla="*/ 542925 h 1890712"/>
                <a:gd name="connsiteX53" fmla="*/ 733425 w 2543175"/>
                <a:gd name="connsiteY53" fmla="*/ 557212 h 1890712"/>
                <a:gd name="connsiteX54" fmla="*/ 750094 w 2543175"/>
                <a:gd name="connsiteY54" fmla="*/ 569119 h 1890712"/>
                <a:gd name="connsiteX55" fmla="*/ 769144 w 2543175"/>
                <a:gd name="connsiteY55" fmla="*/ 581025 h 1890712"/>
                <a:gd name="connsiteX56" fmla="*/ 785813 w 2543175"/>
                <a:gd name="connsiteY56" fmla="*/ 590550 h 1890712"/>
                <a:gd name="connsiteX57" fmla="*/ 792957 w 2543175"/>
                <a:gd name="connsiteY57" fmla="*/ 600075 h 1890712"/>
                <a:gd name="connsiteX58" fmla="*/ 809625 w 2543175"/>
                <a:gd name="connsiteY58" fmla="*/ 611981 h 1890712"/>
                <a:gd name="connsiteX59" fmla="*/ 816769 w 2543175"/>
                <a:gd name="connsiteY59" fmla="*/ 619125 h 1890712"/>
                <a:gd name="connsiteX60" fmla="*/ 826294 w 2543175"/>
                <a:gd name="connsiteY60" fmla="*/ 626269 h 1890712"/>
                <a:gd name="connsiteX61" fmla="*/ 840582 w 2543175"/>
                <a:gd name="connsiteY61" fmla="*/ 638175 h 1890712"/>
                <a:gd name="connsiteX62" fmla="*/ 847725 w 2543175"/>
                <a:gd name="connsiteY62" fmla="*/ 645319 h 1890712"/>
                <a:gd name="connsiteX63" fmla="*/ 857250 w 2543175"/>
                <a:gd name="connsiteY63" fmla="*/ 652462 h 1890712"/>
                <a:gd name="connsiteX64" fmla="*/ 864394 w 2543175"/>
                <a:gd name="connsiteY64" fmla="*/ 657225 h 1890712"/>
                <a:gd name="connsiteX65" fmla="*/ 888207 w 2543175"/>
                <a:gd name="connsiteY65" fmla="*/ 676275 h 1890712"/>
                <a:gd name="connsiteX66" fmla="*/ 895350 w 2543175"/>
                <a:gd name="connsiteY66" fmla="*/ 681037 h 1890712"/>
                <a:gd name="connsiteX67" fmla="*/ 907257 w 2543175"/>
                <a:gd name="connsiteY67" fmla="*/ 683419 h 1890712"/>
                <a:gd name="connsiteX68" fmla="*/ 928688 w 2543175"/>
                <a:gd name="connsiteY68" fmla="*/ 695325 h 1890712"/>
                <a:gd name="connsiteX69" fmla="*/ 942975 w 2543175"/>
                <a:gd name="connsiteY69" fmla="*/ 700087 h 1890712"/>
                <a:gd name="connsiteX70" fmla="*/ 964407 w 2543175"/>
                <a:gd name="connsiteY70" fmla="*/ 716756 h 1890712"/>
                <a:gd name="connsiteX71" fmla="*/ 971550 w 2543175"/>
                <a:gd name="connsiteY71" fmla="*/ 723900 h 1890712"/>
                <a:gd name="connsiteX72" fmla="*/ 983457 w 2543175"/>
                <a:gd name="connsiteY72" fmla="*/ 733425 h 1890712"/>
                <a:gd name="connsiteX73" fmla="*/ 990600 w 2543175"/>
                <a:gd name="connsiteY73" fmla="*/ 738187 h 1890712"/>
                <a:gd name="connsiteX74" fmla="*/ 1007269 w 2543175"/>
                <a:gd name="connsiteY74" fmla="*/ 752475 h 1890712"/>
                <a:gd name="connsiteX75" fmla="*/ 1031082 w 2543175"/>
                <a:gd name="connsiteY75" fmla="*/ 766762 h 1890712"/>
                <a:gd name="connsiteX76" fmla="*/ 1042988 w 2543175"/>
                <a:gd name="connsiteY76" fmla="*/ 773906 h 1890712"/>
                <a:gd name="connsiteX77" fmla="*/ 1071563 w 2543175"/>
                <a:gd name="connsiteY77" fmla="*/ 785812 h 1890712"/>
                <a:gd name="connsiteX78" fmla="*/ 1097757 w 2543175"/>
                <a:gd name="connsiteY78" fmla="*/ 807244 h 1890712"/>
                <a:gd name="connsiteX79" fmla="*/ 1104900 w 2543175"/>
                <a:gd name="connsiteY79" fmla="*/ 814387 h 1890712"/>
                <a:gd name="connsiteX80" fmla="*/ 1121569 w 2543175"/>
                <a:gd name="connsiteY80" fmla="*/ 823912 h 1890712"/>
                <a:gd name="connsiteX81" fmla="*/ 1138238 w 2543175"/>
                <a:gd name="connsiteY81" fmla="*/ 835819 h 1890712"/>
                <a:gd name="connsiteX82" fmla="*/ 1147763 w 2543175"/>
                <a:gd name="connsiteY82" fmla="*/ 842962 h 1890712"/>
                <a:gd name="connsiteX83" fmla="*/ 1157288 w 2543175"/>
                <a:gd name="connsiteY83" fmla="*/ 847725 h 1890712"/>
                <a:gd name="connsiteX84" fmla="*/ 1178719 w 2543175"/>
                <a:gd name="connsiteY84" fmla="*/ 859631 h 1890712"/>
                <a:gd name="connsiteX85" fmla="*/ 1188244 w 2543175"/>
                <a:gd name="connsiteY85" fmla="*/ 866775 h 1890712"/>
                <a:gd name="connsiteX86" fmla="*/ 1195388 w 2543175"/>
                <a:gd name="connsiteY86" fmla="*/ 871537 h 1890712"/>
                <a:gd name="connsiteX87" fmla="*/ 1212057 w 2543175"/>
                <a:gd name="connsiteY87" fmla="*/ 883444 h 1890712"/>
                <a:gd name="connsiteX88" fmla="*/ 1226344 w 2543175"/>
                <a:gd name="connsiteY88" fmla="*/ 895350 h 1890712"/>
                <a:gd name="connsiteX89" fmla="*/ 1245394 w 2543175"/>
                <a:gd name="connsiteY89" fmla="*/ 907256 h 1890712"/>
                <a:gd name="connsiteX90" fmla="*/ 1254919 w 2543175"/>
                <a:gd name="connsiteY90" fmla="*/ 914400 h 1890712"/>
                <a:gd name="connsiteX91" fmla="*/ 1269207 w 2543175"/>
                <a:gd name="connsiteY91" fmla="*/ 921544 h 1890712"/>
                <a:gd name="connsiteX92" fmla="*/ 1290638 w 2543175"/>
                <a:gd name="connsiteY92" fmla="*/ 935831 h 1890712"/>
                <a:gd name="connsiteX93" fmla="*/ 1307307 w 2543175"/>
                <a:gd name="connsiteY93" fmla="*/ 952500 h 1890712"/>
                <a:gd name="connsiteX94" fmla="*/ 1333500 w 2543175"/>
                <a:gd name="connsiteY94" fmla="*/ 971550 h 1890712"/>
                <a:gd name="connsiteX95" fmla="*/ 1359694 w 2543175"/>
                <a:gd name="connsiteY95" fmla="*/ 990600 h 1890712"/>
                <a:gd name="connsiteX96" fmla="*/ 1385888 w 2543175"/>
                <a:gd name="connsiteY96" fmla="*/ 1021557 h 1890712"/>
                <a:gd name="connsiteX97" fmla="*/ 1435894 w 2543175"/>
                <a:gd name="connsiteY97" fmla="*/ 1054894 h 1890712"/>
                <a:gd name="connsiteX98" fmla="*/ 1495425 w 2543175"/>
                <a:gd name="connsiteY98" fmla="*/ 1088231 h 1890712"/>
                <a:gd name="connsiteX99" fmla="*/ 1547812 w 2543175"/>
                <a:gd name="connsiteY99" fmla="*/ 1133475 h 1890712"/>
                <a:gd name="connsiteX100" fmla="*/ 1597819 w 2543175"/>
                <a:gd name="connsiteY100" fmla="*/ 1154906 h 1890712"/>
                <a:gd name="connsiteX101" fmla="*/ 1604963 w 2543175"/>
                <a:gd name="connsiteY101" fmla="*/ 1162050 h 1890712"/>
                <a:gd name="connsiteX102" fmla="*/ 1612107 w 2543175"/>
                <a:gd name="connsiteY102" fmla="*/ 1166812 h 1890712"/>
                <a:gd name="connsiteX103" fmla="*/ 1628775 w 2543175"/>
                <a:gd name="connsiteY103" fmla="*/ 1183481 h 1890712"/>
                <a:gd name="connsiteX104" fmla="*/ 1662113 w 2543175"/>
                <a:gd name="connsiteY104" fmla="*/ 1209675 h 1890712"/>
                <a:gd name="connsiteX105" fmla="*/ 1678782 w 2543175"/>
                <a:gd name="connsiteY105" fmla="*/ 1226344 h 1890712"/>
                <a:gd name="connsiteX106" fmla="*/ 1700213 w 2543175"/>
                <a:gd name="connsiteY106" fmla="*/ 1247775 h 1890712"/>
                <a:gd name="connsiteX107" fmla="*/ 1712119 w 2543175"/>
                <a:gd name="connsiteY107" fmla="*/ 1259681 h 1890712"/>
                <a:gd name="connsiteX108" fmla="*/ 1733550 w 2543175"/>
                <a:gd name="connsiteY108" fmla="*/ 1273969 h 1890712"/>
                <a:gd name="connsiteX109" fmla="*/ 1743075 w 2543175"/>
                <a:gd name="connsiteY109" fmla="*/ 1283494 h 1890712"/>
                <a:gd name="connsiteX110" fmla="*/ 1754982 w 2543175"/>
                <a:gd name="connsiteY110" fmla="*/ 1290637 h 1890712"/>
                <a:gd name="connsiteX111" fmla="*/ 1766888 w 2543175"/>
                <a:gd name="connsiteY111" fmla="*/ 1300162 h 1890712"/>
                <a:gd name="connsiteX112" fmla="*/ 1783557 w 2543175"/>
                <a:gd name="connsiteY112" fmla="*/ 1307306 h 1890712"/>
                <a:gd name="connsiteX113" fmla="*/ 1790700 w 2543175"/>
                <a:gd name="connsiteY113" fmla="*/ 1312069 h 1890712"/>
                <a:gd name="connsiteX114" fmla="*/ 1800225 w 2543175"/>
                <a:gd name="connsiteY114" fmla="*/ 1319212 h 1890712"/>
                <a:gd name="connsiteX115" fmla="*/ 1807369 w 2543175"/>
                <a:gd name="connsiteY115" fmla="*/ 1321594 h 1890712"/>
                <a:gd name="connsiteX116" fmla="*/ 1824038 w 2543175"/>
                <a:gd name="connsiteY116" fmla="*/ 1333500 h 1890712"/>
                <a:gd name="connsiteX117" fmla="*/ 1843088 w 2543175"/>
                <a:gd name="connsiteY117" fmla="*/ 1352550 h 1890712"/>
                <a:gd name="connsiteX118" fmla="*/ 1852613 w 2543175"/>
                <a:gd name="connsiteY118" fmla="*/ 1359694 h 1890712"/>
                <a:gd name="connsiteX119" fmla="*/ 1859757 w 2543175"/>
                <a:gd name="connsiteY119" fmla="*/ 1366837 h 1890712"/>
                <a:gd name="connsiteX120" fmla="*/ 1869282 w 2543175"/>
                <a:gd name="connsiteY120" fmla="*/ 1371600 h 1890712"/>
                <a:gd name="connsiteX121" fmla="*/ 1883569 w 2543175"/>
                <a:gd name="connsiteY121" fmla="*/ 1388269 h 1890712"/>
                <a:gd name="connsiteX122" fmla="*/ 1893094 w 2543175"/>
                <a:gd name="connsiteY122" fmla="*/ 1395412 h 1890712"/>
                <a:gd name="connsiteX123" fmla="*/ 1902619 w 2543175"/>
                <a:gd name="connsiteY123" fmla="*/ 1404937 h 1890712"/>
                <a:gd name="connsiteX124" fmla="*/ 1912144 w 2543175"/>
                <a:gd name="connsiteY124" fmla="*/ 1409700 h 1890712"/>
                <a:gd name="connsiteX125" fmla="*/ 1931194 w 2543175"/>
                <a:gd name="connsiteY125" fmla="*/ 1421606 h 1890712"/>
                <a:gd name="connsiteX126" fmla="*/ 1935957 w 2543175"/>
                <a:gd name="connsiteY126" fmla="*/ 1428750 h 1890712"/>
                <a:gd name="connsiteX127" fmla="*/ 1952625 w 2543175"/>
                <a:gd name="connsiteY127" fmla="*/ 1438275 h 1890712"/>
                <a:gd name="connsiteX128" fmla="*/ 1971675 w 2543175"/>
                <a:gd name="connsiteY128" fmla="*/ 1450181 h 1890712"/>
                <a:gd name="connsiteX129" fmla="*/ 1981200 w 2543175"/>
                <a:gd name="connsiteY129" fmla="*/ 1454944 h 1890712"/>
                <a:gd name="connsiteX130" fmla="*/ 1997869 w 2543175"/>
                <a:gd name="connsiteY130" fmla="*/ 1471612 h 1890712"/>
                <a:gd name="connsiteX131" fmla="*/ 2007394 w 2543175"/>
                <a:gd name="connsiteY131" fmla="*/ 1478756 h 1890712"/>
                <a:gd name="connsiteX132" fmla="*/ 2016919 w 2543175"/>
                <a:gd name="connsiteY132" fmla="*/ 1483519 h 1890712"/>
                <a:gd name="connsiteX133" fmla="*/ 2024063 w 2543175"/>
                <a:gd name="connsiteY133" fmla="*/ 1490662 h 1890712"/>
                <a:gd name="connsiteX134" fmla="*/ 2033588 w 2543175"/>
                <a:gd name="connsiteY134" fmla="*/ 1495425 h 1890712"/>
                <a:gd name="connsiteX135" fmla="*/ 2040732 w 2543175"/>
                <a:gd name="connsiteY135" fmla="*/ 1502569 h 1890712"/>
                <a:gd name="connsiteX136" fmla="*/ 2047875 w 2543175"/>
                <a:gd name="connsiteY136" fmla="*/ 1507331 h 1890712"/>
                <a:gd name="connsiteX137" fmla="*/ 2057400 w 2543175"/>
                <a:gd name="connsiteY137" fmla="*/ 1514475 h 1890712"/>
                <a:gd name="connsiteX138" fmla="*/ 2064544 w 2543175"/>
                <a:gd name="connsiteY138" fmla="*/ 1519237 h 1890712"/>
                <a:gd name="connsiteX139" fmla="*/ 2071688 w 2543175"/>
                <a:gd name="connsiteY139" fmla="*/ 1526381 h 1890712"/>
                <a:gd name="connsiteX140" fmla="*/ 2081213 w 2543175"/>
                <a:gd name="connsiteY140" fmla="*/ 1531144 h 1890712"/>
                <a:gd name="connsiteX141" fmla="*/ 2090738 w 2543175"/>
                <a:gd name="connsiteY141" fmla="*/ 1538287 h 1890712"/>
                <a:gd name="connsiteX142" fmla="*/ 2109788 w 2543175"/>
                <a:gd name="connsiteY142" fmla="*/ 1547812 h 1890712"/>
                <a:gd name="connsiteX143" fmla="*/ 2131219 w 2543175"/>
                <a:gd name="connsiteY143" fmla="*/ 1562100 h 1890712"/>
                <a:gd name="connsiteX144" fmla="*/ 2140744 w 2543175"/>
                <a:gd name="connsiteY144" fmla="*/ 1566862 h 1890712"/>
                <a:gd name="connsiteX145" fmla="*/ 2152650 w 2543175"/>
                <a:gd name="connsiteY145" fmla="*/ 1576387 h 1890712"/>
                <a:gd name="connsiteX146" fmla="*/ 2181225 w 2543175"/>
                <a:gd name="connsiteY146" fmla="*/ 1590675 h 1890712"/>
                <a:gd name="connsiteX147" fmla="*/ 2200275 w 2543175"/>
                <a:gd name="connsiteY147" fmla="*/ 1607344 h 1890712"/>
                <a:gd name="connsiteX148" fmla="*/ 2207419 w 2543175"/>
                <a:gd name="connsiteY148" fmla="*/ 1612106 h 1890712"/>
                <a:gd name="connsiteX149" fmla="*/ 2216944 w 2543175"/>
                <a:gd name="connsiteY149" fmla="*/ 1619250 h 1890712"/>
                <a:gd name="connsiteX150" fmla="*/ 2224088 w 2543175"/>
                <a:gd name="connsiteY150" fmla="*/ 1624012 h 1890712"/>
                <a:gd name="connsiteX151" fmla="*/ 2247900 w 2543175"/>
                <a:gd name="connsiteY151" fmla="*/ 1643062 h 1890712"/>
                <a:gd name="connsiteX152" fmla="*/ 2255044 w 2543175"/>
                <a:gd name="connsiteY152" fmla="*/ 1650206 h 1890712"/>
                <a:gd name="connsiteX153" fmla="*/ 2281238 w 2543175"/>
                <a:gd name="connsiteY153" fmla="*/ 1664494 h 1890712"/>
                <a:gd name="connsiteX154" fmla="*/ 2297907 w 2543175"/>
                <a:gd name="connsiteY154" fmla="*/ 1674019 h 1890712"/>
                <a:gd name="connsiteX155" fmla="*/ 2312194 w 2543175"/>
                <a:gd name="connsiteY155" fmla="*/ 1685925 h 1890712"/>
                <a:gd name="connsiteX156" fmla="*/ 2328863 w 2543175"/>
                <a:gd name="connsiteY156" fmla="*/ 1697831 h 1890712"/>
                <a:gd name="connsiteX157" fmla="*/ 2350294 w 2543175"/>
                <a:gd name="connsiteY157" fmla="*/ 1712119 h 1890712"/>
                <a:gd name="connsiteX158" fmla="*/ 2369344 w 2543175"/>
                <a:gd name="connsiteY158" fmla="*/ 1724025 h 1890712"/>
                <a:gd name="connsiteX159" fmla="*/ 2428876 w 2543175"/>
                <a:gd name="connsiteY159" fmla="*/ 1785938 h 1890712"/>
                <a:gd name="connsiteX160" fmla="*/ 2466975 w 2543175"/>
                <a:gd name="connsiteY160" fmla="*/ 1783556 h 1890712"/>
                <a:gd name="connsiteX161" fmla="*/ 2481263 w 2543175"/>
                <a:gd name="connsiteY161" fmla="*/ 1795462 h 1890712"/>
                <a:gd name="connsiteX162" fmla="*/ 2486025 w 2543175"/>
                <a:gd name="connsiteY162" fmla="*/ 1802606 h 1890712"/>
                <a:gd name="connsiteX163" fmla="*/ 2514600 w 2543175"/>
                <a:gd name="connsiteY163" fmla="*/ 1850231 h 1890712"/>
                <a:gd name="connsiteX164" fmla="*/ 2519363 w 2543175"/>
                <a:gd name="connsiteY164" fmla="*/ 1857375 h 1890712"/>
                <a:gd name="connsiteX165" fmla="*/ 2540794 w 2543175"/>
                <a:gd name="connsiteY165" fmla="*/ 1883569 h 1890712"/>
                <a:gd name="connsiteX166" fmla="*/ 2543175 w 2543175"/>
                <a:gd name="connsiteY166" fmla="*/ 1890712 h 1890712"/>
                <a:gd name="connsiteX0" fmla="*/ 0 w 2543175"/>
                <a:gd name="connsiteY0" fmla="*/ 0 h 1890712"/>
                <a:gd name="connsiteX1" fmla="*/ 11907 w 2543175"/>
                <a:gd name="connsiteY1" fmla="*/ 11906 h 1890712"/>
                <a:gd name="connsiteX2" fmla="*/ 21432 w 2543175"/>
                <a:gd name="connsiteY2" fmla="*/ 16669 h 1890712"/>
                <a:gd name="connsiteX3" fmla="*/ 23813 w 2543175"/>
                <a:gd name="connsiteY3" fmla="*/ 23812 h 1890712"/>
                <a:gd name="connsiteX4" fmla="*/ 33338 w 2543175"/>
                <a:gd name="connsiteY4" fmla="*/ 33337 h 1890712"/>
                <a:gd name="connsiteX5" fmla="*/ 40482 w 2543175"/>
                <a:gd name="connsiteY5" fmla="*/ 42862 h 1890712"/>
                <a:gd name="connsiteX6" fmla="*/ 47625 w 2543175"/>
                <a:gd name="connsiteY6" fmla="*/ 47625 h 1890712"/>
                <a:gd name="connsiteX7" fmla="*/ 57150 w 2543175"/>
                <a:gd name="connsiteY7" fmla="*/ 54769 h 1890712"/>
                <a:gd name="connsiteX8" fmla="*/ 64294 w 2543175"/>
                <a:gd name="connsiteY8" fmla="*/ 59531 h 1890712"/>
                <a:gd name="connsiteX9" fmla="*/ 83344 w 2543175"/>
                <a:gd name="connsiteY9" fmla="*/ 73819 h 1890712"/>
                <a:gd name="connsiteX10" fmla="*/ 97632 w 2543175"/>
                <a:gd name="connsiteY10" fmla="*/ 80962 h 1890712"/>
                <a:gd name="connsiteX11" fmla="*/ 104775 w 2543175"/>
                <a:gd name="connsiteY11" fmla="*/ 85725 h 1890712"/>
                <a:gd name="connsiteX12" fmla="*/ 114300 w 2543175"/>
                <a:gd name="connsiteY12" fmla="*/ 95250 h 1890712"/>
                <a:gd name="connsiteX13" fmla="*/ 123825 w 2543175"/>
                <a:gd name="connsiteY13" fmla="*/ 97631 h 1890712"/>
                <a:gd name="connsiteX14" fmla="*/ 130969 w 2543175"/>
                <a:gd name="connsiteY14" fmla="*/ 104775 h 1890712"/>
                <a:gd name="connsiteX15" fmla="*/ 140494 w 2543175"/>
                <a:gd name="connsiteY15" fmla="*/ 111919 h 1890712"/>
                <a:gd name="connsiteX16" fmla="*/ 147638 w 2543175"/>
                <a:gd name="connsiteY16" fmla="*/ 116681 h 1890712"/>
                <a:gd name="connsiteX17" fmla="*/ 164307 w 2543175"/>
                <a:gd name="connsiteY17" fmla="*/ 128587 h 1890712"/>
                <a:gd name="connsiteX18" fmla="*/ 180975 w 2543175"/>
                <a:gd name="connsiteY18" fmla="*/ 140494 h 1890712"/>
                <a:gd name="connsiteX19" fmla="*/ 197644 w 2543175"/>
                <a:gd name="connsiteY19" fmla="*/ 152400 h 1890712"/>
                <a:gd name="connsiteX20" fmla="*/ 204788 w 2543175"/>
                <a:gd name="connsiteY20" fmla="*/ 157162 h 1890712"/>
                <a:gd name="connsiteX21" fmla="*/ 214313 w 2543175"/>
                <a:gd name="connsiteY21" fmla="*/ 164306 h 1890712"/>
                <a:gd name="connsiteX22" fmla="*/ 230982 w 2543175"/>
                <a:gd name="connsiteY22" fmla="*/ 180975 h 1890712"/>
                <a:gd name="connsiteX23" fmla="*/ 247650 w 2543175"/>
                <a:gd name="connsiteY23" fmla="*/ 185737 h 1890712"/>
                <a:gd name="connsiteX24" fmla="*/ 300038 w 2543175"/>
                <a:gd name="connsiteY24" fmla="*/ 219075 h 1890712"/>
                <a:gd name="connsiteX25" fmla="*/ 342900 w 2543175"/>
                <a:gd name="connsiteY25" fmla="*/ 254794 h 1890712"/>
                <a:gd name="connsiteX26" fmla="*/ 366713 w 2543175"/>
                <a:gd name="connsiteY26" fmla="*/ 264319 h 1890712"/>
                <a:gd name="connsiteX27" fmla="*/ 371475 w 2543175"/>
                <a:gd name="connsiteY27" fmla="*/ 271462 h 1890712"/>
                <a:gd name="connsiteX28" fmla="*/ 385763 w 2543175"/>
                <a:gd name="connsiteY28" fmla="*/ 283369 h 1890712"/>
                <a:gd name="connsiteX29" fmla="*/ 404813 w 2543175"/>
                <a:gd name="connsiteY29" fmla="*/ 295275 h 1890712"/>
                <a:gd name="connsiteX30" fmla="*/ 411957 w 2543175"/>
                <a:gd name="connsiteY30" fmla="*/ 297656 h 1890712"/>
                <a:gd name="connsiteX31" fmla="*/ 466725 w 2543175"/>
                <a:gd name="connsiteY31" fmla="*/ 328612 h 1890712"/>
                <a:gd name="connsiteX32" fmla="*/ 476250 w 2543175"/>
                <a:gd name="connsiteY32" fmla="*/ 335756 h 1890712"/>
                <a:gd name="connsiteX33" fmla="*/ 481013 w 2543175"/>
                <a:gd name="connsiteY33" fmla="*/ 342900 h 1890712"/>
                <a:gd name="connsiteX34" fmla="*/ 490538 w 2543175"/>
                <a:gd name="connsiteY34" fmla="*/ 352425 h 1890712"/>
                <a:gd name="connsiteX35" fmla="*/ 495300 w 2543175"/>
                <a:gd name="connsiteY35" fmla="*/ 359569 h 1890712"/>
                <a:gd name="connsiteX36" fmla="*/ 509588 w 2543175"/>
                <a:gd name="connsiteY36" fmla="*/ 376237 h 1890712"/>
                <a:gd name="connsiteX37" fmla="*/ 514350 w 2543175"/>
                <a:gd name="connsiteY37" fmla="*/ 383381 h 1890712"/>
                <a:gd name="connsiteX38" fmla="*/ 531019 w 2543175"/>
                <a:gd name="connsiteY38" fmla="*/ 397669 h 1890712"/>
                <a:gd name="connsiteX39" fmla="*/ 538163 w 2543175"/>
                <a:gd name="connsiteY39" fmla="*/ 407194 h 1890712"/>
                <a:gd name="connsiteX40" fmla="*/ 554832 w 2543175"/>
                <a:gd name="connsiteY40" fmla="*/ 421481 h 1890712"/>
                <a:gd name="connsiteX41" fmla="*/ 564357 w 2543175"/>
                <a:gd name="connsiteY41" fmla="*/ 431006 h 1890712"/>
                <a:gd name="connsiteX42" fmla="*/ 573882 w 2543175"/>
                <a:gd name="connsiteY42" fmla="*/ 438150 h 1890712"/>
                <a:gd name="connsiteX43" fmla="*/ 595313 w 2543175"/>
                <a:gd name="connsiteY43" fmla="*/ 454819 h 1890712"/>
                <a:gd name="connsiteX44" fmla="*/ 602457 w 2543175"/>
                <a:gd name="connsiteY44" fmla="*/ 457200 h 1890712"/>
                <a:gd name="connsiteX45" fmla="*/ 628650 w 2543175"/>
                <a:gd name="connsiteY45" fmla="*/ 469106 h 1890712"/>
                <a:gd name="connsiteX46" fmla="*/ 645319 w 2543175"/>
                <a:gd name="connsiteY46" fmla="*/ 483394 h 1890712"/>
                <a:gd name="connsiteX47" fmla="*/ 654844 w 2543175"/>
                <a:gd name="connsiteY47" fmla="*/ 488156 h 1890712"/>
                <a:gd name="connsiteX48" fmla="*/ 661988 w 2543175"/>
                <a:gd name="connsiteY48" fmla="*/ 497681 h 1890712"/>
                <a:gd name="connsiteX49" fmla="*/ 683419 w 2543175"/>
                <a:gd name="connsiteY49" fmla="*/ 514350 h 1890712"/>
                <a:gd name="connsiteX50" fmla="*/ 700088 w 2543175"/>
                <a:gd name="connsiteY50" fmla="*/ 526256 h 1890712"/>
                <a:gd name="connsiteX51" fmla="*/ 709613 w 2543175"/>
                <a:gd name="connsiteY51" fmla="*/ 535781 h 1890712"/>
                <a:gd name="connsiteX52" fmla="*/ 719138 w 2543175"/>
                <a:gd name="connsiteY52" fmla="*/ 542925 h 1890712"/>
                <a:gd name="connsiteX53" fmla="*/ 733425 w 2543175"/>
                <a:gd name="connsiteY53" fmla="*/ 557212 h 1890712"/>
                <a:gd name="connsiteX54" fmla="*/ 750094 w 2543175"/>
                <a:gd name="connsiteY54" fmla="*/ 569119 h 1890712"/>
                <a:gd name="connsiteX55" fmla="*/ 769144 w 2543175"/>
                <a:gd name="connsiteY55" fmla="*/ 581025 h 1890712"/>
                <a:gd name="connsiteX56" fmla="*/ 785813 w 2543175"/>
                <a:gd name="connsiteY56" fmla="*/ 590550 h 1890712"/>
                <a:gd name="connsiteX57" fmla="*/ 792957 w 2543175"/>
                <a:gd name="connsiteY57" fmla="*/ 600075 h 1890712"/>
                <a:gd name="connsiteX58" fmla="*/ 809625 w 2543175"/>
                <a:gd name="connsiteY58" fmla="*/ 611981 h 1890712"/>
                <a:gd name="connsiteX59" fmla="*/ 816769 w 2543175"/>
                <a:gd name="connsiteY59" fmla="*/ 619125 h 1890712"/>
                <a:gd name="connsiteX60" fmla="*/ 826294 w 2543175"/>
                <a:gd name="connsiteY60" fmla="*/ 626269 h 1890712"/>
                <a:gd name="connsiteX61" fmla="*/ 840582 w 2543175"/>
                <a:gd name="connsiteY61" fmla="*/ 638175 h 1890712"/>
                <a:gd name="connsiteX62" fmla="*/ 847725 w 2543175"/>
                <a:gd name="connsiteY62" fmla="*/ 645319 h 1890712"/>
                <a:gd name="connsiteX63" fmla="*/ 857250 w 2543175"/>
                <a:gd name="connsiteY63" fmla="*/ 652462 h 1890712"/>
                <a:gd name="connsiteX64" fmla="*/ 864394 w 2543175"/>
                <a:gd name="connsiteY64" fmla="*/ 657225 h 1890712"/>
                <a:gd name="connsiteX65" fmla="*/ 888207 w 2543175"/>
                <a:gd name="connsiteY65" fmla="*/ 676275 h 1890712"/>
                <a:gd name="connsiteX66" fmla="*/ 895350 w 2543175"/>
                <a:gd name="connsiteY66" fmla="*/ 681037 h 1890712"/>
                <a:gd name="connsiteX67" fmla="*/ 907257 w 2543175"/>
                <a:gd name="connsiteY67" fmla="*/ 683419 h 1890712"/>
                <a:gd name="connsiteX68" fmla="*/ 928688 w 2543175"/>
                <a:gd name="connsiteY68" fmla="*/ 695325 h 1890712"/>
                <a:gd name="connsiteX69" fmla="*/ 942975 w 2543175"/>
                <a:gd name="connsiteY69" fmla="*/ 700087 h 1890712"/>
                <a:gd name="connsiteX70" fmla="*/ 964407 w 2543175"/>
                <a:gd name="connsiteY70" fmla="*/ 716756 h 1890712"/>
                <a:gd name="connsiteX71" fmla="*/ 971550 w 2543175"/>
                <a:gd name="connsiteY71" fmla="*/ 723900 h 1890712"/>
                <a:gd name="connsiteX72" fmla="*/ 983457 w 2543175"/>
                <a:gd name="connsiteY72" fmla="*/ 733425 h 1890712"/>
                <a:gd name="connsiteX73" fmla="*/ 990600 w 2543175"/>
                <a:gd name="connsiteY73" fmla="*/ 738187 h 1890712"/>
                <a:gd name="connsiteX74" fmla="*/ 1007269 w 2543175"/>
                <a:gd name="connsiteY74" fmla="*/ 752475 h 1890712"/>
                <a:gd name="connsiteX75" fmla="*/ 1031082 w 2543175"/>
                <a:gd name="connsiteY75" fmla="*/ 766762 h 1890712"/>
                <a:gd name="connsiteX76" fmla="*/ 1042988 w 2543175"/>
                <a:gd name="connsiteY76" fmla="*/ 773906 h 1890712"/>
                <a:gd name="connsiteX77" fmla="*/ 1071563 w 2543175"/>
                <a:gd name="connsiteY77" fmla="*/ 785812 h 1890712"/>
                <a:gd name="connsiteX78" fmla="*/ 1097757 w 2543175"/>
                <a:gd name="connsiteY78" fmla="*/ 807244 h 1890712"/>
                <a:gd name="connsiteX79" fmla="*/ 1104900 w 2543175"/>
                <a:gd name="connsiteY79" fmla="*/ 814387 h 1890712"/>
                <a:gd name="connsiteX80" fmla="*/ 1121569 w 2543175"/>
                <a:gd name="connsiteY80" fmla="*/ 823912 h 1890712"/>
                <a:gd name="connsiteX81" fmla="*/ 1138238 w 2543175"/>
                <a:gd name="connsiteY81" fmla="*/ 835819 h 1890712"/>
                <a:gd name="connsiteX82" fmla="*/ 1147763 w 2543175"/>
                <a:gd name="connsiteY82" fmla="*/ 842962 h 1890712"/>
                <a:gd name="connsiteX83" fmla="*/ 1157288 w 2543175"/>
                <a:gd name="connsiteY83" fmla="*/ 847725 h 1890712"/>
                <a:gd name="connsiteX84" fmla="*/ 1178719 w 2543175"/>
                <a:gd name="connsiteY84" fmla="*/ 859631 h 1890712"/>
                <a:gd name="connsiteX85" fmla="*/ 1188244 w 2543175"/>
                <a:gd name="connsiteY85" fmla="*/ 866775 h 1890712"/>
                <a:gd name="connsiteX86" fmla="*/ 1195388 w 2543175"/>
                <a:gd name="connsiteY86" fmla="*/ 871537 h 1890712"/>
                <a:gd name="connsiteX87" fmla="*/ 1212057 w 2543175"/>
                <a:gd name="connsiteY87" fmla="*/ 883444 h 1890712"/>
                <a:gd name="connsiteX88" fmla="*/ 1226344 w 2543175"/>
                <a:gd name="connsiteY88" fmla="*/ 895350 h 1890712"/>
                <a:gd name="connsiteX89" fmla="*/ 1245394 w 2543175"/>
                <a:gd name="connsiteY89" fmla="*/ 907256 h 1890712"/>
                <a:gd name="connsiteX90" fmla="*/ 1254919 w 2543175"/>
                <a:gd name="connsiteY90" fmla="*/ 914400 h 1890712"/>
                <a:gd name="connsiteX91" fmla="*/ 1269207 w 2543175"/>
                <a:gd name="connsiteY91" fmla="*/ 921544 h 1890712"/>
                <a:gd name="connsiteX92" fmla="*/ 1290638 w 2543175"/>
                <a:gd name="connsiteY92" fmla="*/ 935831 h 1890712"/>
                <a:gd name="connsiteX93" fmla="*/ 1307307 w 2543175"/>
                <a:gd name="connsiteY93" fmla="*/ 952500 h 1890712"/>
                <a:gd name="connsiteX94" fmla="*/ 1333500 w 2543175"/>
                <a:gd name="connsiteY94" fmla="*/ 971550 h 1890712"/>
                <a:gd name="connsiteX95" fmla="*/ 1359694 w 2543175"/>
                <a:gd name="connsiteY95" fmla="*/ 990600 h 1890712"/>
                <a:gd name="connsiteX96" fmla="*/ 1385888 w 2543175"/>
                <a:gd name="connsiteY96" fmla="*/ 1021557 h 1890712"/>
                <a:gd name="connsiteX97" fmla="*/ 1435894 w 2543175"/>
                <a:gd name="connsiteY97" fmla="*/ 1054894 h 1890712"/>
                <a:gd name="connsiteX98" fmla="*/ 1497806 w 2543175"/>
                <a:gd name="connsiteY98" fmla="*/ 1104900 h 1890712"/>
                <a:gd name="connsiteX99" fmla="*/ 1547812 w 2543175"/>
                <a:gd name="connsiteY99" fmla="*/ 1133475 h 1890712"/>
                <a:gd name="connsiteX100" fmla="*/ 1597819 w 2543175"/>
                <a:gd name="connsiteY100" fmla="*/ 1154906 h 1890712"/>
                <a:gd name="connsiteX101" fmla="*/ 1604963 w 2543175"/>
                <a:gd name="connsiteY101" fmla="*/ 1162050 h 1890712"/>
                <a:gd name="connsiteX102" fmla="*/ 1612107 w 2543175"/>
                <a:gd name="connsiteY102" fmla="*/ 1166812 h 1890712"/>
                <a:gd name="connsiteX103" fmla="*/ 1628775 w 2543175"/>
                <a:gd name="connsiteY103" fmla="*/ 1183481 h 1890712"/>
                <a:gd name="connsiteX104" fmla="*/ 1662113 w 2543175"/>
                <a:gd name="connsiteY104" fmla="*/ 1209675 h 1890712"/>
                <a:gd name="connsiteX105" fmla="*/ 1678782 w 2543175"/>
                <a:gd name="connsiteY105" fmla="*/ 1226344 h 1890712"/>
                <a:gd name="connsiteX106" fmla="*/ 1700213 w 2543175"/>
                <a:gd name="connsiteY106" fmla="*/ 1247775 h 1890712"/>
                <a:gd name="connsiteX107" fmla="*/ 1712119 w 2543175"/>
                <a:gd name="connsiteY107" fmla="*/ 1259681 h 1890712"/>
                <a:gd name="connsiteX108" fmla="*/ 1733550 w 2543175"/>
                <a:gd name="connsiteY108" fmla="*/ 1273969 h 1890712"/>
                <a:gd name="connsiteX109" fmla="*/ 1743075 w 2543175"/>
                <a:gd name="connsiteY109" fmla="*/ 1283494 h 1890712"/>
                <a:gd name="connsiteX110" fmla="*/ 1754982 w 2543175"/>
                <a:gd name="connsiteY110" fmla="*/ 1290637 h 1890712"/>
                <a:gd name="connsiteX111" fmla="*/ 1766888 w 2543175"/>
                <a:gd name="connsiteY111" fmla="*/ 1300162 h 1890712"/>
                <a:gd name="connsiteX112" fmla="*/ 1783557 w 2543175"/>
                <a:gd name="connsiteY112" fmla="*/ 1307306 h 1890712"/>
                <a:gd name="connsiteX113" fmla="*/ 1790700 w 2543175"/>
                <a:gd name="connsiteY113" fmla="*/ 1312069 h 1890712"/>
                <a:gd name="connsiteX114" fmla="*/ 1800225 w 2543175"/>
                <a:gd name="connsiteY114" fmla="*/ 1319212 h 1890712"/>
                <a:gd name="connsiteX115" fmla="*/ 1807369 w 2543175"/>
                <a:gd name="connsiteY115" fmla="*/ 1321594 h 1890712"/>
                <a:gd name="connsiteX116" fmla="*/ 1824038 w 2543175"/>
                <a:gd name="connsiteY116" fmla="*/ 1333500 h 1890712"/>
                <a:gd name="connsiteX117" fmla="*/ 1843088 w 2543175"/>
                <a:gd name="connsiteY117" fmla="*/ 1352550 h 1890712"/>
                <a:gd name="connsiteX118" fmla="*/ 1852613 w 2543175"/>
                <a:gd name="connsiteY118" fmla="*/ 1359694 h 1890712"/>
                <a:gd name="connsiteX119" fmla="*/ 1859757 w 2543175"/>
                <a:gd name="connsiteY119" fmla="*/ 1366837 h 1890712"/>
                <a:gd name="connsiteX120" fmla="*/ 1869282 w 2543175"/>
                <a:gd name="connsiteY120" fmla="*/ 1371600 h 1890712"/>
                <a:gd name="connsiteX121" fmla="*/ 1883569 w 2543175"/>
                <a:gd name="connsiteY121" fmla="*/ 1388269 h 1890712"/>
                <a:gd name="connsiteX122" fmla="*/ 1893094 w 2543175"/>
                <a:gd name="connsiteY122" fmla="*/ 1395412 h 1890712"/>
                <a:gd name="connsiteX123" fmla="*/ 1902619 w 2543175"/>
                <a:gd name="connsiteY123" fmla="*/ 1404937 h 1890712"/>
                <a:gd name="connsiteX124" fmla="*/ 1912144 w 2543175"/>
                <a:gd name="connsiteY124" fmla="*/ 1409700 h 1890712"/>
                <a:gd name="connsiteX125" fmla="*/ 1931194 w 2543175"/>
                <a:gd name="connsiteY125" fmla="*/ 1421606 h 1890712"/>
                <a:gd name="connsiteX126" fmla="*/ 1935957 w 2543175"/>
                <a:gd name="connsiteY126" fmla="*/ 1428750 h 1890712"/>
                <a:gd name="connsiteX127" fmla="*/ 1952625 w 2543175"/>
                <a:gd name="connsiteY127" fmla="*/ 1438275 h 1890712"/>
                <a:gd name="connsiteX128" fmla="*/ 1971675 w 2543175"/>
                <a:gd name="connsiteY128" fmla="*/ 1450181 h 1890712"/>
                <a:gd name="connsiteX129" fmla="*/ 1981200 w 2543175"/>
                <a:gd name="connsiteY129" fmla="*/ 1454944 h 1890712"/>
                <a:gd name="connsiteX130" fmla="*/ 1997869 w 2543175"/>
                <a:gd name="connsiteY130" fmla="*/ 1471612 h 1890712"/>
                <a:gd name="connsiteX131" fmla="*/ 2007394 w 2543175"/>
                <a:gd name="connsiteY131" fmla="*/ 1478756 h 1890712"/>
                <a:gd name="connsiteX132" fmla="*/ 2016919 w 2543175"/>
                <a:gd name="connsiteY132" fmla="*/ 1483519 h 1890712"/>
                <a:gd name="connsiteX133" fmla="*/ 2024063 w 2543175"/>
                <a:gd name="connsiteY133" fmla="*/ 1490662 h 1890712"/>
                <a:gd name="connsiteX134" fmla="*/ 2033588 w 2543175"/>
                <a:gd name="connsiteY134" fmla="*/ 1495425 h 1890712"/>
                <a:gd name="connsiteX135" fmla="*/ 2040732 w 2543175"/>
                <a:gd name="connsiteY135" fmla="*/ 1502569 h 1890712"/>
                <a:gd name="connsiteX136" fmla="*/ 2047875 w 2543175"/>
                <a:gd name="connsiteY136" fmla="*/ 1507331 h 1890712"/>
                <a:gd name="connsiteX137" fmla="*/ 2057400 w 2543175"/>
                <a:gd name="connsiteY137" fmla="*/ 1514475 h 1890712"/>
                <a:gd name="connsiteX138" fmla="*/ 2064544 w 2543175"/>
                <a:gd name="connsiteY138" fmla="*/ 1519237 h 1890712"/>
                <a:gd name="connsiteX139" fmla="*/ 2071688 w 2543175"/>
                <a:gd name="connsiteY139" fmla="*/ 1526381 h 1890712"/>
                <a:gd name="connsiteX140" fmla="*/ 2081213 w 2543175"/>
                <a:gd name="connsiteY140" fmla="*/ 1531144 h 1890712"/>
                <a:gd name="connsiteX141" fmla="*/ 2090738 w 2543175"/>
                <a:gd name="connsiteY141" fmla="*/ 1538287 h 1890712"/>
                <a:gd name="connsiteX142" fmla="*/ 2109788 w 2543175"/>
                <a:gd name="connsiteY142" fmla="*/ 1547812 h 1890712"/>
                <a:gd name="connsiteX143" fmla="*/ 2131219 w 2543175"/>
                <a:gd name="connsiteY143" fmla="*/ 1562100 h 1890712"/>
                <a:gd name="connsiteX144" fmla="*/ 2140744 w 2543175"/>
                <a:gd name="connsiteY144" fmla="*/ 1566862 h 1890712"/>
                <a:gd name="connsiteX145" fmla="*/ 2152650 w 2543175"/>
                <a:gd name="connsiteY145" fmla="*/ 1576387 h 1890712"/>
                <a:gd name="connsiteX146" fmla="*/ 2181225 w 2543175"/>
                <a:gd name="connsiteY146" fmla="*/ 1590675 h 1890712"/>
                <a:gd name="connsiteX147" fmla="*/ 2200275 w 2543175"/>
                <a:gd name="connsiteY147" fmla="*/ 1607344 h 1890712"/>
                <a:gd name="connsiteX148" fmla="*/ 2207419 w 2543175"/>
                <a:gd name="connsiteY148" fmla="*/ 1612106 h 1890712"/>
                <a:gd name="connsiteX149" fmla="*/ 2216944 w 2543175"/>
                <a:gd name="connsiteY149" fmla="*/ 1619250 h 1890712"/>
                <a:gd name="connsiteX150" fmla="*/ 2224088 w 2543175"/>
                <a:gd name="connsiteY150" fmla="*/ 1624012 h 1890712"/>
                <a:gd name="connsiteX151" fmla="*/ 2247900 w 2543175"/>
                <a:gd name="connsiteY151" fmla="*/ 1643062 h 1890712"/>
                <a:gd name="connsiteX152" fmla="*/ 2255044 w 2543175"/>
                <a:gd name="connsiteY152" fmla="*/ 1650206 h 1890712"/>
                <a:gd name="connsiteX153" fmla="*/ 2281238 w 2543175"/>
                <a:gd name="connsiteY153" fmla="*/ 1664494 h 1890712"/>
                <a:gd name="connsiteX154" fmla="*/ 2297907 w 2543175"/>
                <a:gd name="connsiteY154" fmla="*/ 1674019 h 1890712"/>
                <a:gd name="connsiteX155" fmla="*/ 2312194 w 2543175"/>
                <a:gd name="connsiteY155" fmla="*/ 1685925 h 1890712"/>
                <a:gd name="connsiteX156" fmla="*/ 2328863 w 2543175"/>
                <a:gd name="connsiteY156" fmla="*/ 1697831 h 1890712"/>
                <a:gd name="connsiteX157" fmla="*/ 2350294 w 2543175"/>
                <a:gd name="connsiteY157" fmla="*/ 1712119 h 1890712"/>
                <a:gd name="connsiteX158" fmla="*/ 2369344 w 2543175"/>
                <a:gd name="connsiteY158" fmla="*/ 1724025 h 1890712"/>
                <a:gd name="connsiteX159" fmla="*/ 2428876 w 2543175"/>
                <a:gd name="connsiteY159" fmla="*/ 1785938 h 1890712"/>
                <a:gd name="connsiteX160" fmla="*/ 2466975 w 2543175"/>
                <a:gd name="connsiteY160" fmla="*/ 1783556 h 1890712"/>
                <a:gd name="connsiteX161" fmla="*/ 2481263 w 2543175"/>
                <a:gd name="connsiteY161" fmla="*/ 1795462 h 1890712"/>
                <a:gd name="connsiteX162" fmla="*/ 2486025 w 2543175"/>
                <a:gd name="connsiteY162" fmla="*/ 1802606 h 1890712"/>
                <a:gd name="connsiteX163" fmla="*/ 2514600 w 2543175"/>
                <a:gd name="connsiteY163" fmla="*/ 1850231 h 1890712"/>
                <a:gd name="connsiteX164" fmla="*/ 2519363 w 2543175"/>
                <a:gd name="connsiteY164" fmla="*/ 1857375 h 1890712"/>
                <a:gd name="connsiteX165" fmla="*/ 2540794 w 2543175"/>
                <a:gd name="connsiteY165" fmla="*/ 1883569 h 1890712"/>
                <a:gd name="connsiteX166" fmla="*/ 2543175 w 2543175"/>
                <a:gd name="connsiteY166" fmla="*/ 1890712 h 1890712"/>
                <a:gd name="connsiteX0" fmla="*/ 0 w 2543175"/>
                <a:gd name="connsiteY0" fmla="*/ 0 h 1890712"/>
                <a:gd name="connsiteX1" fmla="*/ 11907 w 2543175"/>
                <a:gd name="connsiteY1" fmla="*/ 11906 h 1890712"/>
                <a:gd name="connsiteX2" fmla="*/ 21432 w 2543175"/>
                <a:gd name="connsiteY2" fmla="*/ 16669 h 1890712"/>
                <a:gd name="connsiteX3" fmla="*/ 23813 w 2543175"/>
                <a:gd name="connsiteY3" fmla="*/ 23812 h 1890712"/>
                <a:gd name="connsiteX4" fmla="*/ 33338 w 2543175"/>
                <a:gd name="connsiteY4" fmla="*/ 33337 h 1890712"/>
                <a:gd name="connsiteX5" fmla="*/ 40482 w 2543175"/>
                <a:gd name="connsiteY5" fmla="*/ 42862 h 1890712"/>
                <a:gd name="connsiteX6" fmla="*/ 47625 w 2543175"/>
                <a:gd name="connsiteY6" fmla="*/ 47625 h 1890712"/>
                <a:gd name="connsiteX7" fmla="*/ 57150 w 2543175"/>
                <a:gd name="connsiteY7" fmla="*/ 54769 h 1890712"/>
                <a:gd name="connsiteX8" fmla="*/ 64294 w 2543175"/>
                <a:gd name="connsiteY8" fmla="*/ 59531 h 1890712"/>
                <a:gd name="connsiteX9" fmla="*/ 83344 w 2543175"/>
                <a:gd name="connsiteY9" fmla="*/ 73819 h 1890712"/>
                <a:gd name="connsiteX10" fmla="*/ 97632 w 2543175"/>
                <a:gd name="connsiteY10" fmla="*/ 80962 h 1890712"/>
                <a:gd name="connsiteX11" fmla="*/ 104775 w 2543175"/>
                <a:gd name="connsiteY11" fmla="*/ 85725 h 1890712"/>
                <a:gd name="connsiteX12" fmla="*/ 114300 w 2543175"/>
                <a:gd name="connsiteY12" fmla="*/ 95250 h 1890712"/>
                <a:gd name="connsiteX13" fmla="*/ 123825 w 2543175"/>
                <a:gd name="connsiteY13" fmla="*/ 97631 h 1890712"/>
                <a:gd name="connsiteX14" fmla="*/ 130969 w 2543175"/>
                <a:gd name="connsiteY14" fmla="*/ 104775 h 1890712"/>
                <a:gd name="connsiteX15" fmla="*/ 140494 w 2543175"/>
                <a:gd name="connsiteY15" fmla="*/ 111919 h 1890712"/>
                <a:gd name="connsiteX16" fmla="*/ 147638 w 2543175"/>
                <a:gd name="connsiteY16" fmla="*/ 116681 h 1890712"/>
                <a:gd name="connsiteX17" fmla="*/ 164307 w 2543175"/>
                <a:gd name="connsiteY17" fmla="*/ 128587 h 1890712"/>
                <a:gd name="connsiteX18" fmla="*/ 180975 w 2543175"/>
                <a:gd name="connsiteY18" fmla="*/ 140494 h 1890712"/>
                <a:gd name="connsiteX19" fmla="*/ 197644 w 2543175"/>
                <a:gd name="connsiteY19" fmla="*/ 152400 h 1890712"/>
                <a:gd name="connsiteX20" fmla="*/ 204788 w 2543175"/>
                <a:gd name="connsiteY20" fmla="*/ 157162 h 1890712"/>
                <a:gd name="connsiteX21" fmla="*/ 214313 w 2543175"/>
                <a:gd name="connsiteY21" fmla="*/ 164306 h 1890712"/>
                <a:gd name="connsiteX22" fmla="*/ 230982 w 2543175"/>
                <a:gd name="connsiteY22" fmla="*/ 180975 h 1890712"/>
                <a:gd name="connsiteX23" fmla="*/ 247650 w 2543175"/>
                <a:gd name="connsiteY23" fmla="*/ 185737 h 1890712"/>
                <a:gd name="connsiteX24" fmla="*/ 300038 w 2543175"/>
                <a:gd name="connsiteY24" fmla="*/ 219075 h 1890712"/>
                <a:gd name="connsiteX25" fmla="*/ 342900 w 2543175"/>
                <a:gd name="connsiteY25" fmla="*/ 254794 h 1890712"/>
                <a:gd name="connsiteX26" fmla="*/ 366713 w 2543175"/>
                <a:gd name="connsiteY26" fmla="*/ 264319 h 1890712"/>
                <a:gd name="connsiteX27" fmla="*/ 371475 w 2543175"/>
                <a:gd name="connsiteY27" fmla="*/ 271462 h 1890712"/>
                <a:gd name="connsiteX28" fmla="*/ 385763 w 2543175"/>
                <a:gd name="connsiteY28" fmla="*/ 283369 h 1890712"/>
                <a:gd name="connsiteX29" fmla="*/ 404813 w 2543175"/>
                <a:gd name="connsiteY29" fmla="*/ 295275 h 1890712"/>
                <a:gd name="connsiteX30" fmla="*/ 411957 w 2543175"/>
                <a:gd name="connsiteY30" fmla="*/ 297656 h 1890712"/>
                <a:gd name="connsiteX31" fmla="*/ 466725 w 2543175"/>
                <a:gd name="connsiteY31" fmla="*/ 328612 h 1890712"/>
                <a:gd name="connsiteX32" fmla="*/ 476250 w 2543175"/>
                <a:gd name="connsiteY32" fmla="*/ 335756 h 1890712"/>
                <a:gd name="connsiteX33" fmla="*/ 481013 w 2543175"/>
                <a:gd name="connsiteY33" fmla="*/ 342900 h 1890712"/>
                <a:gd name="connsiteX34" fmla="*/ 490538 w 2543175"/>
                <a:gd name="connsiteY34" fmla="*/ 352425 h 1890712"/>
                <a:gd name="connsiteX35" fmla="*/ 495300 w 2543175"/>
                <a:gd name="connsiteY35" fmla="*/ 359569 h 1890712"/>
                <a:gd name="connsiteX36" fmla="*/ 509588 w 2543175"/>
                <a:gd name="connsiteY36" fmla="*/ 376237 h 1890712"/>
                <a:gd name="connsiteX37" fmla="*/ 514350 w 2543175"/>
                <a:gd name="connsiteY37" fmla="*/ 383381 h 1890712"/>
                <a:gd name="connsiteX38" fmla="*/ 531019 w 2543175"/>
                <a:gd name="connsiteY38" fmla="*/ 397669 h 1890712"/>
                <a:gd name="connsiteX39" fmla="*/ 538163 w 2543175"/>
                <a:gd name="connsiteY39" fmla="*/ 407194 h 1890712"/>
                <a:gd name="connsiteX40" fmla="*/ 554832 w 2543175"/>
                <a:gd name="connsiteY40" fmla="*/ 421481 h 1890712"/>
                <a:gd name="connsiteX41" fmla="*/ 564357 w 2543175"/>
                <a:gd name="connsiteY41" fmla="*/ 431006 h 1890712"/>
                <a:gd name="connsiteX42" fmla="*/ 573882 w 2543175"/>
                <a:gd name="connsiteY42" fmla="*/ 438150 h 1890712"/>
                <a:gd name="connsiteX43" fmla="*/ 595313 w 2543175"/>
                <a:gd name="connsiteY43" fmla="*/ 454819 h 1890712"/>
                <a:gd name="connsiteX44" fmla="*/ 602457 w 2543175"/>
                <a:gd name="connsiteY44" fmla="*/ 457200 h 1890712"/>
                <a:gd name="connsiteX45" fmla="*/ 628650 w 2543175"/>
                <a:gd name="connsiteY45" fmla="*/ 469106 h 1890712"/>
                <a:gd name="connsiteX46" fmla="*/ 645319 w 2543175"/>
                <a:gd name="connsiteY46" fmla="*/ 483394 h 1890712"/>
                <a:gd name="connsiteX47" fmla="*/ 654844 w 2543175"/>
                <a:gd name="connsiteY47" fmla="*/ 488156 h 1890712"/>
                <a:gd name="connsiteX48" fmla="*/ 661988 w 2543175"/>
                <a:gd name="connsiteY48" fmla="*/ 497681 h 1890712"/>
                <a:gd name="connsiteX49" fmla="*/ 683419 w 2543175"/>
                <a:gd name="connsiteY49" fmla="*/ 514350 h 1890712"/>
                <a:gd name="connsiteX50" fmla="*/ 700088 w 2543175"/>
                <a:gd name="connsiteY50" fmla="*/ 526256 h 1890712"/>
                <a:gd name="connsiteX51" fmla="*/ 709613 w 2543175"/>
                <a:gd name="connsiteY51" fmla="*/ 535781 h 1890712"/>
                <a:gd name="connsiteX52" fmla="*/ 719138 w 2543175"/>
                <a:gd name="connsiteY52" fmla="*/ 542925 h 1890712"/>
                <a:gd name="connsiteX53" fmla="*/ 733425 w 2543175"/>
                <a:gd name="connsiteY53" fmla="*/ 557212 h 1890712"/>
                <a:gd name="connsiteX54" fmla="*/ 750094 w 2543175"/>
                <a:gd name="connsiteY54" fmla="*/ 569119 h 1890712"/>
                <a:gd name="connsiteX55" fmla="*/ 769144 w 2543175"/>
                <a:gd name="connsiteY55" fmla="*/ 581025 h 1890712"/>
                <a:gd name="connsiteX56" fmla="*/ 785813 w 2543175"/>
                <a:gd name="connsiteY56" fmla="*/ 590550 h 1890712"/>
                <a:gd name="connsiteX57" fmla="*/ 792957 w 2543175"/>
                <a:gd name="connsiteY57" fmla="*/ 600075 h 1890712"/>
                <a:gd name="connsiteX58" fmla="*/ 809625 w 2543175"/>
                <a:gd name="connsiteY58" fmla="*/ 611981 h 1890712"/>
                <a:gd name="connsiteX59" fmla="*/ 816769 w 2543175"/>
                <a:gd name="connsiteY59" fmla="*/ 619125 h 1890712"/>
                <a:gd name="connsiteX60" fmla="*/ 826294 w 2543175"/>
                <a:gd name="connsiteY60" fmla="*/ 626269 h 1890712"/>
                <a:gd name="connsiteX61" fmla="*/ 840582 w 2543175"/>
                <a:gd name="connsiteY61" fmla="*/ 638175 h 1890712"/>
                <a:gd name="connsiteX62" fmla="*/ 847725 w 2543175"/>
                <a:gd name="connsiteY62" fmla="*/ 645319 h 1890712"/>
                <a:gd name="connsiteX63" fmla="*/ 857250 w 2543175"/>
                <a:gd name="connsiteY63" fmla="*/ 652462 h 1890712"/>
                <a:gd name="connsiteX64" fmla="*/ 864394 w 2543175"/>
                <a:gd name="connsiteY64" fmla="*/ 657225 h 1890712"/>
                <a:gd name="connsiteX65" fmla="*/ 888207 w 2543175"/>
                <a:gd name="connsiteY65" fmla="*/ 676275 h 1890712"/>
                <a:gd name="connsiteX66" fmla="*/ 895350 w 2543175"/>
                <a:gd name="connsiteY66" fmla="*/ 681037 h 1890712"/>
                <a:gd name="connsiteX67" fmla="*/ 907257 w 2543175"/>
                <a:gd name="connsiteY67" fmla="*/ 683419 h 1890712"/>
                <a:gd name="connsiteX68" fmla="*/ 928688 w 2543175"/>
                <a:gd name="connsiteY68" fmla="*/ 695325 h 1890712"/>
                <a:gd name="connsiteX69" fmla="*/ 942975 w 2543175"/>
                <a:gd name="connsiteY69" fmla="*/ 700087 h 1890712"/>
                <a:gd name="connsiteX70" fmla="*/ 964407 w 2543175"/>
                <a:gd name="connsiteY70" fmla="*/ 716756 h 1890712"/>
                <a:gd name="connsiteX71" fmla="*/ 971550 w 2543175"/>
                <a:gd name="connsiteY71" fmla="*/ 723900 h 1890712"/>
                <a:gd name="connsiteX72" fmla="*/ 983457 w 2543175"/>
                <a:gd name="connsiteY72" fmla="*/ 733425 h 1890712"/>
                <a:gd name="connsiteX73" fmla="*/ 990600 w 2543175"/>
                <a:gd name="connsiteY73" fmla="*/ 738187 h 1890712"/>
                <a:gd name="connsiteX74" fmla="*/ 1007269 w 2543175"/>
                <a:gd name="connsiteY74" fmla="*/ 752475 h 1890712"/>
                <a:gd name="connsiteX75" fmla="*/ 1031082 w 2543175"/>
                <a:gd name="connsiteY75" fmla="*/ 766762 h 1890712"/>
                <a:gd name="connsiteX76" fmla="*/ 1042988 w 2543175"/>
                <a:gd name="connsiteY76" fmla="*/ 773906 h 1890712"/>
                <a:gd name="connsiteX77" fmla="*/ 1071563 w 2543175"/>
                <a:gd name="connsiteY77" fmla="*/ 785812 h 1890712"/>
                <a:gd name="connsiteX78" fmla="*/ 1097757 w 2543175"/>
                <a:gd name="connsiteY78" fmla="*/ 807244 h 1890712"/>
                <a:gd name="connsiteX79" fmla="*/ 1104900 w 2543175"/>
                <a:gd name="connsiteY79" fmla="*/ 814387 h 1890712"/>
                <a:gd name="connsiteX80" fmla="*/ 1121569 w 2543175"/>
                <a:gd name="connsiteY80" fmla="*/ 823912 h 1890712"/>
                <a:gd name="connsiteX81" fmla="*/ 1138238 w 2543175"/>
                <a:gd name="connsiteY81" fmla="*/ 835819 h 1890712"/>
                <a:gd name="connsiteX82" fmla="*/ 1147763 w 2543175"/>
                <a:gd name="connsiteY82" fmla="*/ 842962 h 1890712"/>
                <a:gd name="connsiteX83" fmla="*/ 1157288 w 2543175"/>
                <a:gd name="connsiteY83" fmla="*/ 847725 h 1890712"/>
                <a:gd name="connsiteX84" fmla="*/ 1178719 w 2543175"/>
                <a:gd name="connsiteY84" fmla="*/ 859631 h 1890712"/>
                <a:gd name="connsiteX85" fmla="*/ 1188244 w 2543175"/>
                <a:gd name="connsiteY85" fmla="*/ 866775 h 1890712"/>
                <a:gd name="connsiteX86" fmla="*/ 1195388 w 2543175"/>
                <a:gd name="connsiteY86" fmla="*/ 871537 h 1890712"/>
                <a:gd name="connsiteX87" fmla="*/ 1212057 w 2543175"/>
                <a:gd name="connsiteY87" fmla="*/ 883444 h 1890712"/>
                <a:gd name="connsiteX88" fmla="*/ 1226344 w 2543175"/>
                <a:gd name="connsiteY88" fmla="*/ 895350 h 1890712"/>
                <a:gd name="connsiteX89" fmla="*/ 1245394 w 2543175"/>
                <a:gd name="connsiteY89" fmla="*/ 907256 h 1890712"/>
                <a:gd name="connsiteX90" fmla="*/ 1254919 w 2543175"/>
                <a:gd name="connsiteY90" fmla="*/ 914400 h 1890712"/>
                <a:gd name="connsiteX91" fmla="*/ 1269207 w 2543175"/>
                <a:gd name="connsiteY91" fmla="*/ 921544 h 1890712"/>
                <a:gd name="connsiteX92" fmla="*/ 1290638 w 2543175"/>
                <a:gd name="connsiteY92" fmla="*/ 935831 h 1890712"/>
                <a:gd name="connsiteX93" fmla="*/ 1307307 w 2543175"/>
                <a:gd name="connsiteY93" fmla="*/ 952500 h 1890712"/>
                <a:gd name="connsiteX94" fmla="*/ 1333500 w 2543175"/>
                <a:gd name="connsiteY94" fmla="*/ 971550 h 1890712"/>
                <a:gd name="connsiteX95" fmla="*/ 1359694 w 2543175"/>
                <a:gd name="connsiteY95" fmla="*/ 990600 h 1890712"/>
                <a:gd name="connsiteX96" fmla="*/ 1385888 w 2543175"/>
                <a:gd name="connsiteY96" fmla="*/ 1021557 h 1890712"/>
                <a:gd name="connsiteX97" fmla="*/ 1435894 w 2543175"/>
                <a:gd name="connsiteY97" fmla="*/ 1054894 h 1890712"/>
                <a:gd name="connsiteX98" fmla="*/ 1497806 w 2543175"/>
                <a:gd name="connsiteY98" fmla="*/ 1104900 h 1890712"/>
                <a:gd name="connsiteX99" fmla="*/ 1559718 w 2543175"/>
                <a:gd name="connsiteY99" fmla="*/ 1154906 h 1890712"/>
                <a:gd name="connsiteX100" fmla="*/ 1597819 w 2543175"/>
                <a:gd name="connsiteY100" fmla="*/ 1154906 h 1890712"/>
                <a:gd name="connsiteX101" fmla="*/ 1604963 w 2543175"/>
                <a:gd name="connsiteY101" fmla="*/ 1162050 h 1890712"/>
                <a:gd name="connsiteX102" fmla="*/ 1612107 w 2543175"/>
                <a:gd name="connsiteY102" fmla="*/ 1166812 h 1890712"/>
                <a:gd name="connsiteX103" fmla="*/ 1628775 w 2543175"/>
                <a:gd name="connsiteY103" fmla="*/ 1183481 h 1890712"/>
                <a:gd name="connsiteX104" fmla="*/ 1662113 w 2543175"/>
                <a:gd name="connsiteY104" fmla="*/ 1209675 h 1890712"/>
                <a:gd name="connsiteX105" fmla="*/ 1678782 w 2543175"/>
                <a:gd name="connsiteY105" fmla="*/ 1226344 h 1890712"/>
                <a:gd name="connsiteX106" fmla="*/ 1700213 w 2543175"/>
                <a:gd name="connsiteY106" fmla="*/ 1247775 h 1890712"/>
                <a:gd name="connsiteX107" fmla="*/ 1712119 w 2543175"/>
                <a:gd name="connsiteY107" fmla="*/ 1259681 h 1890712"/>
                <a:gd name="connsiteX108" fmla="*/ 1733550 w 2543175"/>
                <a:gd name="connsiteY108" fmla="*/ 1273969 h 1890712"/>
                <a:gd name="connsiteX109" fmla="*/ 1743075 w 2543175"/>
                <a:gd name="connsiteY109" fmla="*/ 1283494 h 1890712"/>
                <a:gd name="connsiteX110" fmla="*/ 1754982 w 2543175"/>
                <a:gd name="connsiteY110" fmla="*/ 1290637 h 1890712"/>
                <a:gd name="connsiteX111" fmla="*/ 1766888 w 2543175"/>
                <a:gd name="connsiteY111" fmla="*/ 1300162 h 1890712"/>
                <a:gd name="connsiteX112" fmla="*/ 1783557 w 2543175"/>
                <a:gd name="connsiteY112" fmla="*/ 1307306 h 1890712"/>
                <a:gd name="connsiteX113" fmla="*/ 1790700 w 2543175"/>
                <a:gd name="connsiteY113" fmla="*/ 1312069 h 1890712"/>
                <a:gd name="connsiteX114" fmla="*/ 1800225 w 2543175"/>
                <a:gd name="connsiteY114" fmla="*/ 1319212 h 1890712"/>
                <a:gd name="connsiteX115" fmla="*/ 1807369 w 2543175"/>
                <a:gd name="connsiteY115" fmla="*/ 1321594 h 1890712"/>
                <a:gd name="connsiteX116" fmla="*/ 1824038 w 2543175"/>
                <a:gd name="connsiteY116" fmla="*/ 1333500 h 1890712"/>
                <a:gd name="connsiteX117" fmla="*/ 1843088 w 2543175"/>
                <a:gd name="connsiteY117" fmla="*/ 1352550 h 1890712"/>
                <a:gd name="connsiteX118" fmla="*/ 1852613 w 2543175"/>
                <a:gd name="connsiteY118" fmla="*/ 1359694 h 1890712"/>
                <a:gd name="connsiteX119" fmla="*/ 1859757 w 2543175"/>
                <a:gd name="connsiteY119" fmla="*/ 1366837 h 1890712"/>
                <a:gd name="connsiteX120" fmla="*/ 1869282 w 2543175"/>
                <a:gd name="connsiteY120" fmla="*/ 1371600 h 1890712"/>
                <a:gd name="connsiteX121" fmla="*/ 1883569 w 2543175"/>
                <a:gd name="connsiteY121" fmla="*/ 1388269 h 1890712"/>
                <a:gd name="connsiteX122" fmla="*/ 1893094 w 2543175"/>
                <a:gd name="connsiteY122" fmla="*/ 1395412 h 1890712"/>
                <a:gd name="connsiteX123" fmla="*/ 1902619 w 2543175"/>
                <a:gd name="connsiteY123" fmla="*/ 1404937 h 1890712"/>
                <a:gd name="connsiteX124" fmla="*/ 1912144 w 2543175"/>
                <a:gd name="connsiteY124" fmla="*/ 1409700 h 1890712"/>
                <a:gd name="connsiteX125" fmla="*/ 1931194 w 2543175"/>
                <a:gd name="connsiteY125" fmla="*/ 1421606 h 1890712"/>
                <a:gd name="connsiteX126" fmla="*/ 1935957 w 2543175"/>
                <a:gd name="connsiteY126" fmla="*/ 1428750 h 1890712"/>
                <a:gd name="connsiteX127" fmla="*/ 1952625 w 2543175"/>
                <a:gd name="connsiteY127" fmla="*/ 1438275 h 1890712"/>
                <a:gd name="connsiteX128" fmla="*/ 1971675 w 2543175"/>
                <a:gd name="connsiteY128" fmla="*/ 1450181 h 1890712"/>
                <a:gd name="connsiteX129" fmla="*/ 1981200 w 2543175"/>
                <a:gd name="connsiteY129" fmla="*/ 1454944 h 1890712"/>
                <a:gd name="connsiteX130" fmla="*/ 1997869 w 2543175"/>
                <a:gd name="connsiteY130" fmla="*/ 1471612 h 1890712"/>
                <a:gd name="connsiteX131" fmla="*/ 2007394 w 2543175"/>
                <a:gd name="connsiteY131" fmla="*/ 1478756 h 1890712"/>
                <a:gd name="connsiteX132" fmla="*/ 2016919 w 2543175"/>
                <a:gd name="connsiteY132" fmla="*/ 1483519 h 1890712"/>
                <a:gd name="connsiteX133" fmla="*/ 2024063 w 2543175"/>
                <a:gd name="connsiteY133" fmla="*/ 1490662 h 1890712"/>
                <a:gd name="connsiteX134" fmla="*/ 2033588 w 2543175"/>
                <a:gd name="connsiteY134" fmla="*/ 1495425 h 1890712"/>
                <a:gd name="connsiteX135" fmla="*/ 2040732 w 2543175"/>
                <a:gd name="connsiteY135" fmla="*/ 1502569 h 1890712"/>
                <a:gd name="connsiteX136" fmla="*/ 2047875 w 2543175"/>
                <a:gd name="connsiteY136" fmla="*/ 1507331 h 1890712"/>
                <a:gd name="connsiteX137" fmla="*/ 2057400 w 2543175"/>
                <a:gd name="connsiteY137" fmla="*/ 1514475 h 1890712"/>
                <a:gd name="connsiteX138" fmla="*/ 2064544 w 2543175"/>
                <a:gd name="connsiteY138" fmla="*/ 1519237 h 1890712"/>
                <a:gd name="connsiteX139" fmla="*/ 2071688 w 2543175"/>
                <a:gd name="connsiteY139" fmla="*/ 1526381 h 1890712"/>
                <a:gd name="connsiteX140" fmla="*/ 2081213 w 2543175"/>
                <a:gd name="connsiteY140" fmla="*/ 1531144 h 1890712"/>
                <a:gd name="connsiteX141" fmla="*/ 2090738 w 2543175"/>
                <a:gd name="connsiteY141" fmla="*/ 1538287 h 1890712"/>
                <a:gd name="connsiteX142" fmla="*/ 2109788 w 2543175"/>
                <a:gd name="connsiteY142" fmla="*/ 1547812 h 1890712"/>
                <a:gd name="connsiteX143" fmla="*/ 2131219 w 2543175"/>
                <a:gd name="connsiteY143" fmla="*/ 1562100 h 1890712"/>
                <a:gd name="connsiteX144" fmla="*/ 2140744 w 2543175"/>
                <a:gd name="connsiteY144" fmla="*/ 1566862 h 1890712"/>
                <a:gd name="connsiteX145" fmla="*/ 2152650 w 2543175"/>
                <a:gd name="connsiteY145" fmla="*/ 1576387 h 1890712"/>
                <a:gd name="connsiteX146" fmla="*/ 2181225 w 2543175"/>
                <a:gd name="connsiteY146" fmla="*/ 1590675 h 1890712"/>
                <a:gd name="connsiteX147" fmla="*/ 2200275 w 2543175"/>
                <a:gd name="connsiteY147" fmla="*/ 1607344 h 1890712"/>
                <a:gd name="connsiteX148" fmla="*/ 2207419 w 2543175"/>
                <a:gd name="connsiteY148" fmla="*/ 1612106 h 1890712"/>
                <a:gd name="connsiteX149" fmla="*/ 2216944 w 2543175"/>
                <a:gd name="connsiteY149" fmla="*/ 1619250 h 1890712"/>
                <a:gd name="connsiteX150" fmla="*/ 2224088 w 2543175"/>
                <a:gd name="connsiteY150" fmla="*/ 1624012 h 1890712"/>
                <a:gd name="connsiteX151" fmla="*/ 2247900 w 2543175"/>
                <a:gd name="connsiteY151" fmla="*/ 1643062 h 1890712"/>
                <a:gd name="connsiteX152" fmla="*/ 2255044 w 2543175"/>
                <a:gd name="connsiteY152" fmla="*/ 1650206 h 1890712"/>
                <a:gd name="connsiteX153" fmla="*/ 2281238 w 2543175"/>
                <a:gd name="connsiteY153" fmla="*/ 1664494 h 1890712"/>
                <a:gd name="connsiteX154" fmla="*/ 2297907 w 2543175"/>
                <a:gd name="connsiteY154" fmla="*/ 1674019 h 1890712"/>
                <a:gd name="connsiteX155" fmla="*/ 2312194 w 2543175"/>
                <a:gd name="connsiteY155" fmla="*/ 1685925 h 1890712"/>
                <a:gd name="connsiteX156" fmla="*/ 2328863 w 2543175"/>
                <a:gd name="connsiteY156" fmla="*/ 1697831 h 1890712"/>
                <a:gd name="connsiteX157" fmla="*/ 2350294 w 2543175"/>
                <a:gd name="connsiteY157" fmla="*/ 1712119 h 1890712"/>
                <a:gd name="connsiteX158" fmla="*/ 2369344 w 2543175"/>
                <a:gd name="connsiteY158" fmla="*/ 1724025 h 1890712"/>
                <a:gd name="connsiteX159" fmla="*/ 2428876 w 2543175"/>
                <a:gd name="connsiteY159" fmla="*/ 1785938 h 1890712"/>
                <a:gd name="connsiteX160" fmla="*/ 2466975 w 2543175"/>
                <a:gd name="connsiteY160" fmla="*/ 1783556 h 1890712"/>
                <a:gd name="connsiteX161" fmla="*/ 2481263 w 2543175"/>
                <a:gd name="connsiteY161" fmla="*/ 1795462 h 1890712"/>
                <a:gd name="connsiteX162" fmla="*/ 2486025 w 2543175"/>
                <a:gd name="connsiteY162" fmla="*/ 1802606 h 1890712"/>
                <a:gd name="connsiteX163" fmla="*/ 2514600 w 2543175"/>
                <a:gd name="connsiteY163" fmla="*/ 1850231 h 1890712"/>
                <a:gd name="connsiteX164" fmla="*/ 2519363 w 2543175"/>
                <a:gd name="connsiteY164" fmla="*/ 1857375 h 1890712"/>
                <a:gd name="connsiteX165" fmla="*/ 2540794 w 2543175"/>
                <a:gd name="connsiteY165" fmla="*/ 1883569 h 1890712"/>
                <a:gd name="connsiteX166" fmla="*/ 2543175 w 2543175"/>
                <a:gd name="connsiteY166" fmla="*/ 1890712 h 1890712"/>
                <a:gd name="connsiteX0" fmla="*/ 0 w 2543175"/>
                <a:gd name="connsiteY0" fmla="*/ 0 h 1890712"/>
                <a:gd name="connsiteX1" fmla="*/ 11907 w 2543175"/>
                <a:gd name="connsiteY1" fmla="*/ 11906 h 1890712"/>
                <a:gd name="connsiteX2" fmla="*/ 21432 w 2543175"/>
                <a:gd name="connsiteY2" fmla="*/ 16669 h 1890712"/>
                <a:gd name="connsiteX3" fmla="*/ 23813 w 2543175"/>
                <a:gd name="connsiteY3" fmla="*/ 23812 h 1890712"/>
                <a:gd name="connsiteX4" fmla="*/ 33338 w 2543175"/>
                <a:gd name="connsiteY4" fmla="*/ 33337 h 1890712"/>
                <a:gd name="connsiteX5" fmla="*/ 40482 w 2543175"/>
                <a:gd name="connsiteY5" fmla="*/ 42862 h 1890712"/>
                <a:gd name="connsiteX6" fmla="*/ 47625 w 2543175"/>
                <a:gd name="connsiteY6" fmla="*/ 47625 h 1890712"/>
                <a:gd name="connsiteX7" fmla="*/ 57150 w 2543175"/>
                <a:gd name="connsiteY7" fmla="*/ 54769 h 1890712"/>
                <a:gd name="connsiteX8" fmla="*/ 64294 w 2543175"/>
                <a:gd name="connsiteY8" fmla="*/ 59531 h 1890712"/>
                <a:gd name="connsiteX9" fmla="*/ 83344 w 2543175"/>
                <a:gd name="connsiteY9" fmla="*/ 73819 h 1890712"/>
                <a:gd name="connsiteX10" fmla="*/ 97632 w 2543175"/>
                <a:gd name="connsiteY10" fmla="*/ 80962 h 1890712"/>
                <a:gd name="connsiteX11" fmla="*/ 104775 w 2543175"/>
                <a:gd name="connsiteY11" fmla="*/ 85725 h 1890712"/>
                <a:gd name="connsiteX12" fmla="*/ 114300 w 2543175"/>
                <a:gd name="connsiteY12" fmla="*/ 95250 h 1890712"/>
                <a:gd name="connsiteX13" fmla="*/ 123825 w 2543175"/>
                <a:gd name="connsiteY13" fmla="*/ 97631 h 1890712"/>
                <a:gd name="connsiteX14" fmla="*/ 130969 w 2543175"/>
                <a:gd name="connsiteY14" fmla="*/ 104775 h 1890712"/>
                <a:gd name="connsiteX15" fmla="*/ 140494 w 2543175"/>
                <a:gd name="connsiteY15" fmla="*/ 111919 h 1890712"/>
                <a:gd name="connsiteX16" fmla="*/ 147638 w 2543175"/>
                <a:gd name="connsiteY16" fmla="*/ 116681 h 1890712"/>
                <a:gd name="connsiteX17" fmla="*/ 164307 w 2543175"/>
                <a:gd name="connsiteY17" fmla="*/ 128587 h 1890712"/>
                <a:gd name="connsiteX18" fmla="*/ 180975 w 2543175"/>
                <a:gd name="connsiteY18" fmla="*/ 140494 h 1890712"/>
                <a:gd name="connsiteX19" fmla="*/ 197644 w 2543175"/>
                <a:gd name="connsiteY19" fmla="*/ 152400 h 1890712"/>
                <a:gd name="connsiteX20" fmla="*/ 204788 w 2543175"/>
                <a:gd name="connsiteY20" fmla="*/ 157162 h 1890712"/>
                <a:gd name="connsiteX21" fmla="*/ 214313 w 2543175"/>
                <a:gd name="connsiteY21" fmla="*/ 164306 h 1890712"/>
                <a:gd name="connsiteX22" fmla="*/ 230982 w 2543175"/>
                <a:gd name="connsiteY22" fmla="*/ 180975 h 1890712"/>
                <a:gd name="connsiteX23" fmla="*/ 247650 w 2543175"/>
                <a:gd name="connsiteY23" fmla="*/ 185737 h 1890712"/>
                <a:gd name="connsiteX24" fmla="*/ 300038 w 2543175"/>
                <a:gd name="connsiteY24" fmla="*/ 219075 h 1890712"/>
                <a:gd name="connsiteX25" fmla="*/ 342900 w 2543175"/>
                <a:gd name="connsiteY25" fmla="*/ 254794 h 1890712"/>
                <a:gd name="connsiteX26" fmla="*/ 366713 w 2543175"/>
                <a:gd name="connsiteY26" fmla="*/ 264319 h 1890712"/>
                <a:gd name="connsiteX27" fmla="*/ 371475 w 2543175"/>
                <a:gd name="connsiteY27" fmla="*/ 271462 h 1890712"/>
                <a:gd name="connsiteX28" fmla="*/ 385763 w 2543175"/>
                <a:gd name="connsiteY28" fmla="*/ 283369 h 1890712"/>
                <a:gd name="connsiteX29" fmla="*/ 404813 w 2543175"/>
                <a:gd name="connsiteY29" fmla="*/ 295275 h 1890712"/>
                <a:gd name="connsiteX30" fmla="*/ 411957 w 2543175"/>
                <a:gd name="connsiteY30" fmla="*/ 297656 h 1890712"/>
                <a:gd name="connsiteX31" fmla="*/ 466725 w 2543175"/>
                <a:gd name="connsiteY31" fmla="*/ 328612 h 1890712"/>
                <a:gd name="connsiteX32" fmla="*/ 476250 w 2543175"/>
                <a:gd name="connsiteY32" fmla="*/ 335756 h 1890712"/>
                <a:gd name="connsiteX33" fmla="*/ 481013 w 2543175"/>
                <a:gd name="connsiteY33" fmla="*/ 342900 h 1890712"/>
                <a:gd name="connsiteX34" fmla="*/ 490538 w 2543175"/>
                <a:gd name="connsiteY34" fmla="*/ 352425 h 1890712"/>
                <a:gd name="connsiteX35" fmla="*/ 495300 w 2543175"/>
                <a:gd name="connsiteY35" fmla="*/ 359569 h 1890712"/>
                <a:gd name="connsiteX36" fmla="*/ 509588 w 2543175"/>
                <a:gd name="connsiteY36" fmla="*/ 376237 h 1890712"/>
                <a:gd name="connsiteX37" fmla="*/ 514350 w 2543175"/>
                <a:gd name="connsiteY37" fmla="*/ 383381 h 1890712"/>
                <a:gd name="connsiteX38" fmla="*/ 531019 w 2543175"/>
                <a:gd name="connsiteY38" fmla="*/ 397669 h 1890712"/>
                <a:gd name="connsiteX39" fmla="*/ 538163 w 2543175"/>
                <a:gd name="connsiteY39" fmla="*/ 407194 h 1890712"/>
                <a:gd name="connsiteX40" fmla="*/ 554832 w 2543175"/>
                <a:gd name="connsiteY40" fmla="*/ 421481 h 1890712"/>
                <a:gd name="connsiteX41" fmla="*/ 564357 w 2543175"/>
                <a:gd name="connsiteY41" fmla="*/ 431006 h 1890712"/>
                <a:gd name="connsiteX42" fmla="*/ 573882 w 2543175"/>
                <a:gd name="connsiteY42" fmla="*/ 438150 h 1890712"/>
                <a:gd name="connsiteX43" fmla="*/ 595313 w 2543175"/>
                <a:gd name="connsiteY43" fmla="*/ 454819 h 1890712"/>
                <a:gd name="connsiteX44" fmla="*/ 602457 w 2543175"/>
                <a:gd name="connsiteY44" fmla="*/ 457200 h 1890712"/>
                <a:gd name="connsiteX45" fmla="*/ 628650 w 2543175"/>
                <a:gd name="connsiteY45" fmla="*/ 469106 h 1890712"/>
                <a:gd name="connsiteX46" fmla="*/ 645319 w 2543175"/>
                <a:gd name="connsiteY46" fmla="*/ 483394 h 1890712"/>
                <a:gd name="connsiteX47" fmla="*/ 654844 w 2543175"/>
                <a:gd name="connsiteY47" fmla="*/ 488156 h 1890712"/>
                <a:gd name="connsiteX48" fmla="*/ 661988 w 2543175"/>
                <a:gd name="connsiteY48" fmla="*/ 497681 h 1890712"/>
                <a:gd name="connsiteX49" fmla="*/ 683419 w 2543175"/>
                <a:gd name="connsiteY49" fmla="*/ 514350 h 1890712"/>
                <a:gd name="connsiteX50" fmla="*/ 700088 w 2543175"/>
                <a:gd name="connsiteY50" fmla="*/ 526256 h 1890712"/>
                <a:gd name="connsiteX51" fmla="*/ 709613 w 2543175"/>
                <a:gd name="connsiteY51" fmla="*/ 535781 h 1890712"/>
                <a:gd name="connsiteX52" fmla="*/ 719138 w 2543175"/>
                <a:gd name="connsiteY52" fmla="*/ 542925 h 1890712"/>
                <a:gd name="connsiteX53" fmla="*/ 733425 w 2543175"/>
                <a:gd name="connsiteY53" fmla="*/ 557212 h 1890712"/>
                <a:gd name="connsiteX54" fmla="*/ 750094 w 2543175"/>
                <a:gd name="connsiteY54" fmla="*/ 569119 h 1890712"/>
                <a:gd name="connsiteX55" fmla="*/ 769144 w 2543175"/>
                <a:gd name="connsiteY55" fmla="*/ 581025 h 1890712"/>
                <a:gd name="connsiteX56" fmla="*/ 785813 w 2543175"/>
                <a:gd name="connsiteY56" fmla="*/ 590550 h 1890712"/>
                <a:gd name="connsiteX57" fmla="*/ 792957 w 2543175"/>
                <a:gd name="connsiteY57" fmla="*/ 600075 h 1890712"/>
                <a:gd name="connsiteX58" fmla="*/ 809625 w 2543175"/>
                <a:gd name="connsiteY58" fmla="*/ 611981 h 1890712"/>
                <a:gd name="connsiteX59" fmla="*/ 816769 w 2543175"/>
                <a:gd name="connsiteY59" fmla="*/ 619125 h 1890712"/>
                <a:gd name="connsiteX60" fmla="*/ 826294 w 2543175"/>
                <a:gd name="connsiteY60" fmla="*/ 626269 h 1890712"/>
                <a:gd name="connsiteX61" fmla="*/ 840582 w 2543175"/>
                <a:gd name="connsiteY61" fmla="*/ 638175 h 1890712"/>
                <a:gd name="connsiteX62" fmla="*/ 847725 w 2543175"/>
                <a:gd name="connsiteY62" fmla="*/ 645319 h 1890712"/>
                <a:gd name="connsiteX63" fmla="*/ 857250 w 2543175"/>
                <a:gd name="connsiteY63" fmla="*/ 652462 h 1890712"/>
                <a:gd name="connsiteX64" fmla="*/ 864394 w 2543175"/>
                <a:gd name="connsiteY64" fmla="*/ 657225 h 1890712"/>
                <a:gd name="connsiteX65" fmla="*/ 888207 w 2543175"/>
                <a:gd name="connsiteY65" fmla="*/ 676275 h 1890712"/>
                <a:gd name="connsiteX66" fmla="*/ 895350 w 2543175"/>
                <a:gd name="connsiteY66" fmla="*/ 681037 h 1890712"/>
                <a:gd name="connsiteX67" fmla="*/ 907257 w 2543175"/>
                <a:gd name="connsiteY67" fmla="*/ 683419 h 1890712"/>
                <a:gd name="connsiteX68" fmla="*/ 928688 w 2543175"/>
                <a:gd name="connsiteY68" fmla="*/ 695325 h 1890712"/>
                <a:gd name="connsiteX69" fmla="*/ 942975 w 2543175"/>
                <a:gd name="connsiteY69" fmla="*/ 700087 h 1890712"/>
                <a:gd name="connsiteX70" fmla="*/ 964407 w 2543175"/>
                <a:gd name="connsiteY70" fmla="*/ 716756 h 1890712"/>
                <a:gd name="connsiteX71" fmla="*/ 971550 w 2543175"/>
                <a:gd name="connsiteY71" fmla="*/ 723900 h 1890712"/>
                <a:gd name="connsiteX72" fmla="*/ 983457 w 2543175"/>
                <a:gd name="connsiteY72" fmla="*/ 733425 h 1890712"/>
                <a:gd name="connsiteX73" fmla="*/ 990600 w 2543175"/>
                <a:gd name="connsiteY73" fmla="*/ 738187 h 1890712"/>
                <a:gd name="connsiteX74" fmla="*/ 1007269 w 2543175"/>
                <a:gd name="connsiteY74" fmla="*/ 752475 h 1890712"/>
                <a:gd name="connsiteX75" fmla="*/ 1031082 w 2543175"/>
                <a:gd name="connsiteY75" fmla="*/ 766762 h 1890712"/>
                <a:gd name="connsiteX76" fmla="*/ 1042988 w 2543175"/>
                <a:gd name="connsiteY76" fmla="*/ 773906 h 1890712"/>
                <a:gd name="connsiteX77" fmla="*/ 1071563 w 2543175"/>
                <a:gd name="connsiteY77" fmla="*/ 785812 h 1890712"/>
                <a:gd name="connsiteX78" fmla="*/ 1097757 w 2543175"/>
                <a:gd name="connsiteY78" fmla="*/ 807244 h 1890712"/>
                <a:gd name="connsiteX79" fmla="*/ 1104900 w 2543175"/>
                <a:gd name="connsiteY79" fmla="*/ 814387 h 1890712"/>
                <a:gd name="connsiteX80" fmla="*/ 1121569 w 2543175"/>
                <a:gd name="connsiteY80" fmla="*/ 823912 h 1890712"/>
                <a:gd name="connsiteX81" fmla="*/ 1138238 w 2543175"/>
                <a:gd name="connsiteY81" fmla="*/ 835819 h 1890712"/>
                <a:gd name="connsiteX82" fmla="*/ 1147763 w 2543175"/>
                <a:gd name="connsiteY82" fmla="*/ 842962 h 1890712"/>
                <a:gd name="connsiteX83" fmla="*/ 1157288 w 2543175"/>
                <a:gd name="connsiteY83" fmla="*/ 847725 h 1890712"/>
                <a:gd name="connsiteX84" fmla="*/ 1178719 w 2543175"/>
                <a:gd name="connsiteY84" fmla="*/ 859631 h 1890712"/>
                <a:gd name="connsiteX85" fmla="*/ 1188244 w 2543175"/>
                <a:gd name="connsiteY85" fmla="*/ 866775 h 1890712"/>
                <a:gd name="connsiteX86" fmla="*/ 1195388 w 2543175"/>
                <a:gd name="connsiteY86" fmla="*/ 871537 h 1890712"/>
                <a:gd name="connsiteX87" fmla="*/ 1212057 w 2543175"/>
                <a:gd name="connsiteY87" fmla="*/ 883444 h 1890712"/>
                <a:gd name="connsiteX88" fmla="*/ 1226344 w 2543175"/>
                <a:gd name="connsiteY88" fmla="*/ 895350 h 1890712"/>
                <a:gd name="connsiteX89" fmla="*/ 1245394 w 2543175"/>
                <a:gd name="connsiteY89" fmla="*/ 907256 h 1890712"/>
                <a:gd name="connsiteX90" fmla="*/ 1254919 w 2543175"/>
                <a:gd name="connsiteY90" fmla="*/ 914400 h 1890712"/>
                <a:gd name="connsiteX91" fmla="*/ 1269207 w 2543175"/>
                <a:gd name="connsiteY91" fmla="*/ 921544 h 1890712"/>
                <a:gd name="connsiteX92" fmla="*/ 1290638 w 2543175"/>
                <a:gd name="connsiteY92" fmla="*/ 935831 h 1890712"/>
                <a:gd name="connsiteX93" fmla="*/ 1307307 w 2543175"/>
                <a:gd name="connsiteY93" fmla="*/ 952500 h 1890712"/>
                <a:gd name="connsiteX94" fmla="*/ 1333500 w 2543175"/>
                <a:gd name="connsiteY94" fmla="*/ 971550 h 1890712"/>
                <a:gd name="connsiteX95" fmla="*/ 1359694 w 2543175"/>
                <a:gd name="connsiteY95" fmla="*/ 990600 h 1890712"/>
                <a:gd name="connsiteX96" fmla="*/ 1385888 w 2543175"/>
                <a:gd name="connsiteY96" fmla="*/ 1021557 h 1890712"/>
                <a:gd name="connsiteX97" fmla="*/ 1435894 w 2543175"/>
                <a:gd name="connsiteY97" fmla="*/ 1054894 h 1890712"/>
                <a:gd name="connsiteX98" fmla="*/ 1497806 w 2543175"/>
                <a:gd name="connsiteY98" fmla="*/ 1104900 h 1890712"/>
                <a:gd name="connsiteX99" fmla="*/ 1559718 w 2543175"/>
                <a:gd name="connsiteY99" fmla="*/ 1154906 h 1890712"/>
                <a:gd name="connsiteX100" fmla="*/ 1597819 w 2543175"/>
                <a:gd name="connsiteY100" fmla="*/ 1154906 h 1890712"/>
                <a:gd name="connsiteX101" fmla="*/ 1604963 w 2543175"/>
                <a:gd name="connsiteY101" fmla="*/ 1162050 h 1890712"/>
                <a:gd name="connsiteX102" fmla="*/ 1628775 w 2543175"/>
                <a:gd name="connsiteY102" fmla="*/ 1183481 h 1890712"/>
                <a:gd name="connsiteX103" fmla="*/ 1662113 w 2543175"/>
                <a:gd name="connsiteY103" fmla="*/ 1209675 h 1890712"/>
                <a:gd name="connsiteX104" fmla="*/ 1678782 w 2543175"/>
                <a:gd name="connsiteY104" fmla="*/ 1226344 h 1890712"/>
                <a:gd name="connsiteX105" fmla="*/ 1700213 w 2543175"/>
                <a:gd name="connsiteY105" fmla="*/ 1247775 h 1890712"/>
                <a:gd name="connsiteX106" fmla="*/ 1712119 w 2543175"/>
                <a:gd name="connsiteY106" fmla="*/ 1259681 h 1890712"/>
                <a:gd name="connsiteX107" fmla="*/ 1733550 w 2543175"/>
                <a:gd name="connsiteY107" fmla="*/ 1273969 h 1890712"/>
                <a:gd name="connsiteX108" fmla="*/ 1743075 w 2543175"/>
                <a:gd name="connsiteY108" fmla="*/ 1283494 h 1890712"/>
                <a:gd name="connsiteX109" fmla="*/ 1754982 w 2543175"/>
                <a:gd name="connsiteY109" fmla="*/ 1290637 h 1890712"/>
                <a:gd name="connsiteX110" fmla="*/ 1766888 w 2543175"/>
                <a:gd name="connsiteY110" fmla="*/ 1300162 h 1890712"/>
                <a:gd name="connsiteX111" fmla="*/ 1783557 w 2543175"/>
                <a:gd name="connsiteY111" fmla="*/ 1307306 h 1890712"/>
                <a:gd name="connsiteX112" fmla="*/ 1790700 w 2543175"/>
                <a:gd name="connsiteY112" fmla="*/ 1312069 h 1890712"/>
                <a:gd name="connsiteX113" fmla="*/ 1800225 w 2543175"/>
                <a:gd name="connsiteY113" fmla="*/ 1319212 h 1890712"/>
                <a:gd name="connsiteX114" fmla="*/ 1807369 w 2543175"/>
                <a:gd name="connsiteY114" fmla="*/ 1321594 h 1890712"/>
                <a:gd name="connsiteX115" fmla="*/ 1824038 w 2543175"/>
                <a:gd name="connsiteY115" fmla="*/ 1333500 h 1890712"/>
                <a:gd name="connsiteX116" fmla="*/ 1843088 w 2543175"/>
                <a:gd name="connsiteY116" fmla="*/ 1352550 h 1890712"/>
                <a:gd name="connsiteX117" fmla="*/ 1852613 w 2543175"/>
                <a:gd name="connsiteY117" fmla="*/ 1359694 h 1890712"/>
                <a:gd name="connsiteX118" fmla="*/ 1859757 w 2543175"/>
                <a:gd name="connsiteY118" fmla="*/ 1366837 h 1890712"/>
                <a:gd name="connsiteX119" fmla="*/ 1869282 w 2543175"/>
                <a:gd name="connsiteY119" fmla="*/ 1371600 h 1890712"/>
                <a:gd name="connsiteX120" fmla="*/ 1883569 w 2543175"/>
                <a:gd name="connsiteY120" fmla="*/ 1388269 h 1890712"/>
                <a:gd name="connsiteX121" fmla="*/ 1893094 w 2543175"/>
                <a:gd name="connsiteY121" fmla="*/ 1395412 h 1890712"/>
                <a:gd name="connsiteX122" fmla="*/ 1902619 w 2543175"/>
                <a:gd name="connsiteY122" fmla="*/ 1404937 h 1890712"/>
                <a:gd name="connsiteX123" fmla="*/ 1912144 w 2543175"/>
                <a:gd name="connsiteY123" fmla="*/ 1409700 h 1890712"/>
                <a:gd name="connsiteX124" fmla="*/ 1931194 w 2543175"/>
                <a:gd name="connsiteY124" fmla="*/ 1421606 h 1890712"/>
                <a:gd name="connsiteX125" fmla="*/ 1935957 w 2543175"/>
                <a:gd name="connsiteY125" fmla="*/ 1428750 h 1890712"/>
                <a:gd name="connsiteX126" fmla="*/ 1952625 w 2543175"/>
                <a:gd name="connsiteY126" fmla="*/ 1438275 h 1890712"/>
                <a:gd name="connsiteX127" fmla="*/ 1971675 w 2543175"/>
                <a:gd name="connsiteY127" fmla="*/ 1450181 h 1890712"/>
                <a:gd name="connsiteX128" fmla="*/ 1981200 w 2543175"/>
                <a:gd name="connsiteY128" fmla="*/ 1454944 h 1890712"/>
                <a:gd name="connsiteX129" fmla="*/ 1997869 w 2543175"/>
                <a:gd name="connsiteY129" fmla="*/ 1471612 h 1890712"/>
                <a:gd name="connsiteX130" fmla="*/ 2007394 w 2543175"/>
                <a:gd name="connsiteY130" fmla="*/ 1478756 h 1890712"/>
                <a:gd name="connsiteX131" fmla="*/ 2016919 w 2543175"/>
                <a:gd name="connsiteY131" fmla="*/ 1483519 h 1890712"/>
                <a:gd name="connsiteX132" fmla="*/ 2024063 w 2543175"/>
                <a:gd name="connsiteY132" fmla="*/ 1490662 h 1890712"/>
                <a:gd name="connsiteX133" fmla="*/ 2033588 w 2543175"/>
                <a:gd name="connsiteY133" fmla="*/ 1495425 h 1890712"/>
                <a:gd name="connsiteX134" fmla="*/ 2040732 w 2543175"/>
                <a:gd name="connsiteY134" fmla="*/ 1502569 h 1890712"/>
                <a:gd name="connsiteX135" fmla="*/ 2047875 w 2543175"/>
                <a:gd name="connsiteY135" fmla="*/ 1507331 h 1890712"/>
                <a:gd name="connsiteX136" fmla="*/ 2057400 w 2543175"/>
                <a:gd name="connsiteY136" fmla="*/ 1514475 h 1890712"/>
                <a:gd name="connsiteX137" fmla="*/ 2064544 w 2543175"/>
                <a:gd name="connsiteY137" fmla="*/ 1519237 h 1890712"/>
                <a:gd name="connsiteX138" fmla="*/ 2071688 w 2543175"/>
                <a:gd name="connsiteY138" fmla="*/ 1526381 h 1890712"/>
                <a:gd name="connsiteX139" fmla="*/ 2081213 w 2543175"/>
                <a:gd name="connsiteY139" fmla="*/ 1531144 h 1890712"/>
                <a:gd name="connsiteX140" fmla="*/ 2090738 w 2543175"/>
                <a:gd name="connsiteY140" fmla="*/ 1538287 h 1890712"/>
                <a:gd name="connsiteX141" fmla="*/ 2109788 w 2543175"/>
                <a:gd name="connsiteY141" fmla="*/ 1547812 h 1890712"/>
                <a:gd name="connsiteX142" fmla="*/ 2131219 w 2543175"/>
                <a:gd name="connsiteY142" fmla="*/ 1562100 h 1890712"/>
                <a:gd name="connsiteX143" fmla="*/ 2140744 w 2543175"/>
                <a:gd name="connsiteY143" fmla="*/ 1566862 h 1890712"/>
                <a:gd name="connsiteX144" fmla="*/ 2152650 w 2543175"/>
                <a:gd name="connsiteY144" fmla="*/ 1576387 h 1890712"/>
                <a:gd name="connsiteX145" fmla="*/ 2181225 w 2543175"/>
                <a:gd name="connsiteY145" fmla="*/ 1590675 h 1890712"/>
                <a:gd name="connsiteX146" fmla="*/ 2200275 w 2543175"/>
                <a:gd name="connsiteY146" fmla="*/ 1607344 h 1890712"/>
                <a:gd name="connsiteX147" fmla="*/ 2207419 w 2543175"/>
                <a:gd name="connsiteY147" fmla="*/ 1612106 h 1890712"/>
                <a:gd name="connsiteX148" fmla="*/ 2216944 w 2543175"/>
                <a:gd name="connsiteY148" fmla="*/ 1619250 h 1890712"/>
                <a:gd name="connsiteX149" fmla="*/ 2224088 w 2543175"/>
                <a:gd name="connsiteY149" fmla="*/ 1624012 h 1890712"/>
                <a:gd name="connsiteX150" fmla="*/ 2247900 w 2543175"/>
                <a:gd name="connsiteY150" fmla="*/ 1643062 h 1890712"/>
                <a:gd name="connsiteX151" fmla="*/ 2255044 w 2543175"/>
                <a:gd name="connsiteY151" fmla="*/ 1650206 h 1890712"/>
                <a:gd name="connsiteX152" fmla="*/ 2281238 w 2543175"/>
                <a:gd name="connsiteY152" fmla="*/ 1664494 h 1890712"/>
                <a:gd name="connsiteX153" fmla="*/ 2297907 w 2543175"/>
                <a:gd name="connsiteY153" fmla="*/ 1674019 h 1890712"/>
                <a:gd name="connsiteX154" fmla="*/ 2312194 w 2543175"/>
                <a:gd name="connsiteY154" fmla="*/ 1685925 h 1890712"/>
                <a:gd name="connsiteX155" fmla="*/ 2328863 w 2543175"/>
                <a:gd name="connsiteY155" fmla="*/ 1697831 h 1890712"/>
                <a:gd name="connsiteX156" fmla="*/ 2350294 w 2543175"/>
                <a:gd name="connsiteY156" fmla="*/ 1712119 h 1890712"/>
                <a:gd name="connsiteX157" fmla="*/ 2369344 w 2543175"/>
                <a:gd name="connsiteY157" fmla="*/ 1724025 h 1890712"/>
                <a:gd name="connsiteX158" fmla="*/ 2428876 w 2543175"/>
                <a:gd name="connsiteY158" fmla="*/ 1785938 h 1890712"/>
                <a:gd name="connsiteX159" fmla="*/ 2466975 w 2543175"/>
                <a:gd name="connsiteY159" fmla="*/ 1783556 h 1890712"/>
                <a:gd name="connsiteX160" fmla="*/ 2481263 w 2543175"/>
                <a:gd name="connsiteY160" fmla="*/ 1795462 h 1890712"/>
                <a:gd name="connsiteX161" fmla="*/ 2486025 w 2543175"/>
                <a:gd name="connsiteY161" fmla="*/ 1802606 h 1890712"/>
                <a:gd name="connsiteX162" fmla="*/ 2514600 w 2543175"/>
                <a:gd name="connsiteY162" fmla="*/ 1850231 h 1890712"/>
                <a:gd name="connsiteX163" fmla="*/ 2519363 w 2543175"/>
                <a:gd name="connsiteY163" fmla="*/ 1857375 h 1890712"/>
                <a:gd name="connsiteX164" fmla="*/ 2540794 w 2543175"/>
                <a:gd name="connsiteY164" fmla="*/ 1883569 h 1890712"/>
                <a:gd name="connsiteX165" fmla="*/ 2543175 w 2543175"/>
                <a:gd name="connsiteY165" fmla="*/ 1890712 h 1890712"/>
                <a:gd name="connsiteX0" fmla="*/ 0 w 2543175"/>
                <a:gd name="connsiteY0" fmla="*/ 0 h 1890712"/>
                <a:gd name="connsiteX1" fmla="*/ 11907 w 2543175"/>
                <a:gd name="connsiteY1" fmla="*/ 11906 h 1890712"/>
                <a:gd name="connsiteX2" fmla="*/ 21432 w 2543175"/>
                <a:gd name="connsiteY2" fmla="*/ 16669 h 1890712"/>
                <a:gd name="connsiteX3" fmla="*/ 23813 w 2543175"/>
                <a:gd name="connsiteY3" fmla="*/ 23812 h 1890712"/>
                <a:gd name="connsiteX4" fmla="*/ 33338 w 2543175"/>
                <a:gd name="connsiteY4" fmla="*/ 33337 h 1890712"/>
                <a:gd name="connsiteX5" fmla="*/ 40482 w 2543175"/>
                <a:gd name="connsiteY5" fmla="*/ 42862 h 1890712"/>
                <a:gd name="connsiteX6" fmla="*/ 47625 w 2543175"/>
                <a:gd name="connsiteY6" fmla="*/ 47625 h 1890712"/>
                <a:gd name="connsiteX7" fmla="*/ 57150 w 2543175"/>
                <a:gd name="connsiteY7" fmla="*/ 54769 h 1890712"/>
                <a:gd name="connsiteX8" fmla="*/ 64294 w 2543175"/>
                <a:gd name="connsiteY8" fmla="*/ 59531 h 1890712"/>
                <a:gd name="connsiteX9" fmla="*/ 83344 w 2543175"/>
                <a:gd name="connsiteY9" fmla="*/ 73819 h 1890712"/>
                <a:gd name="connsiteX10" fmla="*/ 97632 w 2543175"/>
                <a:gd name="connsiteY10" fmla="*/ 80962 h 1890712"/>
                <a:gd name="connsiteX11" fmla="*/ 104775 w 2543175"/>
                <a:gd name="connsiteY11" fmla="*/ 85725 h 1890712"/>
                <a:gd name="connsiteX12" fmla="*/ 114300 w 2543175"/>
                <a:gd name="connsiteY12" fmla="*/ 95250 h 1890712"/>
                <a:gd name="connsiteX13" fmla="*/ 123825 w 2543175"/>
                <a:gd name="connsiteY13" fmla="*/ 97631 h 1890712"/>
                <a:gd name="connsiteX14" fmla="*/ 130969 w 2543175"/>
                <a:gd name="connsiteY14" fmla="*/ 104775 h 1890712"/>
                <a:gd name="connsiteX15" fmla="*/ 140494 w 2543175"/>
                <a:gd name="connsiteY15" fmla="*/ 111919 h 1890712"/>
                <a:gd name="connsiteX16" fmla="*/ 147638 w 2543175"/>
                <a:gd name="connsiteY16" fmla="*/ 116681 h 1890712"/>
                <a:gd name="connsiteX17" fmla="*/ 164307 w 2543175"/>
                <a:gd name="connsiteY17" fmla="*/ 128587 h 1890712"/>
                <a:gd name="connsiteX18" fmla="*/ 180975 w 2543175"/>
                <a:gd name="connsiteY18" fmla="*/ 140494 h 1890712"/>
                <a:gd name="connsiteX19" fmla="*/ 197644 w 2543175"/>
                <a:gd name="connsiteY19" fmla="*/ 152400 h 1890712"/>
                <a:gd name="connsiteX20" fmla="*/ 204788 w 2543175"/>
                <a:gd name="connsiteY20" fmla="*/ 157162 h 1890712"/>
                <a:gd name="connsiteX21" fmla="*/ 214313 w 2543175"/>
                <a:gd name="connsiteY21" fmla="*/ 164306 h 1890712"/>
                <a:gd name="connsiteX22" fmla="*/ 230982 w 2543175"/>
                <a:gd name="connsiteY22" fmla="*/ 180975 h 1890712"/>
                <a:gd name="connsiteX23" fmla="*/ 247650 w 2543175"/>
                <a:gd name="connsiteY23" fmla="*/ 185737 h 1890712"/>
                <a:gd name="connsiteX24" fmla="*/ 300038 w 2543175"/>
                <a:gd name="connsiteY24" fmla="*/ 219075 h 1890712"/>
                <a:gd name="connsiteX25" fmla="*/ 342900 w 2543175"/>
                <a:gd name="connsiteY25" fmla="*/ 254794 h 1890712"/>
                <a:gd name="connsiteX26" fmla="*/ 366713 w 2543175"/>
                <a:gd name="connsiteY26" fmla="*/ 264319 h 1890712"/>
                <a:gd name="connsiteX27" fmla="*/ 371475 w 2543175"/>
                <a:gd name="connsiteY27" fmla="*/ 271462 h 1890712"/>
                <a:gd name="connsiteX28" fmla="*/ 385763 w 2543175"/>
                <a:gd name="connsiteY28" fmla="*/ 283369 h 1890712"/>
                <a:gd name="connsiteX29" fmla="*/ 404813 w 2543175"/>
                <a:gd name="connsiteY29" fmla="*/ 295275 h 1890712"/>
                <a:gd name="connsiteX30" fmla="*/ 411957 w 2543175"/>
                <a:gd name="connsiteY30" fmla="*/ 297656 h 1890712"/>
                <a:gd name="connsiteX31" fmla="*/ 466725 w 2543175"/>
                <a:gd name="connsiteY31" fmla="*/ 328612 h 1890712"/>
                <a:gd name="connsiteX32" fmla="*/ 476250 w 2543175"/>
                <a:gd name="connsiteY32" fmla="*/ 335756 h 1890712"/>
                <a:gd name="connsiteX33" fmla="*/ 481013 w 2543175"/>
                <a:gd name="connsiteY33" fmla="*/ 342900 h 1890712"/>
                <a:gd name="connsiteX34" fmla="*/ 490538 w 2543175"/>
                <a:gd name="connsiteY34" fmla="*/ 352425 h 1890712"/>
                <a:gd name="connsiteX35" fmla="*/ 495300 w 2543175"/>
                <a:gd name="connsiteY35" fmla="*/ 359569 h 1890712"/>
                <a:gd name="connsiteX36" fmla="*/ 509588 w 2543175"/>
                <a:gd name="connsiteY36" fmla="*/ 376237 h 1890712"/>
                <a:gd name="connsiteX37" fmla="*/ 514350 w 2543175"/>
                <a:gd name="connsiteY37" fmla="*/ 383381 h 1890712"/>
                <a:gd name="connsiteX38" fmla="*/ 531019 w 2543175"/>
                <a:gd name="connsiteY38" fmla="*/ 397669 h 1890712"/>
                <a:gd name="connsiteX39" fmla="*/ 538163 w 2543175"/>
                <a:gd name="connsiteY39" fmla="*/ 407194 h 1890712"/>
                <a:gd name="connsiteX40" fmla="*/ 554832 w 2543175"/>
                <a:gd name="connsiteY40" fmla="*/ 421481 h 1890712"/>
                <a:gd name="connsiteX41" fmla="*/ 564357 w 2543175"/>
                <a:gd name="connsiteY41" fmla="*/ 431006 h 1890712"/>
                <a:gd name="connsiteX42" fmla="*/ 573882 w 2543175"/>
                <a:gd name="connsiteY42" fmla="*/ 438150 h 1890712"/>
                <a:gd name="connsiteX43" fmla="*/ 595313 w 2543175"/>
                <a:gd name="connsiteY43" fmla="*/ 454819 h 1890712"/>
                <a:gd name="connsiteX44" fmla="*/ 602457 w 2543175"/>
                <a:gd name="connsiteY44" fmla="*/ 457200 h 1890712"/>
                <a:gd name="connsiteX45" fmla="*/ 628650 w 2543175"/>
                <a:gd name="connsiteY45" fmla="*/ 469106 h 1890712"/>
                <a:gd name="connsiteX46" fmla="*/ 645319 w 2543175"/>
                <a:gd name="connsiteY46" fmla="*/ 483394 h 1890712"/>
                <a:gd name="connsiteX47" fmla="*/ 654844 w 2543175"/>
                <a:gd name="connsiteY47" fmla="*/ 488156 h 1890712"/>
                <a:gd name="connsiteX48" fmla="*/ 661988 w 2543175"/>
                <a:gd name="connsiteY48" fmla="*/ 497681 h 1890712"/>
                <a:gd name="connsiteX49" fmla="*/ 683419 w 2543175"/>
                <a:gd name="connsiteY49" fmla="*/ 514350 h 1890712"/>
                <a:gd name="connsiteX50" fmla="*/ 700088 w 2543175"/>
                <a:gd name="connsiteY50" fmla="*/ 526256 h 1890712"/>
                <a:gd name="connsiteX51" fmla="*/ 709613 w 2543175"/>
                <a:gd name="connsiteY51" fmla="*/ 535781 h 1890712"/>
                <a:gd name="connsiteX52" fmla="*/ 719138 w 2543175"/>
                <a:gd name="connsiteY52" fmla="*/ 542925 h 1890712"/>
                <a:gd name="connsiteX53" fmla="*/ 733425 w 2543175"/>
                <a:gd name="connsiteY53" fmla="*/ 557212 h 1890712"/>
                <a:gd name="connsiteX54" fmla="*/ 750094 w 2543175"/>
                <a:gd name="connsiteY54" fmla="*/ 569119 h 1890712"/>
                <a:gd name="connsiteX55" fmla="*/ 769144 w 2543175"/>
                <a:gd name="connsiteY55" fmla="*/ 581025 h 1890712"/>
                <a:gd name="connsiteX56" fmla="*/ 785813 w 2543175"/>
                <a:gd name="connsiteY56" fmla="*/ 590550 h 1890712"/>
                <a:gd name="connsiteX57" fmla="*/ 792957 w 2543175"/>
                <a:gd name="connsiteY57" fmla="*/ 600075 h 1890712"/>
                <a:gd name="connsiteX58" fmla="*/ 809625 w 2543175"/>
                <a:gd name="connsiteY58" fmla="*/ 611981 h 1890712"/>
                <a:gd name="connsiteX59" fmla="*/ 816769 w 2543175"/>
                <a:gd name="connsiteY59" fmla="*/ 619125 h 1890712"/>
                <a:gd name="connsiteX60" fmla="*/ 826294 w 2543175"/>
                <a:gd name="connsiteY60" fmla="*/ 626269 h 1890712"/>
                <a:gd name="connsiteX61" fmla="*/ 840582 w 2543175"/>
                <a:gd name="connsiteY61" fmla="*/ 638175 h 1890712"/>
                <a:gd name="connsiteX62" fmla="*/ 847725 w 2543175"/>
                <a:gd name="connsiteY62" fmla="*/ 645319 h 1890712"/>
                <a:gd name="connsiteX63" fmla="*/ 857250 w 2543175"/>
                <a:gd name="connsiteY63" fmla="*/ 652462 h 1890712"/>
                <a:gd name="connsiteX64" fmla="*/ 864394 w 2543175"/>
                <a:gd name="connsiteY64" fmla="*/ 657225 h 1890712"/>
                <a:gd name="connsiteX65" fmla="*/ 888207 w 2543175"/>
                <a:gd name="connsiteY65" fmla="*/ 676275 h 1890712"/>
                <a:gd name="connsiteX66" fmla="*/ 895350 w 2543175"/>
                <a:gd name="connsiteY66" fmla="*/ 681037 h 1890712"/>
                <a:gd name="connsiteX67" fmla="*/ 907257 w 2543175"/>
                <a:gd name="connsiteY67" fmla="*/ 683419 h 1890712"/>
                <a:gd name="connsiteX68" fmla="*/ 928688 w 2543175"/>
                <a:gd name="connsiteY68" fmla="*/ 695325 h 1890712"/>
                <a:gd name="connsiteX69" fmla="*/ 942975 w 2543175"/>
                <a:gd name="connsiteY69" fmla="*/ 700087 h 1890712"/>
                <a:gd name="connsiteX70" fmla="*/ 964407 w 2543175"/>
                <a:gd name="connsiteY70" fmla="*/ 716756 h 1890712"/>
                <a:gd name="connsiteX71" fmla="*/ 971550 w 2543175"/>
                <a:gd name="connsiteY71" fmla="*/ 723900 h 1890712"/>
                <a:gd name="connsiteX72" fmla="*/ 983457 w 2543175"/>
                <a:gd name="connsiteY72" fmla="*/ 733425 h 1890712"/>
                <a:gd name="connsiteX73" fmla="*/ 990600 w 2543175"/>
                <a:gd name="connsiteY73" fmla="*/ 738187 h 1890712"/>
                <a:gd name="connsiteX74" fmla="*/ 1007269 w 2543175"/>
                <a:gd name="connsiteY74" fmla="*/ 752475 h 1890712"/>
                <a:gd name="connsiteX75" fmla="*/ 1031082 w 2543175"/>
                <a:gd name="connsiteY75" fmla="*/ 766762 h 1890712"/>
                <a:gd name="connsiteX76" fmla="*/ 1042988 w 2543175"/>
                <a:gd name="connsiteY76" fmla="*/ 773906 h 1890712"/>
                <a:gd name="connsiteX77" fmla="*/ 1071563 w 2543175"/>
                <a:gd name="connsiteY77" fmla="*/ 785812 h 1890712"/>
                <a:gd name="connsiteX78" fmla="*/ 1097757 w 2543175"/>
                <a:gd name="connsiteY78" fmla="*/ 807244 h 1890712"/>
                <a:gd name="connsiteX79" fmla="*/ 1104900 w 2543175"/>
                <a:gd name="connsiteY79" fmla="*/ 814387 h 1890712"/>
                <a:gd name="connsiteX80" fmla="*/ 1121569 w 2543175"/>
                <a:gd name="connsiteY80" fmla="*/ 823912 h 1890712"/>
                <a:gd name="connsiteX81" fmla="*/ 1138238 w 2543175"/>
                <a:gd name="connsiteY81" fmla="*/ 835819 h 1890712"/>
                <a:gd name="connsiteX82" fmla="*/ 1147763 w 2543175"/>
                <a:gd name="connsiteY82" fmla="*/ 842962 h 1890712"/>
                <a:gd name="connsiteX83" fmla="*/ 1157288 w 2543175"/>
                <a:gd name="connsiteY83" fmla="*/ 847725 h 1890712"/>
                <a:gd name="connsiteX84" fmla="*/ 1178719 w 2543175"/>
                <a:gd name="connsiteY84" fmla="*/ 859631 h 1890712"/>
                <a:gd name="connsiteX85" fmla="*/ 1188244 w 2543175"/>
                <a:gd name="connsiteY85" fmla="*/ 866775 h 1890712"/>
                <a:gd name="connsiteX86" fmla="*/ 1195388 w 2543175"/>
                <a:gd name="connsiteY86" fmla="*/ 871537 h 1890712"/>
                <a:gd name="connsiteX87" fmla="*/ 1212057 w 2543175"/>
                <a:gd name="connsiteY87" fmla="*/ 883444 h 1890712"/>
                <a:gd name="connsiteX88" fmla="*/ 1226344 w 2543175"/>
                <a:gd name="connsiteY88" fmla="*/ 895350 h 1890712"/>
                <a:gd name="connsiteX89" fmla="*/ 1245394 w 2543175"/>
                <a:gd name="connsiteY89" fmla="*/ 907256 h 1890712"/>
                <a:gd name="connsiteX90" fmla="*/ 1254919 w 2543175"/>
                <a:gd name="connsiteY90" fmla="*/ 914400 h 1890712"/>
                <a:gd name="connsiteX91" fmla="*/ 1269207 w 2543175"/>
                <a:gd name="connsiteY91" fmla="*/ 921544 h 1890712"/>
                <a:gd name="connsiteX92" fmla="*/ 1290638 w 2543175"/>
                <a:gd name="connsiteY92" fmla="*/ 935831 h 1890712"/>
                <a:gd name="connsiteX93" fmla="*/ 1307307 w 2543175"/>
                <a:gd name="connsiteY93" fmla="*/ 952500 h 1890712"/>
                <a:gd name="connsiteX94" fmla="*/ 1333500 w 2543175"/>
                <a:gd name="connsiteY94" fmla="*/ 971550 h 1890712"/>
                <a:gd name="connsiteX95" fmla="*/ 1359694 w 2543175"/>
                <a:gd name="connsiteY95" fmla="*/ 990600 h 1890712"/>
                <a:gd name="connsiteX96" fmla="*/ 1385888 w 2543175"/>
                <a:gd name="connsiteY96" fmla="*/ 1021557 h 1890712"/>
                <a:gd name="connsiteX97" fmla="*/ 1435894 w 2543175"/>
                <a:gd name="connsiteY97" fmla="*/ 1054894 h 1890712"/>
                <a:gd name="connsiteX98" fmla="*/ 1497806 w 2543175"/>
                <a:gd name="connsiteY98" fmla="*/ 1104900 h 1890712"/>
                <a:gd name="connsiteX99" fmla="*/ 1559718 w 2543175"/>
                <a:gd name="connsiteY99" fmla="*/ 1154906 h 1890712"/>
                <a:gd name="connsiteX100" fmla="*/ 1597819 w 2543175"/>
                <a:gd name="connsiteY100" fmla="*/ 1154906 h 1890712"/>
                <a:gd name="connsiteX101" fmla="*/ 1628775 w 2543175"/>
                <a:gd name="connsiteY101" fmla="*/ 1183481 h 1890712"/>
                <a:gd name="connsiteX102" fmla="*/ 1662113 w 2543175"/>
                <a:gd name="connsiteY102" fmla="*/ 1209675 h 1890712"/>
                <a:gd name="connsiteX103" fmla="*/ 1678782 w 2543175"/>
                <a:gd name="connsiteY103" fmla="*/ 1226344 h 1890712"/>
                <a:gd name="connsiteX104" fmla="*/ 1700213 w 2543175"/>
                <a:gd name="connsiteY104" fmla="*/ 1247775 h 1890712"/>
                <a:gd name="connsiteX105" fmla="*/ 1712119 w 2543175"/>
                <a:gd name="connsiteY105" fmla="*/ 1259681 h 1890712"/>
                <a:gd name="connsiteX106" fmla="*/ 1733550 w 2543175"/>
                <a:gd name="connsiteY106" fmla="*/ 1273969 h 1890712"/>
                <a:gd name="connsiteX107" fmla="*/ 1743075 w 2543175"/>
                <a:gd name="connsiteY107" fmla="*/ 1283494 h 1890712"/>
                <a:gd name="connsiteX108" fmla="*/ 1754982 w 2543175"/>
                <a:gd name="connsiteY108" fmla="*/ 1290637 h 1890712"/>
                <a:gd name="connsiteX109" fmla="*/ 1766888 w 2543175"/>
                <a:gd name="connsiteY109" fmla="*/ 1300162 h 1890712"/>
                <a:gd name="connsiteX110" fmla="*/ 1783557 w 2543175"/>
                <a:gd name="connsiteY110" fmla="*/ 1307306 h 1890712"/>
                <a:gd name="connsiteX111" fmla="*/ 1790700 w 2543175"/>
                <a:gd name="connsiteY111" fmla="*/ 1312069 h 1890712"/>
                <a:gd name="connsiteX112" fmla="*/ 1800225 w 2543175"/>
                <a:gd name="connsiteY112" fmla="*/ 1319212 h 1890712"/>
                <a:gd name="connsiteX113" fmla="*/ 1807369 w 2543175"/>
                <a:gd name="connsiteY113" fmla="*/ 1321594 h 1890712"/>
                <a:gd name="connsiteX114" fmla="*/ 1824038 w 2543175"/>
                <a:gd name="connsiteY114" fmla="*/ 1333500 h 1890712"/>
                <a:gd name="connsiteX115" fmla="*/ 1843088 w 2543175"/>
                <a:gd name="connsiteY115" fmla="*/ 1352550 h 1890712"/>
                <a:gd name="connsiteX116" fmla="*/ 1852613 w 2543175"/>
                <a:gd name="connsiteY116" fmla="*/ 1359694 h 1890712"/>
                <a:gd name="connsiteX117" fmla="*/ 1859757 w 2543175"/>
                <a:gd name="connsiteY117" fmla="*/ 1366837 h 1890712"/>
                <a:gd name="connsiteX118" fmla="*/ 1869282 w 2543175"/>
                <a:gd name="connsiteY118" fmla="*/ 1371600 h 1890712"/>
                <a:gd name="connsiteX119" fmla="*/ 1883569 w 2543175"/>
                <a:gd name="connsiteY119" fmla="*/ 1388269 h 1890712"/>
                <a:gd name="connsiteX120" fmla="*/ 1893094 w 2543175"/>
                <a:gd name="connsiteY120" fmla="*/ 1395412 h 1890712"/>
                <a:gd name="connsiteX121" fmla="*/ 1902619 w 2543175"/>
                <a:gd name="connsiteY121" fmla="*/ 1404937 h 1890712"/>
                <a:gd name="connsiteX122" fmla="*/ 1912144 w 2543175"/>
                <a:gd name="connsiteY122" fmla="*/ 1409700 h 1890712"/>
                <a:gd name="connsiteX123" fmla="*/ 1931194 w 2543175"/>
                <a:gd name="connsiteY123" fmla="*/ 1421606 h 1890712"/>
                <a:gd name="connsiteX124" fmla="*/ 1935957 w 2543175"/>
                <a:gd name="connsiteY124" fmla="*/ 1428750 h 1890712"/>
                <a:gd name="connsiteX125" fmla="*/ 1952625 w 2543175"/>
                <a:gd name="connsiteY125" fmla="*/ 1438275 h 1890712"/>
                <a:gd name="connsiteX126" fmla="*/ 1971675 w 2543175"/>
                <a:gd name="connsiteY126" fmla="*/ 1450181 h 1890712"/>
                <a:gd name="connsiteX127" fmla="*/ 1981200 w 2543175"/>
                <a:gd name="connsiteY127" fmla="*/ 1454944 h 1890712"/>
                <a:gd name="connsiteX128" fmla="*/ 1997869 w 2543175"/>
                <a:gd name="connsiteY128" fmla="*/ 1471612 h 1890712"/>
                <a:gd name="connsiteX129" fmla="*/ 2007394 w 2543175"/>
                <a:gd name="connsiteY129" fmla="*/ 1478756 h 1890712"/>
                <a:gd name="connsiteX130" fmla="*/ 2016919 w 2543175"/>
                <a:gd name="connsiteY130" fmla="*/ 1483519 h 1890712"/>
                <a:gd name="connsiteX131" fmla="*/ 2024063 w 2543175"/>
                <a:gd name="connsiteY131" fmla="*/ 1490662 h 1890712"/>
                <a:gd name="connsiteX132" fmla="*/ 2033588 w 2543175"/>
                <a:gd name="connsiteY132" fmla="*/ 1495425 h 1890712"/>
                <a:gd name="connsiteX133" fmla="*/ 2040732 w 2543175"/>
                <a:gd name="connsiteY133" fmla="*/ 1502569 h 1890712"/>
                <a:gd name="connsiteX134" fmla="*/ 2047875 w 2543175"/>
                <a:gd name="connsiteY134" fmla="*/ 1507331 h 1890712"/>
                <a:gd name="connsiteX135" fmla="*/ 2057400 w 2543175"/>
                <a:gd name="connsiteY135" fmla="*/ 1514475 h 1890712"/>
                <a:gd name="connsiteX136" fmla="*/ 2064544 w 2543175"/>
                <a:gd name="connsiteY136" fmla="*/ 1519237 h 1890712"/>
                <a:gd name="connsiteX137" fmla="*/ 2071688 w 2543175"/>
                <a:gd name="connsiteY137" fmla="*/ 1526381 h 1890712"/>
                <a:gd name="connsiteX138" fmla="*/ 2081213 w 2543175"/>
                <a:gd name="connsiteY138" fmla="*/ 1531144 h 1890712"/>
                <a:gd name="connsiteX139" fmla="*/ 2090738 w 2543175"/>
                <a:gd name="connsiteY139" fmla="*/ 1538287 h 1890712"/>
                <a:gd name="connsiteX140" fmla="*/ 2109788 w 2543175"/>
                <a:gd name="connsiteY140" fmla="*/ 1547812 h 1890712"/>
                <a:gd name="connsiteX141" fmla="*/ 2131219 w 2543175"/>
                <a:gd name="connsiteY141" fmla="*/ 1562100 h 1890712"/>
                <a:gd name="connsiteX142" fmla="*/ 2140744 w 2543175"/>
                <a:gd name="connsiteY142" fmla="*/ 1566862 h 1890712"/>
                <a:gd name="connsiteX143" fmla="*/ 2152650 w 2543175"/>
                <a:gd name="connsiteY143" fmla="*/ 1576387 h 1890712"/>
                <a:gd name="connsiteX144" fmla="*/ 2181225 w 2543175"/>
                <a:gd name="connsiteY144" fmla="*/ 1590675 h 1890712"/>
                <a:gd name="connsiteX145" fmla="*/ 2200275 w 2543175"/>
                <a:gd name="connsiteY145" fmla="*/ 1607344 h 1890712"/>
                <a:gd name="connsiteX146" fmla="*/ 2207419 w 2543175"/>
                <a:gd name="connsiteY146" fmla="*/ 1612106 h 1890712"/>
                <a:gd name="connsiteX147" fmla="*/ 2216944 w 2543175"/>
                <a:gd name="connsiteY147" fmla="*/ 1619250 h 1890712"/>
                <a:gd name="connsiteX148" fmla="*/ 2224088 w 2543175"/>
                <a:gd name="connsiteY148" fmla="*/ 1624012 h 1890712"/>
                <a:gd name="connsiteX149" fmla="*/ 2247900 w 2543175"/>
                <a:gd name="connsiteY149" fmla="*/ 1643062 h 1890712"/>
                <a:gd name="connsiteX150" fmla="*/ 2255044 w 2543175"/>
                <a:gd name="connsiteY150" fmla="*/ 1650206 h 1890712"/>
                <a:gd name="connsiteX151" fmla="*/ 2281238 w 2543175"/>
                <a:gd name="connsiteY151" fmla="*/ 1664494 h 1890712"/>
                <a:gd name="connsiteX152" fmla="*/ 2297907 w 2543175"/>
                <a:gd name="connsiteY152" fmla="*/ 1674019 h 1890712"/>
                <a:gd name="connsiteX153" fmla="*/ 2312194 w 2543175"/>
                <a:gd name="connsiteY153" fmla="*/ 1685925 h 1890712"/>
                <a:gd name="connsiteX154" fmla="*/ 2328863 w 2543175"/>
                <a:gd name="connsiteY154" fmla="*/ 1697831 h 1890712"/>
                <a:gd name="connsiteX155" fmla="*/ 2350294 w 2543175"/>
                <a:gd name="connsiteY155" fmla="*/ 1712119 h 1890712"/>
                <a:gd name="connsiteX156" fmla="*/ 2369344 w 2543175"/>
                <a:gd name="connsiteY156" fmla="*/ 1724025 h 1890712"/>
                <a:gd name="connsiteX157" fmla="*/ 2428876 w 2543175"/>
                <a:gd name="connsiteY157" fmla="*/ 1785938 h 1890712"/>
                <a:gd name="connsiteX158" fmla="*/ 2466975 w 2543175"/>
                <a:gd name="connsiteY158" fmla="*/ 1783556 h 1890712"/>
                <a:gd name="connsiteX159" fmla="*/ 2481263 w 2543175"/>
                <a:gd name="connsiteY159" fmla="*/ 1795462 h 1890712"/>
                <a:gd name="connsiteX160" fmla="*/ 2486025 w 2543175"/>
                <a:gd name="connsiteY160" fmla="*/ 1802606 h 1890712"/>
                <a:gd name="connsiteX161" fmla="*/ 2514600 w 2543175"/>
                <a:gd name="connsiteY161" fmla="*/ 1850231 h 1890712"/>
                <a:gd name="connsiteX162" fmla="*/ 2519363 w 2543175"/>
                <a:gd name="connsiteY162" fmla="*/ 1857375 h 1890712"/>
                <a:gd name="connsiteX163" fmla="*/ 2540794 w 2543175"/>
                <a:gd name="connsiteY163" fmla="*/ 1883569 h 1890712"/>
                <a:gd name="connsiteX164" fmla="*/ 2543175 w 2543175"/>
                <a:gd name="connsiteY164" fmla="*/ 1890712 h 1890712"/>
                <a:gd name="connsiteX0" fmla="*/ 0 w 2543175"/>
                <a:gd name="connsiteY0" fmla="*/ 0 h 1890712"/>
                <a:gd name="connsiteX1" fmla="*/ 11907 w 2543175"/>
                <a:gd name="connsiteY1" fmla="*/ 11906 h 1890712"/>
                <a:gd name="connsiteX2" fmla="*/ 21432 w 2543175"/>
                <a:gd name="connsiteY2" fmla="*/ 16669 h 1890712"/>
                <a:gd name="connsiteX3" fmla="*/ 23813 w 2543175"/>
                <a:gd name="connsiteY3" fmla="*/ 23812 h 1890712"/>
                <a:gd name="connsiteX4" fmla="*/ 33338 w 2543175"/>
                <a:gd name="connsiteY4" fmla="*/ 33337 h 1890712"/>
                <a:gd name="connsiteX5" fmla="*/ 40482 w 2543175"/>
                <a:gd name="connsiteY5" fmla="*/ 42862 h 1890712"/>
                <a:gd name="connsiteX6" fmla="*/ 47625 w 2543175"/>
                <a:gd name="connsiteY6" fmla="*/ 47625 h 1890712"/>
                <a:gd name="connsiteX7" fmla="*/ 57150 w 2543175"/>
                <a:gd name="connsiteY7" fmla="*/ 54769 h 1890712"/>
                <a:gd name="connsiteX8" fmla="*/ 64294 w 2543175"/>
                <a:gd name="connsiteY8" fmla="*/ 59531 h 1890712"/>
                <a:gd name="connsiteX9" fmla="*/ 83344 w 2543175"/>
                <a:gd name="connsiteY9" fmla="*/ 73819 h 1890712"/>
                <a:gd name="connsiteX10" fmla="*/ 97632 w 2543175"/>
                <a:gd name="connsiteY10" fmla="*/ 80962 h 1890712"/>
                <a:gd name="connsiteX11" fmla="*/ 104775 w 2543175"/>
                <a:gd name="connsiteY11" fmla="*/ 85725 h 1890712"/>
                <a:gd name="connsiteX12" fmla="*/ 114300 w 2543175"/>
                <a:gd name="connsiteY12" fmla="*/ 95250 h 1890712"/>
                <a:gd name="connsiteX13" fmla="*/ 123825 w 2543175"/>
                <a:gd name="connsiteY13" fmla="*/ 97631 h 1890712"/>
                <a:gd name="connsiteX14" fmla="*/ 130969 w 2543175"/>
                <a:gd name="connsiteY14" fmla="*/ 104775 h 1890712"/>
                <a:gd name="connsiteX15" fmla="*/ 140494 w 2543175"/>
                <a:gd name="connsiteY15" fmla="*/ 111919 h 1890712"/>
                <a:gd name="connsiteX16" fmla="*/ 147638 w 2543175"/>
                <a:gd name="connsiteY16" fmla="*/ 116681 h 1890712"/>
                <a:gd name="connsiteX17" fmla="*/ 164307 w 2543175"/>
                <a:gd name="connsiteY17" fmla="*/ 128587 h 1890712"/>
                <a:gd name="connsiteX18" fmla="*/ 180975 w 2543175"/>
                <a:gd name="connsiteY18" fmla="*/ 140494 h 1890712"/>
                <a:gd name="connsiteX19" fmla="*/ 197644 w 2543175"/>
                <a:gd name="connsiteY19" fmla="*/ 152400 h 1890712"/>
                <a:gd name="connsiteX20" fmla="*/ 204788 w 2543175"/>
                <a:gd name="connsiteY20" fmla="*/ 157162 h 1890712"/>
                <a:gd name="connsiteX21" fmla="*/ 214313 w 2543175"/>
                <a:gd name="connsiteY21" fmla="*/ 164306 h 1890712"/>
                <a:gd name="connsiteX22" fmla="*/ 230982 w 2543175"/>
                <a:gd name="connsiteY22" fmla="*/ 180975 h 1890712"/>
                <a:gd name="connsiteX23" fmla="*/ 247650 w 2543175"/>
                <a:gd name="connsiteY23" fmla="*/ 185737 h 1890712"/>
                <a:gd name="connsiteX24" fmla="*/ 300038 w 2543175"/>
                <a:gd name="connsiteY24" fmla="*/ 219075 h 1890712"/>
                <a:gd name="connsiteX25" fmla="*/ 342900 w 2543175"/>
                <a:gd name="connsiteY25" fmla="*/ 254794 h 1890712"/>
                <a:gd name="connsiteX26" fmla="*/ 366713 w 2543175"/>
                <a:gd name="connsiteY26" fmla="*/ 264319 h 1890712"/>
                <a:gd name="connsiteX27" fmla="*/ 371475 w 2543175"/>
                <a:gd name="connsiteY27" fmla="*/ 271462 h 1890712"/>
                <a:gd name="connsiteX28" fmla="*/ 385763 w 2543175"/>
                <a:gd name="connsiteY28" fmla="*/ 283369 h 1890712"/>
                <a:gd name="connsiteX29" fmla="*/ 404813 w 2543175"/>
                <a:gd name="connsiteY29" fmla="*/ 295275 h 1890712"/>
                <a:gd name="connsiteX30" fmla="*/ 411957 w 2543175"/>
                <a:gd name="connsiteY30" fmla="*/ 297656 h 1890712"/>
                <a:gd name="connsiteX31" fmla="*/ 466725 w 2543175"/>
                <a:gd name="connsiteY31" fmla="*/ 328612 h 1890712"/>
                <a:gd name="connsiteX32" fmla="*/ 476250 w 2543175"/>
                <a:gd name="connsiteY32" fmla="*/ 335756 h 1890712"/>
                <a:gd name="connsiteX33" fmla="*/ 481013 w 2543175"/>
                <a:gd name="connsiteY33" fmla="*/ 342900 h 1890712"/>
                <a:gd name="connsiteX34" fmla="*/ 490538 w 2543175"/>
                <a:gd name="connsiteY34" fmla="*/ 352425 h 1890712"/>
                <a:gd name="connsiteX35" fmla="*/ 495300 w 2543175"/>
                <a:gd name="connsiteY35" fmla="*/ 359569 h 1890712"/>
                <a:gd name="connsiteX36" fmla="*/ 509588 w 2543175"/>
                <a:gd name="connsiteY36" fmla="*/ 376237 h 1890712"/>
                <a:gd name="connsiteX37" fmla="*/ 514350 w 2543175"/>
                <a:gd name="connsiteY37" fmla="*/ 383381 h 1890712"/>
                <a:gd name="connsiteX38" fmla="*/ 531019 w 2543175"/>
                <a:gd name="connsiteY38" fmla="*/ 397669 h 1890712"/>
                <a:gd name="connsiteX39" fmla="*/ 538163 w 2543175"/>
                <a:gd name="connsiteY39" fmla="*/ 407194 h 1890712"/>
                <a:gd name="connsiteX40" fmla="*/ 554832 w 2543175"/>
                <a:gd name="connsiteY40" fmla="*/ 421481 h 1890712"/>
                <a:gd name="connsiteX41" fmla="*/ 564357 w 2543175"/>
                <a:gd name="connsiteY41" fmla="*/ 431006 h 1890712"/>
                <a:gd name="connsiteX42" fmla="*/ 573882 w 2543175"/>
                <a:gd name="connsiteY42" fmla="*/ 438150 h 1890712"/>
                <a:gd name="connsiteX43" fmla="*/ 595313 w 2543175"/>
                <a:gd name="connsiteY43" fmla="*/ 454819 h 1890712"/>
                <a:gd name="connsiteX44" fmla="*/ 602457 w 2543175"/>
                <a:gd name="connsiteY44" fmla="*/ 457200 h 1890712"/>
                <a:gd name="connsiteX45" fmla="*/ 628650 w 2543175"/>
                <a:gd name="connsiteY45" fmla="*/ 469106 h 1890712"/>
                <a:gd name="connsiteX46" fmla="*/ 645319 w 2543175"/>
                <a:gd name="connsiteY46" fmla="*/ 483394 h 1890712"/>
                <a:gd name="connsiteX47" fmla="*/ 654844 w 2543175"/>
                <a:gd name="connsiteY47" fmla="*/ 488156 h 1890712"/>
                <a:gd name="connsiteX48" fmla="*/ 661988 w 2543175"/>
                <a:gd name="connsiteY48" fmla="*/ 497681 h 1890712"/>
                <a:gd name="connsiteX49" fmla="*/ 683419 w 2543175"/>
                <a:gd name="connsiteY49" fmla="*/ 514350 h 1890712"/>
                <a:gd name="connsiteX50" fmla="*/ 700088 w 2543175"/>
                <a:gd name="connsiteY50" fmla="*/ 526256 h 1890712"/>
                <a:gd name="connsiteX51" fmla="*/ 709613 w 2543175"/>
                <a:gd name="connsiteY51" fmla="*/ 535781 h 1890712"/>
                <a:gd name="connsiteX52" fmla="*/ 719138 w 2543175"/>
                <a:gd name="connsiteY52" fmla="*/ 542925 h 1890712"/>
                <a:gd name="connsiteX53" fmla="*/ 733425 w 2543175"/>
                <a:gd name="connsiteY53" fmla="*/ 557212 h 1890712"/>
                <a:gd name="connsiteX54" fmla="*/ 750094 w 2543175"/>
                <a:gd name="connsiteY54" fmla="*/ 569119 h 1890712"/>
                <a:gd name="connsiteX55" fmla="*/ 769144 w 2543175"/>
                <a:gd name="connsiteY55" fmla="*/ 581025 h 1890712"/>
                <a:gd name="connsiteX56" fmla="*/ 785813 w 2543175"/>
                <a:gd name="connsiteY56" fmla="*/ 590550 h 1890712"/>
                <a:gd name="connsiteX57" fmla="*/ 792957 w 2543175"/>
                <a:gd name="connsiteY57" fmla="*/ 600075 h 1890712"/>
                <a:gd name="connsiteX58" fmla="*/ 809625 w 2543175"/>
                <a:gd name="connsiteY58" fmla="*/ 611981 h 1890712"/>
                <a:gd name="connsiteX59" fmla="*/ 816769 w 2543175"/>
                <a:gd name="connsiteY59" fmla="*/ 619125 h 1890712"/>
                <a:gd name="connsiteX60" fmla="*/ 826294 w 2543175"/>
                <a:gd name="connsiteY60" fmla="*/ 626269 h 1890712"/>
                <a:gd name="connsiteX61" fmla="*/ 840582 w 2543175"/>
                <a:gd name="connsiteY61" fmla="*/ 638175 h 1890712"/>
                <a:gd name="connsiteX62" fmla="*/ 847725 w 2543175"/>
                <a:gd name="connsiteY62" fmla="*/ 645319 h 1890712"/>
                <a:gd name="connsiteX63" fmla="*/ 857250 w 2543175"/>
                <a:gd name="connsiteY63" fmla="*/ 652462 h 1890712"/>
                <a:gd name="connsiteX64" fmla="*/ 864394 w 2543175"/>
                <a:gd name="connsiteY64" fmla="*/ 657225 h 1890712"/>
                <a:gd name="connsiteX65" fmla="*/ 888207 w 2543175"/>
                <a:gd name="connsiteY65" fmla="*/ 676275 h 1890712"/>
                <a:gd name="connsiteX66" fmla="*/ 895350 w 2543175"/>
                <a:gd name="connsiteY66" fmla="*/ 681037 h 1890712"/>
                <a:gd name="connsiteX67" fmla="*/ 907257 w 2543175"/>
                <a:gd name="connsiteY67" fmla="*/ 683419 h 1890712"/>
                <a:gd name="connsiteX68" fmla="*/ 928688 w 2543175"/>
                <a:gd name="connsiteY68" fmla="*/ 695325 h 1890712"/>
                <a:gd name="connsiteX69" fmla="*/ 942975 w 2543175"/>
                <a:gd name="connsiteY69" fmla="*/ 700087 h 1890712"/>
                <a:gd name="connsiteX70" fmla="*/ 964407 w 2543175"/>
                <a:gd name="connsiteY70" fmla="*/ 716756 h 1890712"/>
                <a:gd name="connsiteX71" fmla="*/ 971550 w 2543175"/>
                <a:gd name="connsiteY71" fmla="*/ 723900 h 1890712"/>
                <a:gd name="connsiteX72" fmla="*/ 983457 w 2543175"/>
                <a:gd name="connsiteY72" fmla="*/ 733425 h 1890712"/>
                <a:gd name="connsiteX73" fmla="*/ 990600 w 2543175"/>
                <a:gd name="connsiteY73" fmla="*/ 738187 h 1890712"/>
                <a:gd name="connsiteX74" fmla="*/ 1007269 w 2543175"/>
                <a:gd name="connsiteY74" fmla="*/ 752475 h 1890712"/>
                <a:gd name="connsiteX75" fmla="*/ 1031082 w 2543175"/>
                <a:gd name="connsiteY75" fmla="*/ 766762 h 1890712"/>
                <a:gd name="connsiteX76" fmla="*/ 1042988 w 2543175"/>
                <a:gd name="connsiteY76" fmla="*/ 773906 h 1890712"/>
                <a:gd name="connsiteX77" fmla="*/ 1071563 w 2543175"/>
                <a:gd name="connsiteY77" fmla="*/ 785812 h 1890712"/>
                <a:gd name="connsiteX78" fmla="*/ 1097757 w 2543175"/>
                <a:gd name="connsiteY78" fmla="*/ 807244 h 1890712"/>
                <a:gd name="connsiteX79" fmla="*/ 1104900 w 2543175"/>
                <a:gd name="connsiteY79" fmla="*/ 814387 h 1890712"/>
                <a:gd name="connsiteX80" fmla="*/ 1121569 w 2543175"/>
                <a:gd name="connsiteY80" fmla="*/ 823912 h 1890712"/>
                <a:gd name="connsiteX81" fmla="*/ 1138238 w 2543175"/>
                <a:gd name="connsiteY81" fmla="*/ 835819 h 1890712"/>
                <a:gd name="connsiteX82" fmla="*/ 1147763 w 2543175"/>
                <a:gd name="connsiteY82" fmla="*/ 842962 h 1890712"/>
                <a:gd name="connsiteX83" fmla="*/ 1157288 w 2543175"/>
                <a:gd name="connsiteY83" fmla="*/ 847725 h 1890712"/>
                <a:gd name="connsiteX84" fmla="*/ 1178719 w 2543175"/>
                <a:gd name="connsiteY84" fmla="*/ 859631 h 1890712"/>
                <a:gd name="connsiteX85" fmla="*/ 1188244 w 2543175"/>
                <a:gd name="connsiteY85" fmla="*/ 866775 h 1890712"/>
                <a:gd name="connsiteX86" fmla="*/ 1195388 w 2543175"/>
                <a:gd name="connsiteY86" fmla="*/ 871537 h 1890712"/>
                <a:gd name="connsiteX87" fmla="*/ 1212057 w 2543175"/>
                <a:gd name="connsiteY87" fmla="*/ 883444 h 1890712"/>
                <a:gd name="connsiteX88" fmla="*/ 1226344 w 2543175"/>
                <a:gd name="connsiteY88" fmla="*/ 895350 h 1890712"/>
                <a:gd name="connsiteX89" fmla="*/ 1245394 w 2543175"/>
                <a:gd name="connsiteY89" fmla="*/ 907256 h 1890712"/>
                <a:gd name="connsiteX90" fmla="*/ 1254919 w 2543175"/>
                <a:gd name="connsiteY90" fmla="*/ 914400 h 1890712"/>
                <a:gd name="connsiteX91" fmla="*/ 1269207 w 2543175"/>
                <a:gd name="connsiteY91" fmla="*/ 921544 h 1890712"/>
                <a:gd name="connsiteX92" fmla="*/ 1290638 w 2543175"/>
                <a:gd name="connsiteY92" fmla="*/ 935831 h 1890712"/>
                <a:gd name="connsiteX93" fmla="*/ 1307307 w 2543175"/>
                <a:gd name="connsiteY93" fmla="*/ 952500 h 1890712"/>
                <a:gd name="connsiteX94" fmla="*/ 1333500 w 2543175"/>
                <a:gd name="connsiteY94" fmla="*/ 971550 h 1890712"/>
                <a:gd name="connsiteX95" fmla="*/ 1359694 w 2543175"/>
                <a:gd name="connsiteY95" fmla="*/ 990600 h 1890712"/>
                <a:gd name="connsiteX96" fmla="*/ 1385888 w 2543175"/>
                <a:gd name="connsiteY96" fmla="*/ 1021557 h 1890712"/>
                <a:gd name="connsiteX97" fmla="*/ 1435894 w 2543175"/>
                <a:gd name="connsiteY97" fmla="*/ 1054894 h 1890712"/>
                <a:gd name="connsiteX98" fmla="*/ 1497806 w 2543175"/>
                <a:gd name="connsiteY98" fmla="*/ 1104900 h 1890712"/>
                <a:gd name="connsiteX99" fmla="*/ 1559718 w 2543175"/>
                <a:gd name="connsiteY99" fmla="*/ 1154906 h 1890712"/>
                <a:gd name="connsiteX100" fmla="*/ 1595438 w 2543175"/>
                <a:gd name="connsiteY100" fmla="*/ 1181100 h 1890712"/>
                <a:gd name="connsiteX101" fmla="*/ 1628775 w 2543175"/>
                <a:gd name="connsiteY101" fmla="*/ 1183481 h 1890712"/>
                <a:gd name="connsiteX102" fmla="*/ 1662113 w 2543175"/>
                <a:gd name="connsiteY102" fmla="*/ 1209675 h 1890712"/>
                <a:gd name="connsiteX103" fmla="*/ 1678782 w 2543175"/>
                <a:gd name="connsiteY103" fmla="*/ 1226344 h 1890712"/>
                <a:gd name="connsiteX104" fmla="*/ 1700213 w 2543175"/>
                <a:gd name="connsiteY104" fmla="*/ 1247775 h 1890712"/>
                <a:gd name="connsiteX105" fmla="*/ 1712119 w 2543175"/>
                <a:gd name="connsiteY105" fmla="*/ 1259681 h 1890712"/>
                <a:gd name="connsiteX106" fmla="*/ 1733550 w 2543175"/>
                <a:gd name="connsiteY106" fmla="*/ 1273969 h 1890712"/>
                <a:gd name="connsiteX107" fmla="*/ 1743075 w 2543175"/>
                <a:gd name="connsiteY107" fmla="*/ 1283494 h 1890712"/>
                <a:gd name="connsiteX108" fmla="*/ 1754982 w 2543175"/>
                <a:gd name="connsiteY108" fmla="*/ 1290637 h 1890712"/>
                <a:gd name="connsiteX109" fmla="*/ 1766888 w 2543175"/>
                <a:gd name="connsiteY109" fmla="*/ 1300162 h 1890712"/>
                <a:gd name="connsiteX110" fmla="*/ 1783557 w 2543175"/>
                <a:gd name="connsiteY110" fmla="*/ 1307306 h 1890712"/>
                <a:gd name="connsiteX111" fmla="*/ 1790700 w 2543175"/>
                <a:gd name="connsiteY111" fmla="*/ 1312069 h 1890712"/>
                <a:gd name="connsiteX112" fmla="*/ 1800225 w 2543175"/>
                <a:gd name="connsiteY112" fmla="*/ 1319212 h 1890712"/>
                <a:gd name="connsiteX113" fmla="*/ 1807369 w 2543175"/>
                <a:gd name="connsiteY113" fmla="*/ 1321594 h 1890712"/>
                <a:gd name="connsiteX114" fmla="*/ 1824038 w 2543175"/>
                <a:gd name="connsiteY114" fmla="*/ 1333500 h 1890712"/>
                <a:gd name="connsiteX115" fmla="*/ 1843088 w 2543175"/>
                <a:gd name="connsiteY115" fmla="*/ 1352550 h 1890712"/>
                <a:gd name="connsiteX116" fmla="*/ 1852613 w 2543175"/>
                <a:gd name="connsiteY116" fmla="*/ 1359694 h 1890712"/>
                <a:gd name="connsiteX117" fmla="*/ 1859757 w 2543175"/>
                <a:gd name="connsiteY117" fmla="*/ 1366837 h 1890712"/>
                <a:gd name="connsiteX118" fmla="*/ 1869282 w 2543175"/>
                <a:gd name="connsiteY118" fmla="*/ 1371600 h 1890712"/>
                <a:gd name="connsiteX119" fmla="*/ 1883569 w 2543175"/>
                <a:gd name="connsiteY119" fmla="*/ 1388269 h 1890712"/>
                <a:gd name="connsiteX120" fmla="*/ 1893094 w 2543175"/>
                <a:gd name="connsiteY120" fmla="*/ 1395412 h 1890712"/>
                <a:gd name="connsiteX121" fmla="*/ 1902619 w 2543175"/>
                <a:gd name="connsiteY121" fmla="*/ 1404937 h 1890712"/>
                <a:gd name="connsiteX122" fmla="*/ 1912144 w 2543175"/>
                <a:gd name="connsiteY122" fmla="*/ 1409700 h 1890712"/>
                <a:gd name="connsiteX123" fmla="*/ 1931194 w 2543175"/>
                <a:gd name="connsiteY123" fmla="*/ 1421606 h 1890712"/>
                <a:gd name="connsiteX124" fmla="*/ 1935957 w 2543175"/>
                <a:gd name="connsiteY124" fmla="*/ 1428750 h 1890712"/>
                <a:gd name="connsiteX125" fmla="*/ 1952625 w 2543175"/>
                <a:gd name="connsiteY125" fmla="*/ 1438275 h 1890712"/>
                <a:gd name="connsiteX126" fmla="*/ 1971675 w 2543175"/>
                <a:gd name="connsiteY126" fmla="*/ 1450181 h 1890712"/>
                <a:gd name="connsiteX127" fmla="*/ 1981200 w 2543175"/>
                <a:gd name="connsiteY127" fmla="*/ 1454944 h 1890712"/>
                <a:gd name="connsiteX128" fmla="*/ 1997869 w 2543175"/>
                <a:gd name="connsiteY128" fmla="*/ 1471612 h 1890712"/>
                <a:gd name="connsiteX129" fmla="*/ 2007394 w 2543175"/>
                <a:gd name="connsiteY129" fmla="*/ 1478756 h 1890712"/>
                <a:gd name="connsiteX130" fmla="*/ 2016919 w 2543175"/>
                <a:gd name="connsiteY130" fmla="*/ 1483519 h 1890712"/>
                <a:gd name="connsiteX131" fmla="*/ 2024063 w 2543175"/>
                <a:gd name="connsiteY131" fmla="*/ 1490662 h 1890712"/>
                <a:gd name="connsiteX132" fmla="*/ 2033588 w 2543175"/>
                <a:gd name="connsiteY132" fmla="*/ 1495425 h 1890712"/>
                <a:gd name="connsiteX133" fmla="*/ 2040732 w 2543175"/>
                <a:gd name="connsiteY133" fmla="*/ 1502569 h 1890712"/>
                <a:gd name="connsiteX134" fmla="*/ 2047875 w 2543175"/>
                <a:gd name="connsiteY134" fmla="*/ 1507331 h 1890712"/>
                <a:gd name="connsiteX135" fmla="*/ 2057400 w 2543175"/>
                <a:gd name="connsiteY135" fmla="*/ 1514475 h 1890712"/>
                <a:gd name="connsiteX136" fmla="*/ 2064544 w 2543175"/>
                <a:gd name="connsiteY136" fmla="*/ 1519237 h 1890712"/>
                <a:gd name="connsiteX137" fmla="*/ 2071688 w 2543175"/>
                <a:gd name="connsiteY137" fmla="*/ 1526381 h 1890712"/>
                <a:gd name="connsiteX138" fmla="*/ 2081213 w 2543175"/>
                <a:gd name="connsiteY138" fmla="*/ 1531144 h 1890712"/>
                <a:gd name="connsiteX139" fmla="*/ 2090738 w 2543175"/>
                <a:gd name="connsiteY139" fmla="*/ 1538287 h 1890712"/>
                <a:gd name="connsiteX140" fmla="*/ 2109788 w 2543175"/>
                <a:gd name="connsiteY140" fmla="*/ 1547812 h 1890712"/>
                <a:gd name="connsiteX141" fmla="*/ 2131219 w 2543175"/>
                <a:gd name="connsiteY141" fmla="*/ 1562100 h 1890712"/>
                <a:gd name="connsiteX142" fmla="*/ 2140744 w 2543175"/>
                <a:gd name="connsiteY142" fmla="*/ 1566862 h 1890712"/>
                <a:gd name="connsiteX143" fmla="*/ 2152650 w 2543175"/>
                <a:gd name="connsiteY143" fmla="*/ 1576387 h 1890712"/>
                <a:gd name="connsiteX144" fmla="*/ 2181225 w 2543175"/>
                <a:gd name="connsiteY144" fmla="*/ 1590675 h 1890712"/>
                <a:gd name="connsiteX145" fmla="*/ 2200275 w 2543175"/>
                <a:gd name="connsiteY145" fmla="*/ 1607344 h 1890712"/>
                <a:gd name="connsiteX146" fmla="*/ 2207419 w 2543175"/>
                <a:gd name="connsiteY146" fmla="*/ 1612106 h 1890712"/>
                <a:gd name="connsiteX147" fmla="*/ 2216944 w 2543175"/>
                <a:gd name="connsiteY147" fmla="*/ 1619250 h 1890712"/>
                <a:gd name="connsiteX148" fmla="*/ 2224088 w 2543175"/>
                <a:gd name="connsiteY148" fmla="*/ 1624012 h 1890712"/>
                <a:gd name="connsiteX149" fmla="*/ 2247900 w 2543175"/>
                <a:gd name="connsiteY149" fmla="*/ 1643062 h 1890712"/>
                <a:gd name="connsiteX150" fmla="*/ 2255044 w 2543175"/>
                <a:gd name="connsiteY150" fmla="*/ 1650206 h 1890712"/>
                <a:gd name="connsiteX151" fmla="*/ 2281238 w 2543175"/>
                <a:gd name="connsiteY151" fmla="*/ 1664494 h 1890712"/>
                <a:gd name="connsiteX152" fmla="*/ 2297907 w 2543175"/>
                <a:gd name="connsiteY152" fmla="*/ 1674019 h 1890712"/>
                <a:gd name="connsiteX153" fmla="*/ 2312194 w 2543175"/>
                <a:gd name="connsiteY153" fmla="*/ 1685925 h 1890712"/>
                <a:gd name="connsiteX154" fmla="*/ 2328863 w 2543175"/>
                <a:gd name="connsiteY154" fmla="*/ 1697831 h 1890712"/>
                <a:gd name="connsiteX155" fmla="*/ 2350294 w 2543175"/>
                <a:gd name="connsiteY155" fmla="*/ 1712119 h 1890712"/>
                <a:gd name="connsiteX156" fmla="*/ 2369344 w 2543175"/>
                <a:gd name="connsiteY156" fmla="*/ 1724025 h 1890712"/>
                <a:gd name="connsiteX157" fmla="*/ 2428876 w 2543175"/>
                <a:gd name="connsiteY157" fmla="*/ 1785938 h 1890712"/>
                <a:gd name="connsiteX158" fmla="*/ 2466975 w 2543175"/>
                <a:gd name="connsiteY158" fmla="*/ 1783556 h 1890712"/>
                <a:gd name="connsiteX159" fmla="*/ 2481263 w 2543175"/>
                <a:gd name="connsiteY159" fmla="*/ 1795462 h 1890712"/>
                <a:gd name="connsiteX160" fmla="*/ 2486025 w 2543175"/>
                <a:gd name="connsiteY160" fmla="*/ 1802606 h 1890712"/>
                <a:gd name="connsiteX161" fmla="*/ 2514600 w 2543175"/>
                <a:gd name="connsiteY161" fmla="*/ 1850231 h 1890712"/>
                <a:gd name="connsiteX162" fmla="*/ 2519363 w 2543175"/>
                <a:gd name="connsiteY162" fmla="*/ 1857375 h 1890712"/>
                <a:gd name="connsiteX163" fmla="*/ 2540794 w 2543175"/>
                <a:gd name="connsiteY163" fmla="*/ 1883569 h 1890712"/>
                <a:gd name="connsiteX164" fmla="*/ 2543175 w 2543175"/>
                <a:gd name="connsiteY164" fmla="*/ 1890712 h 1890712"/>
                <a:gd name="connsiteX0" fmla="*/ 0 w 2543175"/>
                <a:gd name="connsiteY0" fmla="*/ 0 h 1890712"/>
                <a:gd name="connsiteX1" fmla="*/ 11907 w 2543175"/>
                <a:gd name="connsiteY1" fmla="*/ 11906 h 1890712"/>
                <a:gd name="connsiteX2" fmla="*/ 21432 w 2543175"/>
                <a:gd name="connsiteY2" fmla="*/ 16669 h 1890712"/>
                <a:gd name="connsiteX3" fmla="*/ 23813 w 2543175"/>
                <a:gd name="connsiteY3" fmla="*/ 23812 h 1890712"/>
                <a:gd name="connsiteX4" fmla="*/ 33338 w 2543175"/>
                <a:gd name="connsiteY4" fmla="*/ 33337 h 1890712"/>
                <a:gd name="connsiteX5" fmla="*/ 40482 w 2543175"/>
                <a:gd name="connsiteY5" fmla="*/ 42862 h 1890712"/>
                <a:gd name="connsiteX6" fmla="*/ 47625 w 2543175"/>
                <a:gd name="connsiteY6" fmla="*/ 47625 h 1890712"/>
                <a:gd name="connsiteX7" fmla="*/ 57150 w 2543175"/>
                <a:gd name="connsiteY7" fmla="*/ 54769 h 1890712"/>
                <a:gd name="connsiteX8" fmla="*/ 64294 w 2543175"/>
                <a:gd name="connsiteY8" fmla="*/ 59531 h 1890712"/>
                <a:gd name="connsiteX9" fmla="*/ 83344 w 2543175"/>
                <a:gd name="connsiteY9" fmla="*/ 73819 h 1890712"/>
                <a:gd name="connsiteX10" fmla="*/ 97632 w 2543175"/>
                <a:gd name="connsiteY10" fmla="*/ 80962 h 1890712"/>
                <a:gd name="connsiteX11" fmla="*/ 104775 w 2543175"/>
                <a:gd name="connsiteY11" fmla="*/ 85725 h 1890712"/>
                <a:gd name="connsiteX12" fmla="*/ 114300 w 2543175"/>
                <a:gd name="connsiteY12" fmla="*/ 95250 h 1890712"/>
                <a:gd name="connsiteX13" fmla="*/ 123825 w 2543175"/>
                <a:gd name="connsiteY13" fmla="*/ 97631 h 1890712"/>
                <a:gd name="connsiteX14" fmla="*/ 130969 w 2543175"/>
                <a:gd name="connsiteY14" fmla="*/ 104775 h 1890712"/>
                <a:gd name="connsiteX15" fmla="*/ 140494 w 2543175"/>
                <a:gd name="connsiteY15" fmla="*/ 111919 h 1890712"/>
                <a:gd name="connsiteX16" fmla="*/ 147638 w 2543175"/>
                <a:gd name="connsiteY16" fmla="*/ 116681 h 1890712"/>
                <a:gd name="connsiteX17" fmla="*/ 164307 w 2543175"/>
                <a:gd name="connsiteY17" fmla="*/ 128587 h 1890712"/>
                <a:gd name="connsiteX18" fmla="*/ 180975 w 2543175"/>
                <a:gd name="connsiteY18" fmla="*/ 140494 h 1890712"/>
                <a:gd name="connsiteX19" fmla="*/ 197644 w 2543175"/>
                <a:gd name="connsiteY19" fmla="*/ 152400 h 1890712"/>
                <a:gd name="connsiteX20" fmla="*/ 204788 w 2543175"/>
                <a:gd name="connsiteY20" fmla="*/ 157162 h 1890712"/>
                <a:gd name="connsiteX21" fmla="*/ 214313 w 2543175"/>
                <a:gd name="connsiteY21" fmla="*/ 164306 h 1890712"/>
                <a:gd name="connsiteX22" fmla="*/ 230982 w 2543175"/>
                <a:gd name="connsiteY22" fmla="*/ 180975 h 1890712"/>
                <a:gd name="connsiteX23" fmla="*/ 247650 w 2543175"/>
                <a:gd name="connsiteY23" fmla="*/ 185737 h 1890712"/>
                <a:gd name="connsiteX24" fmla="*/ 300038 w 2543175"/>
                <a:gd name="connsiteY24" fmla="*/ 219075 h 1890712"/>
                <a:gd name="connsiteX25" fmla="*/ 342900 w 2543175"/>
                <a:gd name="connsiteY25" fmla="*/ 254794 h 1890712"/>
                <a:gd name="connsiteX26" fmla="*/ 366713 w 2543175"/>
                <a:gd name="connsiteY26" fmla="*/ 264319 h 1890712"/>
                <a:gd name="connsiteX27" fmla="*/ 371475 w 2543175"/>
                <a:gd name="connsiteY27" fmla="*/ 271462 h 1890712"/>
                <a:gd name="connsiteX28" fmla="*/ 385763 w 2543175"/>
                <a:gd name="connsiteY28" fmla="*/ 283369 h 1890712"/>
                <a:gd name="connsiteX29" fmla="*/ 404813 w 2543175"/>
                <a:gd name="connsiteY29" fmla="*/ 295275 h 1890712"/>
                <a:gd name="connsiteX30" fmla="*/ 411957 w 2543175"/>
                <a:gd name="connsiteY30" fmla="*/ 297656 h 1890712"/>
                <a:gd name="connsiteX31" fmla="*/ 466725 w 2543175"/>
                <a:gd name="connsiteY31" fmla="*/ 328612 h 1890712"/>
                <a:gd name="connsiteX32" fmla="*/ 476250 w 2543175"/>
                <a:gd name="connsiteY32" fmla="*/ 335756 h 1890712"/>
                <a:gd name="connsiteX33" fmla="*/ 481013 w 2543175"/>
                <a:gd name="connsiteY33" fmla="*/ 342900 h 1890712"/>
                <a:gd name="connsiteX34" fmla="*/ 490538 w 2543175"/>
                <a:gd name="connsiteY34" fmla="*/ 352425 h 1890712"/>
                <a:gd name="connsiteX35" fmla="*/ 495300 w 2543175"/>
                <a:gd name="connsiteY35" fmla="*/ 359569 h 1890712"/>
                <a:gd name="connsiteX36" fmla="*/ 509588 w 2543175"/>
                <a:gd name="connsiteY36" fmla="*/ 376237 h 1890712"/>
                <a:gd name="connsiteX37" fmla="*/ 514350 w 2543175"/>
                <a:gd name="connsiteY37" fmla="*/ 383381 h 1890712"/>
                <a:gd name="connsiteX38" fmla="*/ 531019 w 2543175"/>
                <a:gd name="connsiteY38" fmla="*/ 397669 h 1890712"/>
                <a:gd name="connsiteX39" fmla="*/ 538163 w 2543175"/>
                <a:gd name="connsiteY39" fmla="*/ 407194 h 1890712"/>
                <a:gd name="connsiteX40" fmla="*/ 554832 w 2543175"/>
                <a:gd name="connsiteY40" fmla="*/ 421481 h 1890712"/>
                <a:gd name="connsiteX41" fmla="*/ 564357 w 2543175"/>
                <a:gd name="connsiteY41" fmla="*/ 431006 h 1890712"/>
                <a:gd name="connsiteX42" fmla="*/ 573882 w 2543175"/>
                <a:gd name="connsiteY42" fmla="*/ 438150 h 1890712"/>
                <a:gd name="connsiteX43" fmla="*/ 595313 w 2543175"/>
                <a:gd name="connsiteY43" fmla="*/ 454819 h 1890712"/>
                <a:gd name="connsiteX44" fmla="*/ 602457 w 2543175"/>
                <a:gd name="connsiteY44" fmla="*/ 457200 h 1890712"/>
                <a:gd name="connsiteX45" fmla="*/ 628650 w 2543175"/>
                <a:gd name="connsiteY45" fmla="*/ 469106 h 1890712"/>
                <a:gd name="connsiteX46" fmla="*/ 645319 w 2543175"/>
                <a:gd name="connsiteY46" fmla="*/ 483394 h 1890712"/>
                <a:gd name="connsiteX47" fmla="*/ 654844 w 2543175"/>
                <a:gd name="connsiteY47" fmla="*/ 488156 h 1890712"/>
                <a:gd name="connsiteX48" fmla="*/ 661988 w 2543175"/>
                <a:gd name="connsiteY48" fmla="*/ 497681 h 1890712"/>
                <a:gd name="connsiteX49" fmla="*/ 683419 w 2543175"/>
                <a:gd name="connsiteY49" fmla="*/ 514350 h 1890712"/>
                <a:gd name="connsiteX50" fmla="*/ 700088 w 2543175"/>
                <a:gd name="connsiteY50" fmla="*/ 526256 h 1890712"/>
                <a:gd name="connsiteX51" fmla="*/ 709613 w 2543175"/>
                <a:gd name="connsiteY51" fmla="*/ 535781 h 1890712"/>
                <a:gd name="connsiteX52" fmla="*/ 719138 w 2543175"/>
                <a:gd name="connsiteY52" fmla="*/ 542925 h 1890712"/>
                <a:gd name="connsiteX53" fmla="*/ 733425 w 2543175"/>
                <a:gd name="connsiteY53" fmla="*/ 557212 h 1890712"/>
                <a:gd name="connsiteX54" fmla="*/ 750094 w 2543175"/>
                <a:gd name="connsiteY54" fmla="*/ 569119 h 1890712"/>
                <a:gd name="connsiteX55" fmla="*/ 769144 w 2543175"/>
                <a:gd name="connsiteY55" fmla="*/ 581025 h 1890712"/>
                <a:gd name="connsiteX56" fmla="*/ 785813 w 2543175"/>
                <a:gd name="connsiteY56" fmla="*/ 590550 h 1890712"/>
                <a:gd name="connsiteX57" fmla="*/ 792957 w 2543175"/>
                <a:gd name="connsiteY57" fmla="*/ 600075 h 1890712"/>
                <a:gd name="connsiteX58" fmla="*/ 809625 w 2543175"/>
                <a:gd name="connsiteY58" fmla="*/ 611981 h 1890712"/>
                <a:gd name="connsiteX59" fmla="*/ 816769 w 2543175"/>
                <a:gd name="connsiteY59" fmla="*/ 619125 h 1890712"/>
                <a:gd name="connsiteX60" fmla="*/ 826294 w 2543175"/>
                <a:gd name="connsiteY60" fmla="*/ 626269 h 1890712"/>
                <a:gd name="connsiteX61" fmla="*/ 840582 w 2543175"/>
                <a:gd name="connsiteY61" fmla="*/ 638175 h 1890712"/>
                <a:gd name="connsiteX62" fmla="*/ 847725 w 2543175"/>
                <a:gd name="connsiteY62" fmla="*/ 645319 h 1890712"/>
                <a:gd name="connsiteX63" fmla="*/ 857250 w 2543175"/>
                <a:gd name="connsiteY63" fmla="*/ 652462 h 1890712"/>
                <a:gd name="connsiteX64" fmla="*/ 864394 w 2543175"/>
                <a:gd name="connsiteY64" fmla="*/ 657225 h 1890712"/>
                <a:gd name="connsiteX65" fmla="*/ 888207 w 2543175"/>
                <a:gd name="connsiteY65" fmla="*/ 676275 h 1890712"/>
                <a:gd name="connsiteX66" fmla="*/ 895350 w 2543175"/>
                <a:gd name="connsiteY66" fmla="*/ 681037 h 1890712"/>
                <a:gd name="connsiteX67" fmla="*/ 907257 w 2543175"/>
                <a:gd name="connsiteY67" fmla="*/ 683419 h 1890712"/>
                <a:gd name="connsiteX68" fmla="*/ 928688 w 2543175"/>
                <a:gd name="connsiteY68" fmla="*/ 695325 h 1890712"/>
                <a:gd name="connsiteX69" fmla="*/ 942975 w 2543175"/>
                <a:gd name="connsiteY69" fmla="*/ 700087 h 1890712"/>
                <a:gd name="connsiteX70" fmla="*/ 964407 w 2543175"/>
                <a:gd name="connsiteY70" fmla="*/ 716756 h 1890712"/>
                <a:gd name="connsiteX71" fmla="*/ 971550 w 2543175"/>
                <a:gd name="connsiteY71" fmla="*/ 723900 h 1890712"/>
                <a:gd name="connsiteX72" fmla="*/ 983457 w 2543175"/>
                <a:gd name="connsiteY72" fmla="*/ 733425 h 1890712"/>
                <a:gd name="connsiteX73" fmla="*/ 990600 w 2543175"/>
                <a:gd name="connsiteY73" fmla="*/ 738187 h 1890712"/>
                <a:gd name="connsiteX74" fmla="*/ 1007269 w 2543175"/>
                <a:gd name="connsiteY74" fmla="*/ 752475 h 1890712"/>
                <a:gd name="connsiteX75" fmla="*/ 1031082 w 2543175"/>
                <a:gd name="connsiteY75" fmla="*/ 766762 h 1890712"/>
                <a:gd name="connsiteX76" fmla="*/ 1042988 w 2543175"/>
                <a:gd name="connsiteY76" fmla="*/ 773906 h 1890712"/>
                <a:gd name="connsiteX77" fmla="*/ 1071563 w 2543175"/>
                <a:gd name="connsiteY77" fmla="*/ 785812 h 1890712"/>
                <a:gd name="connsiteX78" fmla="*/ 1097757 w 2543175"/>
                <a:gd name="connsiteY78" fmla="*/ 807244 h 1890712"/>
                <a:gd name="connsiteX79" fmla="*/ 1104900 w 2543175"/>
                <a:gd name="connsiteY79" fmla="*/ 814387 h 1890712"/>
                <a:gd name="connsiteX80" fmla="*/ 1121569 w 2543175"/>
                <a:gd name="connsiteY80" fmla="*/ 823912 h 1890712"/>
                <a:gd name="connsiteX81" fmla="*/ 1138238 w 2543175"/>
                <a:gd name="connsiteY81" fmla="*/ 835819 h 1890712"/>
                <a:gd name="connsiteX82" fmla="*/ 1147763 w 2543175"/>
                <a:gd name="connsiteY82" fmla="*/ 842962 h 1890712"/>
                <a:gd name="connsiteX83" fmla="*/ 1157288 w 2543175"/>
                <a:gd name="connsiteY83" fmla="*/ 847725 h 1890712"/>
                <a:gd name="connsiteX84" fmla="*/ 1178719 w 2543175"/>
                <a:gd name="connsiteY84" fmla="*/ 859631 h 1890712"/>
                <a:gd name="connsiteX85" fmla="*/ 1188244 w 2543175"/>
                <a:gd name="connsiteY85" fmla="*/ 866775 h 1890712"/>
                <a:gd name="connsiteX86" fmla="*/ 1195388 w 2543175"/>
                <a:gd name="connsiteY86" fmla="*/ 871537 h 1890712"/>
                <a:gd name="connsiteX87" fmla="*/ 1212057 w 2543175"/>
                <a:gd name="connsiteY87" fmla="*/ 883444 h 1890712"/>
                <a:gd name="connsiteX88" fmla="*/ 1226344 w 2543175"/>
                <a:gd name="connsiteY88" fmla="*/ 895350 h 1890712"/>
                <a:gd name="connsiteX89" fmla="*/ 1245394 w 2543175"/>
                <a:gd name="connsiteY89" fmla="*/ 907256 h 1890712"/>
                <a:gd name="connsiteX90" fmla="*/ 1254919 w 2543175"/>
                <a:gd name="connsiteY90" fmla="*/ 914400 h 1890712"/>
                <a:gd name="connsiteX91" fmla="*/ 1269207 w 2543175"/>
                <a:gd name="connsiteY91" fmla="*/ 921544 h 1890712"/>
                <a:gd name="connsiteX92" fmla="*/ 1290638 w 2543175"/>
                <a:gd name="connsiteY92" fmla="*/ 935831 h 1890712"/>
                <a:gd name="connsiteX93" fmla="*/ 1307307 w 2543175"/>
                <a:gd name="connsiteY93" fmla="*/ 952500 h 1890712"/>
                <a:gd name="connsiteX94" fmla="*/ 1333500 w 2543175"/>
                <a:gd name="connsiteY94" fmla="*/ 971550 h 1890712"/>
                <a:gd name="connsiteX95" fmla="*/ 1359694 w 2543175"/>
                <a:gd name="connsiteY95" fmla="*/ 990600 h 1890712"/>
                <a:gd name="connsiteX96" fmla="*/ 1385888 w 2543175"/>
                <a:gd name="connsiteY96" fmla="*/ 1021557 h 1890712"/>
                <a:gd name="connsiteX97" fmla="*/ 1435894 w 2543175"/>
                <a:gd name="connsiteY97" fmla="*/ 1054894 h 1890712"/>
                <a:gd name="connsiteX98" fmla="*/ 1497806 w 2543175"/>
                <a:gd name="connsiteY98" fmla="*/ 1104900 h 1890712"/>
                <a:gd name="connsiteX99" fmla="*/ 1559718 w 2543175"/>
                <a:gd name="connsiteY99" fmla="*/ 1154906 h 1890712"/>
                <a:gd name="connsiteX100" fmla="*/ 1595438 w 2543175"/>
                <a:gd name="connsiteY100" fmla="*/ 1181100 h 1890712"/>
                <a:gd name="connsiteX101" fmla="*/ 1628775 w 2543175"/>
                <a:gd name="connsiteY101" fmla="*/ 1207294 h 1890712"/>
                <a:gd name="connsiteX102" fmla="*/ 1662113 w 2543175"/>
                <a:gd name="connsiteY102" fmla="*/ 1209675 h 1890712"/>
                <a:gd name="connsiteX103" fmla="*/ 1678782 w 2543175"/>
                <a:gd name="connsiteY103" fmla="*/ 1226344 h 1890712"/>
                <a:gd name="connsiteX104" fmla="*/ 1700213 w 2543175"/>
                <a:gd name="connsiteY104" fmla="*/ 1247775 h 1890712"/>
                <a:gd name="connsiteX105" fmla="*/ 1712119 w 2543175"/>
                <a:gd name="connsiteY105" fmla="*/ 1259681 h 1890712"/>
                <a:gd name="connsiteX106" fmla="*/ 1733550 w 2543175"/>
                <a:gd name="connsiteY106" fmla="*/ 1273969 h 1890712"/>
                <a:gd name="connsiteX107" fmla="*/ 1743075 w 2543175"/>
                <a:gd name="connsiteY107" fmla="*/ 1283494 h 1890712"/>
                <a:gd name="connsiteX108" fmla="*/ 1754982 w 2543175"/>
                <a:gd name="connsiteY108" fmla="*/ 1290637 h 1890712"/>
                <a:gd name="connsiteX109" fmla="*/ 1766888 w 2543175"/>
                <a:gd name="connsiteY109" fmla="*/ 1300162 h 1890712"/>
                <a:gd name="connsiteX110" fmla="*/ 1783557 w 2543175"/>
                <a:gd name="connsiteY110" fmla="*/ 1307306 h 1890712"/>
                <a:gd name="connsiteX111" fmla="*/ 1790700 w 2543175"/>
                <a:gd name="connsiteY111" fmla="*/ 1312069 h 1890712"/>
                <a:gd name="connsiteX112" fmla="*/ 1800225 w 2543175"/>
                <a:gd name="connsiteY112" fmla="*/ 1319212 h 1890712"/>
                <a:gd name="connsiteX113" fmla="*/ 1807369 w 2543175"/>
                <a:gd name="connsiteY113" fmla="*/ 1321594 h 1890712"/>
                <a:gd name="connsiteX114" fmla="*/ 1824038 w 2543175"/>
                <a:gd name="connsiteY114" fmla="*/ 1333500 h 1890712"/>
                <a:gd name="connsiteX115" fmla="*/ 1843088 w 2543175"/>
                <a:gd name="connsiteY115" fmla="*/ 1352550 h 1890712"/>
                <a:gd name="connsiteX116" fmla="*/ 1852613 w 2543175"/>
                <a:gd name="connsiteY116" fmla="*/ 1359694 h 1890712"/>
                <a:gd name="connsiteX117" fmla="*/ 1859757 w 2543175"/>
                <a:gd name="connsiteY117" fmla="*/ 1366837 h 1890712"/>
                <a:gd name="connsiteX118" fmla="*/ 1869282 w 2543175"/>
                <a:gd name="connsiteY118" fmla="*/ 1371600 h 1890712"/>
                <a:gd name="connsiteX119" fmla="*/ 1883569 w 2543175"/>
                <a:gd name="connsiteY119" fmla="*/ 1388269 h 1890712"/>
                <a:gd name="connsiteX120" fmla="*/ 1893094 w 2543175"/>
                <a:gd name="connsiteY120" fmla="*/ 1395412 h 1890712"/>
                <a:gd name="connsiteX121" fmla="*/ 1902619 w 2543175"/>
                <a:gd name="connsiteY121" fmla="*/ 1404937 h 1890712"/>
                <a:gd name="connsiteX122" fmla="*/ 1912144 w 2543175"/>
                <a:gd name="connsiteY122" fmla="*/ 1409700 h 1890712"/>
                <a:gd name="connsiteX123" fmla="*/ 1931194 w 2543175"/>
                <a:gd name="connsiteY123" fmla="*/ 1421606 h 1890712"/>
                <a:gd name="connsiteX124" fmla="*/ 1935957 w 2543175"/>
                <a:gd name="connsiteY124" fmla="*/ 1428750 h 1890712"/>
                <a:gd name="connsiteX125" fmla="*/ 1952625 w 2543175"/>
                <a:gd name="connsiteY125" fmla="*/ 1438275 h 1890712"/>
                <a:gd name="connsiteX126" fmla="*/ 1971675 w 2543175"/>
                <a:gd name="connsiteY126" fmla="*/ 1450181 h 1890712"/>
                <a:gd name="connsiteX127" fmla="*/ 1981200 w 2543175"/>
                <a:gd name="connsiteY127" fmla="*/ 1454944 h 1890712"/>
                <a:gd name="connsiteX128" fmla="*/ 1997869 w 2543175"/>
                <a:gd name="connsiteY128" fmla="*/ 1471612 h 1890712"/>
                <a:gd name="connsiteX129" fmla="*/ 2007394 w 2543175"/>
                <a:gd name="connsiteY129" fmla="*/ 1478756 h 1890712"/>
                <a:gd name="connsiteX130" fmla="*/ 2016919 w 2543175"/>
                <a:gd name="connsiteY130" fmla="*/ 1483519 h 1890712"/>
                <a:gd name="connsiteX131" fmla="*/ 2024063 w 2543175"/>
                <a:gd name="connsiteY131" fmla="*/ 1490662 h 1890712"/>
                <a:gd name="connsiteX132" fmla="*/ 2033588 w 2543175"/>
                <a:gd name="connsiteY132" fmla="*/ 1495425 h 1890712"/>
                <a:gd name="connsiteX133" fmla="*/ 2040732 w 2543175"/>
                <a:gd name="connsiteY133" fmla="*/ 1502569 h 1890712"/>
                <a:gd name="connsiteX134" fmla="*/ 2047875 w 2543175"/>
                <a:gd name="connsiteY134" fmla="*/ 1507331 h 1890712"/>
                <a:gd name="connsiteX135" fmla="*/ 2057400 w 2543175"/>
                <a:gd name="connsiteY135" fmla="*/ 1514475 h 1890712"/>
                <a:gd name="connsiteX136" fmla="*/ 2064544 w 2543175"/>
                <a:gd name="connsiteY136" fmla="*/ 1519237 h 1890712"/>
                <a:gd name="connsiteX137" fmla="*/ 2071688 w 2543175"/>
                <a:gd name="connsiteY137" fmla="*/ 1526381 h 1890712"/>
                <a:gd name="connsiteX138" fmla="*/ 2081213 w 2543175"/>
                <a:gd name="connsiteY138" fmla="*/ 1531144 h 1890712"/>
                <a:gd name="connsiteX139" fmla="*/ 2090738 w 2543175"/>
                <a:gd name="connsiteY139" fmla="*/ 1538287 h 1890712"/>
                <a:gd name="connsiteX140" fmla="*/ 2109788 w 2543175"/>
                <a:gd name="connsiteY140" fmla="*/ 1547812 h 1890712"/>
                <a:gd name="connsiteX141" fmla="*/ 2131219 w 2543175"/>
                <a:gd name="connsiteY141" fmla="*/ 1562100 h 1890712"/>
                <a:gd name="connsiteX142" fmla="*/ 2140744 w 2543175"/>
                <a:gd name="connsiteY142" fmla="*/ 1566862 h 1890712"/>
                <a:gd name="connsiteX143" fmla="*/ 2152650 w 2543175"/>
                <a:gd name="connsiteY143" fmla="*/ 1576387 h 1890712"/>
                <a:gd name="connsiteX144" fmla="*/ 2181225 w 2543175"/>
                <a:gd name="connsiteY144" fmla="*/ 1590675 h 1890712"/>
                <a:gd name="connsiteX145" fmla="*/ 2200275 w 2543175"/>
                <a:gd name="connsiteY145" fmla="*/ 1607344 h 1890712"/>
                <a:gd name="connsiteX146" fmla="*/ 2207419 w 2543175"/>
                <a:gd name="connsiteY146" fmla="*/ 1612106 h 1890712"/>
                <a:gd name="connsiteX147" fmla="*/ 2216944 w 2543175"/>
                <a:gd name="connsiteY147" fmla="*/ 1619250 h 1890712"/>
                <a:gd name="connsiteX148" fmla="*/ 2224088 w 2543175"/>
                <a:gd name="connsiteY148" fmla="*/ 1624012 h 1890712"/>
                <a:gd name="connsiteX149" fmla="*/ 2247900 w 2543175"/>
                <a:gd name="connsiteY149" fmla="*/ 1643062 h 1890712"/>
                <a:gd name="connsiteX150" fmla="*/ 2255044 w 2543175"/>
                <a:gd name="connsiteY150" fmla="*/ 1650206 h 1890712"/>
                <a:gd name="connsiteX151" fmla="*/ 2281238 w 2543175"/>
                <a:gd name="connsiteY151" fmla="*/ 1664494 h 1890712"/>
                <a:gd name="connsiteX152" fmla="*/ 2297907 w 2543175"/>
                <a:gd name="connsiteY152" fmla="*/ 1674019 h 1890712"/>
                <a:gd name="connsiteX153" fmla="*/ 2312194 w 2543175"/>
                <a:gd name="connsiteY153" fmla="*/ 1685925 h 1890712"/>
                <a:gd name="connsiteX154" fmla="*/ 2328863 w 2543175"/>
                <a:gd name="connsiteY154" fmla="*/ 1697831 h 1890712"/>
                <a:gd name="connsiteX155" fmla="*/ 2350294 w 2543175"/>
                <a:gd name="connsiteY155" fmla="*/ 1712119 h 1890712"/>
                <a:gd name="connsiteX156" fmla="*/ 2369344 w 2543175"/>
                <a:gd name="connsiteY156" fmla="*/ 1724025 h 1890712"/>
                <a:gd name="connsiteX157" fmla="*/ 2428876 w 2543175"/>
                <a:gd name="connsiteY157" fmla="*/ 1785938 h 1890712"/>
                <a:gd name="connsiteX158" fmla="*/ 2466975 w 2543175"/>
                <a:gd name="connsiteY158" fmla="*/ 1783556 h 1890712"/>
                <a:gd name="connsiteX159" fmla="*/ 2481263 w 2543175"/>
                <a:gd name="connsiteY159" fmla="*/ 1795462 h 1890712"/>
                <a:gd name="connsiteX160" fmla="*/ 2486025 w 2543175"/>
                <a:gd name="connsiteY160" fmla="*/ 1802606 h 1890712"/>
                <a:gd name="connsiteX161" fmla="*/ 2514600 w 2543175"/>
                <a:gd name="connsiteY161" fmla="*/ 1850231 h 1890712"/>
                <a:gd name="connsiteX162" fmla="*/ 2519363 w 2543175"/>
                <a:gd name="connsiteY162" fmla="*/ 1857375 h 1890712"/>
                <a:gd name="connsiteX163" fmla="*/ 2540794 w 2543175"/>
                <a:gd name="connsiteY163" fmla="*/ 1883569 h 1890712"/>
                <a:gd name="connsiteX164" fmla="*/ 2543175 w 2543175"/>
                <a:gd name="connsiteY164" fmla="*/ 1890712 h 1890712"/>
                <a:gd name="connsiteX0" fmla="*/ 0 w 2543175"/>
                <a:gd name="connsiteY0" fmla="*/ 0 h 1890712"/>
                <a:gd name="connsiteX1" fmla="*/ 11907 w 2543175"/>
                <a:gd name="connsiteY1" fmla="*/ 11906 h 1890712"/>
                <a:gd name="connsiteX2" fmla="*/ 21432 w 2543175"/>
                <a:gd name="connsiteY2" fmla="*/ 16669 h 1890712"/>
                <a:gd name="connsiteX3" fmla="*/ 23813 w 2543175"/>
                <a:gd name="connsiteY3" fmla="*/ 23812 h 1890712"/>
                <a:gd name="connsiteX4" fmla="*/ 33338 w 2543175"/>
                <a:gd name="connsiteY4" fmla="*/ 33337 h 1890712"/>
                <a:gd name="connsiteX5" fmla="*/ 40482 w 2543175"/>
                <a:gd name="connsiteY5" fmla="*/ 42862 h 1890712"/>
                <a:gd name="connsiteX6" fmla="*/ 47625 w 2543175"/>
                <a:gd name="connsiteY6" fmla="*/ 47625 h 1890712"/>
                <a:gd name="connsiteX7" fmla="*/ 57150 w 2543175"/>
                <a:gd name="connsiteY7" fmla="*/ 54769 h 1890712"/>
                <a:gd name="connsiteX8" fmla="*/ 64294 w 2543175"/>
                <a:gd name="connsiteY8" fmla="*/ 59531 h 1890712"/>
                <a:gd name="connsiteX9" fmla="*/ 83344 w 2543175"/>
                <a:gd name="connsiteY9" fmla="*/ 73819 h 1890712"/>
                <a:gd name="connsiteX10" fmla="*/ 97632 w 2543175"/>
                <a:gd name="connsiteY10" fmla="*/ 80962 h 1890712"/>
                <a:gd name="connsiteX11" fmla="*/ 104775 w 2543175"/>
                <a:gd name="connsiteY11" fmla="*/ 85725 h 1890712"/>
                <a:gd name="connsiteX12" fmla="*/ 114300 w 2543175"/>
                <a:gd name="connsiteY12" fmla="*/ 95250 h 1890712"/>
                <a:gd name="connsiteX13" fmla="*/ 123825 w 2543175"/>
                <a:gd name="connsiteY13" fmla="*/ 97631 h 1890712"/>
                <a:gd name="connsiteX14" fmla="*/ 130969 w 2543175"/>
                <a:gd name="connsiteY14" fmla="*/ 104775 h 1890712"/>
                <a:gd name="connsiteX15" fmla="*/ 140494 w 2543175"/>
                <a:gd name="connsiteY15" fmla="*/ 111919 h 1890712"/>
                <a:gd name="connsiteX16" fmla="*/ 147638 w 2543175"/>
                <a:gd name="connsiteY16" fmla="*/ 116681 h 1890712"/>
                <a:gd name="connsiteX17" fmla="*/ 164307 w 2543175"/>
                <a:gd name="connsiteY17" fmla="*/ 128587 h 1890712"/>
                <a:gd name="connsiteX18" fmla="*/ 180975 w 2543175"/>
                <a:gd name="connsiteY18" fmla="*/ 140494 h 1890712"/>
                <a:gd name="connsiteX19" fmla="*/ 197644 w 2543175"/>
                <a:gd name="connsiteY19" fmla="*/ 152400 h 1890712"/>
                <a:gd name="connsiteX20" fmla="*/ 204788 w 2543175"/>
                <a:gd name="connsiteY20" fmla="*/ 157162 h 1890712"/>
                <a:gd name="connsiteX21" fmla="*/ 214313 w 2543175"/>
                <a:gd name="connsiteY21" fmla="*/ 164306 h 1890712"/>
                <a:gd name="connsiteX22" fmla="*/ 230982 w 2543175"/>
                <a:gd name="connsiteY22" fmla="*/ 180975 h 1890712"/>
                <a:gd name="connsiteX23" fmla="*/ 247650 w 2543175"/>
                <a:gd name="connsiteY23" fmla="*/ 185737 h 1890712"/>
                <a:gd name="connsiteX24" fmla="*/ 300038 w 2543175"/>
                <a:gd name="connsiteY24" fmla="*/ 219075 h 1890712"/>
                <a:gd name="connsiteX25" fmla="*/ 342900 w 2543175"/>
                <a:gd name="connsiteY25" fmla="*/ 254794 h 1890712"/>
                <a:gd name="connsiteX26" fmla="*/ 366713 w 2543175"/>
                <a:gd name="connsiteY26" fmla="*/ 264319 h 1890712"/>
                <a:gd name="connsiteX27" fmla="*/ 371475 w 2543175"/>
                <a:gd name="connsiteY27" fmla="*/ 271462 h 1890712"/>
                <a:gd name="connsiteX28" fmla="*/ 385763 w 2543175"/>
                <a:gd name="connsiteY28" fmla="*/ 283369 h 1890712"/>
                <a:gd name="connsiteX29" fmla="*/ 404813 w 2543175"/>
                <a:gd name="connsiteY29" fmla="*/ 295275 h 1890712"/>
                <a:gd name="connsiteX30" fmla="*/ 411957 w 2543175"/>
                <a:gd name="connsiteY30" fmla="*/ 297656 h 1890712"/>
                <a:gd name="connsiteX31" fmla="*/ 466725 w 2543175"/>
                <a:gd name="connsiteY31" fmla="*/ 328612 h 1890712"/>
                <a:gd name="connsiteX32" fmla="*/ 476250 w 2543175"/>
                <a:gd name="connsiteY32" fmla="*/ 335756 h 1890712"/>
                <a:gd name="connsiteX33" fmla="*/ 481013 w 2543175"/>
                <a:gd name="connsiteY33" fmla="*/ 342900 h 1890712"/>
                <a:gd name="connsiteX34" fmla="*/ 490538 w 2543175"/>
                <a:gd name="connsiteY34" fmla="*/ 352425 h 1890712"/>
                <a:gd name="connsiteX35" fmla="*/ 495300 w 2543175"/>
                <a:gd name="connsiteY35" fmla="*/ 359569 h 1890712"/>
                <a:gd name="connsiteX36" fmla="*/ 509588 w 2543175"/>
                <a:gd name="connsiteY36" fmla="*/ 376237 h 1890712"/>
                <a:gd name="connsiteX37" fmla="*/ 514350 w 2543175"/>
                <a:gd name="connsiteY37" fmla="*/ 383381 h 1890712"/>
                <a:gd name="connsiteX38" fmla="*/ 531019 w 2543175"/>
                <a:gd name="connsiteY38" fmla="*/ 397669 h 1890712"/>
                <a:gd name="connsiteX39" fmla="*/ 538163 w 2543175"/>
                <a:gd name="connsiteY39" fmla="*/ 407194 h 1890712"/>
                <a:gd name="connsiteX40" fmla="*/ 554832 w 2543175"/>
                <a:gd name="connsiteY40" fmla="*/ 421481 h 1890712"/>
                <a:gd name="connsiteX41" fmla="*/ 564357 w 2543175"/>
                <a:gd name="connsiteY41" fmla="*/ 431006 h 1890712"/>
                <a:gd name="connsiteX42" fmla="*/ 573882 w 2543175"/>
                <a:gd name="connsiteY42" fmla="*/ 438150 h 1890712"/>
                <a:gd name="connsiteX43" fmla="*/ 595313 w 2543175"/>
                <a:gd name="connsiteY43" fmla="*/ 454819 h 1890712"/>
                <a:gd name="connsiteX44" fmla="*/ 602457 w 2543175"/>
                <a:gd name="connsiteY44" fmla="*/ 457200 h 1890712"/>
                <a:gd name="connsiteX45" fmla="*/ 628650 w 2543175"/>
                <a:gd name="connsiteY45" fmla="*/ 469106 h 1890712"/>
                <a:gd name="connsiteX46" fmla="*/ 645319 w 2543175"/>
                <a:gd name="connsiteY46" fmla="*/ 483394 h 1890712"/>
                <a:gd name="connsiteX47" fmla="*/ 654844 w 2543175"/>
                <a:gd name="connsiteY47" fmla="*/ 488156 h 1890712"/>
                <a:gd name="connsiteX48" fmla="*/ 661988 w 2543175"/>
                <a:gd name="connsiteY48" fmla="*/ 497681 h 1890712"/>
                <a:gd name="connsiteX49" fmla="*/ 683419 w 2543175"/>
                <a:gd name="connsiteY49" fmla="*/ 514350 h 1890712"/>
                <a:gd name="connsiteX50" fmla="*/ 700088 w 2543175"/>
                <a:gd name="connsiteY50" fmla="*/ 526256 h 1890712"/>
                <a:gd name="connsiteX51" fmla="*/ 709613 w 2543175"/>
                <a:gd name="connsiteY51" fmla="*/ 535781 h 1890712"/>
                <a:gd name="connsiteX52" fmla="*/ 719138 w 2543175"/>
                <a:gd name="connsiteY52" fmla="*/ 542925 h 1890712"/>
                <a:gd name="connsiteX53" fmla="*/ 733425 w 2543175"/>
                <a:gd name="connsiteY53" fmla="*/ 557212 h 1890712"/>
                <a:gd name="connsiteX54" fmla="*/ 750094 w 2543175"/>
                <a:gd name="connsiteY54" fmla="*/ 569119 h 1890712"/>
                <a:gd name="connsiteX55" fmla="*/ 769144 w 2543175"/>
                <a:gd name="connsiteY55" fmla="*/ 581025 h 1890712"/>
                <a:gd name="connsiteX56" fmla="*/ 785813 w 2543175"/>
                <a:gd name="connsiteY56" fmla="*/ 590550 h 1890712"/>
                <a:gd name="connsiteX57" fmla="*/ 792957 w 2543175"/>
                <a:gd name="connsiteY57" fmla="*/ 600075 h 1890712"/>
                <a:gd name="connsiteX58" fmla="*/ 809625 w 2543175"/>
                <a:gd name="connsiteY58" fmla="*/ 611981 h 1890712"/>
                <a:gd name="connsiteX59" fmla="*/ 816769 w 2543175"/>
                <a:gd name="connsiteY59" fmla="*/ 619125 h 1890712"/>
                <a:gd name="connsiteX60" fmla="*/ 826294 w 2543175"/>
                <a:gd name="connsiteY60" fmla="*/ 626269 h 1890712"/>
                <a:gd name="connsiteX61" fmla="*/ 840582 w 2543175"/>
                <a:gd name="connsiteY61" fmla="*/ 638175 h 1890712"/>
                <a:gd name="connsiteX62" fmla="*/ 847725 w 2543175"/>
                <a:gd name="connsiteY62" fmla="*/ 645319 h 1890712"/>
                <a:gd name="connsiteX63" fmla="*/ 857250 w 2543175"/>
                <a:gd name="connsiteY63" fmla="*/ 652462 h 1890712"/>
                <a:gd name="connsiteX64" fmla="*/ 864394 w 2543175"/>
                <a:gd name="connsiteY64" fmla="*/ 657225 h 1890712"/>
                <a:gd name="connsiteX65" fmla="*/ 888207 w 2543175"/>
                <a:gd name="connsiteY65" fmla="*/ 676275 h 1890712"/>
                <a:gd name="connsiteX66" fmla="*/ 895350 w 2543175"/>
                <a:gd name="connsiteY66" fmla="*/ 681037 h 1890712"/>
                <a:gd name="connsiteX67" fmla="*/ 907257 w 2543175"/>
                <a:gd name="connsiteY67" fmla="*/ 683419 h 1890712"/>
                <a:gd name="connsiteX68" fmla="*/ 928688 w 2543175"/>
                <a:gd name="connsiteY68" fmla="*/ 695325 h 1890712"/>
                <a:gd name="connsiteX69" fmla="*/ 942975 w 2543175"/>
                <a:gd name="connsiteY69" fmla="*/ 700087 h 1890712"/>
                <a:gd name="connsiteX70" fmla="*/ 964407 w 2543175"/>
                <a:gd name="connsiteY70" fmla="*/ 716756 h 1890712"/>
                <a:gd name="connsiteX71" fmla="*/ 971550 w 2543175"/>
                <a:gd name="connsiteY71" fmla="*/ 723900 h 1890712"/>
                <a:gd name="connsiteX72" fmla="*/ 983457 w 2543175"/>
                <a:gd name="connsiteY72" fmla="*/ 733425 h 1890712"/>
                <a:gd name="connsiteX73" fmla="*/ 990600 w 2543175"/>
                <a:gd name="connsiteY73" fmla="*/ 738187 h 1890712"/>
                <a:gd name="connsiteX74" fmla="*/ 1007269 w 2543175"/>
                <a:gd name="connsiteY74" fmla="*/ 752475 h 1890712"/>
                <a:gd name="connsiteX75" fmla="*/ 1031082 w 2543175"/>
                <a:gd name="connsiteY75" fmla="*/ 766762 h 1890712"/>
                <a:gd name="connsiteX76" fmla="*/ 1042988 w 2543175"/>
                <a:gd name="connsiteY76" fmla="*/ 773906 h 1890712"/>
                <a:gd name="connsiteX77" fmla="*/ 1071563 w 2543175"/>
                <a:gd name="connsiteY77" fmla="*/ 785812 h 1890712"/>
                <a:gd name="connsiteX78" fmla="*/ 1097757 w 2543175"/>
                <a:gd name="connsiteY78" fmla="*/ 807244 h 1890712"/>
                <a:gd name="connsiteX79" fmla="*/ 1104900 w 2543175"/>
                <a:gd name="connsiteY79" fmla="*/ 814387 h 1890712"/>
                <a:gd name="connsiteX80" fmla="*/ 1121569 w 2543175"/>
                <a:gd name="connsiteY80" fmla="*/ 823912 h 1890712"/>
                <a:gd name="connsiteX81" fmla="*/ 1138238 w 2543175"/>
                <a:gd name="connsiteY81" fmla="*/ 835819 h 1890712"/>
                <a:gd name="connsiteX82" fmla="*/ 1147763 w 2543175"/>
                <a:gd name="connsiteY82" fmla="*/ 842962 h 1890712"/>
                <a:gd name="connsiteX83" fmla="*/ 1157288 w 2543175"/>
                <a:gd name="connsiteY83" fmla="*/ 847725 h 1890712"/>
                <a:gd name="connsiteX84" fmla="*/ 1178719 w 2543175"/>
                <a:gd name="connsiteY84" fmla="*/ 859631 h 1890712"/>
                <a:gd name="connsiteX85" fmla="*/ 1188244 w 2543175"/>
                <a:gd name="connsiteY85" fmla="*/ 866775 h 1890712"/>
                <a:gd name="connsiteX86" fmla="*/ 1195388 w 2543175"/>
                <a:gd name="connsiteY86" fmla="*/ 871537 h 1890712"/>
                <a:gd name="connsiteX87" fmla="*/ 1212057 w 2543175"/>
                <a:gd name="connsiteY87" fmla="*/ 883444 h 1890712"/>
                <a:gd name="connsiteX88" fmla="*/ 1226344 w 2543175"/>
                <a:gd name="connsiteY88" fmla="*/ 895350 h 1890712"/>
                <a:gd name="connsiteX89" fmla="*/ 1245394 w 2543175"/>
                <a:gd name="connsiteY89" fmla="*/ 907256 h 1890712"/>
                <a:gd name="connsiteX90" fmla="*/ 1254919 w 2543175"/>
                <a:gd name="connsiteY90" fmla="*/ 914400 h 1890712"/>
                <a:gd name="connsiteX91" fmla="*/ 1269207 w 2543175"/>
                <a:gd name="connsiteY91" fmla="*/ 921544 h 1890712"/>
                <a:gd name="connsiteX92" fmla="*/ 1290638 w 2543175"/>
                <a:gd name="connsiteY92" fmla="*/ 935831 h 1890712"/>
                <a:gd name="connsiteX93" fmla="*/ 1307307 w 2543175"/>
                <a:gd name="connsiteY93" fmla="*/ 952500 h 1890712"/>
                <a:gd name="connsiteX94" fmla="*/ 1333500 w 2543175"/>
                <a:gd name="connsiteY94" fmla="*/ 971550 h 1890712"/>
                <a:gd name="connsiteX95" fmla="*/ 1359694 w 2543175"/>
                <a:gd name="connsiteY95" fmla="*/ 990600 h 1890712"/>
                <a:gd name="connsiteX96" fmla="*/ 1385888 w 2543175"/>
                <a:gd name="connsiteY96" fmla="*/ 1021557 h 1890712"/>
                <a:gd name="connsiteX97" fmla="*/ 1435894 w 2543175"/>
                <a:gd name="connsiteY97" fmla="*/ 1054894 h 1890712"/>
                <a:gd name="connsiteX98" fmla="*/ 1497806 w 2543175"/>
                <a:gd name="connsiteY98" fmla="*/ 1104900 h 1890712"/>
                <a:gd name="connsiteX99" fmla="*/ 1559718 w 2543175"/>
                <a:gd name="connsiteY99" fmla="*/ 1154906 h 1890712"/>
                <a:gd name="connsiteX100" fmla="*/ 1595438 w 2543175"/>
                <a:gd name="connsiteY100" fmla="*/ 1181100 h 1890712"/>
                <a:gd name="connsiteX101" fmla="*/ 1628775 w 2543175"/>
                <a:gd name="connsiteY101" fmla="*/ 1207294 h 1890712"/>
                <a:gd name="connsiteX102" fmla="*/ 1662113 w 2543175"/>
                <a:gd name="connsiteY102" fmla="*/ 1231107 h 1890712"/>
                <a:gd name="connsiteX103" fmla="*/ 1678782 w 2543175"/>
                <a:gd name="connsiteY103" fmla="*/ 1226344 h 1890712"/>
                <a:gd name="connsiteX104" fmla="*/ 1700213 w 2543175"/>
                <a:gd name="connsiteY104" fmla="*/ 1247775 h 1890712"/>
                <a:gd name="connsiteX105" fmla="*/ 1712119 w 2543175"/>
                <a:gd name="connsiteY105" fmla="*/ 1259681 h 1890712"/>
                <a:gd name="connsiteX106" fmla="*/ 1733550 w 2543175"/>
                <a:gd name="connsiteY106" fmla="*/ 1273969 h 1890712"/>
                <a:gd name="connsiteX107" fmla="*/ 1743075 w 2543175"/>
                <a:gd name="connsiteY107" fmla="*/ 1283494 h 1890712"/>
                <a:gd name="connsiteX108" fmla="*/ 1754982 w 2543175"/>
                <a:gd name="connsiteY108" fmla="*/ 1290637 h 1890712"/>
                <a:gd name="connsiteX109" fmla="*/ 1766888 w 2543175"/>
                <a:gd name="connsiteY109" fmla="*/ 1300162 h 1890712"/>
                <a:gd name="connsiteX110" fmla="*/ 1783557 w 2543175"/>
                <a:gd name="connsiteY110" fmla="*/ 1307306 h 1890712"/>
                <a:gd name="connsiteX111" fmla="*/ 1790700 w 2543175"/>
                <a:gd name="connsiteY111" fmla="*/ 1312069 h 1890712"/>
                <a:gd name="connsiteX112" fmla="*/ 1800225 w 2543175"/>
                <a:gd name="connsiteY112" fmla="*/ 1319212 h 1890712"/>
                <a:gd name="connsiteX113" fmla="*/ 1807369 w 2543175"/>
                <a:gd name="connsiteY113" fmla="*/ 1321594 h 1890712"/>
                <a:gd name="connsiteX114" fmla="*/ 1824038 w 2543175"/>
                <a:gd name="connsiteY114" fmla="*/ 1333500 h 1890712"/>
                <a:gd name="connsiteX115" fmla="*/ 1843088 w 2543175"/>
                <a:gd name="connsiteY115" fmla="*/ 1352550 h 1890712"/>
                <a:gd name="connsiteX116" fmla="*/ 1852613 w 2543175"/>
                <a:gd name="connsiteY116" fmla="*/ 1359694 h 1890712"/>
                <a:gd name="connsiteX117" fmla="*/ 1859757 w 2543175"/>
                <a:gd name="connsiteY117" fmla="*/ 1366837 h 1890712"/>
                <a:gd name="connsiteX118" fmla="*/ 1869282 w 2543175"/>
                <a:gd name="connsiteY118" fmla="*/ 1371600 h 1890712"/>
                <a:gd name="connsiteX119" fmla="*/ 1883569 w 2543175"/>
                <a:gd name="connsiteY119" fmla="*/ 1388269 h 1890712"/>
                <a:gd name="connsiteX120" fmla="*/ 1893094 w 2543175"/>
                <a:gd name="connsiteY120" fmla="*/ 1395412 h 1890712"/>
                <a:gd name="connsiteX121" fmla="*/ 1902619 w 2543175"/>
                <a:gd name="connsiteY121" fmla="*/ 1404937 h 1890712"/>
                <a:gd name="connsiteX122" fmla="*/ 1912144 w 2543175"/>
                <a:gd name="connsiteY122" fmla="*/ 1409700 h 1890712"/>
                <a:gd name="connsiteX123" fmla="*/ 1931194 w 2543175"/>
                <a:gd name="connsiteY123" fmla="*/ 1421606 h 1890712"/>
                <a:gd name="connsiteX124" fmla="*/ 1935957 w 2543175"/>
                <a:gd name="connsiteY124" fmla="*/ 1428750 h 1890712"/>
                <a:gd name="connsiteX125" fmla="*/ 1952625 w 2543175"/>
                <a:gd name="connsiteY125" fmla="*/ 1438275 h 1890712"/>
                <a:gd name="connsiteX126" fmla="*/ 1971675 w 2543175"/>
                <a:gd name="connsiteY126" fmla="*/ 1450181 h 1890712"/>
                <a:gd name="connsiteX127" fmla="*/ 1981200 w 2543175"/>
                <a:gd name="connsiteY127" fmla="*/ 1454944 h 1890712"/>
                <a:gd name="connsiteX128" fmla="*/ 1997869 w 2543175"/>
                <a:gd name="connsiteY128" fmla="*/ 1471612 h 1890712"/>
                <a:gd name="connsiteX129" fmla="*/ 2007394 w 2543175"/>
                <a:gd name="connsiteY129" fmla="*/ 1478756 h 1890712"/>
                <a:gd name="connsiteX130" fmla="*/ 2016919 w 2543175"/>
                <a:gd name="connsiteY130" fmla="*/ 1483519 h 1890712"/>
                <a:gd name="connsiteX131" fmla="*/ 2024063 w 2543175"/>
                <a:gd name="connsiteY131" fmla="*/ 1490662 h 1890712"/>
                <a:gd name="connsiteX132" fmla="*/ 2033588 w 2543175"/>
                <a:gd name="connsiteY132" fmla="*/ 1495425 h 1890712"/>
                <a:gd name="connsiteX133" fmla="*/ 2040732 w 2543175"/>
                <a:gd name="connsiteY133" fmla="*/ 1502569 h 1890712"/>
                <a:gd name="connsiteX134" fmla="*/ 2047875 w 2543175"/>
                <a:gd name="connsiteY134" fmla="*/ 1507331 h 1890712"/>
                <a:gd name="connsiteX135" fmla="*/ 2057400 w 2543175"/>
                <a:gd name="connsiteY135" fmla="*/ 1514475 h 1890712"/>
                <a:gd name="connsiteX136" fmla="*/ 2064544 w 2543175"/>
                <a:gd name="connsiteY136" fmla="*/ 1519237 h 1890712"/>
                <a:gd name="connsiteX137" fmla="*/ 2071688 w 2543175"/>
                <a:gd name="connsiteY137" fmla="*/ 1526381 h 1890712"/>
                <a:gd name="connsiteX138" fmla="*/ 2081213 w 2543175"/>
                <a:gd name="connsiteY138" fmla="*/ 1531144 h 1890712"/>
                <a:gd name="connsiteX139" fmla="*/ 2090738 w 2543175"/>
                <a:gd name="connsiteY139" fmla="*/ 1538287 h 1890712"/>
                <a:gd name="connsiteX140" fmla="*/ 2109788 w 2543175"/>
                <a:gd name="connsiteY140" fmla="*/ 1547812 h 1890712"/>
                <a:gd name="connsiteX141" fmla="*/ 2131219 w 2543175"/>
                <a:gd name="connsiteY141" fmla="*/ 1562100 h 1890712"/>
                <a:gd name="connsiteX142" fmla="*/ 2140744 w 2543175"/>
                <a:gd name="connsiteY142" fmla="*/ 1566862 h 1890712"/>
                <a:gd name="connsiteX143" fmla="*/ 2152650 w 2543175"/>
                <a:gd name="connsiteY143" fmla="*/ 1576387 h 1890712"/>
                <a:gd name="connsiteX144" fmla="*/ 2181225 w 2543175"/>
                <a:gd name="connsiteY144" fmla="*/ 1590675 h 1890712"/>
                <a:gd name="connsiteX145" fmla="*/ 2200275 w 2543175"/>
                <a:gd name="connsiteY145" fmla="*/ 1607344 h 1890712"/>
                <a:gd name="connsiteX146" fmla="*/ 2207419 w 2543175"/>
                <a:gd name="connsiteY146" fmla="*/ 1612106 h 1890712"/>
                <a:gd name="connsiteX147" fmla="*/ 2216944 w 2543175"/>
                <a:gd name="connsiteY147" fmla="*/ 1619250 h 1890712"/>
                <a:gd name="connsiteX148" fmla="*/ 2224088 w 2543175"/>
                <a:gd name="connsiteY148" fmla="*/ 1624012 h 1890712"/>
                <a:gd name="connsiteX149" fmla="*/ 2247900 w 2543175"/>
                <a:gd name="connsiteY149" fmla="*/ 1643062 h 1890712"/>
                <a:gd name="connsiteX150" fmla="*/ 2255044 w 2543175"/>
                <a:gd name="connsiteY150" fmla="*/ 1650206 h 1890712"/>
                <a:gd name="connsiteX151" fmla="*/ 2281238 w 2543175"/>
                <a:gd name="connsiteY151" fmla="*/ 1664494 h 1890712"/>
                <a:gd name="connsiteX152" fmla="*/ 2297907 w 2543175"/>
                <a:gd name="connsiteY152" fmla="*/ 1674019 h 1890712"/>
                <a:gd name="connsiteX153" fmla="*/ 2312194 w 2543175"/>
                <a:gd name="connsiteY153" fmla="*/ 1685925 h 1890712"/>
                <a:gd name="connsiteX154" fmla="*/ 2328863 w 2543175"/>
                <a:gd name="connsiteY154" fmla="*/ 1697831 h 1890712"/>
                <a:gd name="connsiteX155" fmla="*/ 2350294 w 2543175"/>
                <a:gd name="connsiteY155" fmla="*/ 1712119 h 1890712"/>
                <a:gd name="connsiteX156" fmla="*/ 2369344 w 2543175"/>
                <a:gd name="connsiteY156" fmla="*/ 1724025 h 1890712"/>
                <a:gd name="connsiteX157" fmla="*/ 2428876 w 2543175"/>
                <a:gd name="connsiteY157" fmla="*/ 1785938 h 1890712"/>
                <a:gd name="connsiteX158" fmla="*/ 2466975 w 2543175"/>
                <a:gd name="connsiteY158" fmla="*/ 1783556 h 1890712"/>
                <a:gd name="connsiteX159" fmla="*/ 2481263 w 2543175"/>
                <a:gd name="connsiteY159" fmla="*/ 1795462 h 1890712"/>
                <a:gd name="connsiteX160" fmla="*/ 2486025 w 2543175"/>
                <a:gd name="connsiteY160" fmla="*/ 1802606 h 1890712"/>
                <a:gd name="connsiteX161" fmla="*/ 2514600 w 2543175"/>
                <a:gd name="connsiteY161" fmla="*/ 1850231 h 1890712"/>
                <a:gd name="connsiteX162" fmla="*/ 2519363 w 2543175"/>
                <a:gd name="connsiteY162" fmla="*/ 1857375 h 1890712"/>
                <a:gd name="connsiteX163" fmla="*/ 2540794 w 2543175"/>
                <a:gd name="connsiteY163" fmla="*/ 1883569 h 1890712"/>
                <a:gd name="connsiteX164" fmla="*/ 2543175 w 2543175"/>
                <a:gd name="connsiteY164" fmla="*/ 1890712 h 1890712"/>
                <a:gd name="connsiteX0" fmla="*/ 0 w 2543175"/>
                <a:gd name="connsiteY0" fmla="*/ 0 h 1890712"/>
                <a:gd name="connsiteX1" fmla="*/ 11907 w 2543175"/>
                <a:gd name="connsiteY1" fmla="*/ 11906 h 1890712"/>
                <a:gd name="connsiteX2" fmla="*/ 21432 w 2543175"/>
                <a:gd name="connsiteY2" fmla="*/ 16669 h 1890712"/>
                <a:gd name="connsiteX3" fmla="*/ 23813 w 2543175"/>
                <a:gd name="connsiteY3" fmla="*/ 23812 h 1890712"/>
                <a:gd name="connsiteX4" fmla="*/ 33338 w 2543175"/>
                <a:gd name="connsiteY4" fmla="*/ 33337 h 1890712"/>
                <a:gd name="connsiteX5" fmla="*/ 40482 w 2543175"/>
                <a:gd name="connsiteY5" fmla="*/ 42862 h 1890712"/>
                <a:gd name="connsiteX6" fmla="*/ 47625 w 2543175"/>
                <a:gd name="connsiteY6" fmla="*/ 47625 h 1890712"/>
                <a:gd name="connsiteX7" fmla="*/ 57150 w 2543175"/>
                <a:gd name="connsiteY7" fmla="*/ 54769 h 1890712"/>
                <a:gd name="connsiteX8" fmla="*/ 64294 w 2543175"/>
                <a:gd name="connsiteY8" fmla="*/ 59531 h 1890712"/>
                <a:gd name="connsiteX9" fmla="*/ 83344 w 2543175"/>
                <a:gd name="connsiteY9" fmla="*/ 73819 h 1890712"/>
                <a:gd name="connsiteX10" fmla="*/ 97632 w 2543175"/>
                <a:gd name="connsiteY10" fmla="*/ 80962 h 1890712"/>
                <a:gd name="connsiteX11" fmla="*/ 104775 w 2543175"/>
                <a:gd name="connsiteY11" fmla="*/ 85725 h 1890712"/>
                <a:gd name="connsiteX12" fmla="*/ 114300 w 2543175"/>
                <a:gd name="connsiteY12" fmla="*/ 95250 h 1890712"/>
                <a:gd name="connsiteX13" fmla="*/ 123825 w 2543175"/>
                <a:gd name="connsiteY13" fmla="*/ 97631 h 1890712"/>
                <a:gd name="connsiteX14" fmla="*/ 130969 w 2543175"/>
                <a:gd name="connsiteY14" fmla="*/ 104775 h 1890712"/>
                <a:gd name="connsiteX15" fmla="*/ 140494 w 2543175"/>
                <a:gd name="connsiteY15" fmla="*/ 111919 h 1890712"/>
                <a:gd name="connsiteX16" fmla="*/ 147638 w 2543175"/>
                <a:gd name="connsiteY16" fmla="*/ 116681 h 1890712"/>
                <a:gd name="connsiteX17" fmla="*/ 164307 w 2543175"/>
                <a:gd name="connsiteY17" fmla="*/ 128587 h 1890712"/>
                <a:gd name="connsiteX18" fmla="*/ 180975 w 2543175"/>
                <a:gd name="connsiteY18" fmla="*/ 140494 h 1890712"/>
                <a:gd name="connsiteX19" fmla="*/ 197644 w 2543175"/>
                <a:gd name="connsiteY19" fmla="*/ 152400 h 1890712"/>
                <a:gd name="connsiteX20" fmla="*/ 204788 w 2543175"/>
                <a:gd name="connsiteY20" fmla="*/ 157162 h 1890712"/>
                <a:gd name="connsiteX21" fmla="*/ 214313 w 2543175"/>
                <a:gd name="connsiteY21" fmla="*/ 164306 h 1890712"/>
                <a:gd name="connsiteX22" fmla="*/ 230982 w 2543175"/>
                <a:gd name="connsiteY22" fmla="*/ 180975 h 1890712"/>
                <a:gd name="connsiteX23" fmla="*/ 247650 w 2543175"/>
                <a:gd name="connsiteY23" fmla="*/ 185737 h 1890712"/>
                <a:gd name="connsiteX24" fmla="*/ 300038 w 2543175"/>
                <a:gd name="connsiteY24" fmla="*/ 219075 h 1890712"/>
                <a:gd name="connsiteX25" fmla="*/ 342900 w 2543175"/>
                <a:gd name="connsiteY25" fmla="*/ 254794 h 1890712"/>
                <a:gd name="connsiteX26" fmla="*/ 366713 w 2543175"/>
                <a:gd name="connsiteY26" fmla="*/ 264319 h 1890712"/>
                <a:gd name="connsiteX27" fmla="*/ 371475 w 2543175"/>
                <a:gd name="connsiteY27" fmla="*/ 271462 h 1890712"/>
                <a:gd name="connsiteX28" fmla="*/ 385763 w 2543175"/>
                <a:gd name="connsiteY28" fmla="*/ 283369 h 1890712"/>
                <a:gd name="connsiteX29" fmla="*/ 404813 w 2543175"/>
                <a:gd name="connsiteY29" fmla="*/ 295275 h 1890712"/>
                <a:gd name="connsiteX30" fmla="*/ 411957 w 2543175"/>
                <a:gd name="connsiteY30" fmla="*/ 297656 h 1890712"/>
                <a:gd name="connsiteX31" fmla="*/ 466725 w 2543175"/>
                <a:gd name="connsiteY31" fmla="*/ 328612 h 1890712"/>
                <a:gd name="connsiteX32" fmla="*/ 476250 w 2543175"/>
                <a:gd name="connsiteY32" fmla="*/ 335756 h 1890712"/>
                <a:gd name="connsiteX33" fmla="*/ 481013 w 2543175"/>
                <a:gd name="connsiteY33" fmla="*/ 342900 h 1890712"/>
                <a:gd name="connsiteX34" fmla="*/ 490538 w 2543175"/>
                <a:gd name="connsiteY34" fmla="*/ 352425 h 1890712"/>
                <a:gd name="connsiteX35" fmla="*/ 495300 w 2543175"/>
                <a:gd name="connsiteY35" fmla="*/ 359569 h 1890712"/>
                <a:gd name="connsiteX36" fmla="*/ 509588 w 2543175"/>
                <a:gd name="connsiteY36" fmla="*/ 376237 h 1890712"/>
                <a:gd name="connsiteX37" fmla="*/ 514350 w 2543175"/>
                <a:gd name="connsiteY37" fmla="*/ 383381 h 1890712"/>
                <a:gd name="connsiteX38" fmla="*/ 531019 w 2543175"/>
                <a:gd name="connsiteY38" fmla="*/ 397669 h 1890712"/>
                <a:gd name="connsiteX39" fmla="*/ 538163 w 2543175"/>
                <a:gd name="connsiteY39" fmla="*/ 407194 h 1890712"/>
                <a:gd name="connsiteX40" fmla="*/ 554832 w 2543175"/>
                <a:gd name="connsiteY40" fmla="*/ 421481 h 1890712"/>
                <a:gd name="connsiteX41" fmla="*/ 564357 w 2543175"/>
                <a:gd name="connsiteY41" fmla="*/ 431006 h 1890712"/>
                <a:gd name="connsiteX42" fmla="*/ 573882 w 2543175"/>
                <a:gd name="connsiteY42" fmla="*/ 438150 h 1890712"/>
                <a:gd name="connsiteX43" fmla="*/ 595313 w 2543175"/>
                <a:gd name="connsiteY43" fmla="*/ 454819 h 1890712"/>
                <a:gd name="connsiteX44" fmla="*/ 602457 w 2543175"/>
                <a:gd name="connsiteY44" fmla="*/ 457200 h 1890712"/>
                <a:gd name="connsiteX45" fmla="*/ 628650 w 2543175"/>
                <a:gd name="connsiteY45" fmla="*/ 469106 h 1890712"/>
                <a:gd name="connsiteX46" fmla="*/ 645319 w 2543175"/>
                <a:gd name="connsiteY46" fmla="*/ 483394 h 1890712"/>
                <a:gd name="connsiteX47" fmla="*/ 654844 w 2543175"/>
                <a:gd name="connsiteY47" fmla="*/ 488156 h 1890712"/>
                <a:gd name="connsiteX48" fmla="*/ 661988 w 2543175"/>
                <a:gd name="connsiteY48" fmla="*/ 497681 h 1890712"/>
                <a:gd name="connsiteX49" fmla="*/ 683419 w 2543175"/>
                <a:gd name="connsiteY49" fmla="*/ 514350 h 1890712"/>
                <a:gd name="connsiteX50" fmla="*/ 700088 w 2543175"/>
                <a:gd name="connsiteY50" fmla="*/ 526256 h 1890712"/>
                <a:gd name="connsiteX51" fmla="*/ 709613 w 2543175"/>
                <a:gd name="connsiteY51" fmla="*/ 535781 h 1890712"/>
                <a:gd name="connsiteX52" fmla="*/ 719138 w 2543175"/>
                <a:gd name="connsiteY52" fmla="*/ 542925 h 1890712"/>
                <a:gd name="connsiteX53" fmla="*/ 733425 w 2543175"/>
                <a:gd name="connsiteY53" fmla="*/ 557212 h 1890712"/>
                <a:gd name="connsiteX54" fmla="*/ 750094 w 2543175"/>
                <a:gd name="connsiteY54" fmla="*/ 569119 h 1890712"/>
                <a:gd name="connsiteX55" fmla="*/ 769144 w 2543175"/>
                <a:gd name="connsiteY55" fmla="*/ 581025 h 1890712"/>
                <a:gd name="connsiteX56" fmla="*/ 785813 w 2543175"/>
                <a:gd name="connsiteY56" fmla="*/ 590550 h 1890712"/>
                <a:gd name="connsiteX57" fmla="*/ 792957 w 2543175"/>
                <a:gd name="connsiteY57" fmla="*/ 600075 h 1890712"/>
                <a:gd name="connsiteX58" fmla="*/ 809625 w 2543175"/>
                <a:gd name="connsiteY58" fmla="*/ 611981 h 1890712"/>
                <a:gd name="connsiteX59" fmla="*/ 816769 w 2543175"/>
                <a:gd name="connsiteY59" fmla="*/ 619125 h 1890712"/>
                <a:gd name="connsiteX60" fmla="*/ 826294 w 2543175"/>
                <a:gd name="connsiteY60" fmla="*/ 626269 h 1890712"/>
                <a:gd name="connsiteX61" fmla="*/ 840582 w 2543175"/>
                <a:gd name="connsiteY61" fmla="*/ 638175 h 1890712"/>
                <a:gd name="connsiteX62" fmla="*/ 847725 w 2543175"/>
                <a:gd name="connsiteY62" fmla="*/ 645319 h 1890712"/>
                <a:gd name="connsiteX63" fmla="*/ 857250 w 2543175"/>
                <a:gd name="connsiteY63" fmla="*/ 652462 h 1890712"/>
                <a:gd name="connsiteX64" fmla="*/ 864394 w 2543175"/>
                <a:gd name="connsiteY64" fmla="*/ 657225 h 1890712"/>
                <a:gd name="connsiteX65" fmla="*/ 888207 w 2543175"/>
                <a:gd name="connsiteY65" fmla="*/ 676275 h 1890712"/>
                <a:gd name="connsiteX66" fmla="*/ 895350 w 2543175"/>
                <a:gd name="connsiteY66" fmla="*/ 681037 h 1890712"/>
                <a:gd name="connsiteX67" fmla="*/ 907257 w 2543175"/>
                <a:gd name="connsiteY67" fmla="*/ 683419 h 1890712"/>
                <a:gd name="connsiteX68" fmla="*/ 928688 w 2543175"/>
                <a:gd name="connsiteY68" fmla="*/ 695325 h 1890712"/>
                <a:gd name="connsiteX69" fmla="*/ 942975 w 2543175"/>
                <a:gd name="connsiteY69" fmla="*/ 700087 h 1890712"/>
                <a:gd name="connsiteX70" fmla="*/ 964407 w 2543175"/>
                <a:gd name="connsiteY70" fmla="*/ 716756 h 1890712"/>
                <a:gd name="connsiteX71" fmla="*/ 971550 w 2543175"/>
                <a:gd name="connsiteY71" fmla="*/ 723900 h 1890712"/>
                <a:gd name="connsiteX72" fmla="*/ 983457 w 2543175"/>
                <a:gd name="connsiteY72" fmla="*/ 733425 h 1890712"/>
                <a:gd name="connsiteX73" fmla="*/ 990600 w 2543175"/>
                <a:gd name="connsiteY73" fmla="*/ 738187 h 1890712"/>
                <a:gd name="connsiteX74" fmla="*/ 1007269 w 2543175"/>
                <a:gd name="connsiteY74" fmla="*/ 752475 h 1890712"/>
                <a:gd name="connsiteX75" fmla="*/ 1031082 w 2543175"/>
                <a:gd name="connsiteY75" fmla="*/ 766762 h 1890712"/>
                <a:gd name="connsiteX76" fmla="*/ 1042988 w 2543175"/>
                <a:gd name="connsiteY76" fmla="*/ 773906 h 1890712"/>
                <a:gd name="connsiteX77" fmla="*/ 1071563 w 2543175"/>
                <a:gd name="connsiteY77" fmla="*/ 785812 h 1890712"/>
                <a:gd name="connsiteX78" fmla="*/ 1097757 w 2543175"/>
                <a:gd name="connsiteY78" fmla="*/ 807244 h 1890712"/>
                <a:gd name="connsiteX79" fmla="*/ 1104900 w 2543175"/>
                <a:gd name="connsiteY79" fmla="*/ 814387 h 1890712"/>
                <a:gd name="connsiteX80" fmla="*/ 1121569 w 2543175"/>
                <a:gd name="connsiteY80" fmla="*/ 823912 h 1890712"/>
                <a:gd name="connsiteX81" fmla="*/ 1138238 w 2543175"/>
                <a:gd name="connsiteY81" fmla="*/ 835819 h 1890712"/>
                <a:gd name="connsiteX82" fmla="*/ 1147763 w 2543175"/>
                <a:gd name="connsiteY82" fmla="*/ 842962 h 1890712"/>
                <a:gd name="connsiteX83" fmla="*/ 1157288 w 2543175"/>
                <a:gd name="connsiteY83" fmla="*/ 847725 h 1890712"/>
                <a:gd name="connsiteX84" fmla="*/ 1178719 w 2543175"/>
                <a:gd name="connsiteY84" fmla="*/ 859631 h 1890712"/>
                <a:gd name="connsiteX85" fmla="*/ 1188244 w 2543175"/>
                <a:gd name="connsiteY85" fmla="*/ 866775 h 1890712"/>
                <a:gd name="connsiteX86" fmla="*/ 1195388 w 2543175"/>
                <a:gd name="connsiteY86" fmla="*/ 871537 h 1890712"/>
                <a:gd name="connsiteX87" fmla="*/ 1212057 w 2543175"/>
                <a:gd name="connsiteY87" fmla="*/ 883444 h 1890712"/>
                <a:gd name="connsiteX88" fmla="*/ 1226344 w 2543175"/>
                <a:gd name="connsiteY88" fmla="*/ 895350 h 1890712"/>
                <a:gd name="connsiteX89" fmla="*/ 1245394 w 2543175"/>
                <a:gd name="connsiteY89" fmla="*/ 907256 h 1890712"/>
                <a:gd name="connsiteX90" fmla="*/ 1254919 w 2543175"/>
                <a:gd name="connsiteY90" fmla="*/ 914400 h 1890712"/>
                <a:gd name="connsiteX91" fmla="*/ 1269207 w 2543175"/>
                <a:gd name="connsiteY91" fmla="*/ 921544 h 1890712"/>
                <a:gd name="connsiteX92" fmla="*/ 1290638 w 2543175"/>
                <a:gd name="connsiteY92" fmla="*/ 935831 h 1890712"/>
                <a:gd name="connsiteX93" fmla="*/ 1307307 w 2543175"/>
                <a:gd name="connsiteY93" fmla="*/ 952500 h 1890712"/>
                <a:gd name="connsiteX94" fmla="*/ 1333500 w 2543175"/>
                <a:gd name="connsiteY94" fmla="*/ 971550 h 1890712"/>
                <a:gd name="connsiteX95" fmla="*/ 1359694 w 2543175"/>
                <a:gd name="connsiteY95" fmla="*/ 990600 h 1890712"/>
                <a:gd name="connsiteX96" fmla="*/ 1385888 w 2543175"/>
                <a:gd name="connsiteY96" fmla="*/ 1021557 h 1890712"/>
                <a:gd name="connsiteX97" fmla="*/ 1435894 w 2543175"/>
                <a:gd name="connsiteY97" fmla="*/ 1054894 h 1890712"/>
                <a:gd name="connsiteX98" fmla="*/ 1497806 w 2543175"/>
                <a:gd name="connsiteY98" fmla="*/ 1104900 h 1890712"/>
                <a:gd name="connsiteX99" fmla="*/ 1559718 w 2543175"/>
                <a:gd name="connsiteY99" fmla="*/ 1154906 h 1890712"/>
                <a:gd name="connsiteX100" fmla="*/ 1595438 w 2543175"/>
                <a:gd name="connsiteY100" fmla="*/ 1181100 h 1890712"/>
                <a:gd name="connsiteX101" fmla="*/ 1628775 w 2543175"/>
                <a:gd name="connsiteY101" fmla="*/ 1207294 h 1890712"/>
                <a:gd name="connsiteX102" fmla="*/ 1662113 w 2543175"/>
                <a:gd name="connsiteY102" fmla="*/ 1231107 h 1890712"/>
                <a:gd name="connsiteX103" fmla="*/ 1700213 w 2543175"/>
                <a:gd name="connsiteY103" fmla="*/ 1247775 h 1890712"/>
                <a:gd name="connsiteX104" fmla="*/ 1712119 w 2543175"/>
                <a:gd name="connsiteY104" fmla="*/ 1259681 h 1890712"/>
                <a:gd name="connsiteX105" fmla="*/ 1733550 w 2543175"/>
                <a:gd name="connsiteY105" fmla="*/ 1273969 h 1890712"/>
                <a:gd name="connsiteX106" fmla="*/ 1743075 w 2543175"/>
                <a:gd name="connsiteY106" fmla="*/ 1283494 h 1890712"/>
                <a:gd name="connsiteX107" fmla="*/ 1754982 w 2543175"/>
                <a:gd name="connsiteY107" fmla="*/ 1290637 h 1890712"/>
                <a:gd name="connsiteX108" fmla="*/ 1766888 w 2543175"/>
                <a:gd name="connsiteY108" fmla="*/ 1300162 h 1890712"/>
                <a:gd name="connsiteX109" fmla="*/ 1783557 w 2543175"/>
                <a:gd name="connsiteY109" fmla="*/ 1307306 h 1890712"/>
                <a:gd name="connsiteX110" fmla="*/ 1790700 w 2543175"/>
                <a:gd name="connsiteY110" fmla="*/ 1312069 h 1890712"/>
                <a:gd name="connsiteX111" fmla="*/ 1800225 w 2543175"/>
                <a:gd name="connsiteY111" fmla="*/ 1319212 h 1890712"/>
                <a:gd name="connsiteX112" fmla="*/ 1807369 w 2543175"/>
                <a:gd name="connsiteY112" fmla="*/ 1321594 h 1890712"/>
                <a:gd name="connsiteX113" fmla="*/ 1824038 w 2543175"/>
                <a:gd name="connsiteY113" fmla="*/ 1333500 h 1890712"/>
                <a:gd name="connsiteX114" fmla="*/ 1843088 w 2543175"/>
                <a:gd name="connsiteY114" fmla="*/ 1352550 h 1890712"/>
                <a:gd name="connsiteX115" fmla="*/ 1852613 w 2543175"/>
                <a:gd name="connsiteY115" fmla="*/ 1359694 h 1890712"/>
                <a:gd name="connsiteX116" fmla="*/ 1859757 w 2543175"/>
                <a:gd name="connsiteY116" fmla="*/ 1366837 h 1890712"/>
                <a:gd name="connsiteX117" fmla="*/ 1869282 w 2543175"/>
                <a:gd name="connsiteY117" fmla="*/ 1371600 h 1890712"/>
                <a:gd name="connsiteX118" fmla="*/ 1883569 w 2543175"/>
                <a:gd name="connsiteY118" fmla="*/ 1388269 h 1890712"/>
                <a:gd name="connsiteX119" fmla="*/ 1893094 w 2543175"/>
                <a:gd name="connsiteY119" fmla="*/ 1395412 h 1890712"/>
                <a:gd name="connsiteX120" fmla="*/ 1902619 w 2543175"/>
                <a:gd name="connsiteY120" fmla="*/ 1404937 h 1890712"/>
                <a:gd name="connsiteX121" fmla="*/ 1912144 w 2543175"/>
                <a:gd name="connsiteY121" fmla="*/ 1409700 h 1890712"/>
                <a:gd name="connsiteX122" fmla="*/ 1931194 w 2543175"/>
                <a:gd name="connsiteY122" fmla="*/ 1421606 h 1890712"/>
                <a:gd name="connsiteX123" fmla="*/ 1935957 w 2543175"/>
                <a:gd name="connsiteY123" fmla="*/ 1428750 h 1890712"/>
                <a:gd name="connsiteX124" fmla="*/ 1952625 w 2543175"/>
                <a:gd name="connsiteY124" fmla="*/ 1438275 h 1890712"/>
                <a:gd name="connsiteX125" fmla="*/ 1971675 w 2543175"/>
                <a:gd name="connsiteY125" fmla="*/ 1450181 h 1890712"/>
                <a:gd name="connsiteX126" fmla="*/ 1981200 w 2543175"/>
                <a:gd name="connsiteY126" fmla="*/ 1454944 h 1890712"/>
                <a:gd name="connsiteX127" fmla="*/ 1997869 w 2543175"/>
                <a:gd name="connsiteY127" fmla="*/ 1471612 h 1890712"/>
                <a:gd name="connsiteX128" fmla="*/ 2007394 w 2543175"/>
                <a:gd name="connsiteY128" fmla="*/ 1478756 h 1890712"/>
                <a:gd name="connsiteX129" fmla="*/ 2016919 w 2543175"/>
                <a:gd name="connsiteY129" fmla="*/ 1483519 h 1890712"/>
                <a:gd name="connsiteX130" fmla="*/ 2024063 w 2543175"/>
                <a:gd name="connsiteY130" fmla="*/ 1490662 h 1890712"/>
                <a:gd name="connsiteX131" fmla="*/ 2033588 w 2543175"/>
                <a:gd name="connsiteY131" fmla="*/ 1495425 h 1890712"/>
                <a:gd name="connsiteX132" fmla="*/ 2040732 w 2543175"/>
                <a:gd name="connsiteY132" fmla="*/ 1502569 h 1890712"/>
                <a:gd name="connsiteX133" fmla="*/ 2047875 w 2543175"/>
                <a:gd name="connsiteY133" fmla="*/ 1507331 h 1890712"/>
                <a:gd name="connsiteX134" fmla="*/ 2057400 w 2543175"/>
                <a:gd name="connsiteY134" fmla="*/ 1514475 h 1890712"/>
                <a:gd name="connsiteX135" fmla="*/ 2064544 w 2543175"/>
                <a:gd name="connsiteY135" fmla="*/ 1519237 h 1890712"/>
                <a:gd name="connsiteX136" fmla="*/ 2071688 w 2543175"/>
                <a:gd name="connsiteY136" fmla="*/ 1526381 h 1890712"/>
                <a:gd name="connsiteX137" fmla="*/ 2081213 w 2543175"/>
                <a:gd name="connsiteY137" fmla="*/ 1531144 h 1890712"/>
                <a:gd name="connsiteX138" fmla="*/ 2090738 w 2543175"/>
                <a:gd name="connsiteY138" fmla="*/ 1538287 h 1890712"/>
                <a:gd name="connsiteX139" fmla="*/ 2109788 w 2543175"/>
                <a:gd name="connsiteY139" fmla="*/ 1547812 h 1890712"/>
                <a:gd name="connsiteX140" fmla="*/ 2131219 w 2543175"/>
                <a:gd name="connsiteY140" fmla="*/ 1562100 h 1890712"/>
                <a:gd name="connsiteX141" fmla="*/ 2140744 w 2543175"/>
                <a:gd name="connsiteY141" fmla="*/ 1566862 h 1890712"/>
                <a:gd name="connsiteX142" fmla="*/ 2152650 w 2543175"/>
                <a:gd name="connsiteY142" fmla="*/ 1576387 h 1890712"/>
                <a:gd name="connsiteX143" fmla="*/ 2181225 w 2543175"/>
                <a:gd name="connsiteY143" fmla="*/ 1590675 h 1890712"/>
                <a:gd name="connsiteX144" fmla="*/ 2200275 w 2543175"/>
                <a:gd name="connsiteY144" fmla="*/ 1607344 h 1890712"/>
                <a:gd name="connsiteX145" fmla="*/ 2207419 w 2543175"/>
                <a:gd name="connsiteY145" fmla="*/ 1612106 h 1890712"/>
                <a:gd name="connsiteX146" fmla="*/ 2216944 w 2543175"/>
                <a:gd name="connsiteY146" fmla="*/ 1619250 h 1890712"/>
                <a:gd name="connsiteX147" fmla="*/ 2224088 w 2543175"/>
                <a:gd name="connsiteY147" fmla="*/ 1624012 h 1890712"/>
                <a:gd name="connsiteX148" fmla="*/ 2247900 w 2543175"/>
                <a:gd name="connsiteY148" fmla="*/ 1643062 h 1890712"/>
                <a:gd name="connsiteX149" fmla="*/ 2255044 w 2543175"/>
                <a:gd name="connsiteY149" fmla="*/ 1650206 h 1890712"/>
                <a:gd name="connsiteX150" fmla="*/ 2281238 w 2543175"/>
                <a:gd name="connsiteY150" fmla="*/ 1664494 h 1890712"/>
                <a:gd name="connsiteX151" fmla="*/ 2297907 w 2543175"/>
                <a:gd name="connsiteY151" fmla="*/ 1674019 h 1890712"/>
                <a:gd name="connsiteX152" fmla="*/ 2312194 w 2543175"/>
                <a:gd name="connsiteY152" fmla="*/ 1685925 h 1890712"/>
                <a:gd name="connsiteX153" fmla="*/ 2328863 w 2543175"/>
                <a:gd name="connsiteY153" fmla="*/ 1697831 h 1890712"/>
                <a:gd name="connsiteX154" fmla="*/ 2350294 w 2543175"/>
                <a:gd name="connsiteY154" fmla="*/ 1712119 h 1890712"/>
                <a:gd name="connsiteX155" fmla="*/ 2369344 w 2543175"/>
                <a:gd name="connsiteY155" fmla="*/ 1724025 h 1890712"/>
                <a:gd name="connsiteX156" fmla="*/ 2428876 w 2543175"/>
                <a:gd name="connsiteY156" fmla="*/ 1785938 h 1890712"/>
                <a:gd name="connsiteX157" fmla="*/ 2466975 w 2543175"/>
                <a:gd name="connsiteY157" fmla="*/ 1783556 h 1890712"/>
                <a:gd name="connsiteX158" fmla="*/ 2481263 w 2543175"/>
                <a:gd name="connsiteY158" fmla="*/ 1795462 h 1890712"/>
                <a:gd name="connsiteX159" fmla="*/ 2486025 w 2543175"/>
                <a:gd name="connsiteY159" fmla="*/ 1802606 h 1890712"/>
                <a:gd name="connsiteX160" fmla="*/ 2514600 w 2543175"/>
                <a:gd name="connsiteY160" fmla="*/ 1850231 h 1890712"/>
                <a:gd name="connsiteX161" fmla="*/ 2519363 w 2543175"/>
                <a:gd name="connsiteY161" fmla="*/ 1857375 h 1890712"/>
                <a:gd name="connsiteX162" fmla="*/ 2540794 w 2543175"/>
                <a:gd name="connsiteY162" fmla="*/ 1883569 h 1890712"/>
                <a:gd name="connsiteX163" fmla="*/ 2543175 w 2543175"/>
                <a:gd name="connsiteY163" fmla="*/ 1890712 h 1890712"/>
                <a:gd name="connsiteX0" fmla="*/ 0 w 2543175"/>
                <a:gd name="connsiteY0" fmla="*/ 0 h 1890712"/>
                <a:gd name="connsiteX1" fmla="*/ 11907 w 2543175"/>
                <a:gd name="connsiteY1" fmla="*/ 11906 h 1890712"/>
                <a:gd name="connsiteX2" fmla="*/ 21432 w 2543175"/>
                <a:gd name="connsiteY2" fmla="*/ 16669 h 1890712"/>
                <a:gd name="connsiteX3" fmla="*/ 23813 w 2543175"/>
                <a:gd name="connsiteY3" fmla="*/ 23812 h 1890712"/>
                <a:gd name="connsiteX4" fmla="*/ 33338 w 2543175"/>
                <a:gd name="connsiteY4" fmla="*/ 33337 h 1890712"/>
                <a:gd name="connsiteX5" fmla="*/ 40482 w 2543175"/>
                <a:gd name="connsiteY5" fmla="*/ 42862 h 1890712"/>
                <a:gd name="connsiteX6" fmla="*/ 47625 w 2543175"/>
                <a:gd name="connsiteY6" fmla="*/ 47625 h 1890712"/>
                <a:gd name="connsiteX7" fmla="*/ 57150 w 2543175"/>
                <a:gd name="connsiteY7" fmla="*/ 54769 h 1890712"/>
                <a:gd name="connsiteX8" fmla="*/ 64294 w 2543175"/>
                <a:gd name="connsiteY8" fmla="*/ 59531 h 1890712"/>
                <a:gd name="connsiteX9" fmla="*/ 83344 w 2543175"/>
                <a:gd name="connsiteY9" fmla="*/ 73819 h 1890712"/>
                <a:gd name="connsiteX10" fmla="*/ 97632 w 2543175"/>
                <a:gd name="connsiteY10" fmla="*/ 80962 h 1890712"/>
                <a:gd name="connsiteX11" fmla="*/ 104775 w 2543175"/>
                <a:gd name="connsiteY11" fmla="*/ 85725 h 1890712"/>
                <a:gd name="connsiteX12" fmla="*/ 114300 w 2543175"/>
                <a:gd name="connsiteY12" fmla="*/ 95250 h 1890712"/>
                <a:gd name="connsiteX13" fmla="*/ 123825 w 2543175"/>
                <a:gd name="connsiteY13" fmla="*/ 97631 h 1890712"/>
                <a:gd name="connsiteX14" fmla="*/ 130969 w 2543175"/>
                <a:gd name="connsiteY14" fmla="*/ 104775 h 1890712"/>
                <a:gd name="connsiteX15" fmla="*/ 140494 w 2543175"/>
                <a:gd name="connsiteY15" fmla="*/ 111919 h 1890712"/>
                <a:gd name="connsiteX16" fmla="*/ 147638 w 2543175"/>
                <a:gd name="connsiteY16" fmla="*/ 116681 h 1890712"/>
                <a:gd name="connsiteX17" fmla="*/ 164307 w 2543175"/>
                <a:gd name="connsiteY17" fmla="*/ 128587 h 1890712"/>
                <a:gd name="connsiteX18" fmla="*/ 180975 w 2543175"/>
                <a:gd name="connsiteY18" fmla="*/ 140494 h 1890712"/>
                <a:gd name="connsiteX19" fmla="*/ 197644 w 2543175"/>
                <a:gd name="connsiteY19" fmla="*/ 152400 h 1890712"/>
                <a:gd name="connsiteX20" fmla="*/ 204788 w 2543175"/>
                <a:gd name="connsiteY20" fmla="*/ 157162 h 1890712"/>
                <a:gd name="connsiteX21" fmla="*/ 214313 w 2543175"/>
                <a:gd name="connsiteY21" fmla="*/ 164306 h 1890712"/>
                <a:gd name="connsiteX22" fmla="*/ 230982 w 2543175"/>
                <a:gd name="connsiteY22" fmla="*/ 180975 h 1890712"/>
                <a:gd name="connsiteX23" fmla="*/ 247650 w 2543175"/>
                <a:gd name="connsiteY23" fmla="*/ 185737 h 1890712"/>
                <a:gd name="connsiteX24" fmla="*/ 300038 w 2543175"/>
                <a:gd name="connsiteY24" fmla="*/ 219075 h 1890712"/>
                <a:gd name="connsiteX25" fmla="*/ 342900 w 2543175"/>
                <a:gd name="connsiteY25" fmla="*/ 254794 h 1890712"/>
                <a:gd name="connsiteX26" fmla="*/ 366713 w 2543175"/>
                <a:gd name="connsiteY26" fmla="*/ 264319 h 1890712"/>
                <a:gd name="connsiteX27" fmla="*/ 371475 w 2543175"/>
                <a:gd name="connsiteY27" fmla="*/ 271462 h 1890712"/>
                <a:gd name="connsiteX28" fmla="*/ 385763 w 2543175"/>
                <a:gd name="connsiteY28" fmla="*/ 283369 h 1890712"/>
                <a:gd name="connsiteX29" fmla="*/ 404813 w 2543175"/>
                <a:gd name="connsiteY29" fmla="*/ 295275 h 1890712"/>
                <a:gd name="connsiteX30" fmla="*/ 411957 w 2543175"/>
                <a:gd name="connsiteY30" fmla="*/ 297656 h 1890712"/>
                <a:gd name="connsiteX31" fmla="*/ 466725 w 2543175"/>
                <a:gd name="connsiteY31" fmla="*/ 328612 h 1890712"/>
                <a:gd name="connsiteX32" fmla="*/ 476250 w 2543175"/>
                <a:gd name="connsiteY32" fmla="*/ 335756 h 1890712"/>
                <a:gd name="connsiteX33" fmla="*/ 481013 w 2543175"/>
                <a:gd name="connsiteY33" fmla="*/ 342900 h 1890712"/>
                <a:gd name="connsiteX34" fmla="*/ 490538 w 2543175"/>
                <a:gd name="connsiteY34" fmla="*/ 352425 h 1890712"/>
                <a:gd name="connsiteX35" fmla="*/ 495300 w 2543175"/>
                <a:gd name="connsiteY35" fmla="*/ 359569 h 1890712"/>
                <a:gd name="connsiteX36" fmla="*/ 509588 w 2543175"/>
                <a:gd name="connsiteY36" fmla="*/ 376237 h 1890712"/>
                <a:gd name="connsiteX37" fmla="*/ 514350 w 2543175"/>
                <a:gd name="connsiteY37" fmla="*/ 383381 h 1890712"/>
                <a:gd name="connsiteX38" fmla="*/ 531019 w 2543175"/>
                <a:gd name="connsiteY38" fmla="*/ 397669 h 1890712"/>
                <a:gd name="connsiteX39" fmla="*/ 538163 w 2543175"/>
                <a:gd name="connsiteY39" fmla="*/ 407194 h 1890712"/>
                <a:gd name="connsiteX40" fmla="*/ 554832 w 2543175"/>
                <a:gd name="connsiteY40" fmla="*/ 421481 h 1890712"/>
                <a:gd name="connsiteX41" fmla="*/ 564357 w 2543175"/>
                <a:gd name="connsiteY41" fmla="*/ 431006 h 1890712"/>
                <a:gd name="connsiteX42" fmla="*/ 573882 w 2543175"/>
                <a:gd name="connsiteY42" fmla="*/ 438150 h 1890712"/>
                <a:gd name="connsiteX43" fmla="*/ 595313 w 2543175"/>
                <a:gd name="connsiteY43" fmla="*/ 454819 h 1890712"/>
                <a:gd name="connsiteX44" fmla="*/ 602457 w 2543175"/>
                <a:gd name="connsiteY44" fmla="*/ 457200 h 1890712"/>
                <a:gd name="connsiteX45" fmla="*/ 628650 w 2543175"/>
                <a:gd name="connsiteY45" fmla="*/ 469106 h 1890712"/>
                <a:gd name="connsiteX46" fmla="*/ 645319 w 2543175"/>
                <a:gd name="connsiteY46" fmla="*/ 483394 h 1890712"/>
                <a:gd name="connsiteX47" fmla="*/ 654844 w 2543175"/>
                <a:gd name="connsiteY47" fmla="*/ 488156 h 1890712"/>
                <a:gd name="connsiteX48" fmla="*/ 661988 w 2543175"/>
                <a:gd name="connsiteY48" fmla="*/ 497681 h 1890712"/>
                <a:gd name="connsiteX49" fmla="*/ 683419 w 2543175"/>
                <a:gd name="connsiteY49" fmla="*/ 514350 h 1890712"/>
                <a:gd name="connsiteX50" fmla="*/ 700088 w 2543175"/>
                <a:gd name="connsiteY50" fmla="*/ 526256 h 1890712"/>
                <a:gd name="connsiteX51" fmla="*/ 709613 w 2543175"/>
                <a:gd name="connsiteY51" fmla="*/ 535781 h 1890712"/>
                <a:gd name="connsiteX52" fmla="*/ 719138 w 2543175"/>
                <a:gd name="connsiteY52" fmla="*/ 542925 h 1890712"/>
                <a:gd name="connsiteX53" fmla="*/ 733425 w 2543175"/>
                <a:gd name="connsiteY53" fmla="*/ 557212 h 1890712"/>
                <a:gd name="connsiteX54" fmla="*/ 750094 w 2543175"/>
                <a:gd name="connsiteY54" fmla="*/ 569119 h 1890712"/>
                <a:gd name="connsiteX55" fmla="*/ 769144 w 2543175"/>
                <a:gd name="connsiteY55" fmla="*/ 581025 h 1890712"/>
                <a:gd name="connsiteX56" fmla="*/ 785813 w 2543175"/>
                <a:gd name="connsiteY56" fmla="*/ 590550 h 1890712"/>
                <a:gd name="connsiteX57" fmla="*/ 792957 w 2543175"/>
                <a:gd name="connsiteY57" fmla="*/ 600075 h 1890712"/>
                <a:gd name="connsiteX58" fmla="*/ 809625 w 2543175"/>
                <a:gd name="connsiteY58" fmla="*/ 611981 h 1890712"/>
                <a:gd name="connsiteX59" fmla="*/ 816769 w 2543175"/>
                <a:gd name="connsiteY59" fmla="*/ 619125 h 1890712"/>
                <a:gd name="connsiteX60" fmla="*/ 826294 w 2543175"/>
                <a:gd name="connsiteY60" fmla="*/ 626269 h 1890712"/>
                <a:gd name="connsiteX61" fmla="*/ 840582 w 2543175"/>
                <a:gd name="connsiteY61" fmla="*/ 638175 h 1890712"/>
                <a:gd name="connsiteX62" fmla="*/ 847725 w 2543175"/>
                <a:gd name="connsiteY62" fmla="*/ 645319 h 1890712"/>
                <a:gd name="connsiteX63" fmla="*/ 857250 w 2543175"/>
                <a:gd name="connsiteY63" fmla="*/ 652462 h 1890712"/>
                <a:gd name="connsiteX64" fmla="*/ 864394 w 2543175"/>
                <a:gd name="connsiteY64" fmla="*/ 657225 h 1890712"/>
                <a:gd name="connsiteX65" fmla="*/ 888207 w 2543175"/>
                <a:gd name="connsiteY65" fmla="*/ 676275 h 1890712"/>
                <a:gd name="connsiteX66" fmla="*/ 895350 w 2543175"/>
                <a:gd name="connsiteY66" fmla="*/ 681037 h 1890712"/>
                <a:gd name="connsiteX67" fmla="*/ 907257 w 2543175"/>
                <a:gd name="connsiteY67" fmla="*/ 683419 h 1890712"/>
                <a:gd name="connsiteX68" fmla="*/ 928688 w 2543175"/>
                <a:gd name="connsiteY68" fmla="*/ 695325 h 1890712"/>
                <a:gd name="connsiteX69" fmla="*/ 942975 w 2543175"/>
                <a:gd name="connsiteY69" fmla="*/ 700087 h 1890712"/>
                <a:gd name="connsiteX70" fmla="*/ 964407 w 2543175"/>
                <a:gd name="connsiteY70" fmla="*/ 716756 h 1890712"/>
                <a:gd name="connsiteX71" fmla="*/ 971550 w 2543175"/>
                <a:gd name="connsiteY71" fmla="*/ 723900 h 1890712"/>
                <a:gd name="connsiteX72" fmla="*/ 983457 w 2543175"/>
                <a:gd name="connsiteY72" fmla="*/ 733425 h 1890712"/>
                <a:gd name="connsiteX73" fmla="*/ 990600 w 2543175"/>
                <a:gd name="connsiteY73" fmla="*/ 738187 h 1890712"/>
                <a:gd name="connsiteX74" fmla="*/ 1007269 w 2543175"/>
                <a:gd name="connsiteY74" fmla="*/ 752475 h 1890712"/>
                <a:gd name="connsiteX75" fmla="*/ 1031082 w 2543175"/>
                <a:gd name="connsiteY75" fmla="*/ 766762 h 1890712"/>
                <a:gd name="connsiteX76" fmla="*/ 1042988 w 2543175"/>
                <a:gd name="connsiteY76" fmla="*/ 773906 h 1890712"/>
                <a:gd name="connsiteX77" fmla="*/ 1071563 w 2543175"/>
                <a:gd name="connsiteY77" fmla="*/ 785812 h 1890712"/>
                <a:gd name="connsiteX78" fmla="*/ 1097757 w 2543175"/>
                <a:gd name="connsiteY78" fmla="*/ 807244 h 1890712"/>
                <a:gd name="connsiteX79" fmla="*/ 1104900 w 2543175"/>
                <a:gd name="connsiteY79" fmla="*/ 814387 h 1890712"/>
                <a:gd name="connsiteX80" fmla="*/ 1121569 w 2543175"/>
                <a:gd name="connsiteY80" fmla="*/ 823912 h 1890712"/>
                <a:gd name="connsiteX81" fmla="*/ 1138238 w 2543175"/>
                <a:gd name="connsiteY81" fmla="*/ 835819 h 1890712"/>
                <a:gd name="connsiteX82" fmla="*/ 1147763 w 2543175"/>
                <a:gd name="connsiteY82" fmla="*/ 842962 h 1890712"/>
                <a:gd name="connsiteX83" fmla="*/ 1157288 w 2543175"/>
                <a:gd name="connsiteY83" fmla="*/ 847725 h 1890712"/>
                <a:gd name="connsiteX84" fmla="*/ 1178719 w 2543175"/>
                <a:gd name="connsiteY84" fmla="*/ 859631 h 1890712"/>
                <a:gd name="connsiteX85" fmla="*/ 1188244 w 2543175"/>
                <a:gd name="connsiteY85" fmla="*/ 866775 h 1890712"/>
                <a:gd name="connsiteX86" fmla="*/ 1195388 w 2543175"/>
                <a:gd name="connsiteY86" fmla="*/ 871537 h 1890712"/>
                <a:gd name="connsiteX87" fmla="*/ 1212057 w 2543175"/>
                <a:gd name="connsiteY87" fmla="*/ 883444 h 1890712"/>
                <a:gd name="connsiteX88" fmla="*/ 1226344 w 2543175"/>
                <a:gd name="connsiteY88" fmla="*/ 895350 h 1890712"/>
                <a:gd name="connsiteX89" fmla="*/ 1245394 w 2543175"/>
                <a:gd name="connsiteY89" fmla="*/ 907256 h 1890712"/>
                <a:gd name="connsiteX90" fmla="*/ 1254919 w 2543175"/>
                <a:gd name="connsiteY90" fmla="*/ 914400 h 1890712"/>
                <a:gd name="connsiteX91" fmla="*/ 1269207 w 2543175"/>
                <a:gd name="connsiteY91" fmla="*/ 921544 h 1890712"/>
                <a:gd name="connsiteX92" fmla="*/ 1290638 w 2543175"/>
                <a:gd name="connsiteY92" fmla="*/ 935831 h 1890712"/>
                <a:gd name="connsiteX93" fmla="*/ 1307307 w 2543175"/>
                <a:gd name="connsiteY93" fmla="*/ 952500 h 1890712"/>
                <a:gd name="connsiteX94" fmla="*/ 1333500 w 2543175"/>
                <a:gd name="connsiteY94" fmla="*/ 971550 h 1890712"/>
                <a:gd name="connsiteX95" fmla="*/ 1359694 w 2543175"/>
                <a:gd name="connsiteY95" fmla="*/ 990600 h 1890712"/>
                <a:gd name="connsiteX96" fmla="*/ 1385888 w 2543175"/>
                <a:gd name="connsiteY96" fmla="*/ 1021557 h 1890712"/>
                <a:gd name="connsiteX97" fmla="*/ 1435894 w 2543175"/>
                <a:gd name="connsiteY97" fmla="*/ 1054894 h 1890712"/>
                <a:gd name="connsiteX98" fmla="*/ 1497806 w 2543175"/>
                <a:gd name="connsiteY98" fmla="*/ 1104900 h 1890712"/>
                <a:gd name="connsiteX99" fmla="*/ 1559718 w 2543175"/>
                <a:gd name="connsiteY99" fmla="*/ 1154906 h 1890712"/>
                <a:gd name="connsiteX100" fmla="*/ 1595438 w 2543175"/>
                <a:gd name="connsiteY100" fmla="*/ 1181100 h 1890712"/>
                <a:gd name="connsiteX101" fmla="*/ 1628775 w 2543175"/>
                <a:gd name="connsiteY101" fmla="*/ 1207294 h 1890712"/>
                <a:gd name="connsiteX102" fmla="*/ 1662113 w 2543175"/>
                <a:gd name="connsiteY102" fmla="*/ 1231107 h 1890712"/>
                <a:gd name="connsiteX103" fmla="*/ 1700213 w 2543175"/>
                <a:gd name="connsiteY103" fmla="*/ 1247775 h 1890712"/>
                <a:gd name="connsiteX104" fmla="*/ 1712119 w 2543175"/>
                <a:gd name="connsiteY104" fmla="*/ 1259681 h 1890712"/>
                <a:gd name="connsiteX105" fmla="*/ 1733550 w 2543175"/>
                <a:gd name="connsiteY105" fmla="*/ 1273969 h 1890712"/>
                <a:gd name="connsiteX106" fmla="*/ 1743075 w 2543175"/>
                <a:gd name="connsiteY106" fmla="*/ 1283494 h 1890712"/>
                <a:gd name="connsiteX107" fmla="*/ 1754982 w 2543175"/>
                <a:gd name="connsiteY107" fmla="*/ 1290637 h 1890712"/>
                <a:gd name="connsiteX108" fmla="*/ 1766888 w 2543175"/>
                <a:gd name="connsiteY108" fmla="*/ 1300162 h 1890712"/>
                <a:gd name="connsiteX109" fmla="*/ 1783557 w 2543175"/>
                <a:gd name="connsiteY109" fmla="*/ 1307306 h 1890712"/>
                <a:gd name="connsiteX110" fmla="*/ 1790700 w 2543175"/>
                <a:gd name="connsiteY110" fmla="*/ 1312069 h 1890712"/>
                <a:gd name="connsiteX111" fmla="*/ 1800225 w 2543175"/>
                <a:gd name="connsiteY111" fmla="*/ 1319212 h 1890712"/>
                <a:gd name="connsiteX112" fmla="*/ 1807369 w 2543175"/>
                <a:gd name="connsiteY112" fmla="*/ 1321594 h 1890712"/>
                <a:gd name="connsiteX113" fmla="*/ 1824038 w 2543175"/>
                <a:gd name="connsiteY113" fmla="*/ 1333500 h 1890712"/>
                <a:gd name="connsiteX114" fmla="*/ 1843088 w 2543175"/>
                <a:gd name="connsiteY114" fmla="*/ 1352550 h 1890712"/>
                <a:gd name="connsiteX115" fmla="*/ 1852613 w 2543175"/>
                <a:gd name="connsiteY115" fmla="*/ 1359694 h 1890712"/>
                <a:gd name="connsiteX116" fmla="*/ 1859757 w 2543175"/>
                <a:gd name="connsiteY116" fmla="*/ 1366837 h 1890712"/>
                <a:gd name="connsiteX117" fmla="*/ 1869282 w 2543175"/>
                <a:gd name="connsiteY117" fmla="*/ 1371600 h 1890712"/>
                <a:gd name="connsiteX118" fmla="*/ 1883569 w 2543175"/>
                <a:gd name="connsiteY118" fmla="*/ 1388269 h 1890712"/>
                <a:gd name="connsiteX119" fmla="*/ 1893094 w 2543175"/>
                <a:gd name="connsiteY119" fmla="*/ 1395412 h 1890712"/>
                <a:gd name="connsiteX120" fmla="*/ 1902619 w 2543175"/>
                <a:gd name="connsiteY120" fmla="*/ 1404937 h 1890712"/>
                <a:gd name="connsiteX121" fmla="*/ 1912144 w 2543175"/>
                <a:gd name="connsiteY121" fmla="*/ 1409700 h 1890712"/>
                <a:gd name="connsiteX122" fmla="*/ 1931194 w 2543175"/>
                <a:gd name="connsiteY122" fmla="*/ 1421606 h 1890712"/>
                <a:gd name="connsiteX123" fmla="*/ 1935957 w 2543175"/>
                <a:gd name="connsiteY123" fmla="*/ 1428750 h 1890712"/>
                <a:gd name="connsiteX124" fmla="*/ 1952625 w 2543175"/>
                <a:gd name="connsiteY124" fmla="*/ 1438275 h 1890712"/>
                <a:gd name="connsiteX125" fmla="*/ 1971675 w 2543175"/>
                <a:gd name="connsiteY125" fmla="*/ 1450181 h 1890712"/>
                <a:gd name="connsiteX126" fmla="*/ 1981200 w 2543175"/>
                <a:gd name="connsiteY126" fmla="*/ 1454944 h 1890712"/>
                <a:gd name="connsiteX127" fmla="*/ 1997869 w 2543175"/>
                <a:gd name="connsiteY127" fmla="*/ 1471612 h 1890712"/>
                <a:gd name="connsiteX128" fmla="*/ 2007394 w 2543175"/>
                <a:gd name="connsiteY128" fmla="*/ 1478756 h 1890712"/>
                <a:gd name="connsiteX129" fmla="*/ 2016919 w 2543175"/>
                <a:gd name="connsiteY129" fmla="*/ 1483519 h 1890712"/>
                <a:gd name="connsiteX130" fmla="*/ 2024063 w 2543175"/>
                <a:gd name="connsiteY130" fmla="*/ 1490662 h 1890712"/>
                <a:gd name="connsiteX131" fmla="*/ 2033588 w 2543175"/>
                <a:gd name="connsiteY131" fmla="*/ 1495425 h 1890712"/>
                <a:gd name="connsiteX132" fmla="*/ 2040732 w 2543175"/>
                <a:gd name="connsiteY132" fmla="*/ 1502569 h 1890712"/>
                <a:gd name="connsiteX133" fmla="*/ 2047875 w 2543175"/>
                <a:gd name="connsiteY133" fmla="*/ 1507331 h 1890712"/>
                <a:gd name="connsiteX134" fmla="*/ 2057400 w 2543175"/>
                <a:gd name="connsiteY134" fmla="*/ 1514475 h 1890712"/>
                <a:gd name="connsiteX135" fmla="*/ 2064544 w 2543175"/>
                <a:gd name="connsiteY135" fmla="*/ 1519237 h 1890712"/>
                <a:gd name="connsiteX136" fmla="*/ 2071688 w 2543175"/>
                <a:gd name="connsiteY136" fmla="*/ 1526381 h 1890712"/>
                <a:gd name="connsiteX137" fmla="*/ 2081213 w 2543175"/>
                <a:gd name="connsiteY137" fmla="*/ 1531144 h 1890712"/>
                <a:gd name="connsiteX138" fmla="*/ 2090738 w 2543175"/>
                <a:gd name="connsiteY138" fmla="*/ 1538287 h 1890712"/>
                <a:gd name="connsiteX139" fmla="*/ 2109788 w 2543175"/>
                <a:gd name="connsiteY139" fmla="*/ 1547812 h 1890712"/>
                <a:gd name="connsiteX140" fmla="*/ 2131219 w 2543175"/>
                <a:gd name="connsiteY140" fmla="*/ 1562100 h 1890712"/>
                <a:gd name="connsiteX141" fmla="*/ 2140744 w 2543175"/>
                <a:gd name="connsiteY141" fmla="*/ 1566862 h 1890712"/>
                <a:gd name="connsiteX142" fmla="*/ 2152650 w 2543175"/>
                <a:gd name="connsiteY142" fmla="*/ 1576387 h 1890712"/>
                <a:gd name="connsiteX143" fmla="*/ 2181225 w 2543175"/>
                <a:gd name="connsiteY143" fmla="*/ 1590675 h 1890712"/>
                <a:gd name="connsiteX144" fmla="*/ 2200275 w 2543175"/>
                <a:gd name="connsiteY144" fmla="*/ 1607344 h 1890712"/>
                <a:gd name="connsiteX145" fmla="*/ 2207419 w 2543175"/>
                <a:gd name="connsiteY145" fmla="*/ 1612106 h 1890712"/>
                <a:gd name="connsiteX146" fmla="*/ 2216944 w 2543175"/>
                <a:gd name="connsiteY146" fmla="*/ 1619250 h 1890712"/>
                <a:gd name="connsiteX147" fmla="*/ 2224088 w 2543175"/>
                <a:gd name="connsiteY147" fmla="*/ 1624012 h 1890712"/>
                <a:gd name="connsiteX148" fmla="*/ 2247900 w 2543175"/>
                <a:gd name="connsiteY148" fmla="*/ 1643062 h 1890712"/>
                <a:gd name="connsiteX149" fmla="*/ 2255044 w 2543175"/>
                <a:gd name="connsiteY149" fmla="*/ 1650206 h 1890712"/>
                <a:gd name="connsiteX150" fmla="*/ 2281238 w 2543175"/>
                <a:gd name="connsiteY150" fmla="*/ 1664494 h 1890712"/>
                <a:gd name="connsiteX151" fmla="*/ 2297907 w 2543175"/>
                <a:gd name="connsiteY151" fmla="*/ 1674019 h 1890712"/>
                <a:gd name="connsiteX152" fmla="*/ 2312194 w 2543175"/>
                <a:gd name="connsiteY152" fmla="*/ 1685925 h 1890712"/>
                <a:gd name="connsiteX153" fmla="*/ 2328863 w 2543175"/>
                <a:gd name="connsiteY153" fmla="*/ 1697831 h 1890712"/>
                <a:gd name="connsiteX154" fmla="*/ 2350294 w 2543175"/>
                <a:gd name="connsiteY154" fmla="*/ 1712119 h 1890712"/>
                <a:gd name="connsiteX155" fmla="*/ 2428876 w 2543175"/>
                <a:gd name="connsiteY155" fmla="*/ 1785938 h 1890712"/>
                <a:gd name="connsiteX156" fmla="*/ 2466975 w 2543175"/>
                <a:gd name="connsiteY156" fmla="*/ 1783556 h 1890712"/>
                <a:gd name="connsiteX157" fmla="*/ 2481263 w 2543175"/>
                <a:gd name="connsiteY157" fmla="*/ 1795462 h 1890712"/>
                <a:gd name="connsiteX158" fmla="*/ 2486025 w 2543175"/>
                <a:gd name="connsiteY158" fmla="*/ 1802606 h 1890712"/>
                <a:gd name="connsiteX159" fmla="*/ 2514600 w 2543175"/>
                <a:gd name="connsiteY159" fmla="*/ 1850231 h 1890712"/>
                <a:gd name="connsiteX160" fmla="*/ 2519363 w 2543175"/>
                <a:gd name="connsiteY160" fmla="*/ 1857375 h 1890712"/>
                <a:gd name="connsiteX161" fmla="*/ 2540794 w 2543175"/>
                <a:gd name="connsiteY161" fmla="*/ 1883569 h 1890712"/>
                <a:gd name="connsiteX162" fmla="*/ 2543175 w 2543175"/>
                <a:gd name="connsiteY162" fmla="*/ 1890712 h 1890712"/>
                <a:gd name="connsiteX0" fmla="*/ 0 w 2543175"/>
                <a:gd name="connsiteY0" fmla="*/ 0 h 1890712"/>
                <a:gd name="connsiteX1" fmla="*/ 11907 w 2543175"/>
                <a:gd name="connsiteY1" fmla="*/ 11906 h 1890712"/>
                <a:gd name="connsiteX2" fmla="*/ 21432 w 2543175"/>
                <a:gd name="connsiteY2" fmla="*/ 16669 h 1890712"/>
                <a:gd name="connsiteX3" fmla="*/ 23813 w 2543175"/>
                <a:gd name="connsiteY3" fmla="*/ 23812 h 1890712"/>
                <a:gd name="connsiteX4" fmla="*/ 33338 w 2543175"/>
                <a:gd name="connsiteY4" fmla="*/ 33337 h 1890712"/>
                <a:gd name="connsiteX5" fmla="*/ 40482 w 2543175"/>
                <a:gd name="connsiteY5" fmla="*/ 42862 h 1890712"/>
                <a:gd name="connsiteX6" fmla="*/ 47625 w 2543175"/>
                <a:gd name="connsiteY6" fmla="*/ 47625 h 1890712"/>
                <a:gd name="connsiteX7" fmla="*/ 57150 w 2543175"/>
                <a:gd name="connsiteY7" fmla="*/ 54769 h 1890712"/>
                <a:gd name="connsiteX8" fmla="*/ 64294 w 2543175"/>
                <a:gd name="connsiteY8" fmla="*/ 59531 h 1890712"/>
                <a:gd name="connsiteX9" fmla="*/ 83344 w 2543175"/>
                <a:gd name="connsiteY9" fmla="*/ 73819 h 1890712"/>
                <a:gd name="connsiteX10" fmla="*/ 97632 w 2543175"/>
                <a:gd name="connsiteY10" fmla="*/ 80962 h 1890712"/>
                <a:gd name="connsiteX11" fmla="*/ 104775 w 2543175"/>
                <a:gd name="connsiteY11" fmla="*/ 85725 h 1890712"/>
                <a:gd name="connsiteX12" fmla="*/ 114300 w 2543175"/>
                <a:gd name="connsiteY12" fmla="*/ 95250 h 1890712"/>
                <a:gd name="connsiteX13" fmla="*/ 123825 w 2543175"/>
                <a:gd name="connsiteY13" fmla="*/ 97631 h 1890712"/>
                <a:gd name="connsiteX14" fmla="*/ 130969 w 2543175"/>
                <a:gd name="connsiteY14" fmla="*/ 104775 h 1890712"/>
                <a:gd name="connsiteX15" fmla="*/ 140494 w 2543175"/>
                <a:gd name="connsiteY15" fmla="*/ 111919 h 1890712"/>
                <a:gd name="connsiteX16" fmla="*/ 147638 w 2543175"/>
                <a:gd name="connsiteY16" fmla="*/ 116681 h 1890712"/>
                <a:gd name="connsiteX17" fmla="*/ 164307 w 2543175"/>
                <a:gd name="connsiteY17" fmla="*/ 128587 h 1890712"/>
                <a:gd name="connsiteX18" fmla="*/ 180975 w 2543175"/>
                <a:gd name="connsiteY18" fmla="*/ 140494 h 1890712"/>
                <a:gd name="connsiteX19" fmla="*/ 197644 w 2543175"/>
                <a:gd name="connsiteY19" fmla="*/ 152400 h 1890712"/>
                <a:gd name="connsiteX20" fmla="*/ 204788 w 2543175"/>
                <a:gd name="connsiteY20" fmla="*/ 157162 h 1890712"/>
                <a:gd name="connsiteX21" fmla="*/ 214313 w 2543175"/>
                <a:gd name="connsiteY21" fmla="*/ 164306 h 1890712"/>
                <a:gd name="connsiteX22" fmla="*/ 230982 w 2543175"/>
                <a:gd name="connsiteY22" fmla="*/ 180975 h 1890712"/>
                <a:gd name="connsiteX23" fmla="*/ 247650 w 2543175"/>
                <a:gd name="connsiteY23" fmla="*/ 185737 h 1890712"/>
                <a:gd name="connsiteX24" fmla="*/ 300038 w 2543175"/>
                <a:gd name="connsiteY24" fmla="*/ 219075 h 1890712"/>
                <a:gd name="connsiteX25" fmla="*/ 342900 w 2543175"/>
                <a:gd name="connsiteY25" fmla="*/ 254794 h 1890712"/>
                <a:gd name="connsiteX26" fmla="*/ 366713 w 2543175"/>
                <a:gd name="connsiteY26" fmla="*/ 264319 h 1890712"/>
                <a:gd name="connsiteX27" fmla="*/ 371475 w 2543175"/>
                <a:gd name="connsiteY27" fmla="*/ 271462 h 1890712"/>
                <a:gd name="connsiteX28" fmla="*/ 385763 w 2543175"/>
                <a:gd name="connsiteY28" fmla="*/ 283369 h 1890712"/>
                <a:gd name="connsiteX29" fmla="*/ 404813 w 2543175"/>
                <a:gd name="connsiteY29" fmla="*/ 295275 h 1890712"/>
                <a:gd name="connsiteX30" fmla="*/ 411957 w 2543175"/>
                <a:gd name="connsiteY30" fmla="*/ 297656 h 1890712"/>
                <a:gd name="connsiteX31" fmla="*/ 466725 w 2543175"/>
                <a:gd name="connsiteY31" fmla="*/ 328612 h 1890712"/>
                <a:gd name="connsiteX32" fmla="*/ 476250 w 2543175"/>
                <a:gd name="connsiteY32" fmla="*/ 335756 h 1890712"/>
                <a:gd name="connsiteX33" fmla="*/ 481013 w 2543175"/>
                <a:gd name="connsiteY33" fmla="*/ 342900 h 1890712"/>
                <a:gd name="connsiteX34" fmla="*/ 490538 w 2543175"/>
                <a:gd name="connsiteY34" fmla="*/ 352425 h 1890712"/>
                <a:gd name="connsiteX35" fmla="*/ 495300 w 2543175"/>
                <a:gd name="connsiteY35" fmla="*/ 359569 h 1890712"/>
                <a:gd name="connsiteX36" fmla="*/ 509588 w 2543175"/>
                <a:gd name="connsiteY36" fmla="*/ 376237 h 1890712"/>
                <a:gd name="connsiteX37" fmla="*/ 514350 w 2543175"/>
                <a:gd name="connsiteY37" fmla="*/ 383381 h 1890712"/>
                <a:gd name="connsiteX38" fmla="*/ 531019 w 2543175"/>
                <a:gd name="connsiteY38" fmla="*/ 397669 h 1890712"/>
                <a:gd name="connsiteX39" fmla="*/ 538163 w 2543175"/>
                <a:gd name="connsiteY39" fmla="*/ 407194 h 1890712"/>
                <a:gd name="connsiteX40" fmla="*/ 554832 w 2543175"/>
                <a:gd name="connsiteY40" fmla="*/ 421481 h 1890712"/>
                <a:gd name="connsiteX41" fmla="*/ 564357 w 2543175"/>
                <a:gd name="connsiteY41" fmla="*/ 431006 h 1890712"/>
                <a:gd name="connsiteX42" fmla="*/ 573882 w 2543175"/>
                <a:gd name="connsiteY42" fmla="*/ 438150 h 1890712"/>
                <a:gd name="connsiteX43" fmla="*/ 595313 w 2543175"/>
                <a:gd name="connsiteY43" fmla="*/ 454819 h 1890712"/>
                <a:gd name="connsiteX44" fmla="*/ 602457 w 2543175"/>
                <a:gd name="connsiteY44" fmla="*/ 457200 h 1890712"/>
                <a:gd name="connsiteX45" fmla="*/ 628650 w 2543175"/>
                <a:gd name="connsiteY45" fmla="*/ 469106 h 1890712"/>
                <a:gd name="connsiteX46" fmla="*/ 645319 w 2543175"/>
                <a:gd name="connsiteY46" fmla="*/ 483394 h 1890712"/>
                <a:gd name="connsiteX47" fmla="*/ 654844 w 2543175"/>
                <a:gd name="connsiteY47" fmla="*/ 488156 h 1890712"/>
                <a:gd name="connsiteX48" fmla="*/ 661988 w 2543175"/>
                <a:gd name="connsiteY48" fmla="*/ 497681 h 1890712"/>
                <a:gd name="connsiteX49" fmla="*/ 683419 w 2543175"/>
                <a:gd name="connsiteY49" fmla="*/ 514350 h 1890712"/>
                <a:gd name="connsiteX50" fmla="*/ 700088 w 2543175"/>
                <a:gd name="connsiteY50" fmla="*/ 526256 h 1890712"/>
                <a:gd name="connsiteX51" fmla="*/ 709613 w 2543175"/>
                <a:gd name="connsiteY51" fmla="*/ 535781 h 1890712"/>
                <a:gd name="connsiteX52" fmla="*/ 719138 w 2543175"/>
                <a:gd name="connsiteY52" fmla="*/ 542925 h 1890712"/>
                <a:gd name="connsiteX53" fmla="*/ 733425 w 2543175"/>
                <a:gd name="connsiteY53" fmla="*/ 557212 h 1890712"/>
                <a:gd name="connsiteX54" fmla="*/ 750094 w 2543175"/>
                <a:gd name="connsiteY54" fmla="*/ 569119 h 1890712"/>
                <a:gd name="connsiteX55" fmla="*/ 769144 w 2543175"/>
                <a:gd name="connsiteY55" fmla="*/ 581025 h 1890712"/>
                <a:gd name="connsiteX56" fmla="*/ 785813 w 2543175"/>
                <a:gd name="connsiteY56" fmla="*/ 590550 h 1890712"/>
                <a:gd name="connsiteX57" fmla="*/ 792957 w 2543175"/>
                <a:gd name="connsiteY57" fmla="*/ 600075 h 1890712"/>
                <a:gd name="connsiteX58" fmla="*/ 809625 w 2543175"/>
                <a:gd name="connsiteY58" fmla="*/ 611981 h 1890712"/>
                <a:gd name="connsiteX59" fmla="*/ 816769 w 2543175"/>
                <a:gd name="connsiteY59" fmla="*/ 619125 h 1890712"/>
                <a:gd name="connsiteX60" fmla="*/ 826294 w 2543175"/>
                <a:gd name="connsiteY60" fmla="*/ 626269 h 1890712"/>
                <a:gd name="connsiteX61" fmla="*/ 840582 w 2543175"/>
                <a:gd name="connsiteY61" fmla="*/ 638175 h 1890712"/>
                <a:gd name="connsiteX62" fmla="*/ 847725 w 2543175"/>
                <a:gd name="connsiteY62" fmla="*/ 645319 h 1890712"/>
                <a:gd name="connsiteX63" fmla="*/ 857250 w 2543175"/>
                <a:gd name="connsiteY63" fmla="*/ 652462 h 1890712"/>
                <a:gd name="connsiteX64" fmla="*/ 864394 w 2543175"/>
                <a:gd name="connsiteY64" fmla="*/ 657225 h 1890712"/>
                <a:gd name="connsiteX65" fmla="*/ 888207 w 2543175"/>
                <a:gd name="connsiteY65" fmla="*/ 676275 h 1890712"/>
                <a:gd name="connsiteX66" fmla="*/ 895350 w 2543175"/>
                <a:gd name="connsiteY66" fmla="*/ 681037 h 1890712"/>
                <a:gd name="connsiteX67" fmla="*/ 907257 w 2543175"/>
                <a:gd name="connsiteY67" fmla="*/ 683419 h 1890712"/>
                <a:gd name="connsiteX68" fmla="*/ 928688 w 2543175"/>
                <a:gd name="connsiteY68" fmla="*/ 695325 h 1890712"/>
                <a:gd name="connsiteX69" fmla="*/ 942975 w 2543175"/>
                <a:gd name="connsiteY69" fmla="*/ 700087 h 1890712"/>
                <a:gd name="connsiteX70" fmla="*/ 964407 w 2543175"/>
                <a:gd name="connsiteY70" fmla="*/ 716756 h 1890712"/>
                <a:gd name="connsiteX71" fmla="*/ 971550 w 2543175"/>
                <a:gd name="connsiteY71" fmla="*/ 723900 h 1890712"/>
                <a:gd name="connsiteX72" fmla="*/ 983457 w 2543175"/>
                <a:gd name="connsiteY72" fmla="*/ 733425 h 1890712"/>
                <a:gd name="connsiteX73" fmla="*/ 990600 w 2543175"/>
                <a:gd name="connsiteY73" fmla="*/ 738187 h 1890712"/>
                <a:gd name="connsiteX74" fmla="*/ 1007269 w 2543175"/>
                <a:gd name="connsiteY74" fmla="*/ 752475 h 1890712"/>
                <a:gd name="connsiteX75" fmla="*/ 1031082 w 2543175"/>
                <a:gd name="connsiteY75" fmla="*/ 766762 h 1890712"/>
                <a:gd name="connsiteX76" fmla="*/ 1042988 w 2543175"/>
                <a:gd name="connsiteY76" fmla="*/ 773906 h 1890712"/>
                <a:gd name="connsiteX77" fmla="*/ 1071563 w 2543175"/>
                <a:gd name="connsiteY77" fmla="*/ 785812 h 1890712"/>
                <a:gd name="connsiteX78" fmla="*/ 1097757 w 2543175"/>
                <a:gd name="connsiteY78" fmla="*/ 807244 h 1890712"/>
                <a:gd name="connsiteX79" fmla="*/ 1104900 w 2543175"/>
                <a:gd name="connsiteY79" fmla="*/ 814387 h 1890712"/>
                <a:gd name="connsiteX80" fmla="*/ 1121569 w 2543175"/>
                <a:gd name="connsiteY80" fmla="*/ 823912 h 1890712"/>
                <a:gd name="connsiteX81" fmla="*/ 1138238 w 2543175"/>
                <a:gd name="connsiteY81" fmla="*/ 835819 h 1890712"/>
                <a:gd name="connsiteX82" fmla="*/ 1147763 w 2543175"/>
                <a:gd name="connsiteY82" fmla="*/ 842962 h 1890712"/>
                <a:gd name="connsiteX83" fmla="*/ 1157288 w 2543175"/>
                <a:gd name="connsiteY83" fmla="*/ 847725 h 1890712"/>
                <a:gd name="connsiteX84" fmla="*/ 1178719 w 2543175"/>
                <a:gd name="connsiteY84" fmla="*/ 859631 h 1890712"/>
                <a:gd name="connsiteX85" fmla="*/ 1188244 w 2543175"/>
                <a:gd name="connsiteY85" fmla="*/ 866775 h 1890712"/>
                <a:gd name="connsiteX86" fmla="*/ 1195388 w 2543175"/>
                <a:gd name="connsiteY86" fmla="*/ 871537 h 1890712"/>
                <a:gd name="connsiteX87" fmla="*/ 1212057 w 2543175"/>
                <a:gd name="connsiteY87" fmla="*/ 883444 h 1890712"/>
                <a:gd name="connsiteX88" fmla="*/ 1226344 w 2543175"/>
                <a:gd name="connsiteY88" fmla="*/ 895350 h 1890712"/>
                <a:gd name="connsiteX89" fmla="*/ 1245394 w 2543175"/>
                <a:gd name="connsiteY89" fmla="*/ 907256 h 1890712"/>
                <a:gd name="connsiteX90" fmla="*/ 1254919 w 2543175"/>
                <a:gd name="connsiteY90" fmla="*/ 914400 h 1890712"/>
                <a:gd name="connsiteX91" fmla="*/ 1269207 w 2543175"/>
                <a:gd name="connsiteY91" fmla="*/ 921544 h 1890712"/>
                <a:gd name="connsiteX92" fmla="*/ 1290638 w 2543175"/>
                <a:gd name="connsiteY92" fmla="*/ 935831 h 1890712"/>
                <a:gd name="connsiteX93" fmla="*/ 1307307 w 2543175"/>
                <a:gd name="connsiteY93" fmla="*/ 952500 h 1890712"/>
                <a:gd name="connsiteX94" fmla="*/ 1333500 w 2543175"/>
                <a:gd name="connsiteY94" fmla="*/ 971550 h 1890712"/>
                <a:gd name="connsiteX95" fmla="*/ 1359694 w 2543175"/>
                <a:gd name="connsiteY95" fmla="*/ 990600 h 1890712"/>
                <a:gd name="connsiteX96" fmla="*/ 1385888 w 2543175"/>
                <a:gd name="connsiteY96" fmla="*/ 1021557 h 1890712"/>
                <a:gd name="connsiteX97" fmla="*/ 1435894 w 2543175"/>
                <a:gd name="connsiteY97" fmla="*/ 1054894 h 1890712"/>
                <a:gd name="connsiteX98" fmla="*/ 1497806 w 2543175"/>
                <a:gd name="connsiteY98" fmla="*/ 1104900 h 1890712"/>
                <a:gd name="connsiteX99" fmla="*/ 1559718 w 2543175"/>
                <a:gd name="connsiteY99" fmla="*/ 1154906 h 1890712"/>
                <a:gd name="connsiteX100" fmla="*/ 1595438 w 2543175"/>
                <a:gd name="connsiteY100" fmla="*/ 1181100 h 1890712"/>
                <a:gd name="connsiteX101" fmla="*/ 1628775 w 2543175"/>
                <a:gd name="connsiteY101" fmla="*/ 1207294 h 1890712"/>
                <a:gd name="connsiteX102" fmla="*/ 1662113 w 2543175"/>
                <a:gd name="connsiteY102" fmla="*/ 1231107 h 1890712"/>
                <a:gd name="connsiteX103" fmla="*/ 1700213 w 2543175"/>
                <a:gd name="connsiteY103" fmla="*/ 1247775 h 1890712"/>
                <a:gd name="connsiteX104" fmla="*/ 1712119 w 2543175"/>
                <a:gd name="connsiteY104" fmla="*/ 1259681 h 1890712"/>
                <a:gd name="connsiteX105" fmla="*/ 1733550 w 2543175"/>
                <a:gd name="connsiteY105" fmla="*/ 1273969 h 1890712"/>
                <a:gd name="connsiteX106" fmla="*/ 1743075 w 2543175"/>
                <a:gd name="connsiteY106" fmla="*/ 1283494 h 1890712"/>
                <a:gd name="connsiteX107" fmla="*/ 1754982 w 2543175"/>
                <a:gd name="connsiteY107" fmla="*/ 1290637 h 1890712"/>
                <a:gd name="connsiteX108" fmla="*/ 1766888 w 2543175"/>
                <a:gd name="connsiteY108" fmla="*/ 1300162 h 1890712"/>
                <a:gd name="connsiteX109" fmla="*/ 1783557 w 2543175"/>
                <a:gd name="connsiteY109" fmla="*/ 1307306 h 1890712"/>
                <a:gd name="connsiteX110" fmla="*/ 1790700 w 2543175"/>
                <a:gd name="connsiteY110" fmla="*/ 1312069 h 1890712"/>
                <a:gd name="connsiteX111" fmla="*/ 1800225 w 2543175"/>
                <a:gd name="connsiteY111" fmla="*/ 1319212 h 1890712"/>
                <a:gd name="connsiteX112" fmla="*/ 1807369 w 2543175"/>
                <a:gd name="connsiteY112" fmla="*/ 1321594 h 1890712"/>
                <a:gd name="connsiteX113" fmla="*/ 1824038 w 2543175"/>
                <a:gd name="connsiteY113" fmla="*/ 1333500 h 1890712"/>
                <a:gd name="connsiteX114" fmla="*/ 1843088 w 2543175"/>
                <a:gd name="connsiteY114" fmla="*/ 1352550 h 1890712"/>
                <a:gd name="connsiteX115" fmla="*/ 1852613 w 2543175"/>
                <a:gd name="connsiteY115" fmla="*/ 1359694 h 1890712"/>
                <a:gd name="connsiteX116" fmla="*/ 1859757 w 2543175"/>
                <a:gd name="connsiteY116" fmla="*/ 1366837 h 1890712"/>
                <a:gd name="connsiteX117" fmla="*/ 1869282 w 2543175"/>
                <a:gd name="connsiteY117" fmla="*/ 1371600 h 1890712"/>
                <a:gd name="connsiteX118" fmla="*/ 1883569 w 2543175"/>
                <a:gd name="connsiteY118" fmla="*/ 1388269 h 1890712"/>
                <a:gd name="connsiteX119" fmla="*/ 1893094 w 2543175"/>
                <a:gd name="connsiteY119" fmla="*/ 1395412 h 1890712"/>
                <a:gd name="connsiteX120" fmla="*/ 1902619 w 2543175"/>
                <a:gd name="connsiteY120" fmla="*/ 1404937 h 1890712"/>
                <a:gd name="connsiteX121" fmla="*/ 1912144 w 2543175"/>
                <a:gd name="connsiteY121" fmla="*/ 1409700 h 1890712"/>
                <a:gd name="connsiteX122" fmla="*/ 1931194 w 2543175"/>
                <a:gd name="connsiteY122" fmla="*/ 1421606 h 1890712"/>
                <a:gd name="connsiteX123" fmla="*/ 1935957 w 2543175"/>
                <a:gd name="connsiteY123" fmla="*/ 1428750 h 1890712"/>
                <a:gd name="connsiteX124" fmla="*/ 1952625 w 2543175"/>
                <a:gd name="connsiteY124" fmla="*/ 1438275 h 1890712"/>
                <a:gd name="connsiteX125" fmla="*/ 1971675 w 2543175"/>
                <a:gd name="connsiteY125" fmla="*/ 1450181 h 1890712"/>
                <a:gd name="connsiteX126" fmla="*/ 1981200 w 2543175"/>
                <a:gd name="connsiteY126" fmla="*/ 1454944 h 1890712"/>
                <a:gd name="connsiteX127" fmla="*/ 1997869 w 2543175"/>
                <a:gd name="connsiteY127" fmla="*/ 1471612 h 1890712"/>
                <a:gd name="connsiteX128" fmla="*/ 2007394 w 2543175"/>
                <a:gd name="connsiteY128" fmla="*/ 1478756 h 1890712"/>
                <a:gd name="connsiteX129" fmla="*/ 2016919 w 2543175"/>
                <a:gd name="connsiteY129" fmla="*/ 1483519 h 1890712"/>
                <a:gd name="connsiteX130" fmla="*/ 2024063 w 2543175"/>
                <a:gd name="connsiteY130" fmla="*/ 1490662 h 1890712"/>
                <a:gd name="connsiteX131" fmla="*/ 2033588 w 2543175"/>
                <a:gd name="connsiteY131" fmla="*/ 1495425 h 1890712"/>
                <a:gd name="connsiteX132" fmla="*/ 2040732 w 2543175"/>
                <a:gd name="connsiteY132" fmla="*/ 1502569 h 1890712"/>
                <a:gd name="connsiteX133" fmla="*/ 2047875 w 2543175"/>
                <a:gd name="connsiteY133" fmla="*/ 1507331 h 1890712"/>
                <a:gd name="connsiteX134" fmla="*/ 2057400 w 2543175"/>
                <a:gd name="connsiteY134" fmla="*/ 1514475 h 1890712"/>
                <a:gd name="connsiteX135" fmla="*/ 2064544 w 2543175"/>
                <a:gd name="connsiteY135" fmla="*/ 1519237 h 1890712"/>
                <a:gd name="connsiteX136" fmla="*/ 2071688 w 2543175"/>
                <a:gd name="connsiteY136" fmla="*/ 1526381 h 1890712"/>
                <a:gd name="connsiteX137" fmla="*/ 2081213 w 2543175"/>
                <a:gd name="connsiteY137" fmla="*/ 1531144 h 1890712"/>
                <a:gd name="connsiteX138" fmla="*/ 2090738 w 2543175"/>
                <a:gd name="connsiteY138" fmla="*/ 1538287 h 1890712"/>
                <a:gd name="connsiteX139" fmla="*/ 2109788 w 2543175"/>
                <a:gd name="connsiteY139" fmla="*/ 1547812 h 1890712"/>
                <a:gd name="connsiteX140" fmla="*/ 2131219 w 2543175"/>
                <a:gd name="connsiteY140" fmla="*/ 1562100 h 1890712"/>
                <a:gd name="connsiteX141" fmla="*/ 2140744 w 2543175"/>
                <a:gd name="connsiteY141" fmla="*/ 1566862 h 1890712"/>
                <a:gd name="connsiteX142" fmla="*/ 2152650 w 2543175"/>
                <a:gd name="connsiteY142" fmla="*/ 1576387 h 1890712"/>
                <a:gd name="connsiteX143" fmla="*/ 2181225 w 2543175"/>
                <a:gd name="connsiteY143" fmla="*/ 1590675 h 1890712"/>
                <a:gd name="connsiteX144" fmla="*/ 2200275 w 2543175"/>
                <a:gd name="connsiteY144" fmla="*/ 1607344 h 1890712"/>
                <a:gd name="connsiteX145" fmla="*/ 2207419 w 2543175"/>
                <a:gd name="connsiteY145" fmla="*/ 1612106 h 1890712"/>
                <a:gd name="connsiteX146" fmla="*/ 2216944 w 2543175"/>
                <a:gd name="connsiteY146" fmla="*/ 1619250 h 1890712"/>
                <a:gd name="connsiteX147" fmla="*/ 2247900 w 2543175"/>
                <a:gd name="connsiteY147" fmla="*/ 1643062 h 1890712"/>
                <a:gd name="connsiteX148" fmla="*/ 2255044 w 2543175"/>
                <a:gd name="connsiteY148" fmla="*/ 1650206 h 1890712"/>
                <a:gd name="connsiteX149" fmla="*/ 2281238 w 2543175"/>
                <a:gd name="connsiteY149" fmla="*/ 1664494 h 1890712"/>
                <a:gd name="connsiteX150" fmla="*/ 2297907 w 2543175"/>
                <a:gd name="connsiteY150" fmla="*/ 1674019 h 1890712"/>
                <a:gd name="connsiteX151" fmla="*/ 2312194 w 2543175"/>
                <a:gd name="connsiteY151" fmla="*/ 1685925 h 1890712"/>
                <a:gd name="connsiteX152" fmla="*/ 2328863 w 2543175"/>
                <a:gd name="connsiteY152" fmla="*/ 1697831 h 1890712"/>
                <a:gd name="connsiteX153" fmla="*/ 2350294 w 2543175"/>
                <a:gd name="connsiteY153" fmla="*/ 1712119 h 1890712"/>
                <a:gd name="connsiteX154" fmla="*/ 2428876 w 2543175"/>
                <a:gd name="connsiteY154" fmla="*/ 1785938 h 1890712"/>
                <a:gd name="connsiteX155" fmla="*/ 2466975 w 2543175"/>
                <a:gd name="connsiteY155" fmla="*/ 1783556 h 1890712"/>
                <a:gd name="connsiteX156" fmla="*/ 2481263 w 2543175"/>
                <a:gd name="connsiteY156" fmla="*/ 1795462 h 1890712"/>
                <a:gd name="connsiteX157" fmla="*/ 2486025 w 2543175"/>
                <a:gd name="connsiteY157" fmla="*/ 1802606 h 1890712"/>
                <a:gd name="connsiteX158" fmla="*/ 2514600 w 2543175"/>
                <a:gd name="connsiteY158" fmla="*/ 1850231 h 1890712"/>
                <a:gd name="connsiteX159" fmla="*/ 2519363 w 2543175"/>
                <a:gd name="connsiteY159" fmla="*/ 1857375 h 1890712"/>
                <a:gd name="connsiteX160" fmla="*/ 2540794 w 2543175"/>
                <a:gd name="connsiteY160" fmla="*/ 1883569 h 1890712"/>
                <a:gd name="connsiteX161" fmla="*/ 2543175 w 2543175"/>
                <a:gd name="connsiteY161" fmla="*/ 1890712 h 1890712"/>
                <a:gd name="connsiteX0" fmla="*/ 0 w 2543175"/>
                <a:gd name="connsiteY0" fmla="*/ 0 h 1890712"/>
                <a:gd name="connsiteX1" fmla="*/ 11907 w 2543175"/>
                <a:gd name="connsiteY1" fmla="*/ 11906 h 1890712"/>
                <a:gd name="connsiteX2" fmla="*/ 21432 w 2543175"/>
                <a:gd name="connsiteY2" fmla="*/ 16669 h 1890712"/>
                <a:gd name="connsiteX3" fmla="*/ 23813 w 2543175"/>
                <a:gd name="connsiteY3" fmla="*/ 23812 h 1890712"/>
                <a:gd name="connsiteX4" fmla="*/ 33338 w 2543175"/>
                <a:gd name="connsiteY4" fmla="*/ 33337 h 1890712"/>
                <a:gd name="connsiteX5" fmla="*/ 40482 w 2543175"/>
                <a:gd name="connsiteY5" fmla="*/ 42862 h 1890712"/>
                <a:gd name="connsiteX6" fmla="*/ 47625 w 2543175"/>
                <a:gd name="connsiteY6" fmla="*/ 47625 h 1890712"/>
                <a:gd name="connsiteX7" fmla="*/ 57150 w 2543175"/>
                <a:gd name="connsiteY7" fmla="*/ 54769 h 1890712"/>
                <a:gd name="connsiteX8" fmla="*/ 64294 w 2543175"/>
                <a:gd name="connsiteY8" fmla="*/ 59531 h 1890712"/>
                <a:gd name="connsiteX9" fmla="*/ 83344 w 2543175"/>
                <a:gd name="connsiteY9" fmla="*/ 73819 h 1890712"/>
                <a:gd name="connsiteX10" fmla="*/ 97632 w 2543175"/>
                <a:gd name="connsiteY10" fmla="*/ 80962 h 1890712"/>
                <a:gd name="connsiteX11" fmla="*/ 104775 w 2543175"/>
                <a:gd name="connsiteY11" fmla="*/ 85725 h 1890712"/>
                <a:gd name="connsiteX12" fmla="*/ 114300 w 2543175"/>
                <a:gd name="connsiteY12" fmla="*/ 95250 h 1890712"/>
                <a:gd name="connsiteX13" fmla="*/ 123825 w 2543175"/>
                <a:gd name="connsiteY13" fmla="*/ 97631 h 1890712"/>
                <a:gd name="connsiteX14" fmla="*/ 130969 w 2543175"/>
                <a:gd name="connsiteY14" fmla="*/ 104775 h 1890712"/>
                <a:gd name="connsiteX15" fmla="*/ 140494 w 2543175"/>
                <a:gd name="connsiteY15" fmla="*/ 111919 h 1890712"/>
                <a:gd name="connsiteX16" fmla="*/ 147638 w 2543175"/>
                <a:gd name="connsiteY16" fmla="*/ 116681 h 1890712"/>
                <a:gd name="connsiteX17" fmla="*/ 164307 w 2543175"/>
                <a:gd name="connsiteY17" fmla="*/ 128587 h 1890712"/>
                <a:gd name="connsiteX18" fmla="*/ 180975 w 2543175"/>
                <a:gd name="connsiteY18" fmla="*/ 140494 h 1890712"/>
                <a:gd name="connsiteX19" fmla="*/ 197644 w 2543175"/>
                <a:gd name="connsiteY19" fmla="*/ 152400 h 1890712"/>
                <a:gd name="connsiteX20" fmla="*/ 204788 w 2543175"/>
                <a:gd name="connsiteY20" fmla="*/ 157162 h 1890712"/>
                <a:gd name="connsiteX21" fmla="*/ 214313 w 2543175"/>
                <a:gd name="connsiteY21" fmla="*/ 164306 h 1890712"/>
                <a:gd name="connsiteX22" fmla="*/ 230982 w 2543175"/>
                <a:gd name="connsiteY22" fmla="*/ 180975 h 1890712"/>
                <a:gd name="connsiteX23" fmla="*/ 247650 w 2543175"/>
                <a:gd name="connsiteY23" fmla="*/ 185737 h 1890712"/>
                <a:gd name="connsiteX24" fmla="*/ 300038 w 2543175"/>
                <a:gd name="connsiteY24" fmla="*/ 219075 h 1890712"/>
                <a:gd name="connsiteX25" fmla="*/ 342900 w 2543175"/>
                <a:gd name="connsiteY25" fmla="*/ 254794 h 1890712"/>
                <a:gd name="connsiteX26" fmla="*/ 366713 w 2543175"/>
                <a:gd name="connsiteY26" fmla="*/ 264319 h 1890712"/>
                <a:gd name="connsiteX27" fmla="*/ 371475 w 2543175"/>
                <a:gd name="connsiteY27" fmla="*/ 271462 h 1890712"/>
                <a:gd name="connsiteX28" fmla="*/ 385763 w 2543175"/>
                <a:gd name="connsiteY28" fmla="*/ 283369 h 1890712"/>
                <a:gd name="connsiteX29" fmla="*/ 404813 w 2543175"/>
                <a:gd name="connsiteY29" fmla="*/ 295275 h 1890712"/>
                <a:gd name="connsiteX30" fmla="*/ 411957 w 2543175"/>
                <a:gd name="connsiteY30" fmla="*/ 297656 h 1890712"/>
                <a:gd name="connsiteX31" fmla="*/ 466725 w 2543175"/>
                <a:gd name="connsiteY31" fmla="*/ 328612 h 1890712"/>
                <a:gd name="connsiteX32" fmla="*/ 476250 w 2543175"/>
                <a:gd name="connsiteY32" fmla="*/ 335756 h 1890712"/>
                <a:gd name="connsiteX33" fmla="*/ 481013 w 2543175"/>
                <a:gd name="connsiteY33" fmla="*/ 342900 h 1890712"/>
                <a:gd name="connsiteX34" fmla="*/ 490538 w 2543175"/>
                <a:gd name="connsiteY34" fmla="*/ 352425 h 1890712"/>
                <a:gd name="connsiteX35" fmla="*/ 495300 w 2543175"/>
                <a:gd name="connsiteY35" fmla="*/ 359569 h 1890712"/>
                <a:gd name="connsiteX36" fmla="*/ 509588 w 2543175"/>
                <a:gd name="connsiteY36" fmla="*/ 376237 h 1890712"/>
                <a:gd name="connsiteX37" fmla="*/ 514350 w 2543175"/>
                <a:gd name="connsiteY37" fmla="*/ 383381 h 1890712"/>
                <a:gd name="connsiteX38" fmla="*/ 531019 w 2543175"/>
                <a:gd name="connsiteY38" fmla="*/ 397669 h 1890712"/>
                <a:gd name="connsiteX39" fmla="*/ 538163 w 2543175"/>
                <a:gd name="connsiteY39" fmla="*/ 407194 h 1890712"/>
                <a:gd name="connsiteX40" fmla="*/ 554832 w 2543175"/>
                <a:gd name="connsiteY40" fmla="*/ 421481 h 1890712"/>
                <a:gd name="connsiteX41" fmla="*/ 564357 w 2543175"/>
                <a:gd name="connsiteY41" fmla="*/ 431006 h 1890712"/>
                <a:gd name="connsiteX42" fmla="*/ 573882 w 2543175"/>
                <a:gd name="connsiteY42" fmla="*/ 438150 h 1890712"/>
                <a:gd name="connsiteX43" fmla="*/ 595313 w 2543175"/>
                <a:gd name="connsiteY43" fmla="*/ 454819 h 1890712"/>
                <a:gd name="connsiteX44" fmla="*/ 602457 w 2543175"/>
                <a:gd name="connsiteY44" fmla="*/ 457200 h 1890712"/>
                <a:gd name="connsiteX45" fmla="*/ 628650 w 2543175"/>
                <a:gd name="connsiteY45" fmla="*/ 469106 h 1890712"/>
                <a:gd name="connsiteX46" fmla="*/ 645319 w 2543175"/>
                <a:gd name="connsiteY46" fmla="*/ 483394 h 1890712"/>
                <a:gd name="connsiteX47" fmla="*/ 654844 w 2543175"/>
                <a:gd name="connsiteY47" fmla="*/ 488156 h 1890712"/>
                <a:gd name="connsiteX48" fmla="*/ 661988 w 2543175"/>
                <a:gd name="connsiteY48" fmla="*/ 497681 h 1890712"/>
                <a:gd name="connsiteX49" fmla="*/ 683419 w 2543175"/>
                <a:gd name="connsiteY49" fmla="*/ 514350 h 1890712"/>
                <a:gd name="connsiteX50" fmla="*/ 700088 w 2543175"/>
                <a:gd name="connsiteY50" fmla="*/ 526256 h 1890712"/>
                <a:gd name="connsiteX51" fmla="*/ 709613 w 2543175"/>
                <a:gd name="connsiteY51" fmla="*/ 535781 h 1890712"/>
                <a:gd name="connsiteX52" fmla="*/ 719138 w 2543175"/>
                <a:gd name="connsiteY52" fmla="*/ 542925 h 1890712"/>
                <a:gd name="connsiteX53" fmla="*/ 733425 w 2543175"/>
                <a:gd name="connsiteY53" fmla="*/ 557212 h 1890712"/>
                <a:gd name="connsiteX54" fmla="*/ 750094 w 2543175"/>
                <a:gd name="connsiteY54" fmla="*/ 569119 h 1890712"/>
                <a:gd name="connsiteX55" fmla="*/ 769144 w 2543175"/>
                <a:gd name="connsiteY55" fmla="*/ 581025 h 1890712"/>
                <a:gd name="connsiteX56" fmla="*/ 785813 w 2543175"/>
                <a:gd name="connsiteY56" fmla="*/ 590550 h 1890712"/>
                <a:gd name="connsiteX57" fmla="*/ 792957 w 2543175"/>
                <a:gd name="connsiteY57" fmla="*/ 600075 h 1890712"/>
                <a:gd name="connsiteX58" fmla="*/ 809625 w 2543175"/>
                <a:gd name="connsiteY58" fmla="*/ 611981 h 1890712"/>
                <a:gd name="connsiteX59" fmla="*/ 816769 w 2543175"/>
                <a:gd name="connsiteY59" fmla="*/ 619125 h 1890712"/>
                <a:gd name="connsiteX60" fmla="*/ 826294 w 2543175"/>
                <a:gd name="connsiteY60" fmla="*/ 626269 h 1890712"/>
                <a:gd name="connsiteX61" fmla="*/ 840582 w 2543175"/>
                <a:gd name="connsiteY61" fmla="*/ 638175 h 1890712"/>
                <a:gd name="connsiteX62" fmla="*/ 847725 w 2543175"/>
                <a:gd name="connsiteY62" fmla="*/ 645319 h 1890712"/>
                <a:gd name="connsiteX63" fmla="*/ 857250 w 2543175"/>
                <a:gd name="connsiteY63" fmla="*/ 652462 h 1890712"/>
                <a:gd name="connsiteX64" fmla="*/ 864394 w 2543175"/>
                <a:gd name="connsiteY64" fmla="*/ 657225 h 1890712"/>
                <a:gd name="connsiteX65" fmla="*/ 888207 w 2543175"/>
                <a:gd name="connsiteY65" fmla="*/ 676275 h 1890712"/>
                <a:gd name="connsiteX66" fmla="*/ 895350 w 2543175"/>
                <a:gd name="connsiteY66" fmla="*/ 681037 h 1890712"/>
                <a:gd name="connsiteX67" fmla="*/ 907257 w 2543175"/>
                <a:gd name="connsiteY67" fmla="*/ 683419 h 1890712"/>
                <a:gd name="connsiteX68" fmla="*/ 928688 w 2543175"/>
                <a:gd name="connsiteY68" fmla="*/ 695325 h 1890712"/>
                <a:gd name="connsiteX69" fmla="*/ 942975 w 2543175"/>
                <a:gd name="connsiteY69" fmla="*/ 700087 h 1890712"/>
                <a:gd name="connsiteX70" fmla="*/ 964407 w 2543175"/>
                <a:gd name="connsiteY70" fmla="*/ 716756 h 1890712"/>
                <a:gd name="connsiteX71" fmla="*/ 971550 w 2543175"/>
                <a:gd name="connsiteY71" fmla="*/ 723900 h 1890712"/>
                <a:gd name="connsiteX72" fmla="*/ 983457 w 2543175"/>
                <a:gd name="connsiteY72" fmla="*/ 733425 h 1890712"/>
                <a:gd name="connsiteX73" fmla="*/ 990600 w 2543175"/>
                <a:gd name="connsiteY73" fmla="*/ 738187 h 1890712"/>
                <a:gd name="connsiteX74" fmla="*/ 1007269 w 2543175"/>
                <a:gd name="connsiteY74" fmla="*/ 752475 h 1890712"/>
                <a:gd name="connsiteX75" fmla="*/ 1031082 w 2543175"/>
                <a:gd name="connsiteY75" fmla="*/ 766762 h 1890712"/>
                <a:gd name="connsiteX76" fmla="*/ 1042988 w 2543175"/>
                <a:gd name="connsiteY76" fmla="*/ 773906 h 1890712"/>
                <a:gd name="connsiteX77" fmla="*/ 1071563 w 2543175"/>
                <a:gd name="connsiteY77" fmla="*/ 785812 h 1890712"/>
                <a:gd name="connsiteX78" fmla="*/ 1097757 w 2543175"/>
                <a:gd name="connsiteY78" fmla="*/ 807244 h 1890712"/>
                <a:gd name="connsiteX79" fmla="*/ 1104900 w 2543175"/>
                <a:gd name="connsiteY79" fmla="*/ 814387 h 1890712"/>
                <a:gd name="connsiteX80" fmla="*/ 1121569 w 2543175"/>
                <a:gd name="connsiteY80" fmla="*/ 823912 h 1890712"/>
                <a:gd name="connsiteX81" fmla="*/ 1138238 w 2543175"/>
                <a:gd name="connsiteY81" fmla="*/ 835819 h 1890712"/>
                <a:gd name="connsiteX82" fmla="*/ 1147763 w 2543175"/>
                <a:gd name="connsiteY82" fmla="*/ 842962 h 1890712"/>
                <a:gd name="connsiteX83" fmla="*/ 1157288 w 2543175"/>
                <a:gd name="connsiteY83" fmla="*/ 847725 h 1890712"/>
                <a:gd name="connsiteX84" fmla="*/ 1178719 w 2543175"/>
                <a:gd name="connsiteY84" fmla="*/ 859631 h 1890712"/>
                <a:gd name="connsiteX85" fmla="*/ 1188244 w 2543175"/>
                <a:gd name="connsiteY85" fmla="*/ 866775 h 1890712"/>
                <a:gd name="connsiteX86" fmla="*/ 1195388 w 2543175"/>
                <a:gd name="connsiteY86" fmla="*/ 871537 h 1890712"/>
                <a:gd name="connsiteX87" fmla="*/ 1212057 w 2543175"/>
                <a:gd name="connsiteY87" fmla="*/ 883444 h 1890712"/>
                <a:gd name="connsiteX88" fmla="*/ 1226344 w 2543175"/>
                <a:gd name="connsiteY88" fmla="*/ 895350 h 1890712"/>
                <a:gd name="connsiteX89" fmla="*/ 1245394 w 2543175"/>
                <a:gd name="connsiteY89" fmla="*/ 907256 h 1890712"/>
                <a:gd name="connsiteX90" fmla="*/ 1254919 w 2543175"/>
                <a:gd name="connsiteY90" fmla="*/ 914400 h 1890712"/>
                <a:gd name="connsiteX91" fmla="*/ 1269207 w 2543175"/>
                <a:gd name="connsiteY91" fmla="*/ 921544 h 1890712"/>
                <a:gd name="connsiteX92" fmla="*/ 1290638 w 2543175"/>
                <a:gd name="connsiteY92" fmla="*/ 935831 h 1890712"/>
                <a:gd name="connsiteX93" fmla="*/ 1307307 w 2543175"/>
                <a:gd name="connsiteY93" fmla="*/ 952500 h 1890712"/>
                <a:gd name="connsiteX94" fmla="*/ 1333500 w 2543175"/>
                <a:gd name="connsiteY94" fmla="*/ 971550 h 1890712"/>
                <a:gd name="connsiteX95" fmla="*/ 1359694 w 2543175"/>
                <a:gd name="connsiteY95" fmla="*/ 990600 h 1890712"/>
                <a:gd name="connsiteX96" fmla="*/ 1385888 w 2543175"/>
                <a:gd name="connsiteY96" fmla="*/ 1021557 h 1890712"/>
                <a:gd name="connsiteX97" fmla="*/ 1435894 w 2543175"/>
                <a:gd name="connsiteY97" fmla="*/ 1054894 h 1890712"/>
                <a:gd name="connsiteX98" fmla="*/ 1497806 w 2543175"/>
                <a:gd name="connsiteY98" fmla="*/ 1104900 h 1890712"/>
                <a:gd name="connsiteX99" fmla="*/ 1559718 w 2543175"/>
                <a:gd name="connsiteY99" fmla="*/ 1154906 h 1890712"/>
                <a:gd name="connsiteX100" fmla="*/ 1595438 w 2543175"/>
                <a:gd name="connsiteY100" fmla="*/ 1181100 h 1890712"/>
                <a:gd name="connsiteX101" fmla="*/ 1628775 w 2543175"/>
                <a:gd name="connsiteY101" fmla="*/ 1207294 h 1890712"/>
                <a:gd name="connsiteX102" fmla="*/ 1662113 w 2543175"/>
                <a:gd name="connsiteY102" fmla="*/ 1231107 h 1890712"/>
                <a:gd name="connsiteX103" fmla="*/ 1700213 w 2543175"/>
                <a:gd name="connsiteY103" fmla="*/ 1247775 h 1890712"/>
                <a:gd name="connsiteX104" fmla="*/ 1712119 w 2543175"/>
                <a:gd name="connsiteY104" fmla="*/ 1259681 h 1890712"/>
                <a:gd name="connsiteX105" fmla="*/ 1733550 w 2543175"/>
                <a:gd name="connsiteY105" fmla="*/ 1273969 h 1890712"/>
                <a:gd name="connsiteX106" fmla="*/ 1743075 w 2543175"/>
                <a:gd name="connsiteY106" fmla="*/ 1283494 h 1890712"/>
                <a:gd name="connsiteX107" fmla="*/ 1754982 w 2543175"/>
                <a:gd name="connsiteY107" fmla="*/ 1290637 h 1890712"/>
                <a:gd name="connsiteX108" fmla="*/ 1766888 w 2543175"/>
                <a:gd name="connsiteY108" fmla="*/ 1300162 h 1890712"/>
                <a:gd name="connsiteX109" fmla="*/ 1783557 w 2543175"/>
                <a:gd name="connsiteY109" fmla="*/ 1307306 h 1890712"/>
                <a:gd name="connsiteX110" fmla="*/ 1790700 w 2543175"/>
                <a:gd name="connsiteY110" fmla="*/ 1312069 h 1890712"/>
                <a:gd name="connsiteX111" fmla="*/ 1800225 w 2543175"/>
                <a:gd name="connsiteY111" fmla="*/ 1319212 h 1890712"/>
                <a:gd name="connsiteX112" fmla="*/ 1807369 w 2543175"/>
                <a:gd name="connsiteY112" fmla="*/ 1321594 h 1890712"/>
                <a:gd name="connsiteX113" fmla="*/ 1824038 w 2543175"/>
                <a:gd name="connsiteY113" fmla="*/ 1333500 h 1890712"/>
                <a:gd name="connsiteX114" fmla="*/ 1843088 w 2543175"/>
                <a:gd name="connsiteY114" fmla="*/ 1352550 h 1890712"/>
                <a:gd name="connsiteX115" fmla="*/ 1852613 w 2543175"/>
                <a:gd name="connsiteY115" fmla="*/ 1359694 h 1890712"/>
                <a:gd name="connsiteX116" fmla="*/ 1859757 w 2543175"/>
                <a:gd name="connsiteY116" fmla="*/ 1366837 h 1890712"/>
                <a:gd name="connsiteX117" fmla="*/ 1869282 w 2543175"/>
                <a:gd name="connsiteY117" fmla="*/ 1371600 h 1890712"/>
                <a:gd name="connsiteX118" fmla="*/ 1883569 w 2543175"/>
                <a:gd name="connsiteY118" fmla="*/ 1388269 h 1890712"/>
                <a:gd name="connsiteX119" fmla="*/ 1893094 w 2543175"/>
                <a:gd name="connsiteY119" fmla="*/ 1395412 h 1890712"/>
                <a:gd name="connsiteX120" fmla="*/ 1902619 w 2543175"/>
                <a:gd name="connsiteY120" fmla="*/ 1404937 h 1890712"/>
                <a:gd name="connsiteX121" fmla="*/ 1912144 w 2543175"/>
                <a:gd name="connsiteY121" fmla="*/ 1409700 h 1890712"/>
                <a:gd name="connsiteX122" fmla="*/ 1931194 w 2543175"/>
                <a:gd name="connsiteY122" fmla="*/ 1421606 h 1890712"/>
                <a:gd name="connsiteX123" fmla="*/ 1935957 w 2543175"/>
                <a:gd name="connsiteY123" fmla="*/ 1428750 h 1890712"/>
                <a:gd name="connsiteX124" fmla="*/ 1952625 w 2543175"/>
                <a:gd name="connsiteY124" fmla="*/ 1438275 h 1890712"/>
                <a:gd name="connsiteX125" fmla="*/ 1971675 w 2543175"/>
                <a:gd name="connsiteY125" fmla="*/ 1450181 h 1890712"/>
                <a:gd name="connsiteX126" fmla="*/ 1981200 w 2543175"/>
                <a:gd name="connsiteY126" fmla="*/ 1454944 h 1890712"/>
                <a:gd name="connsiteX127" fmla="*/ 1997869 w 2543175"/>
                <a:gd name="connsiteY127" fmla="*/ 1471612 h 1890712"/>
                <a:gd name="connsiteX128" fmla="*/ 2007394 w 2543175"/>
                <a:gd name="connsiteY128" fmla="*/ 1478756 h 1890712"/>
                <a:gd name="connsiteX129" fmla="*/ 2016919 w 2543175"/>
                <a:gd name="connsiteY129" fmla="*/ 1483519 h 1890712"/>
                <a:gd name="connsiteX130" fmla="*/ 2024063 w 2543175"/>
                <a:gd name="connsiteY130" fmla="*/ 1490662 h 1890712"/>
                <a:gd name="connsiteX131" fmla="*/ 2033588 w 2543175"/>
                <a:gd name="connsiteY131" fmla="*/ 1495425 h 1890712"/>
                <a:gd name="connsiteX132" fmla="*/ 2040732 w 2543175"/>
                <a:gd name="connsiteY132" fmla="*/ 1502569 h 1890712"/>
                <a:gd name="connsiteX133" fmla="*/ 2047875 w 2543175"/>
                <a:gd name="connsiteY133" fmla="*/ 1507331 h 1890712"/>
                <a:gd name="connsiteX134" fmla="*/ 2057400 w 2543175"/>
                <a:gd name="connsiteY134" fmla="*/ 1514475 h 1890712"/>
                <a:gd name="connsiteX135" fmla="*/ 2064544 w 2543175"/>
                <a:gd name="connsiteY135" fmla="*/ 1519237 h 1890712"/>
                <a:gd name="connsiteX136" fmla="*/ 2071688 w 2543175"/>
                <a:gd name="connsiteY136" fmla="*/ 1526381 h 1890712"/>
                <a:gd name="connsiteX137" fmla="*/ 2081213 w 2543175"/>
                <a:gd name="connsiteY137" fmla="*/ 1531144 h 1890712"/>
                <a:gd name="connsiteX138" fmla="*/ 2090738 w 2543175"/>
                <a:gd name="connsiteY138" fmla="*/ 1538287 h 1890712"/>
                <a:gd name="connsiteX139" fmla="*/ 2109788 w 2543175"/>
                <a:gd name="connsiteY139" fmla="*/ 1547812 h 1890712"/>
                <a:gd name="connsiteX140" fmla="*/ 2131219 w 2543175"/>
                <a:gd name="connsiteY140" fmla="*/ 1562100 h 1890712"/>
                <a:gd name="connsiteX141" fmla="*/ 2140744 w 2543175"/>
                <a:gd name="connsiteY141" fmla="*/ 1566862 h 1890712"/>
                <a:gd name="connsiteX142" fmla="*/ 2152650 w 2543175"/>
                <a:gd name="connsiteY142" fmla="*/ 1576387 h 1890712"/>
                <a:gd name="connsiteX143" fmla="*/ 2181225 w 2543175"/>
                <a:gd name="connsiteY143" fmla="*/ 1590675 h 1890712"/>
                <a:gd name="connsiteX144" fmla="*/ 2200275 w 2543175"/>
                <a:gd name="connsiteY144" fmla="*/ 1607344 h 1890712"/>
                <a:gd name="connsiteX145" fmla="*/ 2207419 w 2543175"/>
                <a:gd name="connsiteY145" fmla="*/ 1612106 h 1890712"/>
                <a:gd name="connsiteX146" fmla="*/ 2216944 w 2543175"/>
                <a:gd name="connsiteY146" fmla="*/ 1619250 h 1890712"/>
                <a:gd name="connsiteX147" fmla="*/ 2247900 w 2543175"/>
                <a:gd name="connsiteY147" fmla="*/ 1643062 h 1890712"/>
                <a:gd name="connsiteX148" fmla="*/ 2255044 w 2543175"/>
                <a:gd name="connsiteY148" fmla="*/ 1650206 h 1890712"/>
                <a:gd name="connsiteX149" fmla="*/ 2281238 w 2543175"/>
                <a:gd name="connsiteY149" fmla="*/ 1664494 h 1890712"/>
                <a:gd name="connsiteX150" fmla="*/ 2297907 w 2543175"/>
                <a:gd name="connsiteY150" fmla="*/ 1674019 h 1890712"/>
                <a:gd name="connsiteX151" fmla="*/ 2312194 w 2543175"/>
                <a:gd name="connsiteY151" fmla="*/ 1685925 h 1890712"/>
                <a:gd name="connsiteX152" fmla="*/ 2328863 w 2543175"/>
                <a:gd name="connsiteY152" fmla="*/ 1697831 h 1890712"/>
                <a:gd name="connsiteX153" fmla="*/ 2350294 w 2543175"/>
                <a:gd name="connsiteY153" fmla="*/ 1712119 h 1890712"/>
                <a:gd name="connsiteX154" fmla="*/ 2428876 w 2543175"/>
                <a:gd name="connsiteY154" fmla="*/ 1785938 h 1890712"/>
                <a:gd name="connsiteX155" fmla="*/ 2481263 w 2543175"/>
                <a:gd name="connsiteY155" fmla="*/ 1795462 h 1890712"/>
                <a:gd name="connsiteX156" fmla="*/ 2486025 w 2543175"/>
                <a:gd name="connsiteY156" fmla="*/ 1802606 h 1890712"/>
                <a:gd name="connsiteX157" fmla="*/ 2514600 w 2543175"/>
                <a:gd name="connsiteY157" fmla="*/ 1850231 h 1890712"/>
                <a:gd name="connsiteX158" fmla="*/ 2519363 w 2543175"/>
                <a:gd name="connsiteY158" fmla="*/ 1857375 h 1890712"/>
                <a:gd name="connsiteX159" fmla="*/ 2540794 w 2543175"/>
                <a:gd name="connsiteY159" fmla="*/ 1883569 h 1890712"/>
                <a:gd name="connsiteX160" fmla="*/ 2543175 w 2543175"/>
                <a:gd name="connsiteY160" fmla="*/ 1890712 h 1890712"/>
                <a:gd name="connsiteX0" fmla="*/ 0 w 2543175"/>
                <a:gd name="connsiteY0" fmla="*/ 0 h 1890712"/>
                <a:gd name="connsiteX1" fmla="*/ 11907 w 2543175"/>
                <a:gd name="connsiteY1" fmla="*/ 11906 h 1890712"/>
                <a:gd name="connsiteX2" fmla="*/ 21432 w 2543175"/>
                <a:gd name="connsiteY2" fmla="*/ 16669 h 1890712"/>
                <a:gd name="connsiteX3" fmla="*/ 23813 w 2543175"/>
                <a:gd name="connsiteY3" fmla="*/ 23812 h 1890712"/>
                <a:gd name="connsiteX4" fmla="*/ 33338 w 2543175"/>
                <a:gd name="connsiteY4" fmla="*/ 33337 h 1890712"/>
                <a:gd name="connsiteX5" fmla="*/ 40482 w 2543175"/>
                <a:gd name="connsiteY5" fmla="*/ 42862 h 1890712"/>
                <a:gd name="connsiteX6" fmla="*/ 47625 w 2543175"/>
                <a:gd name="connsiteY6" fmla="*/ 47625 h 1890712"/>
                <a:gd name="connsiteX7" fmla="*/ 57150 w 2543175"/>
                <a:gd name="connsiteY7" fmla="*/ 54769 h 1890712"/>
                <a:gd name="connsiteX8" fmla="*/ 64294 w 2543175"/>
                <a:gd name="connsiteY8" fmla="*/ 59531 h 1890712"/>
                <a:gd name="connsiteX9" fmla="*/ 83344 w 2543175"/>
                <a:gd name="connsiteY9" fmla="*/ 73819 h 1890712"/>
                <a:gd name="connsiteX10" fmla="*/ 97632 w 2543175"/>
                <a:gd name="connsiteY10" fmla="*/ 80962 h 1890712"/>
                <a:gd name="connsiteX11" fmla="*/ 104775 w 2543175"/>
                <a:gd name="connsiteY11" fmla="*/ 85725 h 1890712"/>
                <a:gd name="connsiteX12" fmla="*/ 114300 w 2543175"/>
                <a:gd name="connsiteY12" fmla="*/ 95250 h 1890712"/>
                <a:gd name="connsiteX13" fmla="*/ 123825 w 2543175"/>
                <a:gd name="connsiteY13" fmla="*/ 97631 h 1890712"/>
                <a:gd name="connsiteX14" fmla="*/ 130969 w 2543175"/>
                <a:gd name="connsiteY14" fmla="*/ 104775 h 1890712"/>
                <a:gd name="connsiteX15" fmla="*/ 140494 w 2543175"/>
                <a:gd name="connsiteY15" fmla="*/ 111919 h 1890712"/>
                <a:gd name="connsiteX16" fmla="*/ 147638 w 2543175"/>
                <a:gd name="connsiteY16" fmla="*/ 116681 h 1890712"/>
                <a:gd name="connsiteX17" fmla="*/ 164307 w 2543175"/>
                <a:gd name="connsiteY17" fmla="*/ 128587 h 1890712"/>
                <a:gd name="connsiteX18" fmla="*/ 180975 w 2543175"/>
                <a:gd name="connsiteY18" fmla="*/ 140494 h 1890712"/>
                <a:gd name="connsiteX19" fmla="*/ 197644 w 2543175"/>
                <a:gd name="connsiteY19" fmla="*/ 152400 h 1890712"/>
                <a:gd name="connsiteX20" fmla="*/ 204788 w 2543175"/>
                <a:gd name="connsiteY20" fmla="*/ 157162 h 1890712"/>
                <a:gd name="connsiteX21" fmla="*/ 214313 w 2543175"/>
                <a:gd name="connsiteY21" fmla="*/ 164306 h 1890712"/>
                <a:gd name="connsiteX22" fmla="*/ 230982 w 2543175"/>
                <a:gd name="connsiteY22" fmla="*/ 180975 h 1890712"/>
                <a:gd name="connsiteX23" fmla="*/ 247650 w 2543175"/>
                <a:gd name="connsiteY23" fmla="*/ 185737 h 1890712"/>
                <a:gd name="connsiteX24" fmla="*/ 300038 w 2543175"/>
                <a:gd name="connsiteY24" fmla="*/ 219075 h 1890712"/>
                <a:gd name="connsiteX25" fmla="*/ 342900 w 2543175"/>
                <a:gd name="connsiteY25" fmla="*/ 254794 h 1890712"/>
                <a:gd name="connsiteX26" fmla="*/ 366713 w 2543175"/>
                <a:gd name="connsiteY26" fmla="*/ 264319 h 1890712"/>
                <a:gd name="connsiteX27" fmla="*/ 371475 w 2543175"/>
                <a:gd name="connsiteY27" fmla="*/ 271462 h 1890712"/>
                <a:gd name="connsiteX28" fmla="*/ 385763 w 2543175"/>
                <a:gd name="connsiteY28" fmla="*/ 283369 h 1890712"/>
                <a:gd name="connsiteX29" fmla="*/ 404813 w 2543175"/>
                <a:gd name="connsiteY29" fmla="*/ 295275 h 1890712"/>
                <a:gd name="connsiteX30" fmla="*/ 411957 w 2543175"/>
                <a:gd name="connsiteY30" fmla="*/ 297656 h 1890712"/>
                <a:gd name="connsiteX31" fmla="*/ 466725 w 2543175"/>
                <a:gd name="connsiteY31" fmla="*/ 328612 h 1890712"/>
                <a:gd name="connsiteX32" fmla="*/ 476250 w 2543175"/>
                <a:gd name="connsiteY32" fmla="*/ 335756 h 1890712"/>
                <a:gd name="connsiteX33" fmla="*/ 481013 w 2543175"/>
                <a:gd name="connsiteY33" fmla="*/ 342900 h 1890712"/>
                <a:gd name="connsiteX34" fmla="*/ 490538 w 2543175"/>
                <a:gd name="connsiteY34" fmla="*/ 352425 h 1890712"/>
                <a:gd name="connsiteX35" fmla="*/ 495300 w 2543175"/>
                <a:gd name="connsiteY35" fmla="*/ 359569 h 1890712"/>
                <a:gd name="connsiteX36" fmla="*/ 509588 w 2543175"/>
                <a:gd name="connsiteY36" fmla="*/ 376237 h 1890712"/>
                <a:gd name="connsiteX37" fmla="*/ 514350 w 2543175"/>
                <a:gd name="connsiteY37" fmla="*/ 383381 h 1890712"/>
                <a:gd name="connsiteX38" fmla="*/ 531019 w 2543175"/>
                <a:gd name="connsiteY38" fmla="*/ 397669 h 1890712"/>
                <a:gd name="connsiteX39" fmla="*/ 538163 w 2543175"/>
                <a:gd name="connsiteY39" fmla="*/ 407194 h 1890712"/>
                <a:gd name="connsiteX40" fmla="*/ 554832 w 2543175"/>
                <a:gd name="connsiteY40" fmla="*/ 421481 h 1890712"/>
                <a:gd name="connsiteX41" fmla="*/ 564357 w 2543175"/>
                <a:gd name="connsiteY41" fmla="*/ 431006 h 1890712"/>
                <a:gd name="connsiteX42" fmla="*/ 573882 w 2543175"/>
                <a:gd name="connsiteY42" fmla="*/ 438150 h 1890712"/>
                <a:gd name="connsiteX43" fmla="*/ 595313 w 2543175"/>
                <a:gd name="connsiteY43" fmla="*/ 454819 h 1890712"/>
                <a:gd name="connsiteX44" fmla="*/ 602457 w 2543175"/>
                <a:gd name="connsiteY44" fmla="*/ 457200 h 1890712"/>
                <a:gd name="connsiteX45" fmla="*/ 628650 w 2543175"/>
                <a:gd name="connsiteY45" fmla="*/ 469106 h 1890712"/>
                <a:gd name="connsiteX46" fmla="*/ 645319 w 2543175"/>
                <a:gd name="connsiteY46" fmla="*/ 483394 h 1890712"/>
                <a:gd name="connsiteX47" fmla="*/ 654844 w 2543175"/>
                <a:gd name="connsiteY47" fmla="*/ 488156 h 1890712"/>
                <a:gd name="connsiteX48" fmla="*/ 661988 w 2543175"/>
                <a:gd name="connsiteY48" fmla="*/ 497681 h 1890712"/>
                <a:gd name="connsiteX49" fmla="*/ 683419 w 2543175"/>
                <a:gd name="connsiteY49" fmla="*/ 514350 h 1890712"/>
                <a:gd name="connsiteX50" fmla="*/ 700088 w 2543175"/>
                <a:gd name="connsiteY50" fmla="*/ 526256 h 1890712"/>
                <a:gd name="connsiteX51" fmla="*/ 709613 w 2543175"/>
                <a:gd name="connsiteY51" fmla="*/ 535781 h 1890712"/>
                <a:gd name="connsiteX52" fmla="*/ 719138 w 2543175"/>
                <a:gd name="connsiteY52" fmla="*/ 542925 h 1890712"/>
                <a:gd name="connsiteX53" fmla="*/ 733425 w 2543175"/>
                <a:gd name="connsiteY53" fmla="*/ 557212 h 1890712"/>
                <a:gd name="connsiteX54" fmla="*/ 750094 w 2543175"/>
                <a:gd name="connsiteY54" fmla="*/ 569119 h 1890712"/>
                <a:gd name="connsiteX55" fmla="*/ 769144 w 2543175"/>
                <a:gd name="connsiteY55" fmla="*/ 581025 h 1890712"/>
                <a:gd name="connsiteX56" fmla="*/ 785813 w 2543175"/>
                <a:gd name="connsiteY56" fmla="*/ 590550 h 1890712"/>
                <a:gd name="connsiteX57" fmla="*/ 792957 w 2543175"/>
                <a:gd name="connsiteY57" fmla="*/ 600075 h 1890712"/>
                <a:gd name="connsiteX58" fmla="*/ 809625 w 2543175"/>
                <a:gd name="connsiteY58" fmla="*/ 611981 h 1890712"/>
                <a:gd name="connsiteX59" fmla="*/ 816769 w 2543175"/>
                <a:gd name="connsiteY59" fmla="*/ 619125 h 1890712"/>
                <a:gd name="connsiteX60" fmla="*/ 826294 w 2543175"/>
                <a:gd name="connsiteY60" fmla="*/ 626269 h 1890712"/>
                <a:gd name="connsiteX61" fmla="*/ 840582 w 2543175"/>
                <a:gd name="connsiteY61" fmla="*/ 638175 h 1890712"/>
                <a:gd name="connsiteX62" fmla="*/ 847725 w 2543175"/>
                <a:gd name="connsiteY62" fmla="*/ 645319 h 1890712"/>
                <a:gd name="connsiteX63" fmla="*/ 857250 w 2543175"/>
                <a:gd name="connsiteY63" fmla="*/ 652462 h 1890712"/>
                <a:gd name="connsiteX64" fmla="*/ 864394 w 2543175"/>
                <a:gd name="connsiteY64" fmla="*/ 657225 h 1890712"/>
                <a:gd name="connsiteX65" fmla="*/ 888207 w 2543175"/>
                <a:gd name="connsiteY65" fmla="*/ 676275 h 1890712"/>
                <a:gd name="connsiteX66" fmla="*/ 895350 w 2543175"/>
                <a:gd name="connsiteY66" fmla="*/ 681037 h 1890712"/>
                <a:gd name="connsiteX67" fmla="*/ 907257 w 2543175"/>
                <a:gd name="connsiteY67" fmla="*/ 683419 h 1890712"/>
                <a:gd name="connsiteX68" fmla="*/ 928688 w 2543175"/>
                <a:gd name="connsiteY68" fmla="*/ 695325 h 1890712"/>
                <a:gd name="connsiteX69" fmla="*/ 942975 w 2543175"/>
                <a:gd name="connsiteY69" fmla="*/ 700087 h 1890712"/>
                <a:gd name="connsiteX70" fmla="*/ 964407 w 2543175"/>
                <a:gd name="connsiteY70" fmla="*/ 716756 h 1890712"/>
                <a:gd name="connsiteX71" fmla="*/ 971550 w 2543175"/>
                <a:gd name="connsiteY71" fmla="*/ 723900 h 1890712"/>
                <a:gd name="connsiteX72" fmla="*/ 983457 w 2543175"/>
                <a:gd name="connsiteY72" fmla="*/ 733425 h 1890712"/>
                <a:gd name="connsiteX73" fmla="*/ 990600 w 2543175"/>
                <a:gd name="connsiteY73" fmla="*/ 738187 h 1890712"/>
                <a:gd name="connsiteX74" fmla="*/ 1007269 w 2543175"/>
                <a:gd name="connsiteY74" fmla="*/ 752475 h 1890712"/>
                <a:gd name="connsiteX75" fmla="*/ 1031082 w 2543175"/>
                <a:gd name="connsiteY75" fmla="*/ 766762 h 1890712"/>
                <a:gd name="connsiteX76" fmla="*/ 1042988 w 2543175"/>
                <a:gd name="connsiteY76" fmla="*/ 773906 h 1890712"/>
                <a:gd name="connsiteX77" fmla="*/ 1071563 w 2543175"/>
                <a:gd name="connsiteY77" fmla="*/ 785812 h 1890712"/>
                <a:gd name="connsiteX78" fmla="*/ 1097757 w 2543175"/>
                <a:gd name="connsiteY78" fmla="*/ 807244 h 1890712"/>
                <a:gd name="connsiteX79" fmla="*/ 1104900 w 2543175"/>
                <a:gd name="connsiteY79" fmla="*/ 814387 h 1890712"/>
                <a:gd name="connsiteX80" fmla="*/ 1121569 w 2543175"/>
                <a:gd name="connsiteY80" fmla="*/ 823912 h 1890712"/>
                <a:gd name="connsiteX81" fmla="*/ 1138238 w 2543175"/>
                <a:gd name="connsiteY81" fmla="*/ 835819 h 1890712"/>
                <a:gd name="connsiteX82" fmla="*/ 1147763 w 2543175"/>
                <a:gd name="connsiteY82" fmla="*/ 842962 h 1890712"/>
                <a:gd name="connsiteX83" fmla="*/ 1157288 w 2543175"/>
                <a:gd name="connsiteY83" fmla="*/ 847725 h 1890712"/>
                <a:gd name="connsiteX84" fmla="*/ 1178719 w 2543175"/>
                <a:gd name="connsiteY84" fmla="*/ 859631 h 1890712"/>
                <a:gd name="connsiteX85" fmla="*/ 1188244 w 2543175"/>
                <a:gd name="connsiteY85" fmla="*/ 866775 h 1890712"/>
                <a:gd name="connsiteX86" fmla="*/ 1195388 w 2543175"/>
                <a:gd name="connsiteY86" fmla="*/ 871537 h 1890712"/>
                <a:gd name="connsiteX87" fmla="*/ 1212057 w 2543175"/>
                <a:gd name="connsiteY87" fmla="*/ 883444 h 1890712"/>
                <a:gd name="connsiteX88" fmla="*/ 1226344 w 2543175"/>
                <a:gd name="connsiteY88" fmla="*/ 895350 h 1890712"/>
                <a:gd name="connsiteX89" fmla="*/ 1245394 w 2543175"/>
                <a:gd name="connsiteY89" fmla="*/ 907256 h 1890712"/>
                <a:gd name="connsiteX90" fmla="*/ 1254919 w 2543175"/>
                <a:gd name="connsiteY90" fmla="*/ 914400 h 1890712"/>
                <a:gd name="connsiteX91" fmla="*/ 1269207 w 2543175"/>
                <a:gd name="connsiteY91" fmla="*/ 921544 h 1890712"/>
                <a:gd name="connsiteX92" fmla="*/ 1290638 w 2543175"/>
                <a:gd name="connsiteY92" fmla="*/ 935831 h 1890712"/>
                <a:gd name="connsiteX93" fmla="*/ 1307307 w 2543175"/>
                <a:gd name="connsiteY93" fmla="*/ 952500 h 1890712"/>
                <a:gd name="connsiteX94" fmla="*/ 1333500 w 2543175"/>
                <a:gd name="connsiteY94" fmla="*/ 971550 h 1890712"/>
                <a:gd name="connsiteX95" fmla="*/ 1359694 w 2543175"/>
                <a:gd name="connsiteY95" fmla="*/ 990600 h 1890712"/>
                <a:gd name="connsiteX96" fmla="*/ 1385888 w 2543175"/>
                <a:gd name="connsiteY96" fmla="*/ 1021557 h 1890712"/>
                <a:gd name="connsiteX97" fmla="*/ 1435894 w 2543175"/>
                <a:gd name="connsiteY97" fmla="*/ 1054894 h 1890712"/>
                <a:gd name="connsiteX98" fmla="*/ 1497806 w 2543175"/>
                <a:gd name="connsiteY98" fmla="*/ 1104900 h 1890712"/>
                <a:gd name="connsiteX99" fmla="*/ 1559718 w 2543175"/>
                <a:gd name="connsiteY99" fmla="*/ 1154906 h 1890712"/>
                <a:gd name="connsiteX100" fmla="*/ 1595438 w 2543175"/>
                <a:gd name="connsiteY100" fmla="*/ 1181100 h 1890712"/>
                <a:gd name="connsiteX101" fmla="*/ 1628775 w 2543175"/>
                <a:gd name="connsiteY101" fmla="*/ 1207294 h 1890712"/>
                <a:gd name="connsiteX102" fmla="*/ 1662113 w 2543175"/>
                <a:gd name="connsiteY102" fmla="*/ 1231107 h 1890712"/>
                <a:gd name="connsiteX103" fmla="*/ 1700213 w 2543175"/>
                <a:gd name="connsiteY103" fmla="*/ 1247775 h 1890712"/>
                <a:gd name="connsiteX104" fmla="*/ 1712119 w 2543175"/>
                <a:gd name="connsiteY104" fmla="*/ 1259681 h 1890712"/>
                <a:gd name="connsiteX105" fmla="*/ 1733550 w 2543175"/>
                <a:gd name="connsiteY105" fmla="*/ 1273969 h 1890712"/>
                <a:gd name="connsiteX106" fmla="*/ 1743075 w 2543175"/>
                <a:gd name="connsiteY106" fmla="*/ 1283494 h 1890712"/>
                <a:gd name="connsiteX107" fmla="*/ 1754982 w 2543175"/>
                <a:gd name="connsiteY107" fmla="*/ 1290637 h 1890712"/>
                <a:gd name="connsiteX108" fmla="*/ 1766888 w 2543175"/>
                <a:gd name="connsiteY108" fmla="*/ 1300162 h 1890712"/>
                <a:gd name="connsiteX109" fmla="*/ 1783557 w 2543175"/>
                <a:gd name="connsiteY109" fmla="*/ 1307306 h 1890712"/>
                <a:gd name="connsiteX110" fmla="*/ 1790700 w 2543175"/>
                <a:gd name="connsiteY110" fmla="*/ 1312069 h 1890712"/>
                <a:gd name="connsiteX111" fmla="*/ 1800225 w 2543175"/>
                <a:gd name="connsiteY111" fmla="*/ 1319212 h 1890712"/>
                <a:gd name="connsiteX112" fmla="*/ 1807369 w 2543175"/>
                <a:gd name="connsiteY112" fmla="*/ 1321594 h 1890712"/>
                <a:gd name="connsiteX113" fmla="*/ 1824038 w 2543175"/>
                <a:gd name="connsiteY113" fmla="*/ 1333500 h 1890712"/>
                <a:gd name="connsiteX114" fmla="*/ 1843088 w 2543175"/>
                <a:gd name="connsiteY114" fmla="*/ 1352550 h 1890712"/>
                <a:gd name="connsiteX115" fmla="*/ 1852613 w 2543175"/>
                <a:gd name="connsiteY115" fmla="*/ 1359694 h 1890712"/>
                <a:gd name="connsiteX116" fmla="*/ 1859757 w 2543175"/>
                <a:gd name="connsiteY116" fmla="*/ 1366837 h 1890712"/>
                <a:gd name="connsiteX117" fmla="*/ 1869282 w 2543175"/>
                <a:gd name="connsiteY117" fmla="*/ 1371600 h 1890712"/>
                <a:gd name="connsiteX118" fmla="*/ 1883569 w 2543175"/>
                <a:gd name="connsiteY118" fmla="*/ 1388269 h 1890712"/>
                <a:gd name="connsiteX119" fmla="*/ 1893094 w 2543175"/>
                <a:gd name="connsiteY119" fmla="*/ 1395412 h 1890712"/>
                <a:gd name="connsiteX120" fmla="*/ 1902619 w 2543175"/>
                <a:gd name="connsiteY120" fmla="*/ 1404937 h 1890712"/>
                <a:gd name="connsiteX121" fmla="*/ 1912144 w 2543175"/>
                <a:gd name="connsiteY121" fmla="*/ 1409700 h 1890712"/>
                <a:gd name="connsiteX122" fmla="*/ 1931194 w 2543175"/>
                <a:gd name="connsiteY122" fmla="*/ 1421606 h 1890712"/>
                <a:gd name="connsiteX123" fmla="*/ 1935957 w 2543175"/>
                <a:gd name="connsiteY123" fmla="*/ 1428750 h 1890712"/>
                <a:gd name="connsiteX124" fmla="*/ 1952625 w 2543175"/>
                <a:gd name="connsiteY124" fmla="*/ 1438275 h 1890712"/>
                <a:gd name="connsiteX125" fmla="*/ 1971675 w 2543175"/>
                <a:gd name="connsiteY125" fmla="*/ 1450181 h 1890712"/>
                <a:gd name="connsiteX126" fmla="*/ 1981200 w 2543175"/>
                <a:gd name="connsiteY126" fmla="*/ 1454944 h 1890712"/>
                <a:gd name="connsiteX127" fmla="*/ 1997869 w 2543175"/>
                <a:gd name="connsiteY127" fmla="*/ 1471612 h 1890712"/>
                <a:gd name="connsiteX128" fmla="*/ 2007394 w 2543175"/>
                <a:gd name="connsiteY128" fmla="*/ 1478756 h 1890712"/>
                <a:gd name="connsiteX129" fmla="*/ 2016919 w 2543175"/>
                <a:gd name="connsiteY129" fmla="*/ 1483519 h 1890712"/>
                <a:gd name="connsiteX130" fmla="*/ 2024063 w 2543175"/>
                <a:gd name="connsiteY130" fmla="*/ 1490662 h 1890712"/>
                <a:gd name="connsiteX131" fmla="*/ 2033588 w 2543175"/>
                <a:gd name="connsiteY131" fmla="*/ 1495425 h 1890712"/>
                <a:gd name="connsiteX132" fmla="*/ 2040732 w 2543175"/>
                <a:gd name="connsiteY132" fmla="*/ 1502569 h 1890712"/>
                <a:gd name="connsiteX133" fmla="*/ 2047875 w 2543175"/>
                <a:gd name="connsiteY133" fmla="*/ 1507331 h 1890712"/>
                <a:gd name="connsiteX134" fmla="*/ 2057400 w 2543175"/>
                <a:gd name="connsiteY134" fmla="*/ 1514475 h 1890712"/>
                <a:gd name="connsiteX135" fmla="*/ 2064544 w 2543175"/>
                <a:gd name="connsiteY135" fmla="*/ 1519237 h 1890712"/>
                <a:gd name="connsiteX136" fmla="*/ 2071688 w 2543175"/>
                <a:gd name="connsiteY136" fmla="*/ 1526381 h 1890712"/>
                <a:gd name="connsiteX137" fmla="*/ 2081213 w 2543175"/>
                <a:gd name="connsiteY137" fmla="*/ 1531144 h 1890712"/>
                <a:gd name="connsiteX138" fmla="*/ 2090738 w 2543175"/>
                <a:gd name="connsiteY138" fmla="*/ 1538287 h 1890712"/>
                <a:gd name="connsiteX139" fmla="*/ 2109788 w 2543175"/>
                <a:gd name="connsiteY139" fmla="*/ 1547812 h 1890712"/>
                <a:gd name="connsiteX140" fmla="*/ 2131219 w 2543175"/>
                <a:gd name="connsiteY140" fmla="*/ 1562100 h 1890712"/>
                <a:gd name="connsiteX141" fmla="*/ 2140744 w 2543175"/>
                <a:gd name="connsiteY141" fmla="*/ 1566862 h 1890712"/>
                <a:gd name="connsiteX142" fmla="*/ 2152650 w 2543175"/>
                <a:gd name="connsiteY142" fmla="*/ 1576387 h 1890712"/>
                <a:gd name="connsiteX143" fmla="*/ 2181225 w 2543175"/>
                <a:gd name="connsiteY143" fmla="*/ 1590675 h 1890712"/>
                <a:gd name="connsiteX144" fmla="*/ 2200275 w 2543175"/>
                <a:gd name="connsiteY144" fmla="*/ 1607344 h 1890712"/>
                <a:gd name="connsiteX145" fmla="*/ 2207419 w 2543175"/>
                <a:gd name="connsiteY145" fmla="*/ 1612106 h 1890712"/>
                <a:gd name="connsiteX146" fmla="*/ 2216944 w 2543175"/>
                <a:gd name="connsiteY146" fmla="*/ 1619250 h 1890712"/>
                <a:gd name="connsiteX147" fmla="*/ 2247900 w 2543175"/>
                <a:gd name="connsiteY147" fmla="*/ 1643062 h 1890712"/>
                <a:gd name="connsiteX148" fmla="*/ 2255044 w 2543175"/>
                <a:gd name="connsiteY148" fmla="*/ 1650206 h 1890712"/>
                <a:gd name="connsiteX149" fmla="*/ 2281238 w 2543175"/>
                <a:gd name="connsiteY149" fmla="*/ 1664494 h 1890712"/>
                <a:gd name="connsiteX150" fmla="*/ 2297907 w 2543175"/>
                <a:gd name="connsiteY150" fmla="*/ 1674019 h 1890712"/>
                <a:gd name="connsiteX151" fmla="*/ 2312194 w 2543175"/>
                <a:gd name="connsiteY151" fmla="*/ 1685925 h 1890712"/>
                <a:gd name="connsiteX152" fmla="*/ 2328863 w 2543175"/>
                <a:gd name="connsiteY152" fmla="*/ 1697831 h 1890712"/>
                <a:gd name="connsiteX153" fmla="*/ 2350294 w 2543175"/>
                <a:gd name="connsiteY153" fmla="*/ 1712119 h 1890712"/>
                <a:gd name="connsiteX154" fmla="*/ 2428876 w 2543175"/>
                <a:gd name="connsiteY154" fmla="*/ 1785938 h 1890712"/>
                <a:gd name="connsiteX155" fmla="*/ 2481263 w 2543175"/>
                <a:gd name="connsiteY155" fmla="*/ 1795462 h 1890712"/>
                <a:gd name="connsiteX156" fmla="*/ 2514600 w 2543175"/>
                <a:gd name="connsiteY156" fmla="*/ 1850231 h 1890712"/>
                <a:gd name="connsiteX157" fmla="*/ 2519363 w 2543175"/>
                <a:gd name="connsiteY157" fmla="*/ 1857375 h 1890712"/>
                <a:gd name="connsiteX158" fmla="*/ 2540794 w 2543175"/>
                <a:gd name="connsiteY158" fmla="*/ 1883569 h 1890712"/>
                <a:gd name="connsiteX159" fmla="*/ 2543175 w 2543175"/>
                <a:gd name="connsiteY159" fmla="*/ 1890712 h 1890712"/>
                <a:gd name="connsiteX0" fmla="*/ 0 w 2543175"/>
                <a:gd name="connsiteY0" fmla="*/ 0 h 1890712"/>
                <a:gd name="connsiteX1" fmla="*/ 11907 w 2543175"/>
                <a:gd name="connsiteY1" fmla="*/ 11906 h 1890712"/>
                <a:gd name="connsiteX2" fmla="*/ 21432 w 2543175"/>
                <a:gd name="connsiteY2" fmla="*/ 16669 h 1890712"/>
                <a:gd name="connsiteX3" fmla="*/ 23813 w 2543175"/>
                <a:gd name="connsiteY3" fmla="*/ 23812 h 1890712"/>
                <a:gd name="connsiteX4" fmla="*/ 33338 w 2543175"/>
                <a:gd name="connsiteY4" fmla="*/ 33337 h 1890712"/>
                <a:gd name="connsiteX5" fmla="*/ 40482 w 2543175"/>
                <a:gd name="connsiteY5" fmla="*/ 42862 h 1890712"/>
                <a:gd name="connsiteX6" fmla="*/ 47625 w 2543175"/>
                <a:gd name="connsiteY6" fmla="*/ 47625 h 1890712"/>
                <a:gd name="connsiteX7" fmla="*/ 57150 w 2543175"/>
                <a:gd name="connsiteY7" fmla="*/ 54769 h 1890712"/>
                <a:gd name="connsiteX8" fmla="*/ 64294 w 2543175"/>
                <a:gd name="connsiteY8" fmla="*/ 59531 h 1890712"/>
                <a:gd name="connsiteX9" fmla="*/ 83344 w 2543175"/>
                <a:gd name="connsiteY9" fmla="*/ 73819 h 1890712"/>
                <a:gd name="connsiteX10" fmla="*/ 97632 w 2543175"/>
                <a:gd name="connsiteY10" fmla="*/ 80962 h 1890712"/>
                <a:gd name="connsiteX11" fmla="*/ 104775 w 2543175"/>
                <a:gd name="connsiteY11" fmla="*/ 85725 h 1890712"/>
                <a:gd name="connsiteX12" fmla="*/ 114300 w 2543175"/>
                <a:gd name="connsiteY12" fmla="*/ 95250 h 1890712"/>
                <a:gd name="connsiteX13" fmla="*/ 123825 w 2543175"/>
                <a:gd name="connsiteY13" fmla="*/ 97631 h 1890712"/>
                <a:gd name="connsiteX14" fmla="*/ 130969 w 2543175"/>
                <a:gd name="connsiteY14" fmla="*/ 104775 h 1890712"/>
                <a:gd name="connsiteX15" fmla="*/ 140494 w 2543175"/>
                <a:gd name="connsiteY15" fmla="*/ 111919 h 1890712"/>
                <a:gd name="connsiteX16" fmla="*/ 147638 w 2543175"/>
                <a:gd name="connsiteY16" fmla="*/ 116681 h 1890712"/>
                <a:gd name="connsiteX17" fmla="*/ 164307 w 2543175"/>
                <a:gd name="connsiteY17" fmla="*/ 128587 h 1890712"/>
                <a:gd name="connsiteX18" fmla="*/ 180975 w 2543175"/>
                <a:gd name="connsiteY18" fmla="*/ 140494 h 1890712"/>
                <a:gd name="connsiteX19" fmla="*/ 197644 w 2543175"/>
                <a:gd name="connsiteY19" fmla="*/ 152400 h 1890712"/>
                <a:gd name="connsiteX20" fmla="*/ 204788 w 2543175"/>
                <a:gd name="connsiteY20" fmla="*/ 157162 h 1890712"/>
                <a:gd name="connsiteX21" fmla="*/ 214313 w 2543175"/>
                <a:gd name="connsiteY21" fmla="*/ 164306 h 1890712"/>
                <a:gd name="connsiteX22" fmla="*/ 230982 w 2543175"/>
                <a:gd name="connsiteY22" fmla="*/ 180975 h 1890712"/>
                <a:gd name="connsiteX23" fmla="*/ 247650 w 2543175"/>
                <a:gd name="connsiteY23" fmla="*/ 185737 h 1890712"/>
                <a:gd name="connsiteX24" fmla="*/ 300038 w 2543175"/>
                <a:gd name="connsiteY24" fmla="*/ 219075 h 1890712"/>
                <a:gd name="connsiteX25" fmla="*/ 342900 w 2543175"/>
                <a:gd name="connsiteY25" fmla="*/ 254794 h 1890712"/>
                <a:gd name="connsiteX26" fmla="*/ 366713 w 2543175"/>
                <a:gd name="connsiteY26" fmla="*/ 264319 h 1890712"/>
                <a:gd name="connsiteX27" fmla="*/ 371475 w 2543175"/>
                <a:gd name="connsiteY27" fmla="*/ 271462 h 1890712"/>
                <a:gd name="connsiteX28" fmla="*/ 385763 w 2543175"/>
                <a:gd name="connsiteY28" fmla="*/ 283369 h 1890712"/>
                <a:gd name="connsiteX29" fmla="*/ 404813 w 2543175"/>
                <a:gd name="connsiteY29" fmla="*/ 295275 h 1890712"/>
                <a:gd name="connsiteX30" fmla="*/ 411957 w 2543175"/>
                <a:gd name="connsiteY30" fmla="*/ 297656 h 1890712"/>
                <a:gd name="connsiteX31" fmla="*/ 466725 w 2543175"/>
                <a:gd name="connsiteY31" fmla="*/ 328612 h 1890712"/>
                <a:gd name="connsiteX32" fmla="*/ 476250 w 2543175"/>
                <a:gd name="connsiteY32" fmla="*/ 335756 h 1890712"/>
                <a:gd name="connsiteX33" fmla="*/ 481013 w 2543175"/>
                <a:gd name="connsiteY33" fmla="*/ 342900 h 1890712"/>
                <a:gd name="connsiteX34" fmla="*/ 490538 w 2543175"/>
                <a:gd name="connsiteY34" fmla="*/ 352425 h 1890712"/>
                <a:gd name="connsiteX35" fmla="*/ 495300 w 2543175"/>
                <a:gd name="connsiteY35" fmla="*/ 359569 h 1890712"/>
                <a:gd name="connsiteX36" fmla="*/ 509588 w 2543175"/>
                <a:gd name="connsiteY36" fmla="*/ 376237 h 1890712"/>
                <a:gd name="connsiteX37" fmla="*/ 514350 w 2543175"/>
                <a:gd name="connsiteY37" fmla="*/ 383381 h 1890712"/>
                <a:gd name="connsiteX38" fmla="*/ 531019 w 2543175"/>
                <a:gd name="connsiteY38" fmla="*/ 397669 h 1890712"/>
                <a:gd name="connsiteX39" fmla="*/ 538163 w 2543175"/>
                <a:gd name="connsiteY39" fmla="*/ 407194 h 1890712"/>
                <a:gd name="connsiteX40" fmla="*/ 554832 w 2543175"/>
                <a:gd name="connsiteY40" fmla="*/ 421481 h 1890712"/>
                <a:gd name="connsiteX41" fmla="*/ 564357 w 2543175"/>
                <a:gd name="connsiteY41" fmla="*/ 431006 h 1890712"/>
                <a:gd name="connsiteX42" fmla="*/ 573882 w 2543175"/>
                <a:gd name="connsiteY42" fmla="*/ 438150 h 1890712"/>
                <a:gd name="connsiteX43" fmla="*/ 595313 w 2543175"/>
                <a:gd name="connsiteY43" fmla="*/ 454819 h 1890712"/>
                <a:gd name="connsiteX44" fmla="*/ 602457 w 2543175"/>
                <a:gd name="connsiteY44" fmla="*/ 457200 h 1890712"/>
                <a:gd name="connsiteX45" fmla="*/ 628650 w 2543175"/>
                <a:gd name="connsiteY45" fmla="*/ 469106 h 1890712"/>
                <a:gd name="connsiteX46" fmla="*/ 645319 w 2543175"/>
                <a:gd name="connsiteY46" fmla="*/ 483394 h 1890712"/>
                <a:gd name="connsiteX47" fmla="*/ 654844 w 2543175"/>
                <a:gd name="connsiteY47" fmla="*/ 488156 h 1890712"/>
                <a:gd name="connsiteX48" fmla="*/ 661988 w 2543175"/>
                <a:gd name="connsiteY48" fmla="*/ 497681 h 1890712"/>
                <a:gd name="connsiteX49" fmla="*/ 683419 w 2543175"/>
                <a:gd name="connsiteY49" fmla="*/ 514350 h 1890712"/>
                <a:gd name="connsiteX50" fmla="*/ 700088 w 2543175"/>
                <a:gd name="connsiteY50" fmla="*/ 526256 h 1890712"/>
                <a:gd name="connsiteX51" fmla="*/ 709613 w 2543175"/>
                <a:gd name="connsiteY51" fmla="*/ 535781 h 1890712"/>
                <a:gd name="connsiteX52" fmla="*/ 719138 w 2543175"/>
                <a:gd name="connsiteY52" fmla="*/ 542925 h 1890712"/>
                <a:gd name="connsiteX53" fmla="*/ 733425 w 2543175"/>
                <a:gd name="connsiteY53" fmla="*/ 557212 h 1890712"/>
                <a:gd name="connsiteX54" fmla="*/ 750094 w 2543175"/>
                <a:gd name="connsiteY54" fmla="*/ 569119 h 1890712"/>
                <a:gd name="connsiteX55" fmla="*/ 769144 w 2543175"/>
                <a:gd name="connsiteY55" fmla="*/ 581025 h 1890712"/>
                <a:gd name="connsiteX56" fmla="*/ 785813 w 2543175"/>
                <a:gd name="connsiteY56" fmla="*/ 590550 h 1890712"/>
                <a:gd name="connsiteX57" fmla="*/ 792957 w 2543175"/>
                <a:gd name="connsiteY57" fmla="*/ 600075 h 1890712"/>
                <a:gd name="connsiteX58" fmla="*/ 809625 w 2543175"/>
                <a:gd name="connsiteY58" fmla="*/ 611981 h 1890712"/>
                <a:gd name="connsiteX59" fmla="*/ 816769 w 2543175"/>
                <a:gd name="connsiteY59" fmla="*/ 619125 h 1890712"/>
                <a:gd name="connsiteX60" fmla="*/ 826294 w 2543175"/>
                <a:gd name="connsiteY60" fmla="*/ 626269 h 1890712"/>
                <a:gd name="connsiteX61" fmla="*/ 840582 w 2543175"/>
                <a:gd name="connsiteY61" fmla="*/ 638175 h 1890712"/>
                <a:gd name="connsiteX62" fmla="*/ 847725 w 2543175"/>
                <a:gd name="connsiteY62" fmla="*/ 645319 h 1890712"/>
                <a:gd name="connsiteX63" fmla="*/ 857250 w 2543175"/>
                <a:gd name="connsiteY63" fmla="*/ 652462 h 1890712"/>
                <a:gd name="connsiteX64" fmla="*/ 864394 w 2543175"/>
                <a:gd name="connsiteY64" fmla="*/ 657225 h 1890712"/>
                <a:gd name="connsiteX65" fmla="*/ 888207 w 2543175"/>
                <a:gd name="connsiteY65" fmla="*/ 676275 h 1890712"/>
                <a:gd name="connsiteX66" fmla="*/ 895350 w 2543175"/>
                <a:gd name="connsiteY66" fmla="*/ 681037 h 1890712"/>
                <a:gd name="connsiteX67" fmla="*/ 907257 w 2543175"/>
                <a:gd name="connsiteY67" fmla="*/ 683419 h 1890712"/>
                <a:gd name="connsiteX68" fmla="*/ 928688 w 2543175"/>
                <a:gd name="connsiteY68" fmla="*/ 695325 h 1890712"/>
                <a:gd name="connsiteX69" fmla="*/ 942975 w 2543175"/>
                <a:gd name="connsiteY69" fmla="*/ 700087 h 1890712"/>
                <a:gd name="connsiteX70" fmla="*/ 964407 w 2543175"/>
                <a:gd name="connsiteY70" fmla="*/ 716756 h 1890712"/>
                <a:gd name="connsiteX71" fmla="*/ 971550 w 2543175"/>
                <a:gd name="connsiteY71" fmla="*/ 723900 h 1890712"/>
                <a:gd name="connsiteX72" fmla="*/ 983457 w 2543175"/>
                <a:gd name="connsiteY72" fmla="*/ 733425 h 1890712"/>
                <a:gd name="connsiteX73" fmla="*/ 990600 w 2543175"/>
                <a:gd name="connsiteY73" fmla="*/ 738187 h 1890712"/>
                <a:gd name="connsiteX74" fmla="*/ 1007269 w 2543175"/>
                <a:gd name="connsiteY74" fmla="*/ 752475 h 1890712"/>
                <a:gd name="connsiteX75" fmla="*/ 1031082 w 2543175"/>
                <a:gd name="connsiteY75" fmla="*/ 766762 h 1890712"/>
                <a:gd name="connsiteX76" fmla="*/ 1042988 w 2543175"/>
                <a:gd name="connsiteY76" fmla="*/ 773906 h 1890712"/>
                <a:gd name="connsiteX77" fmla="*/ 1071563 w 2543175"/>
                <a:gd name="connsiteY77" fmla="*/ 785812 h 1890712"/>
                <a:gd name="connsiteX78" fmla="*/ 1097757 w 2543175"/>
                <a:gd name="connsiteY78" fmla="*/ 807244 h 1890712"/>
                <a:gd name="connsiteX79" fmla="*/ 1104900 w 2543175"/>
                <a:gd name="connsiteY79" fmla="*/ 814387 h 1890712"/>
                <a:gd name="connsiteX80" fmla="*/ 1121569 w 2543175"/>
                <a:gd name="connsiteY80" fmla="*/ 823912 h 1890712"/>
                <a:gd name="connsiteX81" fmla="*/ 1138238 w 2543175"/>
                <a:gd name="connsiteY81" fmla="*/ 835819 h 1890712"/>
                <a:gd name="connsiteX82" fmla="*/ 1147763 w 2543175"/>
                <a:gd name="connsiteY82" fmla="*/ 842962 h 1890712"/>
                <a:gd name="connsiteX83" fmla="*/ 1157288 w 2543175"/>
                <a:gd name="connsiteY83" fmla="*/ 847725 h 1890712"/>
                <a:gd name="connsiteX84" fmla="*/ 1178719 w 2543175"/>
                <a:gd name="connsiteY84" fmla="*/ 859631 h 1890712"/>
                <a:gd name="connsiteX85" fmla="*/ 1188244 w 2543175"/>
                <a:gd name="connsiteY85" fmla="*/ 866775 h 1890712"/>
                <a:gd name="connsiteX86" fmla="*/ 1195388 w 2543175"/>
                <a:gd name="connsiteY86" fmla="*/ 871537 h 1890712"/>
                <a:gd name="connsiteX87" fmla="*/ 1212057 w 2543175"/>
                <a:gd name="connsiteY87" fmla="*/ 883444 h 1890712"/>
                <a:gd name="connsiteX88" fmla="*/ 1226344 w 2543175"/>
                <a:gd name="connsiteY88" fmla="*/ 895350 h 1890712"/>
                <a:gd name="connsiteX89" fmla="*/ 1245394 w 2543175"/>
                <a:gd name="connsiteY89" fmla="*/ 907256 h 1890712"/>
                <a:gd name="connsiteX90" fmla="*/ 1254919 w 2543175"/>
                <a:gd name="connsiteY90" fmla="*/ 914400 h 1890712"/>
                <a:gd name="connsiteX91" fmla="*/ 1269207 w 2543175"/>
                <a:gd name="connsiteY91" fmla="*/ 921544 h 1890712"/>
                <a:gd name="connsiteX92" fmla="*/ 1290638 w 2543175"/>
                <a:gd name="connsiteY92" fmla="*/ 935831 h 1890712"/>
                <a:gd name="connsiteX93" fmla="*/ 1307307 w 2543175"/>
                <a:gd name="connsiteY93" fmla="*/ 952500 h 1890712"/>
                <a:gd name="connsiteX94" fmla="*/ 1333500 w 2543175"/>
                <a:gd name="connsiteY94" fmla="*/ 971550 h 1890712"/>
                <a:gd name="connsiteX95" fmla="*/ 1359694 w 2543175"/>
                <a:gd name="connsiteY95" fmla="*/ 990600 h 1890712"/>
                <a:gd name="connsiteX96" fmla="*/ 1385888 w 2543175"/>
                <a:gd name="connsiteY96" fmla="*/ 1021557 h 1890712"/>
                <a:gd name="connsiteX97" fmla="*/ 1435894 w 2543175"/>
                <a:gd name="connsiteY97" fmla="*/ 1054894 h 1890712"/>
                <a:gd name="connsiteX98" fmla="*/ 1497806 w 2543175"/>
                <a:gd name="connsiteY98" fmla="*/ 1104900 h 1890712"/>
                <a:gd name="connsiteX99" fmla="*/ 1559718 w 2543175"/>
                <a:gd name="connsiteY99" fmla="*/ 1154906 h 1890712"/>
                <a:gd name="connsiteX100" fmla="*/ 1595438 w 2543175"/>
                <a:gd name="connsiteY100" fmla="*/ 1181100 h 1890712"/>
                <a:gd name="connsiteX101" fmla="*/ 1628775 w 2543175"/>
                <a:gd name="connsiteY101" fmla="*/ 1207294 h 1890712"/>
                <a:gd name="connsiteX102" fmla="*/ 1662113 w 2543175"/>
                <a:gd name="connsiteY102" fmla="*/ 1231107 h 1890712"/>
                <a:gd name="connsiteX103" fmla="*/ 1700213 w 2543175"/>
                <a:gd name="connsiteY103" fmla="*/ 1247775 h 1890712"/>
                <a:gd name="connsiteX104" fmla="*/ 1712119 w 2543175"/>
                <a:gd name="connsiteY104" fmla="*/ 1259681 h 1890712"/>
                <a:gd name="connsiteX105" fmla="*/ 1733550 w 2543175"/>
                <a:gd name="connsiteY105" fmla="*/ 1273969 h 1890712"/>
                <a:gd name="connsiteX106" fmla="*/ 1743075 w 2543175"/>
                <a:gd name="connsiteY106" fmla="*/ 1283494 h 1890712"/>
                <a:gd name="connsiteX107" fmla="*/ 1754982 w 2543175"/>
                <a:gd name="connsiteY107" fmla="*/ 1290637 h 1890712"/>
                <a:gd name="connsiteX108" fmla="*/ 1766888 w 2543175"/>
                <a:gd name="connsiteY108" fmla="*/ 1300162 h 1890712"/>
                <a:gd name="connsiteX109" fmla="*/ 1783557 w 2543175"/>
                <a:gd name="connsiteY109" fmla="*/ 1307306 h 1890712"/>
                <a:gd name="connsiteX110" fmla="*/ 1790700 w 2543175"/>
                <a:gd name="connsiteY110" fmla="*/ 1312069 h 1890712"/>
                <a:gd name="connsiteX111" fmla="*/ 1800225 w 2543175"/>
                <a:gd name="connsiteY111" fmla="*/ 1319212 h 1890712"/>
                <a:gd name="connsiteX112" fmla="*/ 1807369 w 2543175"/>
                <a:gd name="connsiteY112" fmla="*/ 1321594 h 1890712"/>
                <a:gd name="connsiteX113" fmla="*/ 1824038 w 2543175"/>
                <a:gd name="connsiteY113" fmla="*/ 1333500 h 1890712"/>
                <a:gd name="connsiteX114" fmla="*/ 1843088 w 2543175"/>
                <a:gd name="connsiteY114" fmla="*/ 1352550 h 1890712"/>
                <a:gd name="connsiteX115" fmla="*/ 1852613 w 2543175"/>
                <a:gd name="connsiteY115" fmla="*/ 1359694 h 1890712"/>
                <a:gd name="connsiteX116" fmla="*/ 1859757 w 2543175"/>
                <a:gd name="connsiteY116" fmla="*/ 1366837 h 1890712"/>
                <a:gd name="connsiteX117" fmla="*/ 1869282 w 2543175"/>
                <a:gd name="connsiteY117" fmla="*/ 1371600 h 1890712"/>
                <a:gd name="connsiteX118" fmla="*/ 1883569 w 2543175"/>
                <a:gd name="connsiteY118" fmla="*/ 1388269 h 1890712"/>
                <a:gd name="connsiteX119" fmla="*/ 1893094 w 2543175"/>
                <a:gd name="connsiteY119" fmla="*/ 1395412 h 1890712"/>
                <a:gd name="connsiteX120" fmla="*/ 1902619 w 2543175"/>
                <a:gd name="connsiteY120" fmla="*/ 1404937 h 1890712"/>
                <a:gd name="connsiteX121" fmla="*/ 1912144 w 2543175"/>
                <a:gd name="connsiteY121" fmla="*/ 1409700 h 1890712"/>
                <a:gd name="connsiteX122" fmla="*/ 1931194 w 2543175"/>
                <a:gd name="connsiteY122" fmla="*/ 1421606 h 1890712"/>
                <a:gd name="connsiteX123" fmla="*/ 1935957 w 2543175"/>
                <a:gd name="connsiteY123" fmla="*/ 1428750 h 1890712"/>
                <a:gd name="connsiteX124" fmla="*/ 1952625 w 2543175"/>
                <a:gd name="connsiteY124" fmla="*/ 1438275 h 1890712"/>
                <a:gd name="connsiteX125" fmla="*/ 1971675 w 2543175"/>
                <a:gd name="connsiteY125" fmla="*/ 1450181 h 1890712"/>
                <a:gd name="connsiteX126" fmla="*/ 1981200 w 2543175"/>
                <a:gd name="connsiteY126" fmla="*/ 1454944 h 1890712"/>
                <a:gd name="connsiteX127" fmla="*/ 1997869 w 2543175"/>
                <a:gd name="connsiteY127" fmla="*/ 1471612 h 1890712"/>
                <a:gd name="connsiteX128" fmla="*/ 2007394 w 2543175"/>
                <a:gd name="connsiteY128" fmla="*/ 1478756 h 1890712"/>
                <a:gd name="connsiteX129" fmla="*/ 2016919 w 2543175"/>
                <a:gd name="connsiteY129" fmla="*/ 1483519 h 1890712"/>
                <a:gd name="connsiteX130" fmla="*/ 2024063 w 2543175"/>
                <a:gd name="connsiteY130" fmla="*/ 1490662 h 1890712"/>
                <a:gd name="connsiteX131" fmla="*/ 2033588 w 2543175"/>
                <a:gd name="connsiteY131" fmla="*/ 1495425 h 1890712"/>
                <a:gd name="connsiteX132" fmla="*/ 2040732 w 2543175"/>
                <a:gd name="connsiteY132" fmla="*/ 1502569 h 1890712"/>
                <a:gd name="connsiteX133" fmla="*/ 2047875 w 2543175"/>
                <a:gd name="connsiteY133" fmla="*/ 1507331 h 1890712"/>
                <a:gd name="connsiteX134" fmla="*/ 2057400 w 2543175"/>
                <a:gd name="connsiteY134" fmla="*/ 1514475 h 1890712"/>
                <a:gd name="connsiteX135" fmla="*/ 2064544 w 2543175"/>
                <a:gd name="connsiteY135" fmla="*/ 1519237 h 1890712"/>
                <a:gd name="connsiteX136" fmla="*/ 2071688 w 2543175"/>
                <a:gd name="connsiteY136" fmla="*/ 1526381 h 1890712"/>
                <a:gd name="connsiteX137" fmla="*/ 2081213 w 2543175"/>
                <a:gd name="connsiteY137" fmla="*/ 1531144 h 1890712"/>
                <a:gd name="connsiteX138" fmla="*/ 2090738 w 2543175"/>
                <a:gd name="connsiteY138" fmla="*/ 1538287 h 1890712"/>
                <a:gd name="connsiteX139" fmla="*/ 2109788 w 2543175"/>
                <a:gd name="connsiteY139" fmla="*/ 1547812 h 1890712"/>
                <a:gd name="connsiteX140" fmla="*/ 2131219 w 2543175"/>
                <a:gd name="connsiteY140" fmla="*/ 1562100 h 1890712"/>
                <a:gd name="connsiteX141" fmla="*/ 2140744 w 2543175"/>
                <a:gd name="connsiteY141" fmla="*/ 1566862 h 1890712"/>
                <a:gd name="connsiteX142" fmla="*/ 2152650 w 2543175"/>
                <a:gd name="connsiteY142" fmla="*/ 1576387 h 1890712"/>
                <a:gd name="connsiteX143" fmla="*/ 2181225 w 2543175"/>
                <a:gd name="connsiteY143" fmla="*/ 1590675 h 1890712"/>
                <a:gd name="connsiteX144" fmla="*/ 2200275 w 2543175"/>
                <a:gd name="connsiteY144" fmla="*/ 1607344 h 1890712"/>
                <a:gd name="connsiteX145" fmla="*/ 2207419 w 2543175"/>
                <a:gd name="connsiteY145" fmla="*/ 1612106 h 1890712"/>
                <a:gd name="connsiteX146" fmla="*/ 2216944 w 2543175"/>
                <a:gd name="connsiteY146" fmla="*/ 1619250 h 1890712"/>
                <a:gd name="connsiteX147" fmla="*/ 2247900 w 2543175"/>
                <a:gd name="connsiteY147" fmla="*/ 1643062 h 1890712"/>
                <a:gd name="connsiteX148" fmla="*/ 2255044 w 2543175"/>
                <a:gd name="connsiteY148" fmla="*/ 1650206 h 1890712"/>
                <a:gd name="connsiteX149" fmla="*/ 2281238 w 2543175"/>
                <a:gd name="connsiteY149" fmla="*/ 1664494 h 1890712"/>
                <a:gd name="connsiteX150" fmla="*/ 2297907 w 2543175"/>
                <a:gd name="connsiteY150" fmla="*/ 1674019 h 1890712"/>
                <a:gd name="connsiteX151" fmla="*/ 2312194 w 2543175"/>
                <a:gd name="connsiteY151" fmla="*/ 1685925 h 1890712"/>
                <a:gd name="connsiteX152" fmla="*/ 2328863 w 2543175"/>
                <a:gd name="connsiteY152" fmla="*/ 1697831 h 1890712"/>
                <a:gd name="connsiteX153" fmla="*/ 2350294 w 2543175"/>
                <a:gd name="connsiteY153" fmla="*/ 1712119 h 1890712"/>
                <a:gd name="connsiteX154" fmla="*/ 2428876 w 2543175"/>
                <a:gd name="connsiteY154" fmla="*/ 1785938 h 1890712"/>
                <a:gd name="connsiteX155" fmla="*/ 2469356 w 2543175"/>
                <a:gd name="connsiteY155" fmla="*/ 1816894 h 1890712"/>
                <a:gd name="connsiteX156" fmla="*/ 2514600 w 2543175"/>
                <a:gd name="connsiteY156" fmla="*/ 1850231 h 1890712"/>
                <a:gd name="connsiteX157" fmla="*/ 2519363 w 2543175"/>
                <a:gd name="connsiteY157" fmla="*/ 1857375 h 1890712"/>
                <a:gd name="connsiteX158" fmla="*/ 2540794 w 2543175"/>
                <a:gd name="connsiteY158" fmla="*/ 1883569 h 1890712"/>
                <a:gd name="connsiteX159" fmla="*/ 2543175 w 2543175"/>
                <a:gd name="connsiteY159" fmla="*/ 1890712 h 1890712"/>
                <a:gd name="connsiteX0" fmla="*/ 0 w 2543175"/>
                <a:gd name="connsiteY0" fmla="*/ 0 h 1890712"/>
                <a:gd name="connsiteX1" fmla="*/ 11907 w 2543175"/>
                <a:gd name="connsiteY1" fmla="*/ 11906 h 1890712"/>
                <a:gd name="connsiteX2" fmla="*/ 21432 w 2543175"/>
                <a:gd name="connsiteY2" fmla="*/ 16669 h 1890712"/>
                <a:gd name="connsiteX3" fmla="*/ 23813 w 2543175"/>
                <a:gd name="connsiteY3" fmla="*/ 23812 h 1890712"/>
                <a:gd name="connsiteX4" fmla="*/ 33338 w 2543175"/>
                <a:gd name="connsiteY4" fmla="*/ 33337 h 1890712"/>
                <a:gd name="connsiteX5" fmla="*/ 40482 w 2543175"/>
                <a:gd name="connsiteY5" fmla="*/ 42862 h 1890712"/>
                <a:gd name="connsiteX6" fmla="*/ 47625 w 2543175"/>
                <a:gd name="connsiteY6" fmla="*/ 47625 h 1890712"/>
                <a:gd name="connsiteX7" fmla="*/ 57150 w 2543175"/>
                <a:gd name="connsiteY7" fmla="*/ 54769 h 1890712"/>
                <a:gd name="connsiteX8" fmla="*/ 64294 w 2543175"/>
                <a:gd name="connsiteY8" fmla="*/ 59531 h 1890712"/>
                <a:gd name="connsiteX9" fmla="*/ 83344 w 2543175"/>
                <a:gd name="connsiteY9" fmla="*/ 73819 h 1890712"/>
                <a:gd name="connsiteX10" fmla="*/ 97632 w 2543175"/>
                <a:gd name="connsiteY10" fmla="*/ 80962 h 1890712"/>
                <a:gd name="connsiteX11" fmla="*/ 104775 w 2543175"/>
                <a:gd name="connsiteY11" fmla="*/ 85725 h 1890712"/>
                <a:gd name="connsiteX12" fmla="*/ 114300 w 2543175"/>
                <a:gd name="connsiteY12" fmla="*/ 95250 h 1890712"/>
                <a:gd name="connsiteX13" fmla="*/ 123825 w 2543175"/>
                <a:gd name="connsiteY13" fmla="*/ 97631 h 1890712"/>
                <a:gd name="connsiteX14" fmla="*/ 130969 w 2543175"/>
                <a:gd name="connsiteY14" fmla="*/ 104775 h 1890712"/>
                <a:gd name="connsiteX15" fmla="*/ 140494 w 2543175"/>
                <a:gd name="connsiteY15" fmla="*/ 111919 h 1890712"/>
                <a:gd name="connsiteX16" fmla="*/ 147638 w 2543175"/>
                <a:gd name="connsiteY16" fmla="*/ 116681 h 1890712"/>
                <a:gd name="connsiteX17" fmla="*/ 164307 w 2543175"/>
                <a:gd name="connsiteY17" fmla="*/ 128587 h 1890712"/>
                <a:gd name="connsiteX18" fmla="*/ 180975 w 2543175"/>
                <a:gd name="connsiteY18" fmla="*/ 140494 h 1890712"/>
                <a:gd name="connsiteX19" fmla="*/ 197644 w 2543175"/>
                <a:gd name="connsiteY19" fmla="*/ 152400 h 1890712"/>
                <a:gd name="connsiteX20" fmla="*/ 204788 w 2543175"/>
                <a:gd name="connsiteY20" fmla="*/ 157162 h 1890712"/>
                <a:gd name="connsiteX21" fmla="*/ 214313 w 2543175"/>
                <a:gd name="connsiteY21" fmla="*/ 164306 h 1890712"/>
                <a:gd name="connsiteX22" fmla="*/ 230982 w 2543175"/>
                <a:gd name="connsiteY22" fmla="*/ 180975 h 1890712"/>
                <a:gd name="connsiteX23" fmla="*/ 247650 w 2543175"/>
                <a:gd name="connsiteY23" fmla="*/ 185737 h 1890712"/>
                <a:gd name="connsiteX24" fmla="*/ 300038 w 2543175"/>
                <a:gd name="connsiteY24" fmla="*/ 219075 h 1890712"/>
                <a:gd name="connsiteX25" fmla="*/ 342900 w 2543175"/>
                <a:gd name="connsiteY25" fmla="*/ 254794 h 1890712"/>
                <a:gd name="connsiteX26" fmla="*/ 366713 w 2543175"/>
                <a:gd name="connsiteY26" fmla="*/ 264319 h 1890712"/>
                <a:gd name="connsiteX27" fmla="*/ 371475 w 2543175"/>
                <a:gd name="connsiteY27" fmla="*/ 271462 h 1890712"/>
                <a:gd name="connsiteX28" fmla="*/ 385763 w 2543175"/>
                <a:gd name="connsiteY28" fmla="*/ 283369 h 1890712"/>
                <a:gd name="connsiteX29" fmla="*/ 404813 w 2543175"/>
                <a:gd name="connsiteY29" fmla="*/ 295275 h 1890712"/>
                <a:gd name="connsiteX30" fmla="*/ 411957 w 2543175"/>
                <a:gd name="connsiteY30" fmla="*/ 297656 h 1890712"/>
                <a:gd name="connsiteX31" fmla="*/ 466725 w 2543175"/>
                <a:gd name="connsiteY31" fmla="*/ 328612 h 1890712"/>
                <a:gd name="connsiteX32" fmla="*/ 476250 w 2543175"/>
                <a:gd name="connsiteY32" fmla="*/ 335756 h 1890712"/>
                <a:gd name="connsiteX33" fmla="*/ 481013 w 2543175"/>
                <a:gd name="connsiteY33" fmla="*/ 342900 h 1890712"/>
                <a:gd name="connsiteX34" fmla="*/ 490538 w 2543175"/>
                <a:gd name="connsiteY34" fmla="*/ 352425 h 1890712"/>
                <a:gd name="connsiteX35" fmla="*/ 495300 w 2543175"/>
                <a:gd name="connsiteY35" fmla="*/ 359569 h 1890712"/>
                <a:gd name="connsiteX36" fmla="*/ 509588 w 2543175"/>
                <a:gd name="connsiteY36" fmla="*/ 376237 h 1890712"/>
                <a:gd name="connsiteX37" fmla="*/ 514350 w 2543175"/>
                <a:gd name="connsiteY37" fmla="*/ 383381 h 1890712"/>
                <a:gd name="connsiteX38" fmla="*/ 531019 w 2543175"/>
                <a:gd name="connsiteY38" fmla="*/ 397669 h 1890712"/>
                <a:gd name="connsiteX39" fmla="*/ 538163 w 2543175"/>
                <a:gd name="connsiteY39" fmla="*/ 407194 h 1890712"/>
                <a:gd name="connsiteX40" fmla="*/ 554832 w 2543175"/>
                <a:gd name="connsiteY40" fmla="*/ 421481 h 1890712"/>
                <a:gd name="connsiteX41" fmla="*/ 564357 w 2543175"/>
                <a:gd name="connsiteY41" fmla="*/ 431006 h 1890712"/>
                <a:gd name="connsiteX42" fmla="*/ 573882 w 2543175"/>
                <a:gd name="connsiteY42" fmla="*/ 438150 h 1890712"/>
                <a:gd name="connsiteX43" fmla="*/ 595313 w 2543175"/>
                <a:gd name="connsiteY43" fmla="*/ 454819 h 1890712"/>
                <a:gd name="connsiteX44" fmla="*/ 602457 w 2543175"/>
                <a:gd name="connsiteY44" fmla="*/ 457200 h 1890712"/>
                <a:gd name="connsiteX45" fmla="*/ 628650 w 2543175"/>
                <a:gd name="connsiteY45" fmla="*/ 469106 h 1890712"/>
                <a:gd name="connsiteX46" fmla="*/ 645319 w 2543175"/>
                <a:gd name="connsiteY46" fmla="*/ 483394 h 1890712"/>
                <a:gd name="connsiteX47" fmla="*/ 654844 w 2543175"/>
                <a:gd name="connsiteY47" fmla="*/ 488156 h 1890712"/>
                <a:gd name="connsiteX48" fmla="*/ 661988 w 2543175"/>
                <a:gd name="connsiteY48" fmla="*/ 497681 h 1890712"/>
                <a:gd name="connsiteX49" fmla="*/ 683419 w 2543175"/>
                <a:gd name="connsiteY49" fmla="*/ 514350 h 1890712"/>
                <a:gd name="connsiteX50" fmla="*/ 700088 w 2543175"/>
                <a:gd name="connsiteY50" fmla="*/ 526256 h 1890712"/>
                <a:gd name="connsiteX51" fmla="*/ 709613 w 2543175"/>
                <a:gd name="connsiteY51" fmla="*/ 535781 h 1890712"/>
                <a:gd name="connsiteX52" fmla="*/ 719138 w 2543175"/>
                <a:gd name="connsiteY52" fmla="*/ 542925 h 1890712"/>
                <a:gd name="connsiteX53" fmla="*/ 733425 w 2543175"/>
                <a:gd name="connsiteY53" fmla="*/ 557212 h 1890712"/>
                <a:gd name="connsiteX54" fmla="*/ 750094 w 2543175"/>
                <a:gd name="connsiteY54" fmla="*/ 569119 h 1890712"/>
                <a:gd name="connsiteX55" fmla="*/ 769144 w 2543175"/>
                <a:gd name="connsiteY55" fmla="*/ 581025 h 1890712"/>
                <a:gd name="connsiteX56" fmla="*/ 785813 w 2543175"/>
                <a:gd name="connsiteY56" fmla="*/ 590550 h 1890712"/>
                <a:gd name="connsiteX57" fmla="*/ 792957 w 2543175"/>
                <a:gd name="connsiteY57" fmla="*/ 600075 h 1890712"/>
                <a:gd name="connsiteX58" fmla="*/ 809625 w 2543175"/>
                <a:gd name="connsiteY58" fmla="*/ 611981 h 1890712"/>
                <a:gd name="connsiteX59" fmla="*/ 816769 w 2543175"/>
                <a:gd name="connsiteY59" fmla="*/ 619125 h 1890712"/>
                <a:gd name="connsiteX60" fmla="*/ 826294 w 2543175"/>
                <a:gd name="connsiteY60" fmla="*/ 626269 h 1890712"/>
                <a:gd name="connsiteX61" fmla="*/ 840582 w 2543175"/>
                <a:gd name="connsiteY61" fmla="*/ 638175 h 1890712"/>
                <a:gd name="connsiteX62" fmla="*/ 847725 w 2543175"/>
                <a:gd name="connsiteY62" fmla="*/ 645319 h 1890712"/>
                <a:gd name="connsiteX63" fmla="*/ 857250 w 2543175"/>
                <a:gd name="connsiteY63" fmla="*/ 652462 h 1890712"/>
                <a:gd name="connsiteX64" fmla="*/ 864394 w 2543175"/>
                <a:gd name="connsiteY64" fmla="*/ 657225 h 1890712"/>
                <a:gd name="connsiteX65" fmla="*/ 888207 w 2543175"/>
                <a:gd name="connsiteY65" fmla="*/ 676275 h 1890712"/>
                <a:gd name="connsiteX66" fmla="*/ 895350 w 2543175"/>
                <a:gd name="connsiteY66" fmla="*/ 681037 h 1890712"/>
                <a:gd name="connsiteX67" fmla="*/ 907257 w 2543175"/>
                <a:gd name="connsiteY67" fmla="*/ 683419 h 1890712"/>
                <a:gd name="connsiteX68" fmla="*/ 928688 w 2543175"/>
                <a:gd name="connsiteY68" fmla="*/ 695325 h 1890712"/>
                <a:gd name="connsiteX69" fmla="*/ 942975 w 2543175"/>
                <a:gd name="connsiteY69" fmla="*/ 700087 h 1890712"/>
                <a:gd name="connsiteX70" fmla="*/ 964407 w 2543175"/>
                <a:gd name="connsiteY70" fmla="*/ 716756 h 1890712"/>
                <a:gd name="connsiteX71" fmla="*/ 971550 w 2543175"/>
                <a:gd name="connsiteY71" fmla="*/ 723900 h 1890712"/>
                <a:gd name="connsiteX72" fmla="*/ 983457 w 2543175"/>
                <a:gd name="connsiteY72" fmla="*/ 733425 h 1890712"/>
                <a:gd name="connsiteX73" fmla="*/ 990600 w 2543175"/>
                <a:gd name="connsiteY73" fmla="*/ 738187 h 1890712"/>
                <a:gd name="connsiteX74" fmla="*/ 1007269 w 2543175"/>
                <a:gd name="connsiteY74" fmla="*/ 752475 h 1890712"/>
                <a:gd name="connsiteX75" fmla="*/ 1031082 w 2543175"/>
                <a:gd name="connsiteY75" fmla="*/ 766762 h 1890712"/>
                <a:gd name="connsiteX76" fmla="*/ 1042988 w 2543175"/>
                <a:gd name="connsiteY76" fmla="*/ 773906 h 1890712"/>
                <a:gd name="connsiteX77" fmla="*/ 1071563 w 2543175"/>
                <a:gd name="connsiteY77" fmla="*/ 785812 h 1890712"/>
                <a:gd name="connsiteX78" fmla="*/ 1097757 w 2543175"/>
                <a:gd name="connsiteY78" fmla="*/ 807244 h 1890712"/>
                <a:gd name="connsiteX79" fmla="*/ 1104900 w 2543175"/>
                <a:gd name="connsiteY79" fmla="*/ 814387 h 1890712"/>
                <a:gd name="connsiteX80" fmla="*/ 1121569 w 2543175"/>
                <a:gd name="connsiteY80" fmla="*/ 823912 h 1890712"/>
                <a:gd name="connsiteX81" fmla="*/ 1138238 w 2543175"/>
                <a:gd name="connsiteY81" fmla="*/ 835819 h 1890712"/>
                <a:gd name="connsiteX82" fmla="*/ 1147763 w 2543175"/>
                <a:gd name="connsiteY82" fmla="*/ 842962 h 1890712"/>
                <a:gd name="connsiteX83" fmla="*/ 1157288 w 2543175"/>
                <a:gd name="connsiteY83" fmla="*/ 847725 h 1890712"/>
                <a:gd name="connsiteX84" fmla="*/ 1178719 w 2543175"/>
                <a:gd name="connsiteY84" fmla="*/ 859631 h 1890712"/>
                <a:gd name="connsiteX85" fmla="*/ 1188244 w 2543175"/>
                <a:gd name="connsiteY85" fmla="*/ 866775 h 1890712"/>
                <a:gd name="connsiteX86" fmla="*/ 1195388 w 2543175"/>
                <a:gd name="connsiteY86" fmla="*/ 871537 h 1890712"/>
                <a:gd name="connsiteX87" fmla="*/ 1212057 w 2543175"/>
                <a:gd name="connsiteY87" fmla="*/ 883444 h 1890712"/>
                <a:gd name="connsiteX88" fmla="*/ 1226344 w 2543175"/>
                <a:gd name="connsiteY88" fmla="*/ 895350 h 1890712"/>
                <a:gd name="connsiteX89" fmla="*/ 1245394 w 2543175"/>
                <a:gd name="connsiteY89" fmla="*/ 907256 h 1890712"/>
                <a:gd name="connsiteX90" fmla="*/ 1254919 w 2543175"/>
                <a:gd name="connsiteY90" fmla="*/ 914400 h 1890712"/>
                <a:gd name="connsiteX91" fmla="*/ 1269207 w 2543175"/>
                <a:gd name="connsiteY91" fmla="*/ 921544 h 1890712"/>
                <a:gd name="connsiteX92" fmla="*/ 1290638 w 2543175"/>
                <a:gd name="connsiteY92" fmla="*/ 935831 h 1890712"/>
                <a:gd name="connsiteX93" fmla="*/ 1307307 w 2543175"/>
                <a:gd name="connsiteY93" fmla="*/ 952500 h 1890712"/>
                <a:gd name="connsiteX94" fmla="*/ 1333500 w 2543175"/>
                <a:gd name="connsiteY94" fmla="*/ 971550 h 1890712"/>
                <a:gd name="connsiteX95" fmla="*/ 1359694 w 2543175"/>
                <a:gd name="connsiteY95" fmla="*/ 990600 h 1890712"/>
                <a:gd name="connsiteX96" fmla="*/ 1385888 w 2543175"/>
                <a:gd name="connsiteY96" fmla="*/ 1021557 h 1890712"/>
                <a:gd name="connsiteX97" fmla="*/ 1435894 w 2543175"/>
                <a:gd name="connsiteY97" fmla="*/ 1054894 h 1890712"/>
                <a:gd name="connsiteX98" fmla="*/ 1497806 w 2543175"/>
                <a:gd name="connsiteY98" fmla="*/ 1104900 h 1890712"/>
                <a:gd name="connsiteX99" fmla="*/ 1559718 w 2543175"/>
                <a:gd name="connsiteY99" fmla="*/ 1154906 h 1890712"/>
                <a:gd name="connsiteX100" fmla="*/ 1595438 w 2543175"/>
                <a:gd name="connsiteY100" fmla="*/ 1181100 h 1890712"/>
                <a:gd name="connsiteX101" fmla="*/ 1628775 w 2543175"/>
                <a:gd name="connsiteY101" fmla="*/ 1207294 h 1890712"/>
                <a:gd name="connsiteX102" fmla="*/ 1662113 w 2543175"/>
                <a:gd name="connsiteY102" fmla="*/ 1231107 h 1890712"/>
                <a:gd name="connsiteX103" fmla="*/ 1700213 w 2543175"/>
                <a:gd name="connsiteY103" fmla="*/ 1247775 h 1890712"/>
                <a:gd name="connsiteX104" fmla="*/ 1712119 w 2543175"/>
                <a:gd name="connsiteY104" fmla="*/ 1259681 h 1890712"/>
                <a:gd name="connsiteX105" fmla="*/ 1733550 w 2543175"/>
                <a:gd name="connsiteY105" fmla="*/ 1273969 h 1890712"/>
                <a:gd name="connsiteX106" fmla="*/ 1743075 w 2543175"/>
                <a:gd name="connsiteY106" fmla="*/ 1283494 h 1890712"/>
                <a:gd name="connsiteX107" fmla="*/ 1754982 w 2543175"/>
                <a:gd name="connsiteY107" fmla="*/ 1290637 h 1890712"/>
                <a:gd name="connsiteX108" fmla="*/ 1766888 w 2543175"/>
                <a:gd name="connsiteY108" fmla="*/ 1300162 h 1890712"/>
                <a:gd name="connsiteX109" fmla="*/ 1783557 w 2543175"/>
                <a:gd name="connsiteY109" fmla="*/ 1307306 h 1890712"/>
                <a:gd name="connsiteX110" fmla="*/ 1790700 w 2543175"/>
                <a:gd name="connsiteY110" fmla="*/ 1312069 h 1890712"/>
                <a:gd name="connsiteX111" fmla="*/ 1800225 w 2543175"/>
                <a:gd name="connsiteY111" fmla="*/ 1319212 h 1890712"/>
                <a:gd name="connsiteX112" fmla="*/ 1807369 w 2543175"/>
                <a:gd name="connsiteY112" fmla="*/ 1321594 h 1890712"/>
                <a:gd name="connsiteX113" fmla="*/ 1824038 w 2543175"/>
                <a:gd name="connsiteY113" fmla="*/ 1333500 h 1890712"/>
                <a:gd name="connsiteX114" fmla="*/ 1843088 w 2543175"/>
                <a:gd name="connsiteY114" fmla="*/ 1352550 h 1890712"/>
                <a:gd name="connsiteX115" fmla="*/ 1852613 w 2543175"/>
                <a:gd name="connsiteY115" fmla="*/ 1359694 h 1890712"/>
                <a:gd name="connsiteX116" fmla="*/ 1859757 w 2543175"/>
                <a:gd name="connsiteY116" fmla="*/ 1366837 h 1890712"/>
                <a:gd name="connsiteX117" fmla="*/ 1869282 w 2543175"/>
                <a:gd name="connsiteY117" fmla="*/ 1371600 h 1890712"/>
                <a:gd name="connsiteX118" fmla="*/ 1883569 w 2543175"/>
                <a:gd name="connsiteY118" fmla="*/ 1388269 h 1890712"/>
                <a:gd name="connsiteX119" fmla="*/ 1893094 w 2543175"/>
                <a:gd name="connsiteY119" fmla="*/ 1395412 h 1890712"/>
                <a:gd name="connsiteX120" fmla="*/ 1902619 w 2543175"/>
                <a:gd name="connsiteY120" fmla="*/ 1404937 h 1890712"/>
                <a:gd name="connsiteX121" fmla="*/ 1912144 w 2543175"/>
                <a:gd name="connsiteY121" fmla="*/ 1409700 h 1890712"/>
                <a:gd name="connsiteX122" fmla="*/ 1931194 w 2543175"/>
                <a:gd name="connsiteY122" fmla="*/ 1421606 h 1890712"/>
                <a:gd name="connsiteX123" fmla="*/ 1935957 w 2543175"/>
                <a:gd name="connsiteY123" fmla="*/ 1428750 h 1890712"/>
                <a:gd name="connsiteX124" fmla="*/ 1952625 w 2543175"/>
                <a:gd name="connsiteY124" fmla="*/ 1438275 h 1890712"/>
                <a:gd name="connsiteX125" fmla="*/ 1971675 w 2543175"/>
                <a:gd name="connsiteY125" fmla="*/ 1450181 h 1890712"/>
                <a:gd name="connsiteX126" fmla="*/ 1981200 w 2543175"/>
                <a:gd name="connsiteY126" fmla="*/ 1454944 h 1890712"/>
                <a:gd name="connsiteX127" fmla="*/ 1997869 w 2543175"/>
                <a:gd name="connsiteY127" fmla="*/ 1471612 h 1890712"/>
                <a:gd name="connsiteX128" fmla="*/ 2007394 w 2543175"/>
                <a:gd name="connsiteY128" fmla="*/ 1478756 h 1890712"/>
                <a:gd name="connsiteX129" fmla="*/ 2016919 w 2543175"/>
                <a:gd name="connsiteY129" fmla="*/ 1483519 h 1890712"/>
                <a:gd name="connsiteX130" fmla="*/ 2024063 w 2543175"/>
                <a:gd name="connsiteY130" fmla="*/ 1490662 h 1890712"/>
                <a:gd name="connsiteX131" fmla="*/ 2033588 w 2543175"/>
                <a:gd name="connsiteY131" fmla="*/ 1495425 h 1890712"/>
                <a:gd name="connsiteX132" fmla="*/ 2040732 w 2543175"/>
                <a:gd name="connsiteY132" fmla="*/ 1502569 h 1890712"/>
                <a:gd name="connsiteX133" fmla="*/ 2047875 w 2543175"/>
                <a:gd name="connsiteY133" fmla="*/ 1507331 h 1890712"/>
                <a:gd name="connsiteX134" fmla="*/ 2057400 w 2543175"/>
                <a:gd name="connsiteY134" fmla="*/ 1514475 h 1890712"/>
                <a:gd name="connsiteX135" fmla="*/ 2064544 w 2543175"/>
                <a:gd name="connsiteY135" fmla="*/ 1519237 h 1890712"/>
                <a:gd name="connsiteX136" fmla="*/ 2071688 w 2543175"/>
                <a:gd name="connsiteY136" fmla="*/ 1526381 h 1890712"/>
                <a:gd name="connsiteX137" fmla="*/ 2081213 w 2543175"/>
                <a:gd name="connsiteY137" fmla="*/ 1531144 h 1890712"/>
                <a:gd name="connsiteX138" fmla="*/ 2090738 w 2543175"/>
                <a:gd name="connsiteY138" fmla="*/ 1538287 h 1890712"/>
                <a:gd name="connsiteX139" fmla="*/ 2109788 w 2543175"/>
                <a:gd name="connsiteY139" fmla="*/ 1547812 h 1890712"/>
                <a:gd name="connsiteX140" fmla="*/ 2131219 w 2543175"/>
                <a:gd name="connsiteY140" fmla="*/ 1562100 h 1890712"/>
                <a:gd name="connsiteX141" fmla="*/ 2140744 w 2543175"/>
                <a:gd name="connsiteY141" fmla="*/ 1566862 h 1890712"/>
                <a:gd name="connsiteX142" fmla="*/ 2152650 w 2543175"/>
                <a:gd name="connsiteY142" fmla="*/ 1576387 h 1890712"/>
                <a:gd name="connsiteX143" fmla="*/ 2181225 w 2543175"/>
                <a:gd name="connsiteY143" fmla="*/ 1590675 h 1890712"/>
                <a:gd name="connsiteX144" fmla="*/ 2200275 w 2543175"/>
                <a:gd name="connsiteY144" fmla="*/ 1607344 h 1890712"/>
                <a:gd name="connsiteX145" fmla="*/ 2207419 w 2543175"/>
                <a:gd name="connsiteY145" fmla="*/ 1612106 h 1890712"/>
                <a:gd name="connsiteX146" fmla="*/ 2216944 w 2543175"/>
                <a:gd name="connsiteY146" fmla="*/ 1619250 h 1890712"/>
                <a:gd name="connsiteX147" fmla="*/ 2247900 w 2543175"/>
                <a:gd name="connsiteY147" fmla="*/ 1643062 h 1890712"/>
                <a:gd name="connsiteX148" fmla="*/ 2255044 w 2543175"/>
                <a:gd name="connsiteY148" fmla="*/ 1650206 h 1890712"/>
                <a:gd name="connsiteX149" fmla="*/ 2281238 w 2543175"/>
                <a:gd name="connsiteY149" fmla="*/ 1664494 h 1890712"/>
                <a:gd name="connsiteX150" fmla="*/ 2297907 w 2543175"/>
                <a:gd name="connsiteY150" fmla="*/ 1674019 h 1890712"/>
                <a:gd name="connsiteX151" fmla="*/ 2312194 w 2543175"/>
                <a:gd name="connsiteY151" fmla="*/ 1685925 h 1890712"/>
                <a:gd name="connsiteX152" fmla="*/ 2350294 w 2543175"/>
                <a:gd name="connsiteY152" fmla="*/ 1712119 h 1890712"/>
                <a:gd name="connsiteX153" fmla="*/ 2428876 w 2543175"/>
                <a:gd name="connsiteY153" fmla="*/ 1785938 h 1890712"/>
                <a:gd name="connsiteX154" fmla="*/ 2469356 w 2543175"/>
                <a:gd name="connsiteY154" fmla="*/ 1816894 h 1890712"/>
                <a:gd name="connsiteX155" fmla="*/ 2514600 w 2543175"/>
                <a:gd name="connsiteY155" fmla="*/ 1850231 h 1890712"/>
                <a:gd name="connsiteX156" fmla="*/ 2519363 w 2543175"/>
                <a:gd name="connsiteY156" fmla="*/ 1857375 h 1890712"/>
                <a:gd name="connsiteX157" fmla="*/ 2540794 w 2543175"/>
                <a:gd name="connsiteY157" fmla="*/ 1883569 h 1890712"/>
                <a:gd name="connsiteX158" fmla="*/ 2543175 w 2543175"/>
                <a:gd name="connsiteY158" fmla="*/ 1890712 h 1890712"/>
                <a:gd name="connsiteX0" fmla="*/ 0 w 2543175"/>
                <a:gd name="connsiteY0" fmla="*/ 0 h 1890712"/>
                <a:gd name="connsiteX1" fmla="*/ 11907 w 2543175"/>
                <a:gd name="connsiteY1" fmla="*/ 11906 h 1890712"/>
                <a:gd name="connsiteX2" fmla="*/ 21432 w 2543175"/>
                <a:gd name="connsiteY2" fmla="*/ 16669 h 1890712"/>
                <a:gd name="connsiteX3" fmla="*/ 23813 w 2543175"/>
                <a:gd name="connsiteY3" fmla="*/ 23812 h 1890712"/>
                <a:gd name="connsiteX4" fmla="*/ 33338 w 2543175"/>
                <a:gd name="connsiteY4" fmla="*/ 33337 h 1890712"/>
                <a:gd name="connsiteX5" fmla="*/ 40482 w 2543175"/>
                <a:gd name="connsiteY5" fmla="*/ 42862 h 1890712"/>
                <a:gd name="connsiteX6" fmla="*/ 47625 w 2543175"/>
                <a:gd name="connsiteY6" fmla="*/ 47625 h 1890712"/>
                <a:gd name="connsiteX7" fmla="*/ 57150 w 2543175"/>
                <a:gd name="connsiteY7" fmla="*/ 54769 h 1890712"/>
                <a:gd name="connsiteX8" fmla="*/ 64294 w 2543175"/>
                <a:gd name="connsiteY8" fmla="*/ 59531 h 1890712"/>
                <a:gd name="connsiteX9" fmla="*/ 83344 w 2543175"/>
                <a:gd name="connsiteY9" fmla="*/ 73819 h 1890712"/>
                <a:gd name="connsiteX10" fmla="*/ 97632 w 2543175"/>
                <a:gd name="connsiteY10" fmla="*/ 80962 h 1890712"/>
                <a:gd name="connsiteX11" fmla="*/ 104775 w 2543175"/>
                <a:gd name="connsiteY11" fmla="*/ 85725 h 1890712"/>
                <a:gd name="connsiteX12" fmla="*/ 114300 w 2543175"/>
                <a:gd name="connsiteY12" fmla="*/ 95250 h 1890712"/>
                <a:gd name="connsiteX13" fmla="*/ 123825 w 2543175"/>
                <a:gd name="connsiteY13" fmla="*/ 97631 h 1890712"/>
                <a:gd name="connsiteX14" fmla="*/ 130969 w 2543175"/>
                <a:gd name="connsiteY14" fmla="*/ 104775 h 1890712"/>
                <a:gd name="connsiteX15" fmla="*/ 140494 w 2543175"/>
                <a:gd name="connsiteY15" fmla="*/ 111919 h 1890712"/>
                <a:gd name="connsiteX16" fmla="*/ 147638 w 2543175"/>
                <a:gd name="connsiteY16" fmla="*/ 116681 h 1890712"/>
                <a:gd name="connsiteX17" fmla="*/ 164307 w 2543175"/>
                <a:gd name="connsiteY17" fmla="*/ 128587 h 1890712"/>
                <a:gd name="connsiteX18" fmla="*/ 180975 w 2543175"/>
                <a:gd name="connsiteY18" fmla="*/ 140494 h 1890712"/>
                <a:gd name="connsiteX19" fmla="*/ 197644 w 2543175"/>
                <a:gd name="connsiteY19" fmla="*/ 152400 h 1890712"/>
                <a:gd name="connsiteX20" fmla="*/ 204788 w 2543175"/>
                <a:gd name="connsiteY20" fmla="*/ 157162 h 1890712"/>
                <a:gd name="connsiteX21" fmla="*/ 214313 w 2543175"/>
                <a:gd name="connsiteY21" fmla="*/ 164306 h 1890712"/>
                <a:gd name="connsiteX22" fmla="*/ 230982 w 2543175"/>
                <a:gd name="connsiteY22" fmla="*/ 180975 h 1890712"/>
                <a:gd name="connsiteX23" fmla="*/ 247650 w 2543175"/>
                <a:gd name="connsiteY23" fmla="*/ 185737 h 1890712"/>
                <a:gd name="connsiteX24" fmla="*/ 300038 w 2543175"/>
                <a:gd name="connsiteY24" fmla="*/ 219075 h 1890712"/>
                <a:gd name="connsiteX25" fmla="*/ 342900 w 2543175"/>
                <a:gd name="connsiteY25" fmla="*/ 254794 h 1890712"/>
                <a:gd name="connsiteX26" fmla="*/ 366713 w 2543175"/>
                <a:gd name="connsiteY26" fmla="*/ 264319 h 1890712"/>
                <a:gd name="connsiteX27" fmla="*/ 371475 w 2543175"/>
                <a:gd name="connsiteY27" fmla="*/ 271462 h 1890712"/>
                <a:gd name="connsiteX28" fmla="*/ 385763 w 2543175"/>
                <a:gd name="connsiteY28" fmla="*/ 283369 h 1890712"/>
                <a:gd name="connsiteX29" fmla="*/ 404813 w 2543175"/>
                <a:gd name="connsiteY29" fmla="*/ 295275 h 1890712"/>
                <a:gd name="connsiteX30" fmla="*/ 411957 w 2543175"/>
                <a:gd name="connsiteY30" fmla="*/ 297656 h 1890712"/>
                <a:gd name="connsiteX31" fmla="*/ 466725 w 2543175"/>
                <a:gd name="connsiteY31" fmla="*/ 328612 h 1890712"/>
                <a:gd name="connsiteX32" fmla="*/ 476250 w 2543175"/>
                <a:gd name="connsiteY32" fmla="*/ 335756 h 1890712"/>
                <a:gd name="connsiteX33" fmla="*/ 481013 w 2543175"/>
                <a:gd name="connsiteY33" fmla="*/ 342900 h 1890712"/>
                <a:gd name="connsiteX34" fmla="*/ 490538 w 2543175"/>
                <a:gd name="connsiteY34" fmla="*/ 352425 h 1890712"/>
                <a:gd name="connsiteX35" fmla="*/ 495300 w 2543175"/>
                <a:gd name="connsiteY35" fmla="*/ 359569 h 1890712"/>
                <a:gd name="connsiteX36" fmla="*/ 509588 w 2543175"/>
                <a:gd name="connsiteY36" fmla="*/ 376237 h 1890712"/>
                <a:gd name="connsiteX37" fmla="*/ 514350 w 2543175"/>
                <a:gd name="connsiteY37" fmla="*/ 383381 h 1890712"/>
                <a:gd name="connsiteX38" fmla="*/ 531019 w 2543175"/>
                <a:gd name="connsiteY38" fmla="*/ 397669 h 1890712"/>
                <a:gd name="connsiteX39" fmla="*/ 538163 w 2543175"/>
                <a:gd name="connsiteY39" fmla="*/ 407194 h 1890712"/>
                <a:gd name="connsiteX40" fmla="*/ 554832 w 2543175"/>
                <a:gd name="connsiteY40" fmla="*/ 421481 h 1890712"/>
                <a:gd name="connsiteX41" fmla="*/ 564357 w 2543175"/>
                <a:gd name="connsiteY41" fmla="*/ 431006 h 1890712"/>
                <a:gd name="connsiteX42" fmla="*/ 573882 w 2543175"/>
                <a:gd name="connsiteY42" fmla="*/ 438150 h 1890712"/>
                <a:gd name="connsiteX43" fmla="*/ 595313 w 2543175"/>
                <a:gd name="connsiteY43" fmla="*/ 454819 h 1890712"/>
                <a:gd name="connsiteX44" fmla="*/ 602457 w 2543175"/>
                <a:gd name="connsiteY44" fmla="*/ 457200 h 1890712"/>
                <a:gd name="connsiteX45" fmla="*/ 628650 w 2543175"/>
                <a:gd name="connsiteY45" fmla="*/ 469106 h 1890712"/>
                <a:gd name="connsiteX46" fmla="*/ 645319 w 2543175"/>
                <a:gd name="connsiteY46" fmla="*/ 483394 h 1890712"/>
                <a:gd name="connsiteX47" fmla="*/ 654844 w 2543175"/>
                <a:gd name="connsiteY47" fmla="*/ 488156 h 1890712"/>
                <a:gd name="connsiteX48" fmla="*/ 661988 w 2543175"/>
                <a:gd name="connsiteY48" fmla="*/ 497681 h 1890712"/>
                <a:gd name="connsiteX49" fmla="*/ 683419 w 2543175"/>
                <a:gd name="connsiteY49" fmla="*/ 514350 h 1890712"/>
                <a:gd name="connsiteX50" fmla="*/ 700088 w 2543175"/>
                <a:gd name="connsiteY50" fmla="*/ 526256 h 1890712"/>
                <a:gd name="connsiteX51" fmla="*/ 709613 w 2543175"/>
                <a:gd name="connsiteY51" fmla="*/ 535781 h 1890712"/>
                <a:gd name="connsiteX52" fmla="*/ 719138 w 2543175"/>
                <a:gd name="connsiteY52" fmla="*/ 542925 h 1890712"/>
                <a:gd name="connsiteX53" fmla="*/ 733425 w 2543175"/>
                <a:gd name="connsiteY53" fmla="*/ 557212 h 1890712"/>
                <a:gd name="connsiteX54" fmla="*/ 750094 w 2543175"/>
                <a:gd name="connsiteY54" fmla="*/ 569119 h 1890712"/>
                <a:gd name="connsiteX55" fmla="*/ 769144 w 2543175"/>
                <a:gd name="connsiteY55" fmla="*/ 581025 h 1890712"/>
                <a:gd name="connsiteX56" fmla="*/ 785813 w 2543175"/>
                <a:gd name="connsiteY56" fmla="*/ 590550 h 1890712"/>
                <a:gd name="connsiteX57" fmla="*/ 792957 w 2543175"/>
                <a:gd name="connsiteY57" fmla="*/ 600075 h 1890712"/>
                <a:gd name="connsiteX58" fmla="*/ 809625 w 2543175"/>
                <a:gd name="connsiteY58" fmla="*/ 611981 h 1890712"/>
                <a:gd name="connsiteX59" fmla="*/ 816769 w 2543175"/>
                <a:gd name="connsiteY59" fmla="*/ 619125 h 1890712"/>
                <a:gd name="connsiteX60" fmla="*/ 826294 w 2543175"/>
                <a:gd name="connsiteY60" fmla="*/ 626269 h 1890712"/>
                <a:gd name="connsiteX61" fmla="*/ 840582 w 2543175"/>
                <a:gd name="connsiteY61" fmla="*/ 638175 h 1890712"/>
                <a:gd name="connsiteX62" fmla="*/ 847725 w 2543175"/>
                <a:gd name="connsiteY62" fmla="*/ 645319 h 1890712"/>
                <a:gd name="connsiteX63" fmla="*/ 857250 w 2543175"/>
                <a:gd name="connsiteY63" fmla="*/ 652462 h 1890712"/>
                <a:gd name="connsiteX64" fmla="*/ 864394 w 2543175"/>
                <a:gd name="connsiteY64" fmla="*/ 657225 h 1890712"/>
                <a:gd name="connsiteX65" fmla="*/ 888207 w 2543175"/>
                <a:gd name="connsiteY65" fmla="*/ 676275 h 1890712"/>
                <a:gd name="connsiteX66" fmla="*/ 895350 w 2543175"/>
                <a:gd name="connsiteY66" fmla="*/ 681037 h 1890712"/>
                <a:gd name="connsiteX67" fmla="*/ 907257 w 2543175"/>
                <a:gd name="connsiteY67" fmla="*/ 683419 h 1890712"/>
                <a:gd name="connsiteX68" fmla="*/ 928688 w 2543175"/>
                <a:gd name="connsiteY68" fmla="*/ 695325 h 1890712"/>
                <a:gd name="connsiteX69" fmla="*/ 942975 w 2543175"/>
                <a:gd name="connsiteY69" fmla="*/ 700087 h 1890712"/>
                <a:gd name="connsiteX70" fmla="*/ 964407 w 2543175"/>
                <a:gd name="connsiteY70" fmla="*/ 716756 h 1890712"/>
                <a:gd name="connsiteX71" fmla="*/ 971550 w 2543175"/>
                <a:gd name="connsiteY71" fmla="*/ 723900 h 1890712"/>
                <a:gd name="connsiteX72" fmla="*/ 983457 w 2543175"/>
                <a:gd name="connsiteY72" fmla="*/ 733425 h 1890712"/>
                <a:gd name="connsiteX73" fmla="*/ 990600 w 2543175"/>
                <a:gd name="connsiteY73" fmla="*/ 738187 h 1890712"/>
                <a:gd name="connsiteX74" fmla="*/ 1007269 w 2543175"/>
                <a:gd name="connsiteY74" fmla="*/ 752475 h 1890712"/>
                <a:gd name="connsiteX75" fmla="*/ 1031082 w 2543175"/>
                <a:gd name="connsiteY75" fmla="*/ 766762 h 1890712"/>
                <a:gd name="connsiteX76" fmla="*/ 1042988 w 2543175"/>
                <a:gd name="connsiteY76" fmla="*/ 773906 h 1890712"/>
                <a:gd name="connsiteX77" fmla="*/ 1071563 w 2543175"/>
                <a:gd name="connsiteY77" fmla="*/ 785812 h 1890712"/>
                <a:gd name="connsiteX78" fmla="*/ 1097757 w 2543175"/>
                <a:gd name="connsiteY78" fmla="*/ 807244 h 1890712"/>
                <a:gd name="connsiteX79" fmla="*/ 1104900 w 2543175"/>
                <a:gd name="connsiteY79" fmla="*/ 814387 h 1890712"/>
                <a:gd name="connsiteX80" fmla="*/ 1121569 w 2543175"/>
                <a:gd name="connsiteY80" fmla="*/ 823912 h 1890712"/>
                <a:gd name="connsiteX81" fmla="*/ 1138238 w 2543175"/>
                <a:gd name="connsiteY81" fmla="*/ 835819 h 1890712"/>
                <a:gd name="connsiteX82" fmla="*/ 1147763 w 2543175"/>
                <a:gd name="connsiteY82" fmla="*/ 842962 h 1890712"/>
                <a:gd name="connsiteX83" fmla="*/ 1157288 w 2543175"/>
                <a:gd name="connsiteY83" fmla="*/ 847725 h 1890712"/>
                <a:gd name="connsiteX84" fmla="*/ 1178719 w 2543175"/>
                <a:gd name="connsiteY84" fmla="*/ 859631 h 1890712"/>
                <a:gd name="connsiteX85" fmla="*/ 1188244 w 2543175"/>
                <a:gd name="connsiteY85" fmla="*/ 866775 h 1890712"/>
                <a:gd name="connsiteX86" fmla="*/ 1195388 w 2543175"/>
                <a:gd name="connsiteY86" fmla="*/ 871537 h 1890712"/>
                <a:gd name="connsiteX87" fmla="*/ 1212057 w 2543175"/>
                <a:gd name="connsiteY87" fmla="*/ 883444 h 1890712"/>
                <a:gd name="connsiteX88" fmla="*/ 1226344 w 2543175"/>
                <a:gd name="connsiteY88" fmla="*/ 895350 h 1890712"/>
                <a:gd name="connsiteX89" fmla="*/ 1245394 w 2543175"/>
                <a:gd name="connsiteY89" fmla="*/ 907256 h 1890712"/>
                <a:gd name="connsiteX90" fmla="*/ 1254919 w 2543175"/>
                <a:gd name="connsiteY90" fmla="*/ 914400 h 1890712"/>
                <a:gd name="connsiteX91" fmla="*/ 1269207 w 2543175"/>
                <a:gd name="connsiteY91" fmla="*/ 921544 h 1890712"/>
                <a:gd name="connsiteX92" fmla="*/ 1290638 w 2543175"/>
                <a:gd name="connsiteY92" fmla="*/ 935831 h 1890712"/>
                <a:gd name="connsiteX93" fmla="*/ 1307307 w 2543175"/>
                <a:gd name="connsiteY93" fmla="*/ 952500 h 1890712"/>
                <a:gd name="connsiteX94" fmla="*/ 1333500 w 2543175"/>
                <a:gd name="connsiteY94" fmla="*/ 971550 h 1890712"/>
                <a:gd name="connsiteX95" fmla="*/ 1359694 w 2543175"/>
                <a:gd name="connsiteY95" fmla="*/ 990600 h 1890712"/>
                <a:gd name="connsiteX96" fmla="*/ 1385888 w 2543175"/>
                <a:gd name="connsiteY96" fmla="*/ 1021557 h 1890712"/>
                <a:gd name="connsiteX97" fmla="*/ 1435894 w 2543175"/>
                <a:gd name="connsiteY97" fmla="*/ 1054894 h 1890712"/>
                <a:gd name="connsiteX98" fmla="*/ 1497806 w 2543175"/>
                <a:gd name="connsiteY98" fmla="*/ 1104900 h 1890712"/>
                <a:gd name="connsiteX99" fmla="*/ 1559718 w 2543175"/>
                <a:gd name="connsiteY99" fmla="*/ 1154906 h 1890712"/>
                <a:gd name="connsiteX100" fmla="*/ 1595438 w 2543175"/>
                <a:gd name="connsiteY100" fmla="*/ 1181100 h 1890712"/>
                <a:gd name="connsiteX101" fmla="*/ 1628775 w 2543175"/>
                <a:gd name="connsiteY101" fmla="*/ 1207294 h 1890712"/>
                <a:gd name="connsiteX102" fmla="*/ 1662113 w 2543175"/>
                <a:gd name="connsiteY102" fmla="*/ 1231107 h 1890712"/>
                <a:gd name="connsiteX103" fmla="*/ 1700213 w 2543175"/>
                <a:gd name="connsiteY103" fmla="*/ 1247775 h 1890712"/>
                <a:gd name="connsiteX104" fmla="*/ 1712119 w 2543175"/>
                <a:gd name="connsiteY104" fmla="*/ 1259681 h 1890712"/>
                <a:gd name="connsiteX105" fmla="*/ 1733550 w 2543175"/>
                <a:gd name="connsiteY105" fmla="*/ 1273969 h 1890712"/>
                <a:gd name="connsiteX106" fmla="*/ 1743075 w 2543175"/>
                <a:gd name="connsiteY106" fmla="*/ 1283494 h 1890712"/>
                <a:gd name="connsiteX107" fmla="*/ 1754982 w 2543175"/>
                <a:gd name="connsiteY107" fmla="*/ 1290637 h 1890712"/>
                <a:gd name="connsiteX108" fmla="*/ 1766888 w 2543175"/>
                <a:gd name="connsiteY108" fmla="*/ 1300162 h 1890712"/>
                <a:gd name="connsiteX109" fmla="*/ 1783557 w 2543175"/>
                <a:gd name="connsiteY109" fmla="*/ 1307306 h 1890712"/>
                <a:gd name="connsiteX110" fmla="*/ 1790700 w 2543175"/>
                <a:gd name="connsiteY110" fmla="*/ 1312069 h 1890712"/>
                <a:gd name="connsiteX111" fmla="*/ 1800225 w 2543175"/>
                <a:gd name="connsiteY111" fmla="*/ 1319212 h 1890712"/>
                <a:gd name="connsiteX112" fmla="*/ 1807369 w 2543175"/>
                <a:gd name="connsiteY112" fmla="*/ 1321594 h 1890712"/>
                <a:gd name="connsiteX113" fmla="*/ 1824038 w 2543175"/>
                <a:gd name="connsiteY113" fmla="*/ 1333500 h 1890712"/>
                <a:gd name="connsiteX114" fmla="*/ 1843088 w 2543175"/>
                <a:gd name="connsiteY114" fmla="*/ 1352550 h 1890712"/>
                <a:gd name="connsiteX115" fmla="*/ 1852613 w 2543175"/>
                <a:gd name="connsiteY115" fmla="*/ 1359694 h 1890712"/>
                <a:gd name="connsiteX116" fmla="*/ 1859757 w 2543175"/>
                <a:gd name="connsiteY116" fmla="*/ 1366837 h 1890712"/>
                <a:gd name="connsiteX117" fmla="*/ 1869282 w 2543175"/>
                <a:gd name="connsiteY117" fmla="*/ 1371600 h 1890712"/>
                <a:gd name="connsiteX118" fmla="*/ 1883569 w 2543175"/>
                <a:gd name="connsiteY118" fmla="*/ 1388269 h 1890712"/>
                <a:gd name="connsiteX119" fmla="*/ 1893094 w 2543175"/>
                <a:gd name="connsiteY119" fmla="*/ 1395412 h 1890712"/>
                <a:gd name="connsiteX120" fmla="*/ 1902619 w 2543175"/>
                <a:gd name="connsiteY120" fmla="*/ 1404937 h 1890712"/>
                <a:gd name="connsiteX121" fmla="*/ 1912144 w 2543175"/>
                <a:gd name="connsiteY121" fmla="*/ 1409700 h 1890712"/>
                <a:gd name="connsiteX122" fmla="*/ 1931194 w 2543175"/>
                <a:gd name="connsiteY122" fmla="*/ 1421606 h 1890712"/>
                <a:gd name="connsiteX123" fmla="*/ 1935957 w 2543175"/>
                <a:gd name="connsiteY123" fmla="*/ 1428750 h 1890712"/>
                <a:gd name="connsiteX124" fmla="*/ 1952625 w 2543175"/>
                <a:gd name="connsiteY124" fmla="*/ 1438275 h 1890712"/>
                <a:gd name="connsiteX125" fmla="*/ 1971675 w 2543175"/>
                <a:gd name="connsiteY125" fmla="*/ 1450181 h 1890712"/>
                <a:gd name="connsiteX126" fmla="*/ 1981200 w 2543175"/>
                <a:gd name="connsiteY126" fmla="*/ 1454944 h 1890712"/>
                <a:gd name="connsiteX127" fmla="*/ 1997869 w 2543175"/>
                <a:gd name="connsiteY127" fmla="*/ 1471612 h 1890712"/>
                <a:gd name="connsiteX128" fmla="*/ 2007394 w 2543175"/>
                <a:gd name="connsiteY128" fmla="*/ 1478756 h 1890712"/>
                <a:gd name="connsiteX129" fmla="*/ 2016919 w 2543175"/>
                <a:gd name="connsiteY129" fmla="*/ 1483519 h 1890712"/>
                <a:gd name="connsiteX130" fmla="*/ 2024063 w 2543175"/>
                <a:gd name="connsiteY130" fmla="*/ 1490662 h 1890712"/>
                <a:gd name="connsiteX131" fmla="*/ 2033588 w 2543175"/>
                <a:gd name="connsiteY131" fmla="*/ 1495425 h 1890712"/>
                <a:gd name="connsiteX132" fmla="*/ 2040732 w 2543175"/>
                <a:gd name="connsiteY132" fmla="*/ 1502569 h 1890712"/>
                <a:gd name="connsiteX133" fmla="*/ 2047875 w 2543175"/>
                <a:gd name="connsiteY133" fmla="*/ 1507331 h 1890712"/>
                <a:gd name="connsiteX134" fmla="*/ 2057400 w 2543175"/>
                <a:gd name="connsiteY134" fmla="*/ 1514475 h 1890712"/>
                <a:gd name="connsiteX135" fmla="*/ 2064544 w 2543175"/>
                <a:gd name="connsiteY135" fmla="*/ 1519237 h 1890712"/>
                <a:gd name="connsiteX136" fmla="*/ 2071688 w 2543175"/>
                <a:gd name="connsiteY136" fmla="*/ 1526381 h 1890712"/>
                <a:gd name="connsiteX137" fmla="*/ 2081213 w 2543175"/>
                <a:gd name="connsiteY137" fmla="*/ 1531144 h 1890712"/>
                <a:gd name="connsiteX138" fmla="*/ 2090738 w 2543175"/>
                <a:gd name="connsiteY138" fmla="*/ 1538287 h 1890712"/>
                <a:gd name="connsiteX139" fmla="*/ 2109788 w 2543175"/>
                <a:gd name="connsiteY139" fmla="*/ 1547812 h 1890712"/>
                <a:gd name="connsiteX140" fmla="*/ 2131219 w 2543175"/>
                <a:gd name="connsiteY140" fmla="*/ 1562100 h 1890712"/>
                <a:gd name="connsiteX141" fmla="*/ 2140744 w 2543175"/>
                <a:gd name="connsiteY141" fmla="*/ 1566862 h 1890712"/>
                <a:gd name="connsiteX142" fmla="*/ 2152650 w 2543175"/>
                <a:gd name="connsiteY142" fmla="*/ 1576387 h 1890712"/>
                <a:gd name="connsiteX143" fmla="*/ 2181225 w 2543175"/>
                <a:gd name="connsiteY143" fmla="*/ 1590675 h 1890712"/>
                <a:gd name="connsiteX144" fmla="*/ 2200275 w 2543175"/>
                <a:gd name="connsiteY144" fmla="*/ 1607344 h 1890712"/>
                <a:gd name="connsiteX145" fmla="*/ 2207419 w 2543175"/>
                <a:gd name="connsiteY145" fmla="*/ 1612106 h 1890712"/>
                <a:gd name="connsiteX146" fmla="*/ 2216944 w 2543175"/>
                <a:gd name="connsiteY146" fmla="*/ 1619250 h 1890712"/>
                <a:gd name="connsiteX147" fmla="*/ 2247900 w 2543175"/>
                <a:gd name="connsiteY147" fmla="*/ 1643062 h 1890712"/>
                <a:gd name="connsiteX148" fmla="*/ 2255044 w 2543175"/>
                <a:gd name="connsiteY148" fmla="*/ 1650206 h 1890712"/>
                <a:gd name="connsiteX149" fmla="*/ 2281238 w 2543175"/>
                <a:gd name="connsiteY149" fmla="*/ 1664494 h 1890712"/>
                <a:gd name="connsiteX150" fmla="*/ 2312194 w 2543175"/>
                <a:gd name="connsiteY150" fmla="*/ 1685925 h 1890712"/>
                <a:gd name="connsiteX151" fmla="*/ 2350294 w 2543175"/>
                <a:gd name="connsiteY151" fmla="*/ 1712119 h 1890712"/>
                <a:gd name="connsiteX152" fmla="*/ 2428876 w 2543175"/>
                <a:gd name="connsiteY152" fmla="*/ 1785938 h 1890712"/>
                <a:gd name="connsiteX153" fmla="*/ 2469356 w 2543175"/>
                <a:gd name="connsiteY153" fmla="*/ 1816894 h 1890712"/>
                <a:gd name="connsiteX154" fmla="*/ 2514600 w 2543175"/>
                <a:gd name="connsiteY154" fmla="*/ 1850231 h 1890712"/>
                <a:gd name="connsiteX155" fmla="*/ 2519363 w 2543175"/>
                <a:gd name="connsiteY155" fmla="*/ 1857375 h 1890712"/>
                <a:gd name="connsiteX156" fmla="*/ 2540794 w 2543175"/>
                <a:gd name="connsiteY156" fmla="*/ 1883569 h 1890712"/>
                <a:gd name="connsiteX157" fmla="*/ 2543175 w 2543175"/>
                <a:gd name="connsiteY157" fmla="*/ 1890712 h 1890712"/>
                <a:gd name="connsiteX0" fmla="*/ 0 w 2543175"/>
                <a:gd name="connsiteY0" fmla="*/ 0 h 1890712"/>
                <a:gd name="connsiteX1" fmla="*/ 11907 w 2543175"/>
                <a:gd name="connsiteY1" fmla="*/ 11906 h 1890712"/>
                <a:gd name="connsiteX2" fmla="*/ 21432 w 2543175"/>
                <a:gd name="connsiteY2" fmla="*/ 16669 h 1890712"/>
                <a:gd name="connsiteX3" fmla="*/ 23813 w 2543175"/>
                <a:gd name="connsiteY3" fmla="*/ 23812 h 1890712"/>
                <a:gd name="connsiteX4" fmla="*/ 33338 w 2543175"/>
                <a:gd name="connsiteY4" fmla="*/ 33337 h 1890712"/>
                <a:gd name="connsiteX5" fmla="*/ 40482 w 2543175"/>
                <a:gd name="connsiteY5" fmla="*/ 42862 h 1890712"/>
                <a:gd name="connsiteX6" fmla="*/ 47625 w 2543175"/>
                <a:gd name="connsiteY6" fmla="*/ 47625 h 1890712"/>
                <a:gd name="connsiteX7" fmla="*/ 57150 w 2543175"/>
                <a:gd name="connsiteY7" fmla="*/ 54769 h 1890712"/>
                <a:gd name="connsiteX8" fmla="*/ 64294 w 2543175"/>
                <a:gd name="connsiteY8" fmla="*/ 59531 h 1890712"/>
                <a:gd name="connsiteX9" fmla="*/ 83344 w 2543175"/>
                <a:gd name="connsiteY9" fmla="*/ 73819 h 1890712"/>
                <a:gd name="connsiteX10" fmla="*/ 97632 w 2543175"/>
                <a:gd name="connsiteY10" fmla="*/ 80962 h 1890712"/>
                <a:gd name="connsiteX11" fmla="*/ 104775 w 2543175"/>
                <a:gd name="connsiteY11" fmla="*/ 85725 h 1890712"/>
                <a:gd name="connsiteX12" fmla="*/ 114300 w 2543175"/>
                <a:gd name="connsiteY12" fmla="*/ 95250 h 1890712"/>
                <a:gd name="connsiteX13" fmla="*/ 123825 w 2543175"/>
                <a:gd name="connsiteY13" fmla="*/ 97631 h 1890712"/>
                <a:gd name="connsiteX14" fmla="*/ 130969 w 2543175"/>
                <a:gd name="connsiteY14" fmla="*/ 104775 h 1890712"/>
                <a:gd name="connsiteX15" fmla="*/ 140494 w 2543175"/>
                <a:gd name="connsiteY15" fmla="*/ 111919 h 1890712"/>
                <a:gd name="connsiteX16" fmla="*/ 147638 w 2543175"/>
                <a:gd name="connsiteY16" fmla="*/ 116681 h 1890712"/>
                <a:gd name="connsiteX17" fmla="*/ 164307 w 2543175"/>
                <a:gd name="connsiteY17" fmla="*/ 128587 h 1890712"/>
                <a:gd name="connsiteX18" fmla="*/ 180975 w 2543175"/>
                <a:gd name="connsiteY18" fmla="*/ 140494 h 1890712"/>
                <a:gd name="connsiteX19" fmla="*/ 197644 w 2543175"/>
                <a:gd name="connsiteY19" fmla="*/ 152400 h 1890712"/>
                <a:gd name="connsiteX20" fmla="*/ 204788 w 2543175"/>
                <a:gd name="connsiteY20" fmla="*/ 157162 h 1890712"/>
                <a:gd name="connsiteX21" fmla="*/ 214313 w 2543175"/>
                <a:gd name="connsiteY21" fmla="*/ 164306 h 1890712"/>
                <a:gd name="connsiteX22" fmla="*/ 230982 w 2543175"/>
                <a:gd name="connsiteY22" fmla="*/ 180975 h 1890712"/>
                <a:gd name="connsiteX23" fmla="*/ 247650 w 2543175"/>
                <a:gd name="connsiteY23" fmla="*/ 185737 h 1890712"/>
                <a:gd name="connsiteX24" fmla="*/ 300038 w 2543175"/>
                <a:gd name="connsiteY24" fmla="*/ 219075 h 1890712"/>
                <a:gd name="connsiteX25" fmla="*/ 342900 w 2543175"/>
                <a:gd name="connsiteY25" fmla="*/ 254794 h 1890712"/>
                <a:gd name="connsiteX26" fmla="*/ 366713 w 2543175"/>
                <a:gd name="connsiteY26" fmla="*/ 264319 h 1890712"/>
                <a:gd name="connsiteX27" fmla="*/ 371475 w 2543175"/>
                <a:gd name="connsiteY27" fmla="*/ 271462 h 1890712"/>
                <a:gd name="connsiteX28" fmla="*/ 385763 w 2543175"/>
                <a:gd name="connsiteY28" fmla="*/ 283369 h 1890712"/>
                <a:gd name="connsiteX29" fmla="*/ 404813 w 2543175"/>
                <a:gd name="connsiteY29" fmla="*/ 295275 h 1890712"/>
                <a:gd name="connsiteX30" fmla="*/ 411957 w 2543175"/>
                <a:gd name="connsiteY30" fmla="*/ 297656 h 1890712"/>
                <a:gd name="connsiteX31" fmla="*/ 466725 w 2543175"/>
                <a:gd name="connsiteY31" fmla="*/ 328612 h 1890712"/>
                <a:gd name="connsiteX32" fmla="*/ 476250 w 2543175"/>
                <a:gd name="connsiteY32" fmla="*/ 335756 h 1890712"/>
                <a:gd name="connsiteX33" fmla="*/ 481013 w 2543175"/>
                <a:gd name="connsiteY33" fmla="*/ 342900 h 1890712"/>
                <a:gd name="connsiteX34" fmla="*/ 490538 w 2543175"/>
                <a:gd name="connsiteY34" fmla="*/ 352425 h 1890712"/>
                <a:gd name="connsiteX35" fmla="*/ 495300 w 2543175"/>
                <a:gd name="connsiteY35" fmla="*/ 359569 h 1890712"/>
                <a:gd name="connsiteX36" fmla="*/ 509588 w 2543175"/>
                <a:gd name="connsiteY36" fmla="*/ 376237 h 1890712"/>
                <a:gd name="connsiteX37" fmla="*/ 514350 w 2543175"/>
                <a:gd name="connsiteY37" fmla="*/ 383381 h 1890712"/>
                <a:gd name="connsiteX38" fmla="*/ 531019 w 2543175"/>
                <a:gd name="connsiteY38" fmla="*/ 397669 h 1890712"/>
                <a:gd name="connsiteX39" fmla="*/ 538163 w 2543175"/>
                <a:gd name="connsiteY39" fmla="*/ 407194 h 1890712"/>
                <a:gd name="connsiteX40" fmla="*/ 554832 w 2543175"/>
                <a:gd name="connsiteY40" fmla="*/ 421481 h 1890712"/>
                <a:gd name="connsiteX41" fmla="*/ 564357 w 2543175"/>
                <a:gd name="connsiteY41" fmla="*/ 431006 h 1890712"/>
                <a:gd name="connsiteX42" fmla="*/ 573882 w 2543175"/>
                <a:gd name="connsiteY42" fmla="*/ 438150 h 1890712"/>
                <a:gd name="connsiteX43" fmla="*/ 595313 w 2543175"/>
                <a:gd name="connsiteY43" fmla="*/ 454819 h 1890712"/>
                <a:gd name="connsiteX44" fmla="*/ 602457 w 2543175"/>
                <a:gd name="connsiteY44" fmla="*/ 457200 h 1890712"/>
                <a:gd name="connsiteX45" fmla="*/ 628650 w 2543175"/>
                <a:gd name="connsiteY45" fmla="*/ 469106 h 1890712"/>
                <a:gd name="connsiteX46" fmla="*/ 645319 w 2543175"/>
                <a:gd name="connsiteY46" fmla="*/ 483394 h 1890712"/>
                <a:gd name="connsiteX47" fmla="*/ 654844 w 2543175"/>
                <a:gd name="connsiteY47" fmla="*/ 488156 h 1890712"/>
                <a:gd name="connsiteX48" fmla="*/ 661988 w 2543175"/>
                <a:gd name="connsiteY48" fmla="*/ 497681 h 1890712"/>
                <a:gd name="connsiteX49" fmla="*/ 683419 w 2543175"/>
                <a:gd name="connsiteY49" fmla="*/ 514350 h 1890712"/>
                <a:gd name="connsiteX50" fmla="*/ 700088 w 2543175"/>
                <a:gd name="connsiteY50" fmla="*/ 526256 h 1890712"/>
                <a:gd name="connsiteX51" fmla="*/ 709613 w 2543175"/>
                <a:gd name="connsiteY51" fmla="*/ 535781 h 1890712"/>
                <a:gd name="connsiteX52" fmla="*/ 719138 w 2543175"/>
                <a:gd name="connsiteY52" fmla="*/ 542925 h 1890712"/>
                <a:gd name="connsiteX53" fmla="*/ 733425 w 2543175"/>
                <a:gd name="connsiteY53" fmla="*/ 557212 h 1890712"/>
                <a:gd name="connsiteX54" fmla="*/ 750094 w 2543175"/>
                <a:gd name="connsiteY54" fmla="*/ 569119 h 1890712"/>
                <a:gd name="connsiteX55" fmla="*/ 769144 w 2543175"/>
                <a:gd name="connsiteY55" fmla="*/ 581025 h 1890712"/>
                <a:gd name="connsiteX56" fmla="*/ 785813 w 2543175"/>
                <a:gd name="connsiteY56" fmla="*/ 590550 h 1890712"/>
                <a:gd name="connsiteX57" fmla="*/ 792957 w 2543175"/>
                <a:gd name="connsiteY57" fmla="*/ 600075 h 1890712"/>
                <a:gd name="connsiteX58" fmla="*/ 809625 w 2543175"/>
                <a:gd name="connsiteY58" fmla="*/ 611981 h 1890712"/>
                <a:gd name="connsiteX59" fmla="*/ 816769 w 2543175"/>
                <a:gd name="connsiteY59" fmla="*/ 619125 h 1890712"/>
                <a:gd name="connsiteX60" fmla="*/ 826294 w 2543175"/>
                <a:gd name="connsiteY60" fmla="*/ 626269 h 1890712"/>
                <a:gd name="connsiteX61" fmla="*/ 840582 w 2543175"/>
                <a:gd name="connsiteY61" fmla="*/ 638175 h 1890712"/>
                <a:gd name="connsiteX62" fmla="*/ 847725 w 2543175"/>
                <a:gd name="connsiteY62" fmla="*/ 645319 h 1890712"/>
                <a:gd name="connsiteX63" fmla="*/ 857250 w 2543175"/>
                <a:gd name="connsiteY63" fmla="*/ 652462 h 1890712"/>
                <a:gd name="connsiteX64" fmla="*/ 864394 w 2543175"/>
                <a:gd name="connsiteY64" fmla="*/ 657225 h 1890712"/>
                <a:gd name="connsiteX65" fmla="*/ 888207 w 2543175"/>
                <a:gd name="connsiteY65" fmla="*/ 676275 h 1890712"/>
                <a:gd name="connsiteX66" fmla="*/ 895350 w 2543175"/>
                <a:gd name="connsiteY66" fmla="*/ 681037 h 1890712"/>
                <a:gd name="connsiteX67" fmla="*/ 907257 w 2543175"/>
                <a:gd name="connsiteY67" fmla="*/ 683419 h 1890712"/>
                <a:gd name="connsiteX68" fmla="*/ 928688 w 2543175"/>
                <a:gd name="connsiteY68" fmla="*/ 695325 h 1890712"/>
                <a:gd name="connsiteX69" fmla="*/ 942975 w 2543175"/>
                <a:gd name="connsiteY69" fmla="*/ 700087 h 1890712"/>
                <a:gd name="connsiteX70" fmla="*/ 964407 w 2543175"/>
                <a:gd name="connsiteY70" fmla="*/ 716756 h 1890712"/>
                <a:gd name="connsiteX71" fmla="*/ 971550 w 2543175"/>
                <a:gd name="connsiteY71" fmla="*/ 723900 h 1890712"/>
                <a:gd name="connsiteX72" fmla="*/ 983457 w 2543175"/>
                <a:gd name="connsiteY72" fmla="*/ 733425 h 1890712"/>
                <a:gd name="connsiteX73" fmla="*/ 990600 w 2543175"/>
                <a:gd name="connsiteY73" fmla="*/ 738187 h 1890712"/>
                <a:gd name="connsiteX74" fmla="*/ 1007269 w 2543175"/>
                <a:gd name="connsiteY74" fmla="*/ 752475 h 1890712"/>
                <a:gd name="connsiteX75" fmla="*/ 1031082 w 2543175"/>
                <a:gd name="connsiteY75" fmla="*/ 766762 h 1890712"/>
                <a:gd name="connsiteX76" fmla="*/ 1042988 w 2543175"/>
                <a:gd name="connsiteY76" fmla="*/ 773906 h 1890712"/>
                <a:gd name="connsiteX77" fmla="*/ 1071563 w 2543175"/>
                <a:gd name="connsiteY77" fmla="*/ 785812 h 1890712"/>
                <a:gd name="connsiteX78" fmla="*/ 1097757 w 2543175"/>
                <a:gd name="connsiteY78" fmla="*/ 807244 h 1890712"/>
                <a:gd name="connsiteX79" fmla="*/ 1104900 w 2543175"/>
                <a:gd name="connsiteY79" fmla="*/ 814387 h 1890712"/>
                <a:gd name="connsiteX80" fmla="*/ 1121569 w 2543175"/>
                <a:gd name="connsiteY80" fmla="*/ 823912 h 1890712"/>
                <a:gd name="connsiteX81" fmla="*/ 1138238 w 2543175"/>
                <a:gd name="connsiteY81" fmla="*/ 835819 h 1890712"/>
                <a:gd name="connsiteX82" fmla="*/ 1147763 w 2543175"/>
                <a:gd name="connsiteY82" fmla="*/ 842962 h 1890712"/>
                <a:gd name="connsiteX83" fmla="*/ 1157288 w 2543175"/>
                <a:gd name="connsiteY83" fmla="*/ 847725 h 1890712"/>
                <a:gd name="connsiteX84" fmla="*/ 1178719 w 2543175"/>
                <a:gd name="connsiteY84" fmla="*/ 859631 h 1890712"/>
                <a:gd name="connsiteX85" fmla="*/ 1188244 w 2543175"/>
                <a:gd name="connsiteY85" fmla="*/ 866775 h 1890712"/>
                <a:gd name="connsiteX86" fmla="*/ 1195388 w 2543175"/>
                <a:gd name="connsiteY86" fmla="*/ 871537 h 1890712"/>
                <a:gd name="connsiteX87" fmla="*/ 1212057 w 2543175"/>
                <a:gd name="connsiteY87" fmla="*/ 883444 h 1890712"/>
                <a:gd name="connsiteX88" fmla="*/ 1226344 w 2543175"/>
                <a:gd name="connsiteY88" fmla="*/ 895350 h 1890712"/>
                <a:gd name="connsiteX89" fmla="*/ 1245394 w 2543175"/>
                <a:gd name="connsiteY89" fmla="*/ 907256 h 1890712"/>
                <a:gd name="connsiteX90" fmla="*/ 1254919 w 2543175"/>
                <a:gd name="connsiteY90" fmla="*/ 914400 h 1890712"/>
                <a:gd name="connsiteX91" fmla="*/ 1269207 w 2543175"/>
                <a:gd name="connsiteY91" fmla="*/ 921544 h 1890712"/>
                <a:gd name="connsiteX92" fmla="*/ 1290638 w 2543175"/>
                <a:gd name="connsiteY92" fmla="*/ 935831 h 1890712"/>
                <a:gd name="connsiteX93" fmla="*/ 1307307 w 2543175"/>
                <a:gd name="connsiteY93" fmla="*/ 952500 h 1890712"/>
                <a:gd name="connsiteX94" fmla="*/ 1333500 w 2543175"/>
                <a:gd name="connsiteY94" fmla="*/ 971550 h 1890712"/>
                <a:gd name="connsiteX95" fmla="*/ 1359694 w 2543175"/>
                <a:gd name="connsiteY95" fmla="*/ 990600 h 1890712"/>
                <a:gd name="connsiteX96" fmla="*/ 1385888 w 2543175"/>
                <a:gd name="connsiteY96" fmla="*/ 1021557 h 1890712"/>
                <a:gd name="connsiteX97" fmla="*/ 1435894 w 2543175"/>
                <a:gd name="connsiteY97" fmla="*/ 1054894 h 1890712"/>
                <a:gd name="connsiteX98" fmla="*/ 1497806 w 2543175"/>
                <a:gd name="connsiteY98" fmla="*/ 1104900 h 1890712"/>
                <a:gd name="connsiteX99" fmla="*/ 1559718 w 2543175"/>
                <a:gd name="connsiteY99" fmla="*/ 1154906 h 1890712"/>
                <a:gd name="connsiteX100" fmla="*/ 1595438 w 2543175"/>
                <a:gd name="connsiteY100" fmla="*/ 1181100 h 1890712"/>
                <a:gd name="connsiteX101" fmla="*/ 1628775 w 2543175"/>
                <a:gd name="connsiteY101" fmla="*/ 1207294 h 1890712"/>
                <a:gd name="connsiteX102" fmla="*/ 1662113 w 2543175"/>
                <a:gd name="connsiteY102" fmla="*/ 1231107 h 1890712"/>
                <a:gd name="connsiteX103" fmla="*/ 1700213 w 2543175"/>
                <a:gd name="connsiteY103" fmla="*/ 1247775 h 1890712"/>
                <a:gd name="connsiteX104" fmla="*/ 1712119 w 2543175"/>
                <a:gd name="connsiteY104" fmla="*/ 1259681 h 1890712"/>
                <a:gd name="connsiteX105" fmla="*/ 1733550 w 2543175"/>
                <a:gd name="connsiteY105" fmla="*/ 1273969 h 1890712"/>
                <a:gd name="connsiteX106" fmla="*/ 1743075 w 2543175"/>
                <a:gd name="connsiteY106" fmla="*/ 1283494 h 1890712"/>
                <a:gd name="connsiteX107" fmla="*/ 1754982 w 2543175"/>
                <a:gd name="connsiteY107" fmla="*/ 1290637 h 1890712"/>
                <a:gd name="connsiteX108" fmla="*/ 1766888 w 2543175"/>
                <a:gd name="connsiteY108" fmla="*/ 1300162 h 1890712"/>
                <a:gd name="connsiteX109" fmla="*/ 1783557 w 2543175"/>
                <a:gd name="connsiteY109" fmla="*/ 1307306 h 1890712"/>
                <a:gd name="connsiteX110" fmla="*/ 1790700 w 2543175"/>
                <a:gd name="connsiteY110" fmla="*/ 1312069 h 1890712"/>
                <a:gd name="connsiteX111" fmla="*/ 1800225 w 2543175"/>
                <a:gd name="connsiteY111" fmla="*/ 1319212 h 1890712"/>
                <a:gd name="connsiteX112" fmla="*/ 1807369 w 2543175"/>
                <a:gd name="connsiteY112" fmla="*/ 1321594 h 1890712"/>
                <a:gd name="connsiteX113" fmla="*/ 1824038 w 2543175"/>
                <a:gd name="connsiteY113" fmla="*/ 1333500 h 1890712"/>
                <a:gd name="connsiteX114" fmla="*/ 1843088 w 2543175"/>
                <a:gd name="connsiteY114" fmla="*/ 1352550 h 1890712"/>
                <a:gd name="connsiteX115" fmla="*/ 1852613 w 2543175"/>
                <a:gd name="connsiteY115" fmla="*/ 1359694 h 1890712"/>
                <a:gd name="connsiteX116" fmla="*/ 1859757 w 2543175"/>
                <a:gd name="connsiteY116" fmla="*/ 1366837 h 1890712"/>
                <a:gd name="connsiteX117" fmla="*/ 1869282 w 2543175"/>
                <a:gd name="connsiteY117" fmla="*/ 1371600 h 1890712"/>
                <a:gd name="connsiteX118" fmla="*/ 1883569 w 2543175"/>
                <a:gd name="connsiteY118" fmla="*/ 1388269 h 1890712"/>
                <a:gd name="connsiteX119" fmla="*/ 1893094 w 2543175"/>
                <a:gd name="connsiteY119" fmla="*/ 1395412 h 1890712"/>
                <a:gd name="connsiteX120" fmla="*/ 1902619 w 2543175"/>
                <a:gd name="connsiteY120" fmla="*/ 1404937 h 1890712"/>
                <a:gd name="connsiteX121" fmla="*/ 1912144 w 2543175"/>
                <a:gd name="connsiteY121" fmla="*/ 1409700 h 1890712"/>
                <a:gd name="connsiteX122" fmla="*/ 1931194 w 2543175"/>
                <a:gd name="connsiteY122" fmla="*/ 1421606 h 1890712"/>
                <a:gd name="connsiteX123" fmla="*/ 1935957 w 2543175"/>
                <a:gd name="connsiteY123" fmla="*/ 1428750 h 1890712"/>
                <a:gd name="connsiteX124" fmla="*/ 1952625 w 2543175"/>
                <a:gd name="connsiteY124" fmla="*/ 1438275 h 1890712"/>
                <a:gd name="connsiteX125" fmla="*/ 1971675 w 2543175"/>
                <a:gd name="connsiteY125" fmla="*/ 1450181 h 1890712"/>
                <a:gd name="connsiteX126" fmla="*/ 1981200 w 2543175"/>
                <a:gd name="connsiteY126" fmla="*/ 1454944 h 1890712"/>
                <a:gd name="connsiteX127" fmla="*/ 1997869 w 2543175"/>
                <a:gd name="connsiteY127" fmla="*/ 1471612 h 1890712"/>
                <a:gd name="connsiteX128" fmla="*/ 2007394 w 2543175"/>
                <a:gd name="connsiteY128" fmla="*/ 1478756 h 1890712"/>
                <a:gd name="connsiteX129" fmla="*/ 2016919 w 2543175"/>
                <a:gd name="connsiteY129" fmla="*/ 1483519 h 1890712"/>
                <a:gd name="connsiteX130" fmla="*/ 2024063 w 2543175"/>
                <a:gd name="connsiteY130" fmla="*/ 1490662 h 1890712"/>
                <a:gd name="connsiteX131" fmla="*/ 2033588 w 2543175"/>
                <a:gd name="connsiteY131" fmla="*/ 1495425 h 1890712"/>
                <a:gd name="connsiteX132" fmla="*/ 2040732 w 2543175"/>
                <a:gd name="connsiteY132" fmla="*/ 1502569 h 1890712"/>
                <a:gd name="connsiteX133" fmla="*/ 2047875 w 2543175"/>
                <a:gd name="connsiteY133" fmla="*/ 1507331 h 1890712"/>
                <a:gd name="connsiteX134" fmla="*/ 2057400 w 2543175"/>
                <a:gd name="connsiteY134" fmla="*/ 1514475 h 1890712"/>
                <a:gd name="connsiteX135" fmla="*/ 2064544 w 2543175"/>
                <a:gd name="connsiteY135" fmla="*/ 1519237 h 1890712"/>
                <a:gd name="connsiteX136" fmla="*/ 2071688 w 2543175"/>
                <a:gd name="connsiteY136" fmla="*/ 1526381 h 1890712"/>
                <a:gd name="connsiteX137" fmla="*/ 2081213 w 2543175"/>
                <a:gd name="connsiteY137" fmla="*/ 1531144 h 1890712"/>
                <a:gd name="connsiteX138" fmla="*/ 2090738 w 2543175"/>
                <a:gd name="connsiteY138" fmla="*/ 1538287 h 1890712"/>
                <a:gd name="connsiteX139" fmla="*/ 2109788 w 2543175"/>
                <a:gd name="connsiteY139" fmla="*/ 1547812 h 1890712"/>
                <a:gd name="connsiteX140" fmla="*/ 2131219 w 2543175"/>
                <a:gd name="connsiteY140" fmla="*/ 1562100 h 1890712"/>
                <a:gd name="connsiteX141" fmla="*/ 2140744 w 2543175"/>
                <a:gd name="connsiteY141" fmla="*/ 1566862 h 1890712"/>
                <a:gd name="connsiteX142" fmla="*/ 2152650 w 2543175"/>
                <a:gd name="connsiteY142" fmla="*/ 1576387 h 1890712"/>
                <a:gd name="connsiteX143" fmla="*/ 2181225 w 2543175"/>
                <a:gd name="connsiteY143" fmla="*/ 1590675 h 1890712"/>
                <a:gd name="connsiteX144" fmla="*/ 2200275 w 2543175"/>
                <a:gd name="connsiteY144" fmla="*/ 1607344 h 1890712"/>
                <a:gd name="connsiteX145" fmla="*/ 2207419 w 2543175"/>
                <a:gd name="connsiteY145" fmla="*/ 1612106 h 1890712"/>
                <a:gd name="connsiteX146" fmla="*/ 2216944 w 2543175"/>
                <a:gd name="connsiteY146" fmla="*/ 1619250 h 1890712"/>
                <a:gd name="connsiteX147" fmla="*/ 2247900 w 2543175"/>
                <a:gd name="connsiteY147" fmla="*/ 1643062 h 1890712"/>
                <a:gd name="connsiteX148" fmla="*/ 2281238 w 2543175"/>
                <a:gd name="connsiteY148" fmla="*/ 1664494 h 1890712"/>
                <a:gd name="connsiteX149" fmla="*/ 2312194 w 2543175"/>
                <a:gd name="connsiteY149" fmla="*/ 1685925 h 1890712"/>
                <a:gd name="connsiteX150" fmla="*/ 2350294 w 2543175"/>
                <a:gd name="connsiteY150" fmla="*/ 1712119 h 1890712"/>
                <a:gd name="connsiteX151" fmla="*/ 2428876 w 2543175"/>
                <a:gd name="connsiteY151" fmla="*/ 1785938 h 1890712"/>
                <a:gd name="connsiteX152" fmla="*/ 2469356 w 2543175"/>
                <a:gd name="connsiteY152" fmla="*/ 1816894 h 1890712"/>
                <a:gd name="connsiteX153" fmla="*/ 2514600 w 2543175"/>
                <a:gd name="connsiteY153" fmla="*/ 1850231 h 1890712"/>
                <a:gd name="connsiteX154" fmla="*/ 2519363 w 2543175"/>
                <a:gd name="connsiteY154" fmla="*/ 1857375 h 1890712"/>
                <a:gd name="connsiteX155" fmla="*/ 2540794 w 2543175"/>
                <a:gd name="connsiteY155" fmla="*/ 1883569 h 1890712"/>
                <a:gd name="connsiteX156" fmla="*/ 2543175 w 2543175"/>
                <a:gd name="connsiteY156" fmla="*/ 1890712 h 1890712"/>
                <a:gd name="connsiteX0" fmla="*/ 0 w 2543175"/>
                <a:gd name="connsiteY0" fmla="*/ 0 h 1890712"/>
                <a:gd name="connsiteX1" fmla="*/ 11907 w 2543175"/>
                <a:gd name="connsiteY1" fmla="*/ 11906 h 1890712"/>
                <a:gd name="connsiteX2" fmla="*/ 21432 w 2543175"/>
                <a:gd name="connsiteY2" fmla="*/ 16669 h 1890712"/>
                <a:gd name="connsiteX3" fmla="*/ 23813 w 2543175"/>
                <a:gd name="connsiteY3" fmla="*/ 23812 h 1890712"/>
                <a:gd name="connsiteX4" fmla="*/ 33338 w 2543175"/>
                <a:gd name="connsiteY4" fmla="*/ 33337 h 1890712"/>
                <a:gd name="connsiteX5" fmla="*/ 40482 w 2543175"/>
                <a:gd name="connsiteY5" fmla="*/ 42862 h 1890712"/>
                <a:gd name="connsiteX6" fmla="*/ 47625 w 2543175"/>
                <a:gd name="connsiteY6" fmla="*/ 47625 h 1890712"/>
                <a:gd name="connsiteX7" fmla="*/ 57150 w 2543175"/>
                <a:gd name="connsiteY7" fmla="*/ 54769 h 1890712"/>
                <a:gd name="connsiteX8" fmla="*/ 64294 w 2543175"/>
                <a:gd name="connsiteY8" fmla="*/ 59531 h 1890712"/>
                <a:gd name="connsiteX9" fmla="*/ 83344 w 2543175"/>
                <a:gd name="connsiteY9" fmla="*/ 73819 h 1890712"/>
                <a:gd name="connsiteX10" fmla="*/ 97632 w 2543175"/>
                <a:gd name="connsiteY10" fmla="*/ 80962 h 1890712"/>
                <a:gd name="connsiteX11" fmla="*/ 104775 w 2543175"/>
                <a:gd name="connsiteY11" fmla="*/ 85725 h 1890712"/>
                <a:gd name="connsiteX12" fmla="*/ 114300 w 2543175"/>
                <a:gd name="connsiteY12" fmla="*/ 95250 h 1890712"/>
                <a:gd name="connsiteX13" fmla="*/ 123825 w 2543175"/>
                <a:gd name="connsiteY13" fmla="*/ 97631 h 1890712"/>
                <a:gd name="connsiteX14" fmla="*/ 130969 w 2543175"/>
                <a:gd name="connsiteY14" fmla="*/ 104775 h 1890712"/>
                <a:gd name="connsiteX15" fmla="*/ 140494 w 2543175"/>
                <a:gd name="connsiteY15" fmla="*/ 111919 h 1890712"/>
                <a:gd name="connsiteX16" fmla="*/ 147638 w 2543175"/>
                <a:gd name="connsiteY16" fmla="*/ 116681 h 1890712"/>
                <a:gd name="connsiteX17" fmla="*/ 164307 w 2543175"/>
                <a:gd name="connsiteY17" fmla="*/ 128587 h 1890712"/>
                <a:gd name="connsiteX18" fmla="*/ 180975 w 2543175"/>
                <a:gd name="connsiteY18" fmla="*/ 140494 h 1890712"/>
                <a:gd name="connsiteX19" fmla="*/ 197644 w 2543175"/>
                <a:gd name="connsiteY19" fmla="*/ 152400 h 1890712"/>
                <a:gd name="connsiteX20" fmla="*/ 204788 w 2543175"/>
                <a:gd name="connsiteY20" fmla="*/ 157162 h 1890712"/>
                <a:gd name="connsiteX21" fmla="*/ 214313 w 2543175"/>
                <a:gd name="connsiteY21" fmla="*/ 164306 h 1890712"/>
                <a:gd name="connsiteX22" fmla="*/ 230982 w 2543175"/>
                <a:gd name="connsiteY22" fmla="*/ 180975 h 1890712"/>
                <a:gd name="connsiteX23" fmla="*/ 247650 w 2543175"/>
                <a:gd name="connsiteY23" fmla="*/ 185737 h 1890712"/>
                <a:gd name="connsiteX24" fmla="*/ 300038 w 2543175"/>
                <a:gd name="connsiteY24" fmla="*/ 219075 h 1890712"/>
                <a:gd name="connsiteX25" fmla="*/ 342900 w 2543175"/>
                <a:gd name="connsiteY25" fmla="*/ 254794 h 1890712"/>
                <a:gd name="connsiteX26" fmla="*/ 366713 w 2543175"/>
                <a:gd name="connsiteY26" fmla="*/ 264319 h 1890712"/>
                <a:gd name="connsiteX27" fmla="*/ 371475 w 2543175"/>
                <a:gd name="connsiteY27" fmla="*/ 271462 h 1890712"/>
                <a:gd name="connsiteX28" fmla="*/ 385763 w 2543175"/>
                <a:gd name="connsiteY28" fmla="*/ 283369 h 1890712"/>
                <a:gd name="connsiteX29" fmla="*/ 404813 w 2543175"/>
                <a:gd name="connsiteY29" fmla="*/ 295275 h 1890712"/>
                <a:gd name="connsiteX30" fmla="*/ 411957 w 2543175"/>
                <a:gd name="connsiteY30" fmla="*/ 297656 h 1890712"/>
                <a:gd name="connsiteX31" fmla="*/ 466725 w 2543175"/>
                <a:gd name="connsiteY31" fmla="*/ 328612 h 1890712"/>
                <a:gd name="connsiteX32" fmla="*/ 476250 w 2543175"/>
                <a:gd name="connsiteY32" fmla="*/ 335756 h 1890712"/>
                <a:gd name="connsiteX33" fmla="*/ 481013 w 2543175"/>
                <a:gd name="connsiteY33" fmla="*/ 342900 h 1890712"/>
                <a:gd name="connsiteX34" fmla="*/ 490538 w 2543175"/>
                <a:gd name="connsiteY34" fmla="*/ 352425 h 1890712"/>
                <a:gd name="connsiteX35" fmla="*/ 495300 w 2543175"/>
                <a:gd name="connsiteY35" fmla="*/ 359569 h 1890712"/>
                <a:gd name="connsiteX36" fmla="*/ 509588 w 2543175"/>
                <a:gd name="connsiteY36" fmla="*/ 376237 h 1890712"/>
                <a:gd name="connsiteX37" fmla="*/ 514350 w 2543175"/>
                <a:gd name="connsiteY37" fmla="*/ 383381 h 1890712"/>
                <a:gd name="connsiteX38" fmla="*/ 531019 w 2543175"/>
                <a:gd name="connsiteY38" fmla="*/ 397669 h 1890712"/>
                <a:gd name="connsiteX39" fmla="*/ 538163 w 2543175"/>
                <a:gd name="connsiteY39" fmla="*/ 407194 h 1890712"/>
                <a:gd name="connsiteX40" fmla="*/ 554832 w 2543175"/>
                <a:gd name="connsiteY40" fmla="*/ 421481 h 1890712"/>
                <a:gd name="connsiteX41" fmla="*/ 564357 w 2543175"/>
                <a:gd name="connsiteY41" fmla="*/ 431006 h 1890712"/>
                <a:gd name="connsiteX42" fmla="*/ 573882 w 2543175"/>
                <a:gd name="connsiteY42" fmla="*/ 438150 h 1890712"/>
                <a:gd name="connsiteX43" fmla="*/ 595313 w 2543175"/>
                <a:gd name="connsiteY43" fmla="*/ 454819 h 1890712"/>
                <a:gd name="connsiteX44" fmla="*/ 602457 w 2543175"/>
                <a:gd name="connsiteY44" fmla="*/ 457200 h 1890712"/>
                <a:gd name="connsiteX45" fmla="*/ 628650 w 2543175"/>
                <a:gd name="connsiteY45" fmla="*/ 469106 h 1890712"/>
                <a:gd name="connsiteX46" fmla="*/ 645319 w 2543175"/>
                <a:gd name="connsiteY46" fmla="*/ 483394 h 1890712"/>
                <a:gd name="connsiteX47" fmla="*/ 654844 w 2543175"/>
                <a:gd name="connsiteY47" fmla="*/ 488156 h 1890712"/>
                <a:gd name="connsiteX48" fmla="*/ 661988 w 2543175"/>
                <a:gd name="connsiteY48" fmla="*/ 497681 h 1890712"/>
                <a:gd name="connsiteX49" fmla="*/ 683419 w 2543175"/>
                <a:gd name="connsiteY49" fmla="*/ 514350 h 1890712"/>
                <a:gd name="connsiteX50" fmla="*/ 700088 w 2543175"/>
                <a:gd name="connsiteY50" fmla="*/ 526256 h 1890712"/>
                <a:gd name="connsiteX51" fmla="*/ 709613 w 2543175"/>
                <a:gd name="connsiteY51" fmla="*/ 535781 h 1890712"/>
                <a:gd name="connsiteX52" fmla="*/ 719138 w 2543175"/>
                <a:gd name="connsiteY52" fmla="*/ 542925 h 1890712"/>
                <a:gd name="connsiteX53" fmla="*/ 733425 w 2543175"/>
                <a:gd name="connsiteY53" fmla="*/ 557212 h 1890712"/>
                <a:gd name="connsiteX54" fmla="*/ 750094 w 2543175"/>
                <a:gd name="connsiteY54" fmla="*/ 569119 h 1890712"/>
                <a:gd name="connsiteX55" fmla="*/ 769144 w 2543175"/>
                <a:gd name="connsiteY55" fmla="*/ 581025 h 1890712"/>
                <a:gd name="connsiteX56" fmla="*/ 785813 w 2543175"/>
                <a:gd name="connsiteY56" fmla="*/ 590550 h 1890712"/>
                <a:gd name="connsiteX57" fmla="*/ 792957 w 2543175"/>
                <a:gd name="connsiteY57" fmla="*/ 600075 h 1890712"/>
                <a:gd name="connsiteX58" fmla="*/ 809625 w 2543175"/>
                <a:gd name="connsiteY58" fmla="*/ 611981 h 1890712"/>
                <a:gd name="connsiteX59" fmla="*/ 816769 w 2543175"/>
                <a:gd name="connsiteY59" fmla="*/ 619125 h 1890712"/>
                <a:gd name="connsiteX60" fmla="*/ 826294 w 2543175"/>
                <a:gd name="connsiteY60" fmla="*/ 626269 h 1890712"/>
                <a:gd name="connsiteX61" fmla="*/ 840582 w 2543175"/>
                <a:gd name="connsiteY61" fmla="*/ 638175 h 1890712"/>
                <a:gd name="connsiteX62" fmla="*/ 847725 w 2543175"/>
                <a:gd name="connsiteY62" fmla="*/ 645319 h 1890712"/>
                <a:gd name="connsiteX63" fmla="*/ 857250 w 2543175"/>
                <a:gd name="connsiteY63" fmla="*/ 652462 h 1890712"/>
                <a:gd name="connsiteX64" fmla="*/ 864394 w 2543175"/>
                <a:gd name="connsiteY64" fmla="*/ 657225 h 1890712"/>
                <a:gd name="connsiteX65" fmla="*/ 888207 w 2543175"/>
                <a:gd name="connsiteY65" fmla="*/ 676275 h 1890712"/>
                <a:gd name="connsiteX66" fmla="*/ 895350 w 2543175"/>
                <a:gd name="connsiteY66" fmla="*/ 681037 h 1890712"/>
                <a:gd name="connsiteX67" fmla="*/ 907257 w 2543175"/>
                <a:gd name="connsiteY67" fmla="*/ 683419 h 1890712"/>
                <a:gd name="connsiteX68" fmla="*/ 928688 w 2543175"/>
                <a:gd name="connsiteY68" fmla="*/ 695325 h 1890712"/>
                <a:gd name="connsiteX69" fmla="*/ 942975 w 2543175"/>
                <a:gd name="connsiteY69" fmla="*/ 700087 h 1890712"/>
                <a:gd name="connsiteX70" fmla="*/ 964407 w 2543175"/>
                <a:gd name="connsiteY70" fmla="*/ 716756 h 1890712"/>
                <a:gd name="connsiteX71" fmla="*/ 971550 w 2543175"/>
                <a:gd name="connsiteY71" fmla="*/ 723900 h 1890712"/>
                <a:gd name="connsiteX72" fmla="*/ 983457 w 2543175"/>
                <a:gd name="connsiteY72" fmla="*/ 733425 h 1890712"/>
                <a:gd name="connsiteX73" fmla="*/ 990600 w 2543175"/>
                <a:gd name="connsiteY73" fmla="*/ 738187 h 1890712"/>
                <a:gd name="connsiteX74" fmla="*/ 1007269 w 2543175"/>
                <a:gd name="connsiteY74" fmla="*/ 752475 h 1890712"/>
                <a:gd name="connsiteX75" fmla="*/ 1031082 w 2543175"/>
                <a:gd name="connsiteY75" fmla="*/ 766762 h 1890712"/>
                <a:gd name="connsiteX76" fmla="*/ 1042988 w 2543175"/>
                <a:gd name="connsiteY76" fmla="*/ 773906 h 1890712"/>
                <a:gd name="connsiteX77" fmla="*/ 1071563 w 2543175"/>
                <a:gd name="connsiteY77" fmla="*/ 785812 h 1890712"/>
                <a:gd name="connsiteX78" fmla="*/ 1097757 w 2543175"/>
                <a:gd name="connsiteY78" fmla="*/ 807244 h 1890712"/>
                <a:gd name="connsiteX79" fmla="*/ 1104900 w 2543175"/>
                <a:gd name="connsiteY79" fmla="*/ 814387 h 1890712"/>
                <a:gd name="connsiteX80" fmla="*/ 1121569 w 2543175"/>
                <a:gd name="connsiteY80" fmla="*/ 823912 h 1890712"/>
                <a:gd name="connsiteX81" fmla="*/ 1138238 w 2543175"/>
                <a:gd name="connsiteY81" fmla="*/ 835819 h 1890712"/>
                <a:gd name="connsiteX82" fmla="*/ 1147763 w 2543175"/>
                <a:gd name="connsiteY82" fmla="*/ 842962 h 1890712"/>
                <a:gd name="connsiteX83" fmla="*/ 1157288 w 2543175"/>
                <a:gd name="connsiteY83" fmla="*/ 847725 h 1890712"/>
                <a:gd name="connsiteX84" fmla="*/ 1178719 w 2543175"/>
                <a:gd name="connsiteY84" fmla="*/ 859631 h 1890712"/>
                <a:gd name="connsiteX85" fmla="*/ 1188244 w 2543175"/>
                <a:gd name="connsiteY85" fmla="*/ 866775 h 1890712"/>
                <a:gd name="connsiteX86" fmla="*/ 1195388 w 2543175"/>
                <a:gd name="connsiteY86" fmla="*/ 871537 h 1890712"/>
                <a:gd name="connsiteX87" fmla="*/ 1212057 w 2543175"/>
                <a:gd name="connsiteY87" fmla="*/ 883444 h 1890712"/>
                <a:gd name="connsiteX88" fmla="*/ 1226344 w 2543175"/>
                <a:gd name="connsiteY88" fmla="*/ 895350 h 1890712"/>
                <a:gd name="connsiteX89" fmla="*/ 1245394 w 2543175"/>
                <a:gd name="connsiteY89" fmla="*/ 907256 h 1890712"/>
                <a:gd name="connsiteX90" fmla="*/ 1254919 w 2543175"/>
                <a:gd name="connsiteY90" fmla="*/ 914400 h 1890712"/>
                <a:gd name="connsiteX91" fmla="*/ 1269207 w 2543175"/>
                <a:gd name="connsiteY91" fmla="*/ 921544 h 1890712"/>
                <a:gd name="connsiteX92" fmla="*/ 1290638 w 2543175"/>
                <a:gd name="connsiteY92" fmla="*/ 935831 h 1890712"/>
                <a:gd name="connsiteX93" fmla="*/ 1307307 w 2543175"/>
                <a:gd name="connsiteY93" fmla="*/ 952500 h 1890712"/>
                <a:gd name="connsiteX94" fmla="*/ 1333500 w 2543175"/>
                <a:gd name="connsiteY94" fmla="*/ 971550 h 1890712"/>
                <a:gd name="connsiteX95" fmla="*/ 1359694 w 2543175"/>
                <a:gd name="connsiteY95" fmla="*/ 990600 h 1890712"/>
                <a:gd name="connsiteX96" fmla="*/ 1385888 w 2543175"/>
                <a:gd name="connsiteY96" fmla="*/ 1021557 h 1890712"/>
                <a:gd name="connsiteX97" fmla="*/ 1435894 w 2543175"/>
                <a:gd name="connsiteY97" fmla="*/ 1054894 h 1890712"/>
                <a:gd name="connsiteX98" fmla="*/ 1497806 w 2543175"/>
                <a:gd name="connsiteY98" fmla="*/ 1104900 h 1890712"/>
                <a:gd name="connsiteX99" fmla="*/ 1559718 w 2543175"/>
                <a:gd name="connsiteY99" fmla="*/ 1154906 h 1890712"/>
                <a:gd name="connsiteX100" fmla="*/ 1595438 w 2543175"/>
                <a:gd name="connsiteY100" fmla="*/ 1181100 h 1890712"/>
                <a:gd name="connsiteX101" fmla="*/ 1628775 w 2543175"/>
                <a:gd name="connsiteY101" fmla="*/ 1207294 h 1890712"/>
                <a:gd name="connsiteX102" fmla="*/ 1662113 w 2543175"/>
                <a:gd name="connsiteY102" fmla="*/ 1231107 h 1890712"/>
                <a:gd name="connsiteX103" fmla="*/ 1700213 w 2543175"/>
                <a:gd name="connsiteY103" fmla="*/ 1247775 h 1890712"/>
                <a:gd name="connsiteX104" fmla="*/ 1712119 w 2543175"/>
                <a:gd name="connsiteY104" fmla="*/ 1259681 h 1890712"/>
                <a:gd name="connsiteX105" fmla="*/ 1733550 w 2543175"/>
                <a:gd name="connsiteY105" fmla="*/ 1273969 h 1890712"/>
                <a:gd name="connsiteX106" fmla="*/ 1743075 w 2543175"/>
                <a:gd name="connsiteY106" fmla="*/ 1283494 h 1890712"/>
                <a:gd name="connsiteX107" fmla="*/ 1754982 w 2543175"/>
                <a:gd name="connsiteY107" fmla="*/ 1290637 h 1890712"/>
                <a:gd name="connsiteX108" fmla="*/ 1766888 w 2543175"/>
                <a:gd name="connsiteY108" fmla="*/ 1300162 h 1890712"/>
                <a:gd name="connsiteX109" fmla="*/ 1783557 w 2543175"/>
                <a:gd name="connsiteY109" fmla="*/ 1307306 h 1890712"/>
                <a:gd name="connsiteX110" fmla="*/ 1790700 w 2543175"/>
                <a:gd name="connsiteY110" fmla="*/ 1312069 h 1890712"/>
                <a:gd name="connsiteX111" fmla="*/ 1800225 w 2543175"/>
                <a:gd name="connsiteY111" fmla="*/ 1319212 h 1890712"/>
                <a:gd name="connsiteX112" fmla="*/ 1807369 w 2543175"/>
                <a:gd name="connsiteY112" fmla="*/ 1321594 h 1890712"/>
                <a:gd name="connsiteX113" fmla="*/ 1824038 w 2543175"/>
                <a:gd name="connsiteY113" fmla="*/ 1333500 h 1890712"/>
                <a:gd name="connsiteX114" fmla="*/ 1843088 w 2543175"/>
                <a:gd name="connsiteY114" fmla="*/ 1352550 h 1890712"/>
                <a:gd name="connsiteX115" fmla="*/ 1852613 w 2543175"/>
                <a:gd name="connsiteY115" fmla="*/ 1359694 h 1890712"/>
                <a:gd name="connsiteX116" fmla="*/ 1859757 w 2543175"/>
                <a:gd name="connsiteY116" fmla="*/ 1366837 h 1890712"/>
                <a:gd name="connsiteX117" fmla="*/ 1869282 w 2543175"/>
                <a:gd name="connsiteY117" fmla="*/ 1371600 h 1890712"/>
                <a:gd name="connsiteX118" fmla="*/ 1883569 w 2543175"/>
                <a:gd name="connsiteY118" fmla="*/ 1388269 h 1890712"/>
                <a:gd name="connsiteX119" fmla="*/ 1893094 w 2543175"/>
                <a:gd name="connsiteY119" fmla="*/ 1395412 h 1890712"/>
                <a:gd name="connsiteX120" fmla="*/ 1902619 w 2543175"/>
                <a:gd name="connsiteY120" fmla="*/ 1404937 h 1890712"/>
                <a:gd name="connsiteX121" fmla="*/ 1912144 w 2543175"/>
                <a:gd name="connsiteY121" fmla="*/ 1409700 h 1890712"/>
                <a:gd name="connsiteX122" fmla="*/ 1931194 w 2543175"/>
                <a:gd name="connsiteY122" fmla="*/ 1421606 h 1890712"/>
                <a:gd name="connsiteX123" fmla="*/ 1935957 w 2543175"/>
                <a:gd name="connsiteY123" fmla="*/ 1428750 h 1890712"/>
                <a:gd name="connsiteX124" fmla="*/ 1952625 w 2543175"/>
                <a:gd name="connsiteY124" fmla="*/ 1438275 h 1890712"/>
                <a:gd name="connsiteX125" fmla="*/ 1971675 w 2543175"/>
                <a:gd name="connsiteY125" fmla="*/ 1450181 h 1890712"/>
                <a:gd name="connsiteX126" fmla="*/ 1981200 w 2543175"/>
                <a:gd name="connsiteY126" fmla="*/ 1454944 h 1890712"/>
                <a:gd name="connsiteX127" fmla="*/ 1997869 w 2543175"/>
                <a:gd name="connsiteY127" fmla="*/ 1471612 h 1890712"/>
                <a:gd name="connsiteX128" fmla="*/ 2007394 w 2543175"/>
                <a:gd name="connsiteY128" fmla="*/ 1478756 h 1890712"/>
                <a:gd name="connsiteX129" fmla="*/ 2016919 w 2543175"/>
                <a:gd name="connsiteY129" fmla="*/ 1483519 h 1890712"/>
                <a:gd name="connsiteX130" fmla="*/ 2024063 w 2543175"/>
                <a:gd name="connsiteY130" fmla="*/ 1490662 h 1890712"/>
                <a:gd name="connsiteX131" fmla="*/ 2033588 w 2543175"/>
                <a:gd name="connsiteY131" fmla="*/ 1495425 h 1890712"/>
                <a:gd name="connsiteX132" fmla="*/ 2040732 w 2543175"/>
                <a:gd name="connsiteY132" fmla="*/ 1502569 h 1890712"/>
                <a:gd name="connsiteX133" fmla="*/ 2047875 w 2543175"/>
                <a:gd name="connsiteY133" fmla="*/ 1507331 h 1890712"/>
                <a:gd name="connsiteX134" fmla="*/ 2057400 w 2543175"/>
                <a:gd name="connsiteY134" fmla="*/ 1514475 h 1890712"/>
                <a:gd name="connsiteX135" fmla="*/ 2064544 w 2543175"/>
                <a:gd name="connsiteY135" fmla="*/ 1519237 h 1890712"/>
                <a:gd name="connsiteX136" fmla="*/ 2071688 w 2543175"/>
                <a:gd name="connsiteY136" fmla="*/ 1526381 h 1890712"/>
                <a:gd name="connsiteX137" fmla="*/ 2081213 w 2543175"/>
                <a:gd name="connsiteY137" fmla="*/ 1531144 h 1890712"/>
                <a:gd name="connsiteX138" fmla="*/ 2090738 w 2543175"/>
                <a:gd name="connsiteY138" fmla="*/ 1538287 h 1890712"/>
                <a:gd name="connsiteX139" fmla="*/ 2109788 w 2543175"/>
                <a:gd name="connsiteY139" fmla="*/ 1547812 h 1890712"/>
                <a:gd name="connsiteX140" fmla="*/ 2131219 w 2543175"/>
                <a:gd name="connsiteY140" fmla="*/ 1562100 h 1890712"/>
                <a:gd name="connsiteX141" fmla="*/ 2140744 w 2543175"/>
                <a:gd name="connsiteY141" fmla="*/ 1566862 h 1890712"/>
                <a:gd name="connsiteX142" fmla="*/ 2152650 w 2543175"/>
                <a:gd name="connsiteY142" fmla="*/ 1576387 h 1890712"/>
                <a:gd name="connsiteX143" fmla="*/ 2181225 w 2543175"/>
                <a:gd name="connsiteY143" fmla="*/ 1590675 h 1890712"/>
                <a:gd name="connsiteX144" fmla="*/ 2200275 w 2543175"/>
                <a:gd name="connsiteY144" fmla="*/ 1607344 h 1890712"/>
                <a:gd name="connsiteX145" fmla="*/ 2207419 w 2543175"/>
                <a:gd name="connsiteY145" fmla="*/ 1612106 h 1890712"/>
                <a:gd name="connsiteX146" fmla="*/ 2216944 w 2543175"/>
                <a:gd name="connsiteY146" fmla="*/ 1619250 h 1890712"/>
                <a:gd name="connsiteX147" fmla="*/ 2247900 w 2543175"/>
                <a:gd name="connsiteY147" fmla="*/ 1643062 h 1890712"/>
                <a:gd name="connsiteX148" fmla="*/ 2281238 w 2543175"/>
                <a:gd name="connsiteY148" fmla="*/ 1674019 h 1890712"/>
                <a:gd name="connsiteX149" fmla="*/ 2312194 w 2543175"/>
                <a:gd name="connsiteY149" fmla="*/ 1685925 h 1890712"/>
                <a:gd name="connsiteX150" fmla="*/ 2350294 w 2543175"/>
                <a:gd name="connsiteY150" fmla="*/ 1712119 h 1890712"/>
                <a:gd name="connsiteX151" fmla="*/ 2428876 w 2543175"/>
                <a:gd name="connsiteY151" fmla="*/ 1785938 h 1890712"/>
                <a:gd name="connsiteX152" fmla="*/ 2469356 w 2543175"/>
                <a:gd name="connsiteY152" fmla="*/ 1816894 h 1890712"/>
                <a:gd name="connsiteX153" fmla="*/ 2514600 w 2543175"/>
                <a:gd name="connsiteY153" fmla="*/ 1850231 h 1890712"/>
                <a:gd name="connsiteX154" fmla="*/ 2519363 w 2543175"/>
                <a:gd name="connsiteY154" fmla="*/ 1857375 h 1890712"/>
                <a:gd name="connsiteX155" fmla="*/ 2540794 w 2543175"/>
                <a:gd name="connsiteY155" fmla="*/ 1883569 h 1890712"/>
                <a:gd name="connsiteX156" fmla="*/ 2543175 w 2543175"/>
                <a:gd name="connsiteY156" fmla="*/ 1890712 h 1890712"/>
                <a:gd name="connsiteX0" fmla="*/ 0 w 2543175"/>
                <a:gd name="connsiteY0" fmla="*/ 0 h 1890712"/>
                <a:gd name="connsiteX1" fmla="*/ 11907 w 2543175"/>
                <a:gd name="connsiteY1" fmla="*/ 11906 h 1890712"/>
                <a:gd name="connsiteX2" fmla="*/ 21432 w 2543175"/>
                <a:gd name="connsiteY2" fmla="*/ 16669 h 1890712"/>
                <a:gd name="connsiteX3" fmla="*/ 23813 w 2543175"/>
                <a:gd name="connsiteY3" fmla="*/ 23812 h 1890712"/>
                <a:gd name="connsiteX4" fmla="*/ 33338 w 2543175"/>
                <a:gd name="connsiteY4" fmla="*/ 33337 h 1890712"/>
                <a:gd name="connsiteX5" fmla="*/ 40482 w 2543175"/>
                <a:gd name="connsiteY5" fmla="*/ 42862 h 1890712"/>
                <a:gd name="connsiteX6" fmla="*/ 47625 w 2543175"/>
                <a:gd name="connsiteY6" fmla="*/ 47625 h 1890712"/>
                <a:gd name="connsiteX7" fmla="*/ 57150 w 2543175"/>
                <a:gd name="connsiteY7" fmla="*/ 54769 h 1890712"/>
                <a:gd name="connsiteX8" fmla="*/ 64294 w 2543175"/>
                <a:gd name="connsiteY8" fmla="*/ 59531 h 1890712"/>
                <a:gd name="connsiteX9" fmla="*/ 83344 w 2543175"/>
                <a:gd name="connsiteY9" fmla="*/ 73819 h 1890712"/>
                <a:gd name="connsiteX10" fmla="*/ 97632 w 2543175"/>
                <a:gd name="connsiteY10" fmla="*/ 80962 h 1890712"/>
                <a:gd name="connsiteX11" fmla="*/ 104775 w 2543175"/>
                <a:gd name="connsiteY11" fmla="*/ 85725 h 1890712"/>
                <a:gd name="connsiteX12" fmla="*/ 114300 w 2543175"/>
                <a:gd name="connsiteY12" fmla="*/ 95250 h 1890712"/>
                <a:gd name="connsiteX13" fmla="*/ 123825 w 2543175"/>
                <a:gd name="connsiteY13" fmla="*/ 97631 h 1890712"/>
                <a:gd name="connsiteX14" fmla="*/ 130969 w 2543175"/>
                <a:gd name="connsiteY14" fmla="*/ 104775 h 1890712"/>
                <a:gd name="connsiteX15" fmla="*/ 140494 w 2543175"/>
                <a:gd name="connsiteY15" fmla="*/ 111919 h 1890712"/>
                <a:gd name="connsiteX16" fmla="*/ 147638 w 2543175"/>
                <a:gd name="connsiteY16" fmla="*/ 116681 h 1890712"/>
                <a:gd name="connsiteX17" fmla="*/ 164307 w 2543175"/>
                <a:gd name="connsiteY17" fmla="*/ 128587 h 1890712"/>
                <a:gd name="connsiteX18" fmla="*/ 180975 w 2543175"/>
                <a:gd name="connsiteY18" fmla="*/ 140494 h 1890712"/>
                <a:gd name="connsiteX19" fmla="*/ 197644 w 2543175"/>
                <a:gd name="connsiteY19" fmla="*/ 152400 h 1890712"/>
                <a:gd name="connsiteX20" fmla="*/ 204788 w 2543175"/>
                <a:gd name="connsiteY20" fmla="*/ 157162 h 1890712"/>
                <a:gd name="connsiteX21" fmla="*/ 214313 w 2543175"/>
                <a:gd name="connsiteY21" fmla="*/ 164306 h 1890712"/>
                <a:gd name="connsiteX22" fmla="*/ 230982 w 2543175"/>
                <a:gd name="connsiteY22" fmla="*/ 180975 h 1890712"/>
                <a:gd name="connsiteX23" fmla="*/ 247650 w 2543175"/>
                <a:gd name="connsiteY23" fmla="*/ 185737 h 1890712"/>
                <a:gd name="connsiteX24" fmla="*/ 300038 w 2543175"/>
                <a:gd name="connsiteY24" fmla="*/ 219075 h 1890712"/>
                <a:gd name="connsiteX25" fmla="*/ 342900 w 2543175"/>
                <a:gd name="connsiteY25" fmla="*/ 254794 h 1890712"/>
                <a:gd name="connsiteX26" fmla="*/ 366713 w 2543175"/>
                <a:gd name="connsiteY26" fmla="*/ 264319 h 1890712"/>
                <a:gd name="connsiteX27" fmla="*/ 371475 w 2543175"/>
                <a:gd name="connsiteY27" fmla="*/ 271462 h 1890712"/>
                <a:gd name="connsiteX28" fmla="*/ 385763 w 2543175"/>
                <a:gd name="connsiteY28" fmla="*/ 283369 h 1890712"/>
                <a:gd name="connsiteX29" fmla="*/ 404813 w 2543175"/>
                <a:gd name="connsiteY29" fmla="*/ 295275 h 1890712"/>
                <a:gd name="connsiteX30" fmla="*/ 411957 w 2543175"/>
                <a:gd name="connsiteY30" fmla="*/ 297656 h 1890712"/>
                <a:gd name="connsiteX31" fmla="*/ 466725 w 2543175"/>
                <a:gd name="connsiteY31" fmla="*/ 328612 h 1890712"/>
                <a:gd name="connsiteX32" fmla="*/ 476250 w 2543175"/>
                <a:gd name="connsiteY32" fmla="*/ 335756 h 1890712"/>
                <a:gd name="connsiteX33" fmla="*/ 481013 w 2543175"/>
                <a:gd name="connsiteY33" fmla="*/ 342900 h 1890712"/>
                <a:gd name="connsiteX34" fmla="*/ 490538 w 2543175"/>
                <a:gd name="connsiteY34" fmla="*/ 352425 h 1890712"/>
                <a:gd name="connsiteX35" fmla="*/ 495300 w 2543175"/>
                <a:gd name="connsiteY35" fmla="*/ 359569 h 1890712"/>
                <a:gd name="connsiteX36" fmla="*/ 509588 w 2543175"/>
                <a:gd name="connsiteY36" fmla="*/ 376237 h 1890712"/>
                <a:gd name="connsiteX37" fmla="*/ 514350 w 2543175"/>
                <a:gd name="connsiteY37" fmla="*/ 383381 h 1890712"/>
                <a:gd name="connsiteX38" fmla="*/ 531019 w 2543175"/>
                <a:gd name="connsiteY38" fmla="*/ 397669 h 1890712"/>
                <a:gd name="connsiteX39" fmla="*/ 538163 w 2543175"/>
                <a:gd name="connsiteY39" fmla="*/ 407194 h 1890712"/>
                <a:gd name="connsiteX40" fmla="*/ 554832 w 2543175"/>
                <a:gd name="connsiteY40" fmla="*/ 421481 h 1890712"/>
                <a:gd name="connsiteX41" fmla="*/ 564357 w 2543175"/>
                <a:gd name="connsiteY41" fmla="*/ 431006 h 1890712"/>
                <a:gd name="connsiteX42" fmla="*/ 573882 w 2543175"/>
                <a:gd name="connsiteY42" fmla="*/ 438150 h 1890712"/>
                <a:gd name="connsiteX43" fmla="*/ 595313 w 2543175"/>
                <a:gd name="connsiteY43" fmla="*/ 454819 h 1890712"/>
                <a:gd name="connsiteX44" fmla="*/ 602457 w 2543175"/>
                <a:gd name="connsiteY44" fmla="*/ 457200 h 1890712"/>
                <a:gd name="connsiteX45" fmla="*/ 628650 w 2543175"/>
                <a:gd name="connsiteY45" fmla="*/ 469106 h 1890712"/>
                <a:gd name="connsiteX46" fmla="*/ 645319 w 2543175"/>
                <a:gd name="connsiteY46" fmla="*/ 483394 h 1890712"/>
                <a:gd name="connsiteX47" fmla="*/ 654844 w 2543175"/>
                <a:gd name="connsiteY47" fmla="*/ 488156 h 1890712"/>
                <a:gd name="connsiteX48" fmla="*/ 661988 w 2543175"/>
                <a:gd name="connsiteY48" fmla="*/ 497681 h 1890712"/>
                <a:gd name="connsiteX49" fmla="*/ 683419 w 2543175"/>
                <a:gd name="connsiteY49" fmla="*/ 514350 h 1890712"/>
                <a:gd name="connsiteX50" fmla="*/ 700088 w 2543175"/>
                <a:gd name="connsiteY50" fmla="*/ 526256 h 1890712"/>
                <a:gd name="connsiteX51" fmla="*/ 709613 w 2543175"/>
                <a:gd name="connsiteY51" fmla="*/ 535781 h 1890712"/>
                <a:gd name="connsiteX52" fmla="*/ 719138 w 2543175"/>
                <a:gd name="connsiteY52" fmla="*/ 542925 h 1890712"/>
                <a:gd name="connsiteX53" fmla="*/ 733425 w 2543175"/>
                <a:gd name="connsiteY53" fmla="*/ 557212 h 1890712"/>
                <a:gd name="connsiteX54" fmla="*/ 750094 w 2543175"/>
                <a:gd name="connsiteY54" fmla="*/ 569119 h 1890712"/>
                <a:gd name="connsiteX55" fmla="*/ 769144 w 2543175"/>
                <a:gd name="connsiteY55" fmla="*/ 581025 h 1890712"/>
                <a:gd name="connsiteX56" fmla="*/ 785813 w 2543175"/>
                <a:gd name="connsiteY56" fmla="*/ 590550 h 1890712"/>
                <a:gd name="connsiteX57" fmla="*/ 792957 w 2543175"/>
                <a:gd name="connsiteY57" fmla="*/ 600075 h 1890712"/>
                <a:gd name="connsiteX58" fmla="*/ 809625 w 2543175"/>
                <a:gd name="connsiteY58" fmla="*/ 611981 h 1890712"/>
                <a:gd name="connsiteX59" fmla="*/ 816769 w 2543175"/>
                <a:gd name="connsiteY59" fmla="*/ 619125 h 1890712"/>
                <a:gd name="connsiteX60" fmla="*/ 826294 w 2543175"/>
                <a:gd name="connsiteY60" fmla="*/ 626269 h 1890712"/>
                <a:gd name="connsiteX61" fmla="*/ 840582 w 2543175"/>
                <a:gd name="connsiteY61" fmla="*/ 638175 h 1890712"/>
                <a:gd name="connsiteX62" fmla="*/ 847725 w 2543175"/>
                <a:gd name="connsiteY62" fmla="*/ 645319 h 1890712"/>
                <a:gd name="connsiteX63" fmla="*/ 857250 w 2543175"/>
                <a:gd name="connsiteY63" fmla="*/ 652462 h 1890712"/>
                <a:gd name="connsiteX64" fmla="*/ 864394 w 2543175"/>
                <a:gd name="connsiteY64" fmla="*/ 657225 h 1890712"/>
                <a:gd name="connsiteX65" fmla="*/ 888207 w 2543175"/>
                <a:gd name="connsiteY65" fmla="*/ 676275 h 1890712"/>
                <a:gd name="connsiteX66" fmla="*/ 895350 w 2543175"/>
                <a:gd name="connsiteY66" fmla="*/ 681037 h 1890712"/>
                <a:gd name="connsiteX67" fmla="*/ 907257 w 2543175"/>
                <a:gd name="connsiteY67" fmla="*/ 683419 h 1890712"/>
                <a:gd name="connsiteX68" fmla="*/ 928688 w 2543175"/>
                <a:gd name="connsiteY68" fmla="*/ 695325 h 1890712"/>
                <a:gd name="connsiteX69" fmla="*/ 942975 w 2543175"/>
                <a:gd name="connsiteY69" fmla="*/ 700087 h 1890712"/>
                <a:gd name="connsiteX70" fmla="*/ 964407 w 2543175"/>
                <a:gd name="connsiteY70" fmla="*/ 716756 h 1890712"/>
                <a:gd name="connsiteX71" fmla="*/ 971550 w 2543175"/>
                <a:gd name="connsiteY71" fmla="*/ 723900 h 1890712"/>
                <a:gd name="connsiteX72" fmla="*/ 983457 w 2543175"/>
                <a:gd name="connsiteY72" fmla="*/ 733425 h 1890712"/>
                <a:gd name="connsiteX73" fmla="*/ 990600 w 2543175"/>
                <a:gd name="connsiteY73" fmla="*/ 738187 h 1890712"/>
                <a:gd name="connsiteX74" fmla="*/ 1007269 w 2543175"/>
                <a:gd name="connsiteY74" fmla="*/ 752475 h 1890712"/>
                <a:gd name="connsiteX75" fmla="*/ 1031082 w 2543175"/>
                <a:gd name="connsiteY75" fmla="*/ 766762 h 1890712"/>
                <a:gd name="connsiteX76" fmla="*/ 1042988 w 2543175"/>
                <a:gd name="connsiteY76" fmla="*/ 773906 h 1890712"/>
                <a:gd name="connsiteX77" fmla="*/ 1071563 w 2543175"/>
                <a:gd name="connsiteY77" fmla="*/ 785812 h 1890712"/>
                <a:gd name="connsiteX78" fmla="*/ 1097757 w 2543175"/>
                <a:gd name="connsiteY78" fmla="*/ 807244 h 1890712"/>
                <a:gd name="connsiteX79" fmla="*/ 1104900 w 2543175"/>
                <a:gd name="connsiteY79" fmla="*/ 814387 h 1890712"/>
                <a:gd name="connsiteX80" fmla="*/ 1121569 w 2543175"/>
                <a:gd name="connsiteY80" fmla="*/ 823912 h 1890712"/>
                <a:gd name="connsiteX81" fmla="*/ 1138238 w 2543175"/>
                <a:gd name="connsiteY81" fmla="*/ 835819 h 1890712"/>
                <a:gd name="connsiteX82" fmla="*/ 1147763 w 2543175"/>
                <a:gd name="connsiteY82" fmla="*/ 842962 h 1890712"/>
                <a:gd name="connsiteX83" fmla="*/ 1157288 w 2543175"/>
                <a:gd name="connsiteY83" fmla="*/ 847725 h 1890712"/>
                <a:gd name="connsiteX84" fmla="*/ 1178719 w 2543175"/>
                <a:gd name="connsiteY84" fmla="*/ 859631 h 1890712"/>
                <a:gd name="connsiteX85" fmla="*/ 1188244 w 2543175"/>
                <a:gd name="connsiteY85" fmla="*/ 866775 h 1890712"/>
                <a:gd name="connsiteX86" fmla="*/ 1195388 w 2543175"/>
                <a:gd name="connsiteY86" fmla="*/ 871537 h 1890712"/>
                <a:gd name="connsiteX87" fmla="*/ 1212057 w 2543175"/>
                <a:gd name="connsiteY87" fmla="*/ 883444 h 1890712"/>
                <a:gd name="connsiteX88" fmla="*/ 1226344 w 2543175"/>
                <a:gd name="connsiteY88" fmla="*/ 895350 h 1890712"/>
                <a:gd name="connsiteX89" fmla="*/ 1245394 w 2543175"/>
                <a:gd name="connsiteY89" fmla="*/ 907256 h 1890712"/>
                <a:gd name="connsiteX90" fmla="*/ 1254919 w 2543175"/>
                <a:gd name="connsiteY90" fmla="*/ 914400 h 1890712"/>
                <a:gd name="connsiteX91" fmla="*/ 1269207 w 2543175"/>
                <a:gd name="connsiteY91" fmla="*/ 921544 h 1890712"/>
                <a:gd name="connsiteX92" fmla="*/ 1290638 w 2543175"/>
                <a:gd name="connsiteY92" fmla="*/ 935831 h 1890712"/>
                <a:gd name="connsiteX93" fmla="*/ 1307307 w 2543175"/>
                <a:gd name="connsiteY93" fmla="*/ 952500 h 1890712"/>
                <a:gd name="connsiteX94" fmla="*/ 1333500 w 2543175"/>
                <a:gd name="connsiteY94" fmla="*/ 971550 h 1890712"/>
                <a:gd name="connsiteX95" fmla="*/ 1359694 w 2543175"/>
                <a:gd name="connsiteY95" fmla="*/ 990600 h 1890712"/>
                <a:gd name="connsiteX96" fmla="*/ 1385888 w 2543175"/>
                <a:gd name="connsiteY96" fmla="*/ 1021557 h 1890712"/>
                <a:gd name="connsiteX97" fmla="*/ 1435894 w 2543175"/>
                <a:gd name="connsiteY97" fmla="*/ 1054894 h 1890712"/>
                <a:gd name="connsiteX98" fmla="*/ 1497806 w 2543175"/>
                <a:gd name="connsiteY98" fmla="*/ 1104900 h 1890712"/>
                <a:gd name="connsiteX99" fmla="*/ 1559718 w 2543175"/>
                <a:gd name="connsiteY99" fmla="*/ 1154906 h 1890712"/>
                <a:gd name="connsiteX100" fmla="*/ 1595438 w 2543175"/>
                <a:gd name="connsiteY100" fmla="*/ 1181100 h 1890712"/>
                <a:gd name="connsiteX101" fmla="*/ 1628775 w 2543175"/>
                <a:gd name="connsiteY101" fmla="*/ 1207294 h 1890712"/>
                <a:gd name="connsiteX102" fmla="*/ 1662113 w 2543175"/>
                <a:gd name="connsiteY102" fmla="*/ 1231107 h 1890712"/>
                <a:gd name="connsiteX103" fmla="*/ 1700213 w 2543175"/>
                <a:gd name="connsiteY103" fmla="*/ 1247775 h 1890712"/>
                <a:gd name="connsiteX104" fmla="*/ 1712119 w 2543175"/>
                <a:gd name="connsiteY104" fmla="*/ 1259681 h 1890712"/>
                <a:gd name="connsiteX105" fmla="*/ 1733550 w 2543175"/>
                <a:gd name="connsiteY105" fmla="*/ 1273969 h 1890712"/>
                <a:gd name="connsiteX106" fmla="*/ 1743075 w 2543175"/>
                <a:gd name="connsiteY106" fmla="*/ 1283494 h 1890712"/>
                <a:gd name="connsiteX107" fmla="*/ 1754982 w 2543175"/>
                <a:gd name="connsiteY107" fmla="*/ 1290637 h 1890712"/>
                <a:gd name="connsiteX108" fmla="*/ 1766888 w 2543175"/>
                <a:gd name="connsiteY108" fmla="*/ 1300162 h 1890712"/>
                <a:gd name="connsiteX109" fmla="*/ 1783557 w 2543175"/>
                <a:gd name="connsiteY109" fmla="*/ 1307306 h 1890712"/>
                <a:gd name="connsiteX110" fmla="*/ 1790700 w 2543175"/>
                <a:gd name="connsiteY110" fmla="*/ 1312069 h 1890712"/>
                <a:gd name="connsiteX111" fmla="*/ 1800225 w 2543175"/>
                <a:gd name="connsiteY111" fmla="*/ 1319212 h 1890712"/>
                <a:gd name="connsiteX112" fmla="*/ 1807369 w 2543175"/>
                <a:gd name="connsiteY112" fmla="*/ 1321594 h 1890712"/>
                <a:gd name="connsiteX113" fmla="*/ 1824038 w 2543175"/>
                <a:gd name="connsiteY113" fmla="*/ 1333500 h 1890712"/>
                <a:gd name="connsiteX114" fmla="*/ 1843088 w 2543175"/>
                <a:gd name="connsiteY114" fmla="*/ 1352550 h 1890712"/>
                <a:gd name="connsiteX115" fmla="*/ 1852613 w 2543175"/>
                <a:gd name="connsiteY115" fmla="*/ 1359694 h 1890712"/>
                <a:gd name="connsiteX116" fmla="*/ 1859757 w 2543175"/>
                <a:gd name="connsiteY116" fmla="*/ 1366837 h 1890712"/>
                <a:gd name="connsiteX117" fmla="*/ 1869282 w 2543175"/>
                <a:gd name="connsiteY117" fmla="*/ 1371600 h 1890712"/>
                <a:gd name="connsiteX118" fmla="*/ 1883569 w 2543175"/>
                <a:gd name="connsiteY118" fmla="*/ 1388269 h 1890712"/>
                <a:gd name="connsiteX119" fmla="*/ 1893094 w 2543175"/>
                <a:gd name="connsiteY119" fmla="*/ 1395412 h 1890712"/>
                <a:gd name="connsiteX120" fmla="*/ 1902619 w 2543175"/>
                <a:gd name="connsiteY120" fmla="*/ 1404937 h 1890712"/>
                <a:gd name="connsiteX121" fmla="*/ 1912144 w 2543175"/>
                <a:gd name="connsiteY121" fmla="*/ 1409700 h 1890712"/>
                <a:gd name="connsiteX122" fmla="*/ 1931194 w 2543175"/>
                <a:gd name="connsiteY122" fmla="*/ 1421606 h 1890712"/>
                <a:gd name="connsiteX123" fmla="*/ 1935957 w 2543175"/>
                <a:gd name="connsiteY123" fmla="*/ 1428750 h 1890712"/>
                <a:gd name="connsiteX124" fmla="*/ 1952625 w 2543175"/>
                <a:gd name="connsiteY124" fmla="*/ 1438275 h 1890712"/>
                <a:gd name="connsiteX125" fmla="*/ 1971675 w 2543175"/>
                <a:gd name="connsiteY125" fmla="*/ 1450181 h 1890712"/>
                <a:gd name="connsiteX126" fmla="*/ 1981200 w 2543175"/>
                <a:gd name="connsiteY126" fmla="*/ 1454944 h 1890712"/>
                <a:gd name="connsiteX127" fmla="*/ 1997869 w 2543175"/>
                <a:gd name="connsiteY127" fmla="*/ 1471612 h 1890712"/>
                <a:gd name="connsiteX128" fmla="*/ 2007394 w 2543175"/>
                <a:gd name="connsiteY128" fmla="*/ 1478756 h 1890712"/>
                <a:gd name="connsiteX129" fmla="*/ 2016919 w 2543175"/>
                <a:gd name="connsiteY129" fmla="*/ 1483519 h 1890712"/>
                <a:gd name="connsiteX130" fmla="*/ 2024063 w 2543175"/>
                <a:gd name="connsiteY130" fmla="*/ 1490662 h 1890712"/>
                <a:gd name="connsiteX131" fmla="*/ 2033588 w 2543175"/>
                <a:gd name="connsiteY131" fmla="*/ 1495425 h 1890712"/>
                <a:gd name="connsiteX132" fmla="*/ 2040732 w 2543175"/>
                <a:gd name="connsiteY132" fmla="*/ 1502569 h 1890712"/>
                <a:gd name="connsiteX133" fmla="*/ 2047875 w 2543175"/>
                <a:gd name="connsiteY133" fmla="*/ 1507331 h 1890712"/>
                <a:gd name="connsiteX134" fmla="*/ 2057400 w 2543175"/>
                <a:gd name="connsiteY134" fmla="*/ 1514475 h 1890712"/>
                <a:gd name="connsiteX135" fmla="*/ 2064544 w 2543175"/>
                <a:gd name="connsiteY135" fmla="*/ 1519237 h 1890712"/>
                <a:gd name="connsiteX136" fmla="*/ 2071688 w 2543175"/>
                <a:gd name="connsiteY136" fmla="*/ 1526381 h 1890712"/>
                <a:gd name="connsiteX137" fmla="*/ 2081213 w 2543175"/>
                <a:gd name="connsiteY137" fmla="*/ 1531144 h 1890712"/>
                <a:gd name="connsiteX138" fmla="*/ 2090738 w 2543175"/>
                <a:gd name="connsiteY138" fmla="*/ 1538287 h 1890712"/>
                <a:gd name="connsiteX139" fmla="*/ 2109788 w 2543175"/>
                <a:gd name="connsiteY139" fmla="*/ 1547812 h 1890712"/>
                <a:gd name="connsiteX140" fmla="*/ 2131219 w 2543175"/>
                <a:gd name="connsiteY140" fmla="*/ 1562100 h 1890712"/>
                <a:gd name="connsiteX141" fmla="*/ 2140744 w 2543175"/>
                <a:gd name="connsiteY141" fmla="*/ 1566862 h 1890712"/>
                <a:gd name="connsiteX142" fmla="*/ 2152650 w 2543175"/>
                <a:gd name="connsiteY142" fmla="*/ 1576387 h 1890712"/>
                <a:gd name="connsiteX143" fmla="*/ 2181225 w 2543175"/>
                <a:gd name="connsiteY143" fmla="*/ 1590675 h 1890712"/>
                <a:gd name="connsiteX144" fmla="*/ 2200275 w 2543175"/>
                <a:gd name="connsiteY144" fmla="*/ 1607344 h 1890712"/>
                <a:gd name="connsiteX145" fmla="*/ 2207419 w 2543175"/>
                <a:gd name="connsiteY145" fmla="*/ 1612106 h 1890712"/>
                <a:gd name="connsiteX146" fmla="*/ 2216944 w 2543175"/>
                <a:gd name="connsiteY146" fmla="*/ 1619250 h 1890712"/>
                <a:gd name="connsiteX147" fmla="*/ 2247900 w 2543175"/>
                <a:gd name="connsiteY147" fmla="*/ 1643062 h 1890712"/>
                <a:gd name="connsiteX148" fmla="*/ 2281238 w 2543175"/>
                <a:gd name="connsiteY148" fmla="*/ 1674019 h 1890712"/>
                <a:gd name="connsiteX149" fmla="*/ 2312194 w 2543175"/>
                <a:gd name="connsiteY149" fmla="*/ 1702594 h 1890712"/>
                <a:gd name="connsiteX150" fmla="*/ 2350294 w 2543175"/>
                <a:gd name="connsiteY150" fmla="*/ 1712119 h 1890712"/>
                <a:gd name="connsiteX151" fmla="*/ 2428876 w 2543175"/>
                <a:gd name="connsiteY151" fmla="*/ 1785938 h 1890712"/>
                <a:gd name="connsiteX152" fmla="*/ 2469356 w 2543175"/>
                <a:gd name="connsiteY152" fmla="*/ 1816894 h 1890712"/>
                <a:gd name="connsiteX153" fmla="*/ 2514600 w 2543175"/>
                <a:gd name="connsiteY153" fmla="*/ 1850231 h 1890712"/>
                <a:gd name="connsiteX154" fmla="*/ 2519363 w 2543175"/>
                <a:gd name="connsiteY154" fmla="*/ 1857375 h 1890712"/>
                <a:gd name="connsiteX155" fmla="*/ 2540794 w 2543175"/>
                <a:gd name="connsiteY155" fmla="*/ 1883569 h 1890712"/>
                <a:gd name="connsiteX156" fmla="*/ 2543175 w 2543175"/>
                <a:gd name="connsiteY156" fmla="*/ 1890712 h 1890712"/>
                <a:gd name="connsiteX0" fmla="*/ 0 w 2543175"/>
                <a:gd name="connsiteY0" fmla="*/ 0 h 1890712"/>
                <a:gd name="connsiteX1" fmla="*/ 11907 w 2543175"/>
                <a:gd name="connsiteY1" fmla="*/ 11906 h 1890712"/>
                <a:gd name="connsiteX2" fmla="*/ 21432 w 2543175"/>
                <a:gd name="connsiteY2" fmla="*/ 16669 h 1890712"/>
                <a:gd name="connsiteX3" fmla="*/ 23813 w 2543175"/>
                <a:gd name="connsiteY3" fmla="*/ 23812 h 1890712"/>
                <a:gd name="connsiteX4" fmla="*/ 33338 w 2543175"/>
                <a:gd name="connsiteY4" fmla="*/ 33337 h 1890712"/>
                <a:gd name="connsiteX5" fmla="*/ 40482 w 2543175"/>
                <a:gd name="connsiteY5" fmla="*/ 42862 h 1890712"/>
                <a:gd name="connsiteX6" fmla="*/ 47625 w 2543175"/>
                <a:gd name="connsiteY6" fmla="*/ 47625 h 1890712"/>
                <a:gd name="connsiteX7" fmla="*/ 57150 w 2543175"/>
                <a:gd name="connsiteY7" fmla="*/ 54769 h 1890712"/>
                <a:gd name="connsiteX8" fmla="*/ 64294 w 2543175"/>
                <a:gd name="connsiteY8" fmla="*/ 59531 h 1890712"/>
                <a:gd name="connsiteX9" fmla="*/ 83344 w 2543175"/>
                <a:gd name="connsiteY9" fmla="*/ 73819 h 1890712"/>
                <a:gd name="connsiteX10" fmla="*/ 97632 w 2543175"/>
                <a:gd name="connsiteY10" fmla="*/ 80962 h 1890712"/>
                <a:gd name="connsiteX11" fmla="*/ 104775 w 2543175"/>
                <a:gd name="connsiteY11" fmla="*/ 85725 h 1890712"/>
                <a:gd name="connsiteX12" fmla="*/ 114300 w 2543175"/>
                <a:gd name="connsiteY12" fmla="*/ 95250 h 1890712"/>
                <a:gd name="connsiteX13" fmla="*/ 123825 w 2543175"/>
                <a:gd name="connsiteY13" fmla="*/ 97631 h 1890712"/>
                <a:gd name="connsiteX14" fmla="*/ 130969 w 2543175"/>
                <a:gd name="connsiteY14" fmla="*/ 104775 h 1890712"/>
                <a:gd name="connsiteX15" fmla="*/ 140494 w 2543175"/>
                <a:gd name="connsiteY15" fmla="*/ 111919 h 1890712"/>
                <a:gd name="connsiteX16" fmla="*/ 147638 w 2543175"/>
                <a:gd name="connsiteY16" fmla="*/ 116681 h 1890712"/>
                <a:gd name="connsiteX17" fmla="*/ 164307 w 2543175"/>
                <a:gd name="connsiteY17" fmla="*/ 128587 h 1890712"/>
                <a:gd name="connsiteX18" fmla="*/ 180975 w 2543175"/>
                <a:gd name="connsiteY18" fmla="*/ 140494 h 1890712"/>
                <a:gd name="connsiteX19" fmla="*/ 197644 w 2543175"/>
                <a:gd name="connsiteY19" fmla="*/ 152400 h 1890712"/>
                <a:gd name="connsiteX20" fmla="*/ 204788 w 2543175"/>
                <a:gd name="connsiteY20" fmla="*/ 157162 h 1890712"/>
                <a:gd name="connsiteX21" fmla="*/ 214313 w 2543175"/>
                <a:gd name="connsiteY21" fmla="*/ 164306 h 1890712"/>
                <a:gd name="connsiteX22" fmla="*/ 230982 w 2543175"/>
                <a:gd name="connsiteY22" fmla="*/ 180975 h 1890712"/>
                <a:gd name="connsiteX23" fmla="*/ 247650 w 2543175"/>
                <a:gd name="connsiteY23" fmla="*/ 185737 h 1890712"/>
                <a:gd name="connsiteX24" fmla="*/ 300038 w 2543175"/>
                <a:gd name="connsiteY24" fmla="*/ 219075 h 1890712"/>
                <a:gd name="connsiteX25" fmla="*/ 342900 w 2543175"/>
                <a:gd name="connsiteY25" fmla="*/ 254794 h 1890712"/>
                <a:gd name="connsiteX26" fmla="*/ 366713 w 2543175"/>
                <a:gd name="connsiteY26" fmla="*/ 264319 h 1890712"/>
                <a:gd name="connsiteX27" fmla="*/ 371475 w 2543175"/>
                <a:gd name="connsiteY27" fmla="*/ 271462 h 1890712"/>
                <a:gd name="connsiteX28" fmla="*/ 385763 w 2543175"/>
                <a:gd name="connsiteY28" fmla="*/ 283369 h 1890712"/>
                <a:gd name="connsiteX29" fmla="*/ 404813 w 2543175"/>
                <a:gd name="connsiteY29" fmla="*/ 295275 h 1890712"/>
                <a:gd name="connsiteX30" fmla="*/ 411957 w 2543175"/>
                <a:gd name="connsiteY30" fmla="*/ 297656 h 1890712"/>
                <a:gd name="connsiteX31" fmla="*/ 466725 w 2543175"/>
                <a:gd name="connsiteY31" fmla="*/ 328612 h 1890712"/>
                <a:gd name="connsiteX32" fmla="*/ 476250 w 2543175"/>
                <a:gd name="connsiteY32" fmla="*/ 335756 h 1890712"/>
                <a:gd name="connsiteX33" fmla="*/ 481013 w 2543175"/>
                <a:gd name="connsiteY33" fmla="*/ 342900 h 1890712"/>
                <a:gd name="connsiteX34" fmla="*/ 490538 w 2543175"/>
                <a:gd name="connsiteY34" fmla="*/ 352425 h 1890712"/>
                <a:gd name="connsiteX35" fmla="*/ 495300 w 2543175"/>
                <a:gd name="connsiteY35" fmla="*/ 359569 h 1890712"/>
                <a:gd name="connsiteX36" fmla="*/ 509588 w 2543175"/>
                <a:gd name="connsiteY36" fmla="*/ 376237 h 1890712"/>
                <a:gd name="connsiteX37" fmla="*/ 514350 w 2543175"/>
                <a:gd name="connsiteY37" fmla="*/ 383381 h 1890712"/>
                <a:gd name="connsiteX38" fmla="*/ 531019 w 2543175"/>
                <a:gd name="connsiteY38" fmla="*/ 397669 h 1890712"/>
                <a:gd name="connsiteX39" fmla="*/ 538163 w 2543175"/>
                <a:gd name="connsiteY39" fmla="*/ 407194 h 1890712"/>
                <a:gd name="connsiteX40" fmla="*/ 554832 w 2543175"/>
                <a:gd name="connsiteY40" fmla="*/ 421481 h 1890712"/>
                <a:gd name="connsiteX41" fmla="*/ 564357 w 2543175"/>
                <a:gd name="connsiteY41" fmla="*/ 431006 h 1890712"/>
                <a:gd name="connsiteX42" fmla="*/ 573882 w 2543175"/>
                <a:gd name="connsiteY42" fmla="*/ 438150 h 1890712"/>
                <a:gd name="connsiteX43" fmla="*/ 595313 w 2543175"/>
                <a:gd name="connsiteY43" fmla="*/ 454819 h 1890712"/>
                <a:gd name="connsiteX44" fmla="*/ 602457 w 2543175"/>
                <a:gd name="connsiteY44" fmla="*/ 457200 h 1890712"/>
                <a:gd name="connsiteX45" fmla="*/ 628650 w 2543175"/>
                <a:gd name="connsiteY45" fmla="*/ 469106 h 1890712"/>
                <a:gd name="connsiteX46" fmla="*/ 645319 w 2543175"/>
                <a:gd name="connsiteY46" fmla="*/ 483394 h 1890712"/>
                <a:gd name="connsiteX47" fmla="*/ 654844 w 2543175"/>
                <a:gd name="connsiteY47" fmla="*/ 488156 h 1890712"/>
                <a:gd name="connsiteX48" fmla="*/ 661988 w 2543175"/>
                <a:gd name="connsiteY48" fmla="*/ 497681 h 1890712"/>
                <a:gd name="connsiteX49" fmla="*/ 683419 w 2543175"/>
                <a:gd name="connsiteY49" fmla="*/ 514350 h 1890712"/>
                <a:gd name="connsiteX50" fmla="*/ 700088 w 2543175"/>
                <a:gd name="connsiteY50" fmla="*/ 526256 h 1890712"/>
                <a:gd name="connsiteX51" fmla="*/ 709613 w 2543175"/>
                <a:gd name="connsiteY51" fmla="*/ 535781 h 1890712"/>
                <a:gd name="connsiteX52" fmla="*/ 719138 w 2543175"/>
                <a:gd name="connsiteY52" fmla="*/ 542925 h 1890712"/>
                <a:gd name="connsiteX53" fmla="*/ 733425 w 2543175"/>
                <a:gd name="connsiteY53" fmla="*/ 557212 h 1890712"/>
                <a:gd name="connsiteX54" fmla="*/ 750094 w 2543175"/>
                <a:gd name="connsiteY54" fmla="*/ 569119 h 1890712"/>
                <a:gd name="connsiteX55" fmla="*/ 769144 w 2543175"/>
                <a:gd name="connsiteY55" fmla="*/ 581025 h 1890712"/>
                <a:gd name="connsiteX56" fmla="*/ 785813 w 2543175"/>
                <a:gd name="connsiteY56" fmla="*/ 590550 h 1890712"/>
                <a:gd name="connsiteX57" fmla="*/ 792957 w 2543175"/>
                <a:gd name="connsiteY57" fmla="*/ 600075 h 1890712"/>
                <a:gd name="connsiteX58" fmla="*/ 809625 w 2543175"/>
                <a:gd name="connsiteY58" fmla="*/ 611981 h 1890712"/>
                <a:gd name="connsiteX59" fmla="*/ 816769 w 2543175"/>
                <a:gd name="connsiteY59" fmla="*/ 619125 h 1890712"/>
                <a:gd name="connsiteX60" fmla="*/ 826294 w 2543175"/>
                <a:gd name="connsiteY60" fmla="*/ 626269 h 1890712"/>
                <a:gd name="connsiteX61" fmla="*/ 840582 w 2543175"/>
                <a:gd name="connsiteY61" fmla="*/ 638175 h 1890712"/>
                <a:gd name="connsiteX62" fmla="*/ 847725 w 2543175"/>
                <a:gd name="connsiteY62" fmla="*/ 645319 h 1890712"/>
                <a:gd name="connsiteX63" fmla="*/ 857250 w 2543175"/>
                <a:gd name="connsiteY63" fmla="*/ 652462 h 1890712"/>
                <a:gd name="connsiteX64" fmla="*/ 864394 w 2543175"/>
                <a:gd name="connsiteY64" fmla="*/ 657225 h 1890712"/>
                <a:gd name="connsiteX65" fmla="*/ 888207 w 2543175"/>
                <a:gd name="connsiteY65" fmla="*/ 676275 h 1890712"/>
                <a:gd name="connsiteX66" fmla="*/ 895350 w 2543175"/>
                <a:gd name="connsiteY66" fmla="*/ 681037 h 1890712"/>
                <a:gd name="connsiteX67" fmla="*/ 907257 w 2543175"/>
                <a:gd name="connsiteY67" fmla="*/ 683419 h 1890712"/>
                <a:gd name="connsiteX68" fmla="*/ 928688 w 2543175"/>
                <a:gd name="connsiteY68" fmla="*/ 695325 h 1890712"/>
                <a:gd name="connsiteX69" fmla="*/ 942975 w 2543175"/>
                <a:gd name="connsiteY69" fmla="*/ 700087 h 1890712"/>
                <a:gd name="connsiteX70" fmla="*/ 964407 w 2543175"/>
                <a:gd name="connsiteY70" fmla="*/ 716756 h 1890712"/>
                <a:gd name="connsiteX71" fmla="*/ 971550 w 2543175"/>
                <a:gd name="connsiteY71" fmla="*/ 723900 h 1890712"/>
                <a:gd name="connsiteX72" fmla="*/ 983457 w 2543175"/>
                <a:gd name="connsiteY72" fmla="*/ 733425 h 1890712"/>
                <a:gd name="connsiteX73" fmla="*/ 990600 w 2543175"/>
                <a:gd name="connsiteY73" fmla="*/ 738187 h 1890712"/>
                <a:gd name="connsiteX74" fmla="*/ 1007269 w 2543175"/>
                <a:gd name="connsiteY74" fmla="*/ 752475 h 1890712"/>
                <a:gd name="connsiteX75" fmla="*/ 1031082 w 2543175"/>
                <a:gd name="connsiteY75" fmla="*/ 766762 h 1890712"/>
                <a:gd name="connsiteX76" fmla="*/ 1042988 w 2543175"/>
                <a:gd name="connsiteY76" fmla="*/ 773906 h 1890712"/>
                <a:gd name="connsiteX77" fmla="*/ 1071563 w 2543175"/>
                <a:gd name="connsiteY77" fmla="*/ 785812 h 1890712"/>
                <a:gd name="connsiteX78" fmla="*/ 1097757 w 2543175"/>
                <a:gd name="connsiteY78" fmla="*/ 807244 h 1890712"/>
                <a:gd name="connsiteX79" fmla="*/ 1104900 w 2543175"/>
                <a:gd name="connsiteY79" fmla="*/ 814387 h 1890712"/>
                <a:gd name="connsiteX80" fmla="*/ 1121569 w 2543175"/>
                <a:gd name="connsiteY80" fmla="*/ 823912 h 1890712"/>
                <a:gd name="connsiteX81" fmla="*/ 1138238 w 2543175"/>
                <a:gd name="connsiteY81" fmla="*/ 835819 h 1890712"/>
                <a:gd name="connsiteX82" fmla="*/ 1147763 w 2543175"/>
                <a:gd name="connsiteY82" fmla="*/ 842962 h 1890712"/>
                <a:gd name="connsiteX83" fmla="*/ 1157288 w 2543175"/>
                <a:gd name="connsiteY83" fmla="*/ 847725 h 1890712"/>
                <a:gd name="connsiteX84" fmla="*/ 1178719 w 2543175"/>
                <a:gd name="connsiteY84" fmla="*/ 859631 h 1890712"/>
                <a:gd name="connsiteX85" fmla="*/ 1188244 w 2543175"/>
                <a:gd name="connsiteY85" fmla="*/ 866775 h 1890712"/>
                <a:gd name="connsiteX86" fmla="*/ 1195388 w 2543175"/>
                <a:gd name="connsiteY86" fmla="*/ 871537 h 1890712"/>
                <a:gd name="connsiteX87" fmla="*/ 1212057 w 2543175"/>
                <a:gd name="connsiteY87" fmla="*/ 883444 h 1890712"/>
                <a:gd name="connsiteX88" fmla="*/ 1226344 w 2543175"/>
                <a:gd name="connsiteY88" fmla="*/ 895350 h 1890712"/>
                <a:gd name="connsiteX89" fmla="*/ 1245394 w 2543175"/>
                <a:gd name="connsiteY89" fmla="*/ 907256 h 1890712"/>
                <a:gd name="connsiteX90" fmla="*/ 1254919 w 2543175"/>
                <a:gd name="connsiteY90" fmla="*/ 914400 h 1890712"/>
                <a:gd name="connsiteX91" fmla="*/ 1269207 w 2543175"/>
                <a:gd name="connsiteY91" fmla="*/ 921544 h 1890712"/>
                <a:gd name="connsiteX92" fmla="*/ 1290638 w 2543175"/>
                <a:gd name="connsiteY92" fmla="*/ 935831 h 1890712"/>
                <a:gd name="connsiteX93" fmla="*/ 1307307 w 2543175"/>
                <a:gd name="connsiteY93" fmla="*/ 952500 h 1890712"/>
                <a:gd name="connsiteX94" fmla="*/ 1333500 w 2543175"/>
                <a:gd name="connsiteY94" fmla="*/ 971550 h 1890712"/>
                <a:gd name="connsiteX95" fmla="*/ 1359694 w 2543175"/>
                <a:gd name="connsiteY95" fmla="*/ 990600 h 1890712"/>
                <a:gd name="connsiteX96" fmla="*/ 1385888 w 2543175"/>
                <a:gd name="connsiteY96" fmla="*/ 1021557 h 1890712"/>
                <a:gd name="connsiteX97" fmla="*/ 1435894 w 2543175"/>
                <a:gd name="connsiteY97" fmla="*/ 1054894 h 1890712"/>
                <a:gd name="connsiteX98" fmla="*/ 1497806 w 2543175"/>
                <a:gd name="connsiteY98" fmla="*/ 1104900 h 1890712"/>
                <a:gd name="connsiteX99" fmla="*/ 1559718 w 2543175"/>
                <a:gd name="connsiteY99" fmla="*/ 1154906 h 1890712"/>
                <a:gd name="connsiteX100" fmla="*/ 1595438 w 2543175"/>
                <a:gd name="connsiteY100" fmla="*/ 1181100 h 1890712"/>
                <a:gd name="connsiteX101" fmla="*/ 1628775 w 2543175"/>
                <a:gd name="connsiteY101" fmla="*/ 1207294 h 1890712"/>
                <a:gd name="connsiteX102" fmla="*/ 1662113 w 2543175"/>
                <a:gd name="connsiteY102" fmla="*/ 1231107 h 1890712"/>
                <a:gd name="connsiteX103" fmla="*/ 1700213 w 2543175"/>
                <a:gd name="connsiteY103" fmla="*/ 1247775 h 1890712"/>
                <a:gd name="connsiteX104" fmla="*/ 1712119 w 2543175"/>
                <a:gd name="connsiteY104" fmla="*/ 1259681 h 1890712"/>
                <a:gd name="connsiteX105" fmla="*/ 1733550 w 2543175"/>
                <a:gd name="connsiteY105" fmla="*/ 1273969 h 1890712"/>
                <a:gd name="connsiteX106" fmla="*/ 1743075 w 2543175"/>
                <a:gd name="connsiteY106" fmla="*/ 1283494 h 1890712"/>
                <a:gd name="connsiteX107" fmla="*/ 1754982 w 2543175"/>
                <a:gd name="connsiteY107" fmla="*/ 1290637 h 1890712"/>
                <a:gd name="connsiteX108" fmla="*/ 1766888 w 2543175"/>
                <a:gd name="connsiteY108" fmla="*/ 1300162 h 1890712"/>
                <a:gd name="connsiteX109" fmla="*/ 1783557 w 2543175"/>
                <a:gd name="connsiteY109" fmla="*/ 1307306 h 1890712"/>
                <a:gd name="connsiteX110" fmla="*/ 1790700 w 2543175"/>
                <a:gd name="connsiteY110" fmla="*/ 1312069 h 1890712"/>
                <a:gd name="connsiteX111" fmla="*/ 1800225 w 2543175"/>
                <a:gd name="connsiteY111" fmla="*/ 1319212 h 1890712"/>
                <a:gd name="connsiteX112" fmla="*/ 1807369 w 2543175"/>
                <a:gd name="connsiteY112" fmla="*/ 1321594 h 1890712"/>
                <a:gd name="connsiteX113" fmla="*/ 1824038 w 2543175"/>
                <a:gd name="connsiteY113" fmla="*/ 1333500 h 1890712"/>
                <a:gd name="connsiteX114" fmla="*/ 1843088 w 2543175"/>
                <a:gd name="connsiteY114" fmla="*/ 1352550 h 1890712"/>
                <a:gd name="connsiteX115" fmla="*/ 1852613 w 2543175"/>
                <a:gd name="connsiteY115" fmla="*/ 1359694 h 1890712"/>
                <a:gd name="connsiteX116" fmla="*/ 1859757 w 2543175"/>
                <a:gd name="connsiteY116" fmla="*/ 1366837 h 1890712"/>
                <a:gd name="connsiteX117" fmla="*/ 1869282 w 2543175"/>
                <a:gd name="connsiteY117" fmla="*/ 1371600 h 1890712"/>
                <a:gd name="connsiteX118" fmla="*/ 1883569 w 2543175"/>
                <a:gd name="connsiteY118" fmla="*/ 1388269 h 1890712"/>
                <a:gd name="connsiteX119" fmla="*/ 1893094 w 2543175"/>
                <a:gd name="connsiteY119" fmla="*/ 1395412 h 1890712"/>
                <a:gd name="connsiteX120" fmla="*/ 1902619 w 2543175"/>
                <a:gd name="connsiteY120" fmla="*/ 1404937 h 1890712"/>
                <a:gd name="connsiteX121" fmla="*/ 1912144 w 2543175"/>
                <a:gd name="connsiteY121" fmla="*/ 1409700 h 1890712"/>
                <a:gd name="connsiteX122" fmla="*/ 1931194 w 2543175"/>
                <a:gd name="connsiteY122" fmla="*/ 1421606 h 1890712"/>
                <a:gd name="connsiteX123" fmla="*/ 1935957 w 2543175"/>
                <a:gd name="connsiteY123" fmla="*/ 1428750 h 1890712"/>
                <a:gd name="connsiteX124" fmla="*/ 1952625 w 2543175"/>
                <a:gd name="connsiteY124" fmla="*/ 1438275 h 1890712"/>
                <a:gd name="connsiteX125" fmla="*/ 1971675 w 2543175"/>
                <a:gd name="connsiteY125" fmla="*/ 1450181 h 1890712"/>
                <a:gd name="connsiteX126" fmla="*/ 1981200 w 2543175"/>
                <a:gd name="connsiteY126" fmla="*/ 1454944 h 1890712"/>
                <a:gd name="connsiteX127" fmla="*/ 1997869 w 2543175"/>
                <a:gd name="connsiteY127" fmla="*/ 1471612 h 1890712"/>
                <a:gd name="connsiteX128" fmla="*/ 2007394 w 2543175"/>
                <a:gd name="connsiteY128" fmla="*/ 1478756 h 1890712"/>
                <a:gd name="connsiteX129" fmla="*/ 2016919 w 2543175"/>
                <a:gd name="connsiteY129" fmla="*/ 1483519 h 1890712"/>
                <a:gd name="connsiteX130" fmla="*/ 2024063 w 2543175"/>
                <a:gd name="connsiteY130" fmla="*/ 1490662 h 1890712"/>
                <a:gd name="connsiteX131" fmla="*/ 2033588 w 2543175"/>
                <a:gd name="connsiteY131" fmla="*/ 1495425 h 1890712"/>
                <a:gd name="connsiteX132" fmla="*/ 2040732 w 2543175"/>
                <a:gd name="connsiteY132" fmla="*/ 1502569 h 1890712"/>
                <a:gd name="connsiteX133" fmla="*/ 2047875 w 2543175"/>
                <a:gd name="connsiteY133" fmla="*/ 1507331 h 1890712"/>
                <a:gd name="connsiteX134" fmla="*/ 2057400 w 2543175"/>
                <a:gd name="connsiteY134" fmla="*/ 1514475 h 1890712"/>
                <a:gd name="connsiteX135" fmla="*/ 2064544 w 2543175"/>
                <a:gd name="connsiteY135" fmla="*/ 1519237 h 1890712"/>
                <a:gd name="connsiteX136" fmla="*/ 2071688 w 2543175"/>
                <a:gd name="connsiteY136" fmla="*/ 1526381 h 1890712"/>
                <a:gd name="connsiteX137" fmla="*/ 2081213 w 2543175"/>
                <a:gd name="connsiteY137" fmla="*/ 1531144 h 1890712"/>
                <a:gd name="connsiteX138" fmla="*/ 2090738 w 2543175"/>
                <a:gd name="connsiteY138" fmla="*/ 1538287 h 1890712"/>
                <a:gd name="connsiteX139" fmla="*/ 2109788 w 2543175"/>
                <a:gd name="connsiteY139" fmla="*/ 1547812 h 1890712"/>
                <a:gd name="connsiteX140" fmla="*/ 2131219 w 2543175"/>
                <a:gd name="connsiteY140" fmla="*/ 1562100 h 1890712"/>
                <a:gd name="connsiteX141" fmla="*/ 2140744 w 2543175"/>
                <a:gd name="connsiteY141" fmla="*/ 1566862 h 1890712"/>
                <a:gd name="connsiteX142" fmla="*/ 2152650 w 2543175"/>
                <a:gd name="connsiteY142" fmla="*/ 1576387 h 1890712"/>
                <a:gd name="connsiteX143" fmla="*/ 2181225 w 2543175"/>
                <a:gd name="connsiteY143" fmla="*/ 1590675 h 1890712"/>
                <a:gd name="connsiteX144" fmla="*/ 2200275 w 2543175"/>
                <a:gd name="connsiteY144" fmla="*/ 1607344 h 1890712"/>
                <a:gd name="connsiteX145" fmla="*/ 2207419 w 2543175"/>
                <a:gd name="connsiteY145" fmla="*/ 1612106 h 1890712"/>
                <a:gd name="connsiteX146" fmla="*/ 2216944 w 2543175"/>
                <a:gd name="connsiteY146" fmla="*/ 1619250 h 1890712"/>
                <a:gd name="connsiteX147" fmla="*/ 2247900 w 2543175"/>
                <a:gd name="connsiteY147" fmla="*/ 1643062 h 1890712"/>
                <a:gd name="connsiteX148" fmla="*/ 2281238 w 2543175"/>
                <a:gd name="connsiteY148" fmla="*/ 1674019 h 1890712"/>
                <a:gd name="connsiteX149" fmla="*/ 2312194 w 2543175"/>
                <a:gd name="connsiteY149" fmla="*/ 1702594 h 1890712"/>
                <a:gd name="connsiteX150" fmla="*/ 2369344 w 2543175"/>
                <a:gd name="connsiteY150" fmla="*/ 1757363 h 1890712"/>
                <a:gd name="connsiteX151" fmla="*/ 2428876 w 2543175"/>
                <a:gd name="connsiteY151" fmla="*/ 1785938 h 1890712"/>
                <a:gd name="connsiteX152" fmla="*/ 2469356 w 2543175"/>
                <a:gd name="connsiteY152" fmla="*/ 1816894 h 1890712"/>
                <a:gd name="connsiteX153" fmla="*/ 2514600 w 2543175"/>
                <a:gd name="connsiteY153" fmla="*/ 1850231 h 1890712"/>
                <a:gd name="connsiteX154" fmla="*/ 2519363 w 2543175"/>
                <a:gd name="connsiteY154" fmla="*/ 1857375 h 1890712"/>
                <a:gd name="connsiteX155" fmla="*/ 2540794 w 2543175"/>
                <a:gd name="connsiteY155" fmla="*/ 1883569 h 1890712"/>
                <a:gd name="connsiteX156" fmla="*/ 2543175 w 2543175"/>
                <a:gd name="connsiteY156" fmla="*/ 1890712 h 1890712"/>
                <a:gd name="connsiteX0" fmla="*/ 0 w 2543175"/>
                <a:gd name="connsiteY0" fmla="*/ 0 h 1890712"/>
                <a:gd name="connsiteX1" fmla="*/ 11907 w 2543175"/>
                <a:gd name="connsiteY1" fmla="*/ 11906 h 1890712"/>
                <a:gd name="connsiteX2" fmla="*/ 21432 w 2543175"/>
                <a:gd name="connsiteY2" fmla="*/ 16669 h 1890712"/>
                <a:gd name="connsiteX3" fmla="*/ 23813 w 2543175"/>
                <a:gd name="connsiteY3" fmla="*/ 23812 h 1890712"/>
                <a:gd name="connsiteX4" fmla="*/ 33338 w 2543175"/>
                <a:gd name="connsiteY4" fmla="*/ 33337 h 1890712"/>
                <a:gd name="connsiteX5" fmla="*/ 40482 w 2543175"/>
                <a:gd name="connsiteY5" fmla="*/ 42862 h 1890712"/>
                <a:gd name="connsiteX6" fmla="*/ 47625 w 2543175"/>
                <a:gd name="connsiteY6" fmla="*/ 47625 h 1890712"/>
                <a:gd name="connsiteX7" fmla="*/ 57150 w 2543175"/>
                <a:gd name="connsiteY7" fmla="*/ 54769 h 1890712"/>
                <a:gd name="connsiteX8" fmla="*/ 64294 w 2543175"/>
                <a:gd name="connsiteY8" fmla="*/ 59531 h 1890712"/>
                <a:gd name="connsiteX9" fmla="*/ 83344 w 2543175"/>
                <a:gd name="connsiteY9" fmla="*/ 73819 h 1890712"/>
                <a:gd name="connsiteX10" fmla="*/ 97632 w 2543175"/>
                <a:gd name="connsiteY10" fmla="*/ 80962 h 1890712"/>
                <a:gd name="connsiteX11" fmla="*/ 104775 w 2543175"/>
                <a:gd name="connsiteY11" fmla="*/ 85725 h 1890712"/>
                <a:gd name="connsiteX12" fmla="*/ 114300 w 2543175"/>
                <a:gd name="connsiteY12" fmla="*/ 95250 h 1890712"/>
                <a:gd name="connsiteX13" fmla="*/ 123825 w 2543175"/>
                <a:gd name="connsiteY13" fmla="*/ 97631 h 1890712"/>
                <a:gd name="connsiteX14" fmla="*/ 130969 w 2543175"/>
                <a:gd name="connsiteY14" fmla="*/ 104775 h 1890712"/>
                <a:gd name="connsiteX15" fmla="*/ 140494 w 2543175"/>
                <a:gd name="connsiteY15" fmla="*/ 111919 h 1890712"/>
                <a:gd name="connsiteX16" fmla="*/ 147638 w 2543175"/>
                <a:gd name="connsiteY16" fmla="*/ 116681 h 1890712"/>
                <a:gd name="connsiteX17" fmla="*/ 164307 w 2543175"/>
                <a:gd name="connsiteY17" fmla="*/ 128587 h 1890712"/>
                <a:gd name="connsiteX18" fmla="*/ 180975 w 2543175"/>
                <a:gd name="connsiteY18" fmla="*/ 140494 h 1890712"/>
                <a:gd name="connsiteX19" fmla="*/ 197644 w 2543175"/>
                <a:gd name="connsiteY19" fmla="*/ 152400 h 1890712"/>
                <a:gd name="connsiteX20" fmla="*/ 204788 w 2543175"/>
                <a:gd name="connsiteY20" fmla="*/ 157162 h 1890712"/>
                <a:gd name="connsiteX21" fmla="*/ 214313 w 2543175"/>
                <a:gd name="connsiteY21" fmla="*/ 164306 h 1890712"/>
                <a:gd name="connsiteX22" fmla="*/ 230982 w 2543175"/>
                <a:gd name="connsiteY22" fmla="*/ 180975 h 1890712"/>
                <a:gd name="connsiteX23" fmla="*/ 247650 w 2543175"/>
                <a:gd name="connsiteY23" fmla="*/ 185737 h 1890712"/>
                <a:gd name="connsiteX24" fmla="*/ 300038 w 2543175"/>
                <a:gd name="connsiteY24" fmla="*/ 219075 h 1890712"/>
                <a:gd name="connsiteX25" fmla="*/ 342900 w 2543175"/>
                <a:gd name="connsiteY25" fmla="*/ 254794 h 1890712"/>
                <a:gd name="connsiteX26" fmla="*/ 366713 w 2543175"/>
                <a:gd name="connsiteY26" fmla="*/ 264319 h 1890712"/>
                <a:gd name="connsiteX27" fmla="*/ 371475 w 2543175"/>
                <a:gd name="connsiteY27" fmla="*/ 271462 h 1890712"/>
                <a:gd name="connsiteX28" fmla="*/ 385763 w 2543175"/>
                <a:gd name="connsiteY28" fmla="*/ 283369 h 1890712"/>
                <a:gd name="connsiteX29" fmla="*/ 404813 w 2543175"/>
                <a:gd name="connsiteY29" fmla="*/ 295275 h 1890712"/>
                <a:gd name="connsiteX30" fmla="*/ 411957 w 2543175"/>
                <a:gd name="connsiteY30" fmla="*/ 297656 h 1890712"/>
                <a:gd name="connsiteX31" fmla="*/ 466725 w 2543175"/>
                <a:gd name="connsiteY31" fmla="*/ 328612 h 1890712"/>
                <a:gd name="connsiteX32" fmla="*/ 476250 w 2543175"/>
                <a:gd name="connsiteY32" fmla="*/ 335756 h 1890712"/>
                <a:gd name="connsiteX33" fmla="*/ 481013 w 2543175"/>
                <a:gd name="connsiteY33" fmla="*/ 342900 h 1890712"/>
                <a:gd name="connsiteX34" fmla="*/ 490538 w 2543175"/>
                <a:gd name="connsiteY34" fmla="*/ 352425 h 1890712"/>
                <a:gd name="connsiteX35" fmla="*/ 495300 w 2543175"/>
                <a:gd name="connsiteY35" fmla="*/ 359569 h 1890712"/>
                <a:gd name="connsiteX36" fmla="*/ 509588 w 2543175"/>
                <a:gd name="connsiteY36" fmla="*/ 376237 h 1890712"/>
                <a:gd name="connsiteX37" fmla="*/ 514350 w 2543175"/>
                <a:gd name="connsiteY37" fmla="*/ 383381 h 1890712"/>
                <a:gd name="connsiteX38" fmla="*/ 531019 w 2543175"/>
                <a:gd name="connsiteY38" fmla="*/ 397669 h 1890712"/>
                <a:gd name="connsiteX39" fmla="*/ 538163 w 2543175"/>
                <a:gd name="connsiteY39" fmla="*/ 407194 h 1890712"/>
                <a:gd name="connsiteX40" fmla="*/ 554832 w 2543175"/>
                <a:gd name="connsiteY40" fmla="*/ 421481 h 1890712"/>
                <a:gd name="connsiteX41" fmla="*/ 564357 w 2543175"/>
                <a:gd name="connsiteY41" fmla="*/ 431006 h 1890712"/>
                <a:gd name="connsiteX42" fmla="*/ 573882 w 2543175"/>
                <a:gd name="connsiteY42" fmla="*/ 438150 h 1890712"/>
                <a:gd name="connsiteX43" fmla="*/ 595313 w 2543175"/>
                <a:gd name="connsiteY43" fmla="*/ 454819 h 1890712"/>
                <a:gd name="connsiteX44" fmla="*/ 602457 w 2543175"/>
                <a:gd name="connsiteY44" fmla="*/ 457200 h 1890712"/>
                <a:gd name="connsiteX45" fmla="*/ 628650 w 2543175"/>
                <a:gd name="connsiteY45" fmla="*/ 469106 h 1890712"/>
                <a:gd name="connsiteX46" fmla="*/ 645319 w 2543175"/>
                <a:gd name="connsiteY46" fmla="*/ 483394 h 1890712"/>
                <a:gd name="connsiteX47" fmla="*/ 654844 w 2543175"/>
                <a:gd name="connsiteY47" fmla="*/ 488156 h 1890712"/>
                <a:gd name="connsiteX48" fmla="*/ 661988 w 2543175"/>
                <a:gd name="connsiteY48" fmla="*/ 497681 h 1890712"/>
                <a:gd name="connsiteX49" fmla="*/ 683419 w 2543175"/>
                <a:gd name="connsiteY49" fmla="*/ 514350 h 1890712"/>
                <a:gd name="connsiteX50" fmla="*/ 700088 w 2543175"/>
                <a:gd name="connsiteY50" fmla="*/ 526256 h 1890712"/>
                <a:gd name="connsiteX51" fmla="*/ 709613 w 2543175"/>
                <a:gd name="connsiteY51" fmla="*/ 535781 h 1890712"/>
                <a:gd name="connsiteX52" fmla="*/ 719138 w 2543175"/>
                <a:gd name="connsiteY52" fmla="*/ 542925 h 1890712"/>
                <a:gd name="connsiteX53" fmla="*/ 733425 w 2543175"/>
                <a:gd name="connsiteY53" fmla="*/ 557212 h 1890712"/>
                <a:gd name="connsiteX54" fmla="*/ 750094 w 2543175"/>
                <a:gd name="connsiteY54" fmla="*/ 569119 h 1890712"/>
                <a:gd name="connsiteX55" fmla="*/ 769144 w 2543175"/>
                <a:gd name="connsiteY55" fmla="*/ 581025 h 1890712"/>
                <a:gd name="connsiteX56" fmla="*/ 785813 w 2543175"/>
                <a:gd name="connsiteY56" fmla="*/ 590550 h 1890712"/>
                <a:gd name="connsiteX57" fmla="*/ 792957 w 2543175"/>
                <a:gd name="connsiteY57" fmla="*/ 600075 h 1890712"/>
                <a:gd name="connsiteX58" fmla="*/ 809625 w 2543175"/>
                <a:gd name="connsiteY58" fmla="*/ 611981 h 1890712"/>
                <a:gd name="connsiteX59" fmla="*/ 816769 w 2543175"/>
                <a:gd name="connsiteY59" fmla="*/ 619125 h 1890712"/>
                <a:gd name="connsiteX60" fmla="*/ 826294 w 2543175"/>
                <a:gd name="connsiteY60" fmla="*/ 626269 h 1890712"/>
                <a:gd name="connsiteX61" fmla="*/ 840582 w 2543175"/>
                <a:gd name="connsiteY61" fmla="*/ 638175 h 1890712"/>
                <a:gd name="connsiteX62" fmla="*/ 847725 w 2543175"/>
                <a:gd name="connsiteY62" fmla="*/ 645319 h 1890712"/>
                <a:gd name="connsiteX63" fmla="*/ 857250 w 2543175"/>
                <a:gd name="connsiteY63" fmla="*/ 652462 h 1890712"/>
                <a:gd name="connsiteX64" fmla="*/ 864394 w 2543175"/>
                <a:gd name="connsiteY64" fmla="*/ 657225 h 1890712"/>
                <a:gd name="connsiteX65" fmla="*/ 888207 w 2543175"/>
                <a:gd name="connsiteY65" fmla="*/ 676275 h 1890712"/>
                <a:gd name="connsiteX66" fmla="*/ 907257 w 2543175"/>
                <a:gd name="connsiteY66" fmla="*/ 683419 h 1890712"/>
                <a:gd name="connsiteX67" fmla="*/ 928688 w 2543175"/>
                <a:gd name="connsiteY67" fmla="*/ 695325 h 1890712"/>
                <a:gd name="connsiteX68" fmla="*/ 942975 w 2543175"/>
                <a:gd name="connsiteY68" fmla="*/ 700087 h 1890712"/>
                <a:gd name="connsiteX69" fmla="*/ 964407 w 2543175"/>
                <a:gd name="connsiteY69" fmla="*/ 716756 h 1890712"/>
                <a:gd name="connsiteX70" fmla="*/ 971550 w 2543175"/>
                <a:gd name="connsiteY70" fmla="*/ 723900 h 1890712"/>
                <a:gd name="connsiteX71" fmla="*/ 983457 w 2543175"/>
                <a:gd name="connsiteY71" fmla="*/ 733425 h 1890712"/>
                <a:gd name="connsiteX72" fmla="*/ 990600 w 2543175"/>
                <a:gd name="connsiteY72" fmla="*/ 738187 h 1890712"/>
                <a:gd name="connsiteX73" fmla="*/ 1007269 w 2543175"/>
                <a:gd name="connsiteY73" fmla="*/ 752475 h 1890712"/>
                <a:gd name="connsiteX74" fmla="*/ 1031082 w 2543175"/>
                <a:gd name="connsiteY74" fmla="*/ 766762 h 1890712"/>
                <a:gd name="connsiteX75" fmla="*/ 1042988 w 2543175"/>
                <a:gd name="connsiteY75" fmla="*/ 773906 h 1890712"/>
                <a:gd name="connsiteX76" fmla="*/ 1071563 w 2543175"/>
                <a:gd name="connsiteY76" fmla="*/ 785812 h 1890712"/>
                <a:gd name="connsiteX77" fmla="*/ 1097757 w 2543175"/>
                <a:gd name="connsiteY77" fmla="*/ 807244 h 1890712"/>
                <a:gd name="connsiteX78" fmla="*/ 1104900 w 2543175"/>
                <a:gd name="connsiteY78" fmla="*/ 814387 h 1890712"/>
                <a:gd name="connsiteX79" fmla="*/ 1121569 w 2543175"/>
                <a:gd name="connsiteY79" fmla="*/ 823912 h 1890712"/>
                <a:gd name="connsiteX80" fmla="*/ 1138238 w 2543175"/>
                <a:gd name="connsiteY80" fmla="*/ 835819 h 1890712"/>
                <a:gd name="connsiteX81" fmla="*/ 1147763 w 2543175"/>
                <a:gd name="connsiteY81" fmla="*/ 842962 h 1890712"/>
                <a:gd name="connsiteX82" fmla="*/ 1157288 w 2543175"/>
                <a:gd name="connsiteY82" fmla="*/ 847725 h 1890712"/>
                <a:gd name="connsiteX83" fmla="*/ 1178719 w 2543175"/>
                <a:gd name="connsiteY83" fmla="*/ 859631 h 1890712"/>
                <a:gd name="connsiteX84" fmla="*/ 1188244 w 2543175"/>
                <a:gd name="connsiteY84" fmla="*/ 866775 h 1890712"/>
                <a:gd name="connsiteX85" fmla="*/ 1195388 w 2543175"/>
                <a:gd name="connsiteY85" fmla="*/ 871537 h 1890712"/>
                <a:gd name="connsiteX86" fmla="*/ 1212057 w 2543175"/>
                <a:gd name="connsiteY86" fmla="*/ 883444 h 1890712"/>
                <a:gd name="connsiteX87" fmla="*/ 1226344 w 2543175"/>
                <a:gd name="connsiteY87" fmla="*/ 895350 h 1890712"/>
                <a:gd name="connsiteX88" fmla="*/ 1245394 w 2543175"/>
                <a:gd name="connsiteY88" fmla="*/ 907256 h 1890712"/>
                <a:gd name="connsiteX89" fmla="*/ 1254919 w 2543175"/>
                <a:gd name="connsiteY89" fmla="*/ 914400 h 1890712"/>
                <a:gd name="connsiteX90" fmla="*/ 1269207 w 2543175"/>
                <a:gd name="connsiteY90" fmla="*/ 921544 h 1890712"/>
                <a:gd name="connsiteX91" fmla="*/ 1290638 w 2543175"/>
                <a:gd name="connsiteY91" fmla="*/ 935831 h 1890712"/>
                <a:gd name="connsiteX92" fmla="*/ 1307307 w 2543175"/>
                <a:gd name="connsiteY92" fmla="*/ 952500 h 1890712"/>
                <a:gd name="connsiteX93" fmla="*/ 1333500 w 2543175"/>
                <a:gd name="connsiteY93" fmla="*/ 971550 h 1890712"/>
                <a:gd name="connsiteX94" fmla="*/ 1359694 w 2543175"/>
                <a:gd name="connsiteY94" fmla="*/ 990600 h 1890712"/>
                <a:gd name="connsiteX95" fmla="*/ 1385888 w 2543175"/>
                <a:gd name="connsiteY95" fmla="*/ 1021557 h 1890712"/>
                <a:gd name="connsiteX96" fmla="*/ 1435894 w 2543175"/>
                <a:gd name="connsiteY96" fmla="*/ 1054894 h 1890712"/>
                <a:gd name="connsiteX97" fmla="*/ 1497806 w 2543175"/>
                <a:gd name="connsiteY97" fmla="*/ 1104900 h 1890712"/>
                <a:gd name="connsiteX98" fmla="*/ 1559718 w 2543175"/>
                <a:gd name="connsiteY98" fmla="*/ 1154906 h 1890712"/>
                <a:gd name="connsiteX99" fmla="*/ 1595438 w 2543175"/>
                <a:gd name="connsiteY99" fmla="*/ 1181100 h 1890712"/>
                <a:gd name="connsiteX100" fmla="*/ 1628775 w 2543175"/>
                <a:gd name="connsiteY100" fmla="*/ 1207294 h 1890712"/>
                <a:gd name="connsiteX101" fmla="*/ 1662113 w 2543175"/>
                <a:gd name="connsiteY101" fmla="*/ 1231107 h 1890712"/>
                <a:gd name="connsiteX102" fmla="*/ 1700213 w 2543175"/>
                <a:gd name="connsiteY102" fmla="*/ 1247775 h 1890712"/>
                <a:gd name="connsiteX103" fmla="*/ 1712119 w 2543175"/>
                <a:gd name="connsiteY103" fmla="*/ 1259681 h 1890712"/>
                <a:gd name="connsiteX104" fmla="*/ 1733550 w 2543175"/>
                <a:gd name="connsiteY104" fmla="*/ 1273969 h 1890712"/>
                <a:gd name="connsiteX105" fmla="*/ 1743075 w 2543175"/>
                <a:gd name="connsiteY105" fmla="*/ 1283494 h 1890712"/>
                <a:gd name="connsiteX106" fmla="*/ 1754982 w 2543175"/>
                <a:gd name="connsiteY106" fmla="*/ 1290637 h 1890712"/>
                <a:gd name="connsiteX107" fmla="*/ 1766888 w 2543175"/>
                <a:gd name="connsiteY107" fmla="*/ 1300162 h 1890712"/>
                <a:gd name="connsiteX108" fmla="*/ 1783557 w 2543175"/>
                <a:gd name="connsiteY108" fmla="*/ 1307306 h 1890712"/>
                <a:gd name="connsiteX109" fmla="*/ 1790700 w 2543175"/>
                <a:gd name="connsiteY109" fmla="*/ 1312069 h 1890712"/>
                <a:gd name="connsiteX110" fmla="*/ 1800225 w 2543175"/>
                <a:gd name="connsiteY110" fmla="*/ 1319212 h 1890712"/>
                <a:gd name="connsiteX111" fmla="*/ 1807369 w 2543175"/>
                <a:gd name="connsiteY111" fmla="*/ 1321594 h 1890712"/>
                <a:gd name="connsiteX112" fmla="*/ 1824038 w 2543175"/>
                <a:gd name="connsiteY112" fmla="*/ 1333500 h 1890712"/>
                <a:gd name="connsiteX113" fmla="*/ 1843088 w 2543175"/>
                <a:gd name="connsiteY113" fmla="*/ 1352550 h 1890712"/>
                <a:gd name="connsiteX114" fmla="*/ 1852613 w 2543175"/>
                <a:gd name="connsiteY114" fmla="*/ 1359694 h 1890712"/>
                <a:gd name="connsiteX115" fmla="*/ 1859757 w 2543175"/>
                <a:gd name="connsiteY115" fmla="*/ 1366837 h 1890712"/>
                <a:gd name="connsiteX116" fmla="*/ 1869282 w 2543175"/>
                <a:gd name="connsiteY116" fmla="*/ 1371600 h 1890712"/>
                <a:gd name="connsiteX117" fmla="*/ 1883569 w 2543175"/>
                <a:gd name="connsiteY117" fmla="*/ 1388269 h 1890712"/>
                <a:gd name="connsiteX118" fmla="*/ 1893094 w 2543175"/>
                <a:gd name="connsiteY118" fmla="*/ 1395412 h 1890712"/>
                <a:gd name="connsiteX119" fmla="*/ 1902619 w 2543175"/>
                <a:gd name="connsiteY119" fmla="*/ 1404937 h 1890712"/>
                <a:gd name="connsiteX120" fmla="*/ 1912144 w 2543175"/>
                <a:gd name="connsiteY120" fmla="*/ 1409700 h 1890712"/>
                <a:gd name="connsiteX121" fmla="*/ 1931194 w 2543175"/>
                <a:gd name="connsiteY121" fmla="*/ 1421606 h 1890712"/>
                <a:gd name="connsiteX122" fmla="*/ 1935957 w 2543175"/>
                <a:gd name="connsiteY122" fmla="*/ 1428750 h 1890712"/>
                <a:gd name="connsiteX123" fmla="*/ 1952625 w 2543175"/>
                <a:gd name="connsiteY123" fmla="*/ 1438275 h 1890712"/>
                <a:gd name="connsiteX124" fmla="*/ 1971675 w 2543175"/>
                <a:gd name="connsiteY124" fmla="*/ 1450181 h 1890712"/>
                <a:gd name="connsiteX125" fmla="*/ 1981200 w 2543175"/>
                <a:gd name="connsiteY125" fmla="*/ 1454944 h 1890712"/>
                <a:gd name="connsiteX126" fmla="*/ 1997869 w 2543175"/>
                <a:gd name="connsiteY126" fmla="*/ 1471612 h 1890712"/>
                <a:gd name="connsiteX127" fmla="*/ 2007394 w 2543175"/>
                <a:gd name="connsiteY127" fmla="*/ 1478756 h 1890712"/>
                <a:gd name="connsiteX128" fmla="*/ 2016919 w 2543175"/>
                <a:gd name="connsiteY128" fmla="*/ 1483519 h 1890712"/>
                <a:gd name="connsiteX129" fmla="*/ 2024063 w 2543175"/>
                <a:gd name="connsiteY129" fmla="*/ 1490662 h 1890712"/>
                <a:gd name="connsiteX130" fmla="*/ 2033588 w 2543175"/>
                <a:gd name="connsiteY130" fmla="*/ 1495425 h 1890712"/>
                <a:gd name="connsiteX131" fmla="*/ 2040732 w 2543175"/>
                <a:gd name="connsiteY131" fmla="*/ 1502569 h 1890712"/>
                <a:gd name="connsiteX132" fmla="*/ 2047875 w 2543175"/>
                <a:gd name="connsiteY132" fmla="*/ 1507331 h 1890712"/>
                <a:gd name="connsiteX133" fmla="*/ 2057400 w 2543175"/>
                <a:gd name="connsiteY133" fmla="*/ 1514475 h 1890712"/>
                <a:gd name="connsiteX134" fmla="*/ 2064544 w 2543175"/>
                <a:gd name="connsiteY134" fmla="*/ 1519237 h 1890712"/>
                <a:gd name="connsiteX135" fmla="*/ 2071688 w 2543175"/>
                <a:gd name="connsiteY135" fmla="*/ 1526381 h 1890712"/>
                <a:gd name="connsiteX136" fmla="*/ 2081213 w 2543175"/>
                <a:gd name="connsiteY136" fmla="*/ 1531144 h 1890712"/>
                <a:gd name="connsiteX137" fmla="*/ 2090738 w 2543175"/>
                <a:gd name="connsiteY137" fmla="*/ 1538287 h 1890712"/>
                <a:gd name="connsiteX138" fmla="*/ 2109788 w 2543175"/>
                <a:gd name="connsiteY138" fmla="*/ 1547812 h 1890712"/>
                <a:gd name="connsiteX139" fmla="*/ 2131219 w 2543175"/>
                <a:gd name="connsiteY139" fmla="*/ 1562100 h 1890712"/>
                <a:gd name="connsiteX140" fmla="*/ 2140744 w 2543175"/>
                <a:gd name="connsiteY140" fmla="*/ 1566862 h 1890712"/>
                <a:gd name="connsiteX141" fmla="*/ 2152650 w 2543175"/>
                <a:gd name="connsiteY141" fmla="*/ 1576387 h 1890712"/>
                <a:gd name="connsiteX142" fmla="*/ 2181225 w 2543175"/>
                <a:gd name="connsiteY142" fmla="*/ 1590675 h 1890712"/>
                <a:gd name="connsiteX143" fmla="*/ 2200275 w 2543175"/>
                <a:gd name="connsiteY143" fmla="*/ 1607344 h 1890712"/>
                <a:gd name="connsiteX144" fmla="*/ 2207419 w 2543175"/>
                <a:gd name="connsiteY144" fmla="*/ 1612106 h 1890712"/>
                <a:gd name="connsiteX145" fmla="*/ 2216944 w 2543175"/>
                <a:gd name="connsiteY145" fmla="*/ 1619250 h 1890712"/>
                <a:gd name="connsiteX146" fmla="*/ 2247900 w 2543175"/>
                <a:gd name="connsiteY146" fmla="*/ 1643062 h 1890712"/>
                <a:gd name="connsiteX147" fmla="*/ 2281238 w 2543175"/>
                <a:gd name="connsiteY147" fmla="*/ 1674019 h 1890712"/>
                <a:gd name="connsiteX148" fmla="*/ 2312194 w 2543175"/>
                <a:gd name="connsiteY148" fmla="*/ 1702594 h 1890712"/>
                <a:gd name="connsiteX149" fmla="*/ 2369344 w 2543175"/>
                <a:gd name="connsiteY149" fmla="*/ 1757363 h 1890712"/>
                <a:gd name="connsiteX150" fmla="*/ 2428876 w 2543175"/>
                <a:gd name="connsiteY150" fmla="*/ 1785938 h 1890712"/>
                <a:gd name="connsiteX151" fmla="*/ 2469356 w 2543175"/>
                <a:gd name="connsiteY151" fmla="*/ 1816894 h 1890712"/>
                <a:gd name="connsiteX152" fmla="*/ 2514600 w 2543175"/>
                <a:gd name="connsiteY152" fmla="*/ 1850231 h 1890712"/>
                <a:gd name="connsiteX153" fmla="*/ 2519363 w 2543175"/>
                <a:gd name="connsiteY153" fmla="*/ 1857375 h 1890712"/>
                <a:gd name="connsiteX154" fmla="*/ 2540794 w 2543175"/>
                <a:gd name="connsiteY154" fmla="*/ 1883569 h 1890712"/>
                <a:gd name="connsiteX155" fmla="*/ 2543175 w 2543175"/>
                <a:gd name="connsiteY155" fmla="*/ 1890712 h 1890712"/>
                <a:gd name="connsiteX0" fmla="*/ 0 w 2543175"/>
                <a:gd name="connsiteY0" fmla="*/ 0 h 1890712"/>
                <a:gd name="connsiteX1" fmla="*/ 11907 w 2543175"/>
                <a:gd name="connsiteY1" fmla="*/ 11906 h 1890712"/>
                <a:gd name="connsiteX2" fmla="*/ 21432 w 2543175"/>
                <a:gd name="connsiteY2" fmla="*/ 16669 h 1890712"/>
                <a:gd name="connsiteX3" fmla="*/ 23813 w 2543175"/>
                <a:gd name="connsiteY3" fmla="*/ 23812 h 1890712"/>
                <a:gd name="connsiteX4" fmla="*/ 33338 w 2543175"/>
                <a:gd name="connsiteY4" fmla="*/ 33337 h 1890712"/>
                <a:gd name="connsiteX5" fmla="*/ 40482 w 2543175"/>
                <a:gd name="connsiteY5" fmla="*/ 42862 h 1890712"/>
                <a:gd name="connsiteX6" fmla="*/ 47625 w 2543175"/>
                <a:gd name="connsiteY6" fmla="*/ 47625 h 1890712"/>
                <a:gd name="connsiteX7" fmla="*/ 57150 w 2543175"/>
                <a:gd name="connsiteY7" fmla="*/ 54769 h 1890712"/>
                <a:gd name="connsiteX8" fmla="*/ 64294 w 2543175"/>
                <a:gd name="connsiteY8" fmla="*/ 59531 h 1890712"/>
                <a:gd name="connsiteX9" fmla="*/ 83344 w 2543175"/>
                <a:gd name="connsiteY9" fmla="*/ 73819 h 1890712"/>
                <a:gd name="connsiteX10" fmla="*/ 97632 w 2543175"/>
                <a:gd name="connsiteY10" fmla="*/ 80962 h 1890712"/>
                <a:gd name="connsiteX11" fmla="*/ 104775 w 2543175"/>
                <a:gd name="connsiteY11" fmla="*/ 85725 h 1890712"/>
                <a:gd name="connsiteX12" fmla="*/ 114300 w 2543175"/>
                <a:gd name="connsiteY12" fmla="*/ 95250 h 1890712"/>
                <a:gd name="connsiteX13" fmla="*/ 123825 w 2543175"/>
                <a:gd name="connsiteY13" fmla="*/ 97631 h 1890712"/>
                <a:gd name="connsiteX14" fmla="*/ 130969 w 2543175"/>
                <a:gd name="connsiteY14" fmla="*/ 104775 h 1890712"/>
                <a:gd name="connsiteX15" fmla="*/ 140494 w 2543175"/>
                <a:gd name="connsiteY15" fmla="*/ 111919 h 1890712"/>
                <a:gd name="connsiteX16" fmla="*/ 147638 w 2543175"/>
                <a:gd name="connsiteY16" fmla="*/ 116681 h 1890712"/>
                <a:gd name="connsiteX17" fmla="*/ 164307 w 2543175"/>
                <a:gd name="connsiteY17" fmla="*/ 128587 h 1890712"/>
                <a:gd name="connsiteX18" fmla="*/ 180975 w 2543175"/>
                <a:gd name="connsiteY18" fmla="*/ 140494 h 1890712"/>
                <a:gd name="connsiteX19" fmla="*/ 197644 w 2543175"/>
                <a:gd name="connsiteY19" fmla="*/ 152400 h 1890712"/>
                <a:gd name="connsiteX20" fmla="*/ 204788 w 2543175"/>
                <a:gd name="connsiteY20" fmla="*/ 157162 h 1890712"/>
                <a:gd name="connsiteX21" fmla="*/ 214313 w 2543175"/>
                <a:gd name="connsiteY21" fmla="*/ 164306 h 1890712"/>
                <a:gd name="connsiteX22" fmla="*/ 230982 w 2543175"/>
                <a:gd name="connsiteY22" fmla="*/ 180975 h 1890712"/>
                <a:gd name="connsiteX23" fmla="*/ 247650 w 2543175"/>
                <a:gd name="connsiteY23" fmla="*/ 185737 h 1890712"/>
                <a:gd name="connsiteX24" fmla="*/ 300038 w 2543175"/>
                <a:gd name="connsiteY24" fmla="*/ 219075 h 1890712"/>
                <a:gd name="connsiteX25" fmla="*/ 342900 w 2543175"/>
                <a:gd name="connsiteY25" fmla="*/ 254794 h 1890712"/>
                <a:gd name="connsiteX26" fmla="*/ 366713 w 2543175"/>
                <a:gd name="connsiteY26" fmla="*/ 264319 h 1890712"/>
                <a:gd name="connsiteX27" fmla="*/ 371475 w 2543175"/>
                <a:gd name="connsiteY27" fmla="*/ 271462 h 1890712"/>
                <a:gd name="connsiteX28" fmla="*/ 385763 w 2543175"/>
                <a:gd name="connsiteY28" fmla="*/ 283369 h 1890712"/>
                <a:gd name="connsiteX29" fmla="*/ 404813 w 2543175"/>
                <a:gd name="connsiteY29" fmla="*/ 295275 h 1890712"/>
                <a:gd name="connsiteX30" fmla="*/ 411957 w 2543175"/>
                <a:gd name="connsiteY30" fmla="*/ 297656 h 1890712"/>
                <a:gd name="connsiteX31" fmla="*/ 466725 w 2543175"/>
                <a:gd name="connsiteY31" fmla="*/ 328612 h 1890712"/>
                <a:gd name="connsiteX32" fmla="*/ 476250 w 2543175"/>
                <a:gd name="connsiteY32" fmla="*/ 335756 h 1890712"/>
                <a:gd name="connsiteX33" fmla="*/ 481013 w 2543175"/>
                <a:gd name="connsiteY33" fmla="*/ 342900 h 1890712"/>
                <a:gd name="connsiteX34" fmla="*/ 490538 w 2543175"/>
                <a:gd name="connsiteY34" fmla="*/ 352425 h 1890712"/>
                <a:gd name="connsiteX35" fmla="*/ 495300 w 2543175"/>
                <a:gd name="connsiteY35" fmla="*/ 359569 h 1890712"/>
                <a:gd name="connsiteX36" fmla="*/ 509588 w 2543175"/>
                <a:gd name="connsiteY36" fmla="*/ 376237 h 1890712"/>
                <a:gd name="connsiteX37" fmla="*/ 514350 w 2543175"/>
                <a:gd name="connsiteY37" fmla="*/ 383381 h 1890712"/>
                <a:gd name="connsiteX38" fmla="*/ 531019 w 2543175"/>
                <a:gd name="connsiteY38" fmla="*/ 397669 h 1890712"/>
                <a:gd name="connsiteX39" fmla="*/ 538163 w 2543175"/>
                <a:gd name="connsiteY39" fmla="*/ 407194 h 1890712"/>
                <a:gd name="connsiteX40" fmla="*/ 554832 w 2543175"/>
                <a:gd name="connsiteY40" fmla="*/ 421481 h 1890712"/>
                <a:gd name="connsiteX41" fmla="*/ 564357 w 2543175"/>
                <a:gd name="connsiteY41" fmla="*/ 431006 h 1890712"/>
                <a:gd name="connsiteX42" fmla="*/ 573882 w 2543175"/>
                <a:gd name="connsiteY42" fmla="*/ 438150 h 1890712"/>
                <a:gd name="connsiteX43" fmla="*/ 595313 w 2543175"/>
                <a:gd name="connsiteY43" fmla="*/ 454819 h 1890712"/>
                <a:gd name="connsiteX44" fmla="*/ 602457 w 2543175"/>
                <a:gd name="connsiteY44" fmla="*/ 457200 h 1890712"/>
                <a:gd name="connsiteX45" fmla="*/ 628650 w 2543175"/>
                <a:gd name="connsiteY45" fmla="*/ 469106 h 1890712"/>
                <a:gd name="connsiteX46" fmla="*/ 645319 w 2543175"/>
                <a:gd name="connsiteY46" fmla="*/ 483394 h 1890712"/>
                <a:gd name="connsiteX47" fmla="*/ 654844 w 2543175"/>
                <a:gd name="connsiteY47" fmla="*/ 488156 h 1890712"/>
                <a:gd name="connsiteX48" fmla="*/ 661988 w 2543175"/>
                <a:gd name="connsiteY48" fmla="*/ 497681 h 1890712"/>
                <a:gd name="connsiteX49" fmla="*/ 683419 w 2543175"/>
                <a:gd name="connsiteY49" fmla="*/ 514350 h 1890712"/>
                <a:gd name="connsiteX50" fmla="*/ 700088 w 2543175"/>
                <a:gd name="connsiteY50" fmla="*/ 526256 h 1890712"/>
                <a:gd name="connsiteX51" fmla="*/ 709613 w 2543175"/>
                <a:gd name="connsiteY51" fmla="*/ 535781 h 1890712"/>
                <a:gd name="connsiteX52" fmla="*/ 719138 w 2543175"/>
                <a:gd name="connsiteY52" fmla="*/ 542925 h 1890712"/>
                <a:gd name="connsiteX53" fmla="*/ 733425 w 2543175"/>
                <a:gd name="connsiteY53" fmla="*/ 557212 h 1890712"/>
                <a:gd name="connsiteX54" fmla="*/ 750094 w 2543175"/>
                <a:gd name="connsiteY54" fmla="*/ 569119 h 1890712"/>
                <a:gd name="connsiteX55" fmla="*/ 769144 w 2543175"/>
                <a:gd name="connsiteY55" fmla="*/ 581025 h 1890712"/>
                <a:gd name="connsiteX56" fmla="*/ 785813 w 2543175"/>
                <a:gd name="connsiteY56" fmla="*/ 590550 h 1890712"/>
                <a:gd name="connsiteX57" fmla="*/ 792957 w 2543175"/>
                <a:gd name="connsiteY57" fmla="*/ 600075 h 1890712"/>
                <a:gd name="connsiteX58" fmla="*/ 809625 w 2543175"/>
                <a:gd name="connsiteY58" fmla="*/ 611981 h 1890712"/>
                <a:gd name="connsiteX59" fmla="*/ 816769 w 2543175"/>
                <a:gd name="connsiteY59" fmla="*/ 619125 h 1890712"/>
                <a:gd name="connsiteX60" fmla="*/ 826294 w 2543175"/>
                <a:gd name="connsiteY60" fmla="*/ 626269 h 1890712"/>
                <a:gd name="connsiteX61" fmla="*/ 840582 w 2543175"/>
                <a:gd name="connsiteY61" fmla="*/ 638175 h 1890712"/>
                <a:gd name="connsiteX62" fmla="*/ 847725 w 2543175"/>
                <a:gd name="connsiteY62" fmla="*/ 645319 h 1890712"/>
                <a:gd name="connsiteX63" fmla="*/ 857250 w 2543175"/>
                <a:gd name="connsiteY63" fmla="*/ 652462 h 1890712"/>
                <a:gd name="connsiteX64" fmla="*/ 888207 w 2543175"/>
                <a:gd name="connsiteY64" fmla="*/ 676275 h 1890712"/>
                <a:gd name="connsiteX65" fmla="*/ 907257 w 2543175"/>
                <a:gd name="connsiteY65" fmla="*/ 683419 h 1890712"/>
                <a:gd name="connsiteX66" fmla="*/ 928688 w 2543175"/>
                <a:gd name="connsiteY66" fmla="*/ 695325 h 1890712"/>
                <a:gd name="connsiteX67" fmla="*/ 942975 w 2543175"/>
                <a:gd name="connsiteY67" fmla="*/ 700087 h 1890712"/>
                <a:gd name="connsiteX68" fmla="*/ 964407 w 2543175"/>
                <a:gd name="connsiteY68" fmla="*/ 716756 h 1890712"/>
                <a:gd name="connsiteX69" fmla="*/ 971550 w 2543175"/>
                <a:gd name="connsiteY69" fmla="*/ 723900 h 1890712"/>
                <a:gd name="connsiteX70" fmla="*/ 983457 w 2543175"/>
                <a:gd name="connsiteY70" fmla="*/ 733425 h 1890712"/>
                <a:gd name="connsiteX71" fmla="*/ 990600 w 2543175"/>
                <a:gd name="connsiteY71" fmla="*/ 738187 h 1890712"/>
                <a:gd name="connsiteX72" fmla="*/ 1007269 w 2543175"/>
                <a:gd name="connsiteY72" fmla="*/ 752475 h 1890712"/>
                <a:gd name="connsiteX73" fmla="*/ 1031082 w 2543175"/>
                <a:gd name="connsiteY73" fmla="*/ 766762 h 1890712"/>
                <a:gd name="connsiteX74" fmla="*/ 1042988 w 2543175"/>
                <a:gd name="connsiteY74" fmla="*/ 773906 h 1890712"/>
                <a:gd name="connsiteX75" fmla="*/ 1071563 w 2543175"/>
                <a:gd name="connsiteY75" fmla="*/ 785812 h 1890712"/>
                <a:gd name="connsiteX76" fmla="*/ 1097757 w 2543175"/>
                <a:gd name="connsiteY76" fmla="*/ 807244 h 1890712"/>
                <a:gd name="connsiteX77" fmla="*/ 1104900 w 2543175"/>
                <a:gd name="connsiteY77" fmla="*/ 814387 h 1890712"/>
                <a:gd name="connsiteX78" fmla="*/ 1121569 w 2543175"/>
                <a:gd name="connsiteY78" fmla="*/ 823912 h 1890712"/>
                <a:gd name="connsiteX79" fmla="*/ 1138238 w 2543175"/>
                <a:gd name="connsiteY79" fmla="*/ 835819 h 1890712"/>
                <a:gd name="connsiteX80" fmla="*/ 1147763 w 2543175"/>
                <a:gd name="connsiteY80" fmla="*/ 842962 h 1890712"/>
                <a:gd name="connsiteX81" fmla="*/ 1157288 w 2543175"/>
                <a:gd name="connsiteY81" fmla="*/ 847725 h 1890712"/>
                <a:gd name="connsiteX82" fmla="*/ 1178719 w 2543175"/>
                <a:gd name="connsiteY82" fmla="*/ 859631 h 1890712"/>
                <a:gd name="connsiteX83" fmla="*/ 1188244 w 2543175"/>
                <a:gd name="connsiteY83" fmla="*/ 866775 h 1890712"/>
                <a:gd name="connsiteX84" fmla="*/ 1195388 w 2543175"/>
                <a:gd name="connsiteY84" fmla="*/ 871537 h 1890712"/>
                <a:gd name="connsiteX85" fmla="*/ 1212057 w 2543175"/>
                <a:gd name="connsiteY85" fmla="*/ 883444 h 1890712"/>
                <a:gd name="connsiteX86" fmla="*/ 1226344 w 2543175"/>
                <a:gd name="connsiteY86" fmla="*/ 895350 h 1890712"/>
                <a:gd name="connsiteX87" fmla="*/ 1245394 w 2543175"/>
                <a:gd name="connsiteY87" fmla="*/ 907256 h 1890712"/>
                <a:gd name="connsiteX88" fmla="*/ 1254919 w 2543175"/>
                <a:gd name="connsiteY88" fmla="*/ 914400 h 1890712"/>
                <a:gd name="connsiteX89" fmla="*/ 1269207 w 2543175"/>
                <a:gd name="connsiteY89" fmla="*/ 921544 h 1890712"/>
                <a:gd name="connsiteX90" fmla="*/ 1290638 w 2543175"/>
                <a:gd name="connsiteY90" fmla="*/ 935831 h 1890712"/>
                <a:gd name="connsiteX91" fmla="*/ 1307307 w 2543175"/>
                <a:gd name="connsiteY91" fmla="*/ 952500 h 1890712"/>
                <a:gd name="connsiteX92" fmla="*/ 1333500 w 2543175"/>
                <a:gd name="connsiteY92" fmla="*/ 971550 h 1890712"/>
                <a:gd name="connsiteX93" fmla="*/ 1359694 w 2543175"/>
                <a:gd name="connsiteY93" fmla="*/ 990600 h 1890712"/>
                <a:gd name="connsiteX94" fmla="*/ 1385888 w 2543175"/>
                <a:gd name="connsiteY94" fmla="*/ 1021557 h 1890712"/>
                <a:gd name="connsiteX95" fmla="*/ 1435894 w 2543175"/>
                <a:gd name="connsiteY95" fmla="*/ 1054894 h 1890712"/>
                <a:gd name="connsiteX96" fmla="*/ 1497806 w 2543175"/>
                <a:gd name="connsiteY96" fmla="*/ 1104900 h 1890712"/>
                <a:gd name="connsiteX97" fmla="*/ 1559718 w 2543175"/>
                <a:gd name="connsiteY97" fmla="*/ 1154906 h 1890712"/>
                <a:gd name="connsiteX98" fmla="*/ 1595438 w 2543175"/>
                <a:gd name="connsiteY98" fmla="*/ 1181100 h 1890712"/>
                <a:gd name="connsiteX99" fmla="*/ 1628775 w 2543175"/>
                <a:gd name="connsiteY99" fmla="*/ 1207294 h 1890712"/>
                <a:gd name="connsiteX100" fmla="*/ 1662113 w 2543175"/>
                <a:gd name="connsiteY100" fmla="*/ 1231107 h 1890712"/>
                <a:gd name="connsiteX101" fmla="*/ 1700213 w 2543175"/>
                <a:gd name="connsiteY101" fmla="*/ 1247775 h 1890712"/>
                <a:gd name="connsiteX102" fmla="*/ 1712119 w 2543175"/>
                <a:gd name="connsiteY102" fmla="*/ 1259681 h 1890712"/>
                <a:gd name="connsiteX103" fmla="*/ 1733550 w 2543175"/>
                <a:gd name="connsiteY103" fmla="*/ 1273969 h 1890712"/>
                <a:gd name="connsiteX104" fmla="*/ 1743075 w 2543175"/>
                <a:gd name="connsiteY104" fmla="*/ 1283494 h 1890712"/>
                <a:gd name="connsiteX105" fmla="*/ 1754982 w 2543175"/>
                <a:gd name="connsiteY105" fmla="*/ 1290637 h 1890712"/>
                <a:gd name="connsiteX106" fmla="*/ 1766888 w 2543175"/>
                <a:gd name="connsiteY106" fmla="*/ 1300162 h 1890712"/>
                <a:gd name="connsiteX107" fmla="*/ 1783557 w 2543175"/>
                <a:gd name="connsiteY107" fmla="*/ 1307306 h 1890712"/>
                <a:gd name="connsiteX108" fmla="*/ 1790700 w 2543175"/>
                <a:gd name="connsiteY108" fmla="*/ 1312069 h 1890712"/>
                <a:gd name="connsiteX109" fmla="*/ 1800225 w 2543175"/>
                <a:gd name="connsiteY109" fmla="*/ 1319212 h 1890712"/>
                <a:gd name="connsiteX110" fmla="*/ 1807369 w 2543175"/>
                <a:gd name="connsiteY110" fmla="*/ 1321594 h 1890712"/>
                <a:gd name="connsiteX111" fmla="*/ 1824038 w 2543175"/>
                <a:gd name="connsiteY111" fmla="*/ 1333500 h 1890712"/>
                <a:gd name="connsiteX112" fmla="*/ 1843088 w 2543175"/>
                <a:gd name="connsiteY112" fmla="*/ 1352550 h 1890712"/>
                <a:gd name="connsiteX113" fmla="*/ 1852613 w 2543175"/>
                <a:gd name="connsiteY113" fmla="*/ 1359694 h 1890712"/>
                <a:gd name="connsiteX114" fmla="*/ 1859757 w 2543175"/>
                <a:gd name="connsiteY114" fmla="*/ 1366837 h 1890712"/>
                <a:gd name="connsiteX115" fmla="*/ 1869282 w 2543175"/>
                <a:gd name="connsiteY115" fmla="*/ 1371600 h 1890712"/>
                <a:gd name="connsiteX116" fmla="*/ 1883569 w 2543175"/>
                <a:gd name="connsiteY116" fmla="*/ 1388269 h 1890712"/>
                <a:gd name="connsiteX117" fmla="*/ 1893094 w 2543175"/>
                <a:gd name="connsiteY117" fmla="*/ 1395412 h 1890712"/>
                <a:gd name="connsiteX118" fmla="*/ 1902619 w 2543175"/>
                <a:gd name="connsiteY118" fmla="*/ 1404937 h 1890712"/>
                <a:gd name="connsiteX119" fmla="*/ 1912144 w 2543175"/>
                <a:gd name="connsiteY119" fmla="*/ 1409700 h 1890712"/>
                <a:gd name="connsiteX120" fmla="*/ 1931194 w 2543175"/>
                <a:gd name="connsiteY120" fmla="*/ 1421606 h 1890712"/>
                <a:gd name="connsiteX121" fmla="*/ 1935957 w 2543175"/>
                <a:gd name="connsiteY121" fmla="*/ 1428750 h 1890712"/>
                <a:gd name="connsiteX122" fmla="*/ 1952625 w 2543175"/>
                <a:gd name="connsiteY122" fmla="*/ 1438275 h 1890712"/>
                <a:gd name="connsiteX123" fmla="*/ 1971675 w 2543175"/>
                <a:gd name="connsiteY123" fmla="*/ 1450181 h 1890712"/>
                <a:gd name="connsiteX124" fmla="*/ 1981200 w 2543175"/>
                <a:gd name="connsiteY124" fmla="*/ 1454944 h 1890712"/>
                <a:gd name="connsiteX125" fmla="*/ 1997869 w 2543175"/>
                <a:gd name="connsiteY125" fmla="*/ 1471612 h 1890712"/>
                <a:gd name="connsiteX126" fmla="*/ 2007394 w 2543175"/>
                <a:gd name="connsiteY126" fmla="*/ 1478756 h 1890712"/>
                <a:gd name="connsiteX127" fmla="*/ 2016919 w 2543175"/>
                <a:gd name="connsiteY127" fmla="*/ 1483519 h 1890712"/>
                <a:gd name="connsiteX128" fmla="*/ 2024063 w 2543175"/>
                <a:gd name="connsiteY128" fmla="*/ 1490662 h 1890712"/>
                <a:gd name="connsiteX129" fmla="*/ 2033588 w 2543175"/>
                <a:gd name="connsiteY129" fmla="*/ 1495425 h 1890712"/>
                <a:gd name="connsiteX130" fmla="*/ 2040732 w 2543175"/>
                <a:gd name="connsiteY130" fmla="*/ 1502569 h 1890712"/>
                <a:gd name="connsiteX131" fmla="*/ 2047875 w 2543175"/>
                <a:gd name="connsiteY131" fmla="*/ 1507331 h 1890712"/>
                <a:gd name="connsiteX132" fmla="*/ 2057400 w 2543175"/>
                <a:gd name="connsiteY132" fmla="*/ 1514475 h 1890712"/>
                <a:gd name="connsiteX133" fmla="*/ 2064544 w 2543175"/>
                <a:gd name="connsiteY133" fmla="*/ 1519237 h 1890712"/>
                <a:gd name="connsiteX134" fmla="*/ 2071688 w 2543175"/>
                <a:gd name="connsiteY134" fmla="*/ 1526381 h 1890712"/>
                <a:gd name="connsiteX135" fmla="*/ 2081213 w 2543175"/>
                <a:gd name="connsiteY135" fmla="*/ 1531144 h 1890712"/>
                <a:gd name="connsiteX136" fmla="*/ 2090738 w 2543175"/>
                <a:gd name="connsiteY136" fmla="*/ 1538287 h 1890712"/>
                <a:gd name="connsiteX137" fmla="*/ 2109788 w 2543175"/>
                <a:gd name="connsiteY137" fmla="*/ 1547812 h 1890712"/>
                <a:gd name="connsiteX138" fmla="*/ 2131219 w 2543175"/>
                <a:gd name="connsiteY138" fmla="*/ 1562100 h 1890712"/>
                <a:gd name="connsiteX139" fmla="*/ 2140744 w 2543175"/>
                <a:gd name="connsiteY139" fmla="*/ 1566862 h 1890712"/>
                <a:gd name="connsiteX140" fmla="*/ 2152650 w 2543175"/>
                <a:gd name="connsiteY140" fmla="*/ 1576387 h 1890712"/>
                <a:gd name="connsiteX141" fmla="*/ 2181225 w 2543175"/>
                <a:gd name="connsiteY141" fmla="*/ 1590675 h 1890712"/>
                <a:gd name="connsiteX142" fmla="*/ 2200275 w 2543175"/>
                <a:gd name="connsiteY142" fmla="*/ 1607344 h 1890712"/>
                <a:gd name="connsiteX143" fmla="*/ 2207419 w 2543175"/>
                <a:gd name="connsiteY143" fmla="*/ 1612106 h 1890712"/>
                <a:gd name="connsiteX144" fmla="*/ 2216944 w 2543175"/>
                <a:gd name="connsiteY144" fmla="*/ 1619250 h 1890712"/>
                <a:gd name="connsiteX145" fmla="*/ 2247900 w 2543175"/>
                <a:gd name="connsiteY145" fmla="*/ 1643062 h 1890712"/>
                <a:gd name="connsiteX146" fmla="*/ 2281238 w 2543175"/>
                <a:gd name="connsiteY146" fmla="*/ 1674019 h 1890712"/>
                <a:gd name="connsiteX147" fmla="*/ 2312194 w 2543175"/>
                <a:gd name="connsiteY147" fmla="*/ 1702594 h 1890712"/>
                <a:gd name="connsiteX148" fmla="*/ 2369344 w 2543175"/>
                <a:gd name="connsiteY148" fmla="*/ 1757363 h 1890712"/>
                <a:gd name="connsiteX149" fmla="*/ 2428876 w 2543175"/>
                <a:gd name="connsiteY149" fmla="*/ 1785938 h 1890712"/>
                <a:gd name="connsiteX150" fmla="*/ 2469356 w 2543175"/>
                <a:gd name="connsiteY150" fmla="*/ 1816894 h 1890712"/>
                <a:gd name="connsiteX151" fmla="*/ 2514600 w 2543175"/>
                <a:gd name="connsiteY151" fmla="*/ 1850231 h 1890712"/>
                <a:gd name="connsiteX152" fmla="*/ 2519363 w 2543175"/>
                <a:gd name="connsiteY152" fmla="*/ 1857375 h 1890712"/>
                <a:gd name="connsiteX153" fmla="*/ 2540794 w 2543175"/>
                <a:gd name="connsiteY153" fmla="*/ 1883569 h 1890712"/>
                <a:gd name="connsiteX154" fmla="*/ 2543175 w 2543175"/>
                <a:gd name="connsiteY154" fmla="*/ 1890712 h 1890712"/>
                <a:gd name="connsiteX0" fmla="*/ 0 w 2543175"/>
                <a:gd name="connsiteY0" fmla="*/ 0 h 1890712"/>
                <a:gd name="connsiteX1" fmla="*/ 11907 w 2543175"/>
                <a:gd name="connsiteY1" fmla="*/ 11906 h 1890712"/>
                <a:gd name="connsiteX2" fmla="*/ 21432 w 2543175"/>
                <a:gd name="connsiteY2" fmla="*/ 16669 h 1890712"/>
                <a:gd name="connsiteX3" fmla="*/ 23813 w 2543175"/>
                <a:gd name="connsiteY3" fmla="*/ 23812 h 1890712"/>
                <a:gd name="connsiteX4" fmla="*/ 33338 w 2543175"/>
                <a:gd name="connsiteY4" fmla="*/ 33337 h 1890712"/>
                <a:gd name="connsiteX5" fmla="*/ 40482 w 2543175"/>
                <a:gd name="connsiteY5" fmla="*/ 42862 h 1890712"/>
                <a:gd name="connsiteX6" fmla="*/ 47625 w 2543175"/>
                <a:gd name="connsiteY6" fmla="*/ 47625 h 1890712"/>
                <a:gd name="connsiteX7" fmla="*/ 57150 w 2543175"/>
                <a:gd name="connsiteY7" fmla="*/ 54769 h 1890712"/>
                <a:gd name="connsiteX8" fmla="*/ 64294 w 2543175"/>
                <a:gd name="connsiteY8" fmla="*/ 59531 h 1890712"/>
                <a:gd name="connsiteX9" fmla="*/ 83344 w 2543175"/>
                <a:gd name="connsiteY9" fmla="*/ 73819 h 1890712"/>
                <a:gd name="connsiteX10" fmla="*/ 97632 w 2543175"/>
                <a:gd name="connsiteY10" fmla="*/ 80962 h 1890712"/>
                <a:gd name="connsiteX11" fmla="*/ 104775 w 2543175"/>
                <a:gd name="connsiteY11" fmla="*/ 85725 h 1890712"/>
                <a:gd name="connsiteX12" fmla="*/ 114300 w 2543175"/>
                <a:gd name="connsiteY12" fmla="*/ 95250 h 1890712"/>
                <a:gd name="connsiteX13" fmla="*/ 123825 w 2543175"/>
                <a:gd name="connsiteY13" fmla="*/ 97631 h 1890712"/>
                <a:gd name="connsiteX14" fmla="*/ 130969 w 2543175"/>
                <a:gd name="connsiteY14" fmla="*/ 104775 h 1890712"/>
                <a:gd name="connsiteX15" fmla="*/ 140494 w 2543175"/>
                <a:gd name="connsiteY15" fmla="*/ 111919 h 1890712"/>
                <a:gd name="connsiteX16" fmla="*/ 147638 w 2543175"/>
                <a:gd name="connsiteY16" fmla="*/ 116681 h 1890712"/>
                <a:gd name="connsiteX17" fmla="*/ 164307 w 2543175"/>
                <a:gd name="connsiteY17" fmla="*/ 128587 h 1890712"/>
                <a:gd name="connsiteX18" fmla="*/ 180975 w 2543175"/>
                <a:gd name="connsiteY18" fmla="*/ 140494 h 1890712"/>
                <a:gd name="connsiteX19" fmla="*/ 197644 w 2543175"/>
                <a:gd name="connsiteY19" fmla="*/ 152400 h 1890712"/>
                <a:gd name="connsiteX20" fmla="*/ 204788 w 2543175"/>
                <a:gd name="connsiteY20" fmla="*/ 157162 h 1890712"/>
                <a:gd name="connsiteX21" fmla="*/ 214313 w 2543175"/>
                <a:gd name="connsiteY21" fmla="*/ 164306 h 1890712"/>
                <a:gd name="connsiteX22" fmla="*/ 230982 w 2543175"/>
                <a:gd name="connsiteY22" fmla="*/ 180975 h 1890712"/>
                <a:gd name="connsiteX23" fmla="*/ 247650 w 2543175"/>
                <a:gd name="connsiteY23" fmla="*/ 185737 h 1890712"/>
                <a:gd name="connsiteX24" fmla="*/ 300038 w 2543175"/>
                <a:gd name="connsiteY24" fmla="*/ 219075 h 1890712"/>
                <a:gd name="connsiteX25" fmla="*/ 342900 w 2543175"/>
                <a:gd name="connsiteY25" fmla="*/ 254794 h 1890712"/>
                <a:gd name="connsiteX26" fmla="*/ 366713 w 2543175"/>
                <a:gd name="connsiteY26" fmla="*/ 264319 h 1890712"/>
                <a:gd name="connsiteX27" fmla="*/ 385763 w 2543175"/>
                <a:gd name="connsiteY27" fmla="*/ 283369 h 1890712"/>
                <a:gd name="connsiteX28" fmla="*/ 404813 w 2543175"/>
                <a:gd name="connsiteY28" fmla="*/ 295275 h 1890712"/>
                <a:gd name="connsiteX29" fmla="*/ 411957 w 2543175"/>
                <a:gd name="connsiteY29" fmla="*/ 297656 h 1890712"/>
                <a:gd name="connsiteX30" fmla="*/ 466725 w 2543175"/>
                <a:gd name="connsiteY30" fmla="*/ 328612 h 1890712"/>
                <a:gd name="connsiteX31" fmla="*/ 476250 w 2543175"/>
                <a:gd name="connsiteY31" fmla="*/ 335756 h 1890712"/>
                <a:gd name="connsiteX32" fmla="*/ 481013 w 2543175"/>
                <a:gd name="connsiteY32" fmla="*/ 342900 h 1890712"/>
                <a:gd name="connsiteX33" fmla="*/ 490538 w 2543175"/>
                <a:gd name="connsiteY33" fmla="*/ 352425 h 1890712"/>
                <a:gd name="connsiteX34" fmla="*/ 495300 w 2543175"/>
                <a:gd name="connsiteY34" fmla="*/ 359569 h 1890712"/>
                <a:gd name="connsiteX35" fmla="*/ 509588 w 2543175"/>
                <a:gd name="connsiteY35" fmla="*/ 376237 h 1890712"/>
                <a:gd name="connsiteX36" fmla="*/ 514350 w 2543175"/>
                <a:gd name="connsiteY36" fmla="*/ 383381 h 1890712"/>
                <a:gd name="connsiteX37" fmla="*/ 531019 w 2543175"/>
                <a:gd name="connsiteY37" fmla="*/ 397669 h 1890712"/>
                <a:gd name="connsiteX38" fmla="*/ 538163 w 2543175"/>
                <a:gd name="connsiteY38" fmla="*/ 407194 h 1890712"/>
                <a:gd name="connsiteX39" fmla="*/ 554832 w 2543175"/>
                <a:gd name="connsiteY39" fmla="*/ 421481 h 1890712"/>
                <a:gd name="connsiteX40" fmla="*/ 564357 w 2543175"/>
                <a:gd name="connsiteY40" fmla="*/ 431006 h 1890712"/>
                <a:gd name="connsiteX41" fmla="*/ 573882 w 2543175"/>
                <a:gd name="connsiteY41" fmla="*/ 438150 h 1890712"/>
                <a:gd name="connsiteX42" fmla="*/ 595313 w 2543175"/>
                <a:gd name="connsiteY42" fmla="*/ 454819 h 1890712"/>
                <a:gd name="connsiteX43" fmla="*/ 602457 w 2543175"/>
                <a:gd name="connsiteY43" fmla="*/ 457200 h 1890712"/>
                <a:gd name="connsiteX44" fmla="*/ 628650 w 2543175"/>
                <a:gd name="connsiteY44" fmla="*/ 469106 h 1890712"/>
                <a:gd name="connsiteX45" fmla="*/ 645319 w 2543175"/>
                <a:gd name="connsiteY45" fmla="*/ 483394 h 1890712"/>
                <a:gd name="connsiteX46" fmla="*/ 654844 w 2543175"/>
                <a:gd name="connsiteY46" fmla="*/ 488156 h 1890712"/>
                <a:gd name="connsiteX47" fmla="*/ 661988 w 2543175"/>
                <a:gd name="connsiteY47" fmla="*/ 497681 h 1890712"/>
                <a:gd name="connsiteX48" fmla="*/ 683419 w 2543175"/>
                <a:gd name="connsiteY48" fmla="*/ 514350 h 1890712"/>
                <a:gd name="connsiteX49" fmla="*/ 700088 w 2543175"/>
                <a:gd name="connsiteY49" fmla="*/ 526256 h 1890712"/>
                <a:gd name="connsiteX50" fmla="*/ 709613 w 2543175"/>
                <a:gd name="connsiteY50" fmla="*/ 535781 h 1890712"/>
                <a:gd name="connsiteX51" fmla="*/ 719138 w 2543175"/>
                <a:gd name="connsiteY51" fmla="*/ 542925 h 1890712"/>
                <a:gd name="connsiteX52" fmla="*/ 733425 w 2543175"/>
                <a:gd name="connsiteY52" fmla="*/ 557212 h 1890712"/>
                <a:gd name="connsiteX53" fmla="*/ 750094 w 2543175"/>
                <a:gd name="connsiteY53" fmla="*/ 569119 h 1890712"/>
                <a:gd name="connsiteX54" fmla="*/ 769144 w 2543175"/>
                <a:gd name="connsiteY54" fmla="*/ 581025 h 1890712"/>
                <a:gd name="connsiteX55" fmla="*/ 785813 w 2543175"/>
                <a:gd name="connsiteY55" fmla="*/ 590550 h 1890712"/>
                <a:gd name="connsiteX56" fmla="*/ 792957 w 2543175"/>
                <a:gd name="connsiteY56" fmla="*/ 600075 h 1890712"/>
                <a:gd name="connsiteX57" fmla="*/ 809625 w 2543175"/>
                <a:gd name="connsiteY57" fmla="*/ 611981 h 1890712"/>
                <a:gd name="connsiteX58" fmla="*/ 816769 w 2543175"/>
                <a:gd name="connsiteY58" fmla="*/ 619125 h 1890712"/>
                <a:gd name="connsiteX59" fmla="*/ 826294 w 2543175"/>
                <a:gd name="connsiteY59" fmla="*/ 626269 h 1890712"/>
                <a:gd name="connsiteX60" fmla="*/ 840582 w 2543175"/>
                <a:gd name="connsiteY60" fmla="*/ 638175 h 1890712"/>
                <a:gd name="connsiteX61" fmla="*/ 847725 w 2543175"/>
                <a:gd name="connsiteY61" fmla="*/ 645319 h 1890712"/>
                <a:gd name="connsiteX62" fmla="*/ 857250 w 2543175"/>
                <a:gd name="connsiteY62" fmla="*/ 652462 h 1890712"/>
                <a:gd name="connsiteX63" fmla="*/ 888207 w 2543175"/>
                <a:gd name="connsiteY63" fmla="*/ 676275 h 1890712"/>
                <a:gd name="connsiteX64" fmla="*/ 907257 w 2543175"/>
                <a:gd name="connsiteY64" fmla="*/ 683419 h 1890712"/>
                <a:gd name="connsiteX65" fmla="*/ 928688 w 2543175"/>
                <a:gd name="connsiteY65" fmla="*/ 695325 h 1890712"/>
                <a:gd name="connsiteX66" fmla="*/ 942975 w 2543175"/>
                <a:gd name="connsiteY66" fmla="*/ 700087 h 1890712"/>
                <a:gd name="connsiteX67" fmla="*/ 964407 w 2543175"/>
                <a:gd name="connsiteY67" fmla="*/ 716756 h 1890712"/>
                <a:gd name="connsiteX68" fmla="*/ 971550 w 2543175"/>
                <a:gd name="connsiteY68" fmla="*/ 723900 h 1890712"/>
                <a:gd name="connsiteX69" fmla="*/ 983457 w 2543175"/>
                <a:gd name="connsiteY69" fmla="*/ 733425 h 1890712"/>
                <a:gd name="connsiteX70" fmla="*/ 990600 w 2543175"/>
                <a:gd name="connsiteY70" fmla="*/ 738187 h 1890712"/>
                <a:gd name="connsiteX71" fmla="*/ 1007269 w 2543175"/>
                <a:gd name="connsiteY71" fmla="*/ 752475 h 1890712"/>
                <a:gd name="connsiteX72" fmla="*/ 1031082 w 2543175"/>
                <a:gd name="connsiteY72" fmla="*/ 766762 h 1890712"/>
                <a:gd name="connsiteX73" fmla="*/ 1042988 w 2543175"/>
                <a:gd name="connsiteY73" fmla="*/ 773906 h 1890712"/>
                <a:gd name="connsiteX74" fmla="*/ 1071563 w 2543175"/>
                <a:gd name="connsiteY74" fmla="*/ 785812 h 1890712"/>
                <a:gd name="connsiteX75" fmla="*/ 1097757 w 2543175"/>
                <a:gd name="connsiteY75" fmla="*/ 807244 h 1890712"/>
                <a:gd name="connsiteX76" fmla="*/ 1104900 w 2543175"/>
                <a:gd name="connsiteY76" fmla="*/ 814387 h 1890712"/>
                <a:gd name="connsiteX77" fmla="*/ 1121569 w 2543175"/>
                <a:gd name="connsiteY77" fmla="*/ 823912 h 1890712"/>
                <a:gd name="connsiteX78" fmla="*/ 1138238 w 2543175"/>
                <a:gd name="connsiteY78" fmla="*/ 835819 h 1890712"/>
                <a:gd name="connsiteX79" fmla="*/ 1147763 w 2543175"/>
                <a:gd name="connsiteY79" fmla="*/ 842962 h 1890712"/>
                <a:gd name="connsiteX80" fmla="*/ 1157288 w 2543175"/>
                <a:gd name="connsiteY80" fmla="*/ 847725 h 1890712"/>
                <a:gd name="connsiteX81" fmla="*/ 1178719 w 2543175"/>
                <a:gd name="connsiteY81" fmla="*/ 859631 h 1890712"/>
                <a:gd name="connsiteX82" fmla="*/ 1188244 w 2543175"/>
                <a:gd name="connsiteY82" fmla="*/ 866775 h 1890712"/>
                <a:gd name="connsiteX83" fmla="*/ 1195388 w 2543175"/>
                <a:gd name="connsiteY83" fmla="*/ 871537 h 1890712"/>
                <a:gd name="connsiteX84" fmla="*/ 1212057 w 2543175"/>
                <a:gd name="connsiteY84" fmla="*/ 883444 h 1890712"/>
                <a:gd name="connsiteX85" fmla="*/ 1226344 w 2543175"/>
                <a:gd name="connsiteY85" fmla="*/ 895350 h 1890712"/>
                <a:gd name="connsiteX86" fmla="*/ 1245394 w 2543175"/>
                <a:gd name="connsiteY86" fmla="*/ 907256 h 1890712"/>
                <a:gd name="connsiteX87" fmla="*/ 1254919 w 2543175"/>
                <a:gd name="connsiteY87" fmla="*/ 914400 h 1890712"/>
                <a:gd name="connsiteX88" fmla="*/ 1269207 w 2543175"/>
                <a:gd name="connsiteY88" fmla="*/ 921544 h 1890712"/>
                <a:gd name="connsiteX89" fmla="*/ 1290638 w 2543175"/>
                <a:gd name="connsiteY89" fmla="*/ 935831 h 1890712"/>
                <a:gd name="connsiteX90" fmla="*/ 1307307 w 2543175"/>
                <a:gd name="connsiteY90" fmla="*/ 952500 h 1890712"/>
                <a:gd name="connsiteX91" fmla="*/ 1333500 w 2543175"/>
                <a:gd name="connsiteY91" fmla="*/ 971550 h 1890712"/>
                <a:gd name="connsiteX92" fmla="*/ 1359694 w 2543175"/>
                <a:gd name="connsiteY92" fmla="*/ 990600 h 1890712"/>
                <a:gd name="connsiteX93" fmla="*/ 1385888 w 2543175"/>
                <a:gd name="connsiteY93" fmla="*/ 1021557 h 1890712"/>
                <a:gd name="connsiteX94" fmla="*/ 1435894 w 2543175"/>
                <a:gd name="connsiteY94" fmla="*/ 1054894 h 1890712"/>
                <a:gd name="connsiteX95" fmla="*/ 1497806 w 2543175"/>
                <a:gd name="connsiteY95" fmla="*/ 1104900 h 1890712"/>
                <a:gd name="connsiteX96" fmla="*/ 1559718 w 2543175"/>
                <a:gd name="connsiteY96" fmla="*/ 1154906 h 1890712"/>
                <a:gd name="connsiteX97" fmla="*/ 1595438 w 2543175"/>
                <a:gd name="connsiteY97" fmla="*/ 1181100 h 1890712"/>
                <a:gd name="connsiteX98" fmla="*/ 1628775 w 2543175"/>
                <a:gd name="connsiteY98" fmla="*/ 1207294 h 1890712"/>
                <a:gd name="connsiteX99" fmla="*/ 1662113 w 2543175"/>
                <a:gd name="connsiteY99" fmla="*/ 1231107 h 1890712"/>
                <a:gd name="connsiteX100" fmla="*/ 1700213 w 2543175"/>
                <a:gd name="connsiteY100" fmla="*/ 1247775 h 1890712"/>
                <a:gd name="connsiteX101" fmla="*/ 1712119 w 2543175"/>
                <a:gd name="connsiteY101" fmla="*/ 1259681 h 1890712"/>
                <a:gd name="connsiteX102" fmla="*/ 1733550 w 2543175"/>
                <a:gd name="connsiteY102" fmla="*/ 1273969 h 1890712"/>
                <a:gd name="connsiteX103" fmla="*/ 1743075 w 2543175"/>
                <a:gd name="connsiteY103" fmla="*/ 1283494 h 1890712"/>
                <a:gd name="connsiteX104" fmla="*/ 1754982 w 2543175"/>
                <a:gd name="connsiteY104" fmla="*/ 1290637 h 1890712"/>
                <a:gd name="connsiteX105" fmla="*/ 1766888 w 2543175"/>
                <a:gd name="connsiteY105" fmla="*/ 1300162 h 1890712"/>
                <a:gd name="connsiteX106" fmla="*/ 1783557 w 2543175"/>
                <a:gd name="connsiteY106" fmla="*/ 1307306 h 1890712"/>
                <a:gd name="connsiteX107" fmla="*/ 1790700 w 2543175"/>
                <a:gd name="connsiteY107" fmla="*/ 1312069 h 1890712"/>
                <a:gd name="connsiteX108" fmla="*/ 1800225 w 2543175"/>
                <a:gd name="connsiteY108" fmla="*/ 1319212 h 1890712"/>
                <a:gd name="connsiteX109" fmla="*/ 1807369 w 2543175"/>
                <a:gd name="connsiteY109" fmla="*/ 1321594 h 1890712"/>
                <a:gd name="connsiteX110" fmla="*/ 1824038 w 2543175"/>
                <a:gd name="connsiteY110" fmla="*/ 1333500 h 1890712"/>
                <a:gd name="connsiteX111" fmla="*/ 1843088 w 2543175"/>
                <a:gd name="connsiteY111" fmla="*/ 1352550 h 1890712"/>
                <a:gd name="connsiteX112" fmla="*/ 1852613 w 2543175"/>
                <a:gd name="connsiteY112" fmla="*/ 1359694 h 1890712"/>
                <a:gd name="connsiteX113" fmla="*/ 1859757 w 2543175"/>
                <a:gd name="connsiteY113" fmla="*/ 1366837 h 1890712"/>
                <a:gd name="connsiteX114" fmla="*/ 1869282 w 2543175"/>
                <a:gd name="connsiteY114" fmla="*/ 1371600 h 1890712"/>
                <a:gd name="connsiteX115" fmla="*/ 1883569 w 2543175"/>
                <a:gd name="connsiteY115" fmla="*/ 1388269 h 1890712"/>
                <a:gd name="connsiteX116" fmla="*/ 1893094 w 2543175"/>
                <a:gd name="connsiteY116" fmla="*/ 1395412 h 1890712"/>
                <a:gd name="connsiteX117" fmla="*/ 1902619 w 2543175"/>
                <a:gd name="connsiteY117" fmla="*/ 1404937 h 1890712"/>
                <a:gd name="connsiteX118" fmla="*/ 1912144 w 2543175"/>
                <a:gd name="connsiteY118" fmla="*/ 1409700 h 1890712"/>
                <a:gd name="connsiteX119" fmla="*/ 1931194 w 2543175"/>
                <a:gd name="connsiteY119" fmla="*/ 1421606 h 1890712"/>
                <a:gd name="connsiteX120" fmla="*/ 1935957 w 2543175"/>
                <a:gd name="connsiteY120" fmla="*/ 1428750 h 1890712"/>
                <a:gd name="connsiteX121" fmla="*/ 1952625 w 2543175"/>
                <a:gd name="connsiteY121" fmla="*/ 1438275 h 1890712"/>
                <a:gd name="connsiteX122" fmla="*/ 1971675 w 2543175"/>
                <a:gd name="connsiteY122" fmla="*/ 1450181 h 1890712"/>
                <a:gd name="connsiteX123" fmla="*/ 1981200 w 2543175"/>
                <a:gd name="connsiteY123" fmla="*/ 1454944 h 1890712"/>
                <a:gd name="connsiteX124" fmla="*/ 1997869 w 2543175"/>
                <a:gd name="connsiteY124" fmla="*/ 1471612 h 1890712"/>
                <a:gd name="connsiteX125" fmla="*/ 2007394 w 2543175"/>
                <a:gd name="connsiteY125" fmla="*/ 1478756 h 1890712"/>
                <a:gd name="connsiteX126" fmla="*/ 2016919 w 2543175"/>
                <a:gd name="connsiteY126" fmla="*/ 1483519 h 1890712"/>
                <a:gd name="connsiteX127" fmla="*/ 2024063 w 2543175"/>
                <a:gd name="connsiteY127" fmla="*/ 1490662 h 1890712"/>
                <a:gd name="connsiteX128" fmla="*/ 2033588 w 2543175"/>
                <a:gd name="connsiteY128" fmla="*/ 1495425 h 1890712"/>
                <a:gd name="connsiteX129" fmla="*/ 2040732 w 2543175"/>
                <a:gd name="connsiteY129" fmla="*/ 1502569 h 1890712"/>
                <a:gd name="connsiteX130" fmla="*/ 2047875 w 2543175"/>
                <a:gd name="connsiteY130" fmla="*/ 1507331 h 1890712"/>
                <a:gd name="connsiteX131" fmla="*/ 2057400 w 2543175"/>
                <a:gd name="connsiteY131" fmla="*/ 1514475 h 1890712"/>
                <a:gd name="connsiteX132" fmla="*/ 2064544 w 2543175"/>
                <a:gd name="connsiteY132" fmla="*/ 1519237 h 1890712"/>
                <a:gd name="connsiteX133" fmla="*/ 2071688 w 2543175"/>
                <a:gd name="connsiteY133" fmla="*/ 1526381 h 1890712"/>
                <a:gd name="connsiteX134" fmla="*/ 2081213 w 2543175"/>
                <a:gd name="connsiteY134" fmla="*/ 1531144 h 1890712"/>
                <a:gd name="connsiteX135" fmla="*/ 2090738 w 2543175"/>
                <a:gd name="connsiteY135" fmla="*/ 1538287 h 1890712"/>
                <a:gd name="connsiteX136" fmla="*/ 2109788 w 2543175"/>
                <a:gd name="connsiteY136" fmla="*/ 1547812 h 1890712"/>
                <a:gd name="connsiteX137" fmla="*/ 2131219 w 2543175"/>
                <a:gd name="connsiteY137" fmla="*/ 1562100 h 1890712"/>
                <a:gd name="connsiteX138" fmla="*/ 2140744 w 2543175"/>
                <a:gd name="connsiteY138" fmla="*/ 1566862 h 1890712"/>
                <a:gd name="connsiteX139" fmla="*/ 2152650 w 2543175"/>
                <a:gd name="connsiteY139" fmla="*/ 1576387 h 1890712"/>
                <a:gd name="connsiteX140" fmla="*/ 2181225 w 2543175"/>
                <a:gd name="connsiteY140" fmla="*/ 1590675 h 1890712"/>
                <a:gd name="connsiteX141" fmla="*/ 2200275 w 2543175"/>
                <a:gd name="connsiteY141" fmla="*/ 1607344 h 1890712"/>
                <a:gd name="connsiteX142" fmla="*/ 2207419 w 2543175"/>
                <a:gd name="connsiteY142" fmla="*/ 1612106 h 1890712"/>
                <a:gd name="connsiteX143" fmla="*/ 2216944 w 2543175"/>
                <a:gd name="connsiteY143" fmla="*/ 1619250 h 1890712"/>
                <a:gd name="connsiteX144" fmla="*/ 2247900 w 2543175"/>
                <a:gd name="connsiteY144" fmla="*/ 1643062 h 1890712"/>
                <a:gd name="connsiteX145" fmla="*/ 2281238 w 2543175"/>
                <a:gd name="connsiteY145" fmla="*/ 1674019 h 1890712"/>
                <a:gd name="connsiteX146" fmla="*/ 2312194 w 2543175"/>
                <a:gd name="connsiteY146" fmla="*/ 1702594 h 1890712"/>
                <a:gd name="connsiteX147" fmla="*/ 2369344 w 2543175"/>
                <a:gd name="connsiteY147" fmla="*/ 1757363 h 1890712"/>
                <a:gd name="connsiteX148" fmla="*/ 2428876 w 2543175"/>
                <a:gd name="connsiteY148" fmla="*/ 1785938 h 1890712"/>
                <a:gd name="connsiteX149" fmla="*/ 2469356 w 2543175"/>
                <a:gd name="connsiteY149" fmla="*/ 1816894 h 1890712"/>
                <a:gd name="connsiteX150" fmla="*/ 2514600 w 2543175"/>
                <a:gd name="connsiteY150" fmla="*/ 1850231 h 1890712"/>
                <a:gd name="connsiteX151" fmla="*/ 2519363 w 2543175"/>
                <a:gd name="connsiteY151" fmla="*/ 1857375 h 1890712"/>
                <a:gd name="connsiteX152" fmla="*/ 2540794 w 2543175"/>
                <a:gd name="connsiteY152" fmla="*/ 1883569 h 1890712"/>
                <a:gd name="connsiteX153" fmla="*/ 2543175 w 2543175"/>
                <a:gd name="connsiteY153" fmla="*/ 1890712 h 1890712"/>
                <a:gd name="connsiteX0" fmla="*/ 0 w 2543175"/>
                <a:gd name="connsiteY0" fmla="*/ 0 h 1890712"/>
                <a:gd name="connsiteX1" fmla="*/ 11907 w 2543175"/>
                <a:gd name="connsiteY1" fmla="*/ 11906 h 1890712"/>
                <a:gd name="connsiteX2" fmla="*/ 21432 w 2543175"/>
                <a:gd name="connsiteY2" fmla="*/ 16669 h 1890712"/>
                <a:gd name="connsiteX3" fmla="*/ 23813 w 2543175"/>
                <a:gd name="connsiteY3" fmla="*/ 23812 h 1890712"/>
                <a:gd name="connsiteX4" fmla="*/ 33338 w 2543175"/>
                <a:gd name="connsiteY4" fmla="*/ 33337 h 1890712"/>
                <a:gd name="connsiteX5" fmla="*/ 40482 w 2543175"/>
                <a:gd name="connsiteY5" fmla="*/ 42862 h 1890712"/>
                <a:gd name="connsiteX6" fmla="*/ 47625 w 2543175"/>
                <a:gd name="connsiteY6" fmla="*/ 47625 h 1890712"/>
                <a:gd name="connsiteX7" fmla="*/ 57150 w 2543175"/>
                <a:gd name="connsiteY7" fmla="*/ 54769 h 1890712"/>
                <a:gd name="connsiteX8" fmla="*/ 64294 w 2543175"/>
                <a:gd name="connsiteY8" fmla="*/ 59531 h 1890712"/>
                <a:gd name="connsiteX9" fmla="*/ 83344 w 2543175"/>
                <a:gd name="connsiteY9" fmla="*/ 73819 h 1890712"/>
                <a:gd name="connsiteX10" fmla="*/ 97632 w 2543175"/>
                <a:gd name="connsiteY10" fmla="*/ 80962 h 1890712"/>
                <a:gd name="connsiteX11" fmla="*/ 104775 w 2543175"/>
                <a:gd name="connsiteY11" fmla="*/ 85725 h 1890712"/>
                <a:gd name="connsiteX12" fmla="*/ 114300 w 2543175"/>
                <a:gd name="connsiteY12" fmla="*/ 95250 h 1890712"/>
                <a:gd name="connsiteX13" fmla="*/ 123825 w 2543175"/>
                <a:gd name="connsiteY13" fmla="*/ 97631 h 1890712"/>
                <a:gd name="connsiteX14" fmla="*/ 130969 w 2543175"/>
                <a:gd name="connsiteY14" fmla="*/ 104775 h 1890712"/>
                <a:gd name="connsiteX15" fmla="*/ 140494 w 2543175"/>
                <a:gd name="connsiteY15" fmla="*/ 111919 h 1890712"/>
                <a:gd name="connsiteX16" fmla="*/ 147638 w 2543175"/>
                <a:gd name="connsiteY16" fmla="*/ 116681 h 1890712"/>
                <a:gd name="connsiteX17" fmla="*/ 164307 w 2543175"/>
                <a:gd name="connsiteY17" fmla="*/ 128587 h 1890712"/>
                <a:gd name="connsiteX18" fmla="*/ 180975 w 2543175"/>
                <a:gd name="connsiteY18" fmla="*/ 140494 h 1890712"/>
                <a:gd name="connsiteX19" fmla="*/ 197644 w 2543175"/>
                <a:gd name="connsiteY19" fmla="*/ 152400 h 1890712"/>
                <a:gd name="connsiteX20" fmla="*/ 204788 w 2543175"/>
                <a:gd name="connsiteY20" fmla="*/ 157162 h 1890712"/>
                <a:gd name="connsiteX21" fmla="*/ 214313 w 2543175"/>
                <a:gd name="connsiteY21" fmla="*/ 164306 h 1890712"/>
                <a:gd name="connsiteX22" fmla="*/ 230982 w 2543175"/>
                <a:gd name="connsiteY22" fmla="*/ 180975 h 1890712"/>
                <a:gd name="connsiteX23" fmla="*/ 247650 w 2543175"/>
                <a:gd name="connsiteY23" fmla="*/ 185737 h 1890712"/>
                <a:gd name="connsiteX24" fmla="*/ 300038 w 2543175"/>
                <a:gd name="connsiteY24" fmla="*/ 219075 h 1890712"/>
                <a:gd name="connsiteX25" fmla="*/ 342900 w 2543175"/>
                <a:gd name="connsiteY25" fmla="*/ 254794 h 1890712"/>
                <a:gd name="connsiteX26" fmla="*/ 385763 w 2543175"/>
                <a:gd name="connsiteY26" fmla="*/ 283369 h 1890712"/>
                <a:gd name="connsiteX27" fmla="*/ 404813 w 2543175"/>
                <a:gd name="connsiteY27" fmla="*/ 295275 h 1890712"/>
                <a:gd name="connsiteX28" fmla="*/ 411957 w 2543175"/>
                <a:gd name="connsiteY28" fmla="*/ 297656 h 1890712"/>
                <a:gd name="connsiteX29" fmla="*/ 466725 w 2543175"/>
                <a:gd name="connsiteY29" fmla="*/ 328612 h 1890712"/>
                <a:gd name="connsiteX30" fmla="*/ 476250 w 2543175"/>
                <a:gd name="connsiteY30" fmla="*/ 335756 h 1890712"/>
                <a:gd name="connsiteX31" fmla="*/ 481013 w 2543175"/>
                <a:gd name="connsiteY31" fmla="*/ 342900 h 1890712"/>
                <a:gd name="connsiteX32" fmla="*/ 490538 w 2543175"/>
                <a:gd name="connsiteY32" fmla="*/ 352425 h 1890712"/>
                <a:gd name="connsiteX33" fmla="*/ 495300 w 2543175"/>
                <a:gd name="connsiteY33" fmla="*/ 359569 h 1890712"/>
                <a:gd name="connsiteX34" fmla="*/ 509588 w 2543175"/>
                <a:gd name="connsiteY34" fmla="*/ 376237 h 1890712"/>
                <a:gd name="connsiteX35" fmla="*/ 514350 w 2543175"/>
                <a:gd name="connsiteY35" fmla="*/ 383381 h 1890712"/>
                <a:gd name="connsiteX36" fmla="*/ 531019 w 2543175"/>
                <a:gd name="connsiteY36" fmla="*/ 397669 h 1890712"/>
                <a:gd name="connsiteX37" fmla="*/ 538163 w 2543175"/>
                <a:gd name="connsiteY37" fmla="*/ 407194 h 1890712"/>
                <a:gd name="connsiteX38" fmla="*/ 554832 w 2543175"/>
                <a:gd name="connsiteY38" fmla="*/ 421481 h 1890712"/>
                <a:gd name="connsiteX39" fmla="*/ 564357 w 2543175"/>
                <a:gd name="connsiteY39" fmla="*/ 431006 h 1890712"/>
                <a:gd name="connsiteX40" fmla="*/ 573882 w 2543175"/>
                <a:gd name="connsiteY40" fmla="*/ 438150 h 1890712"/>
                <a:gd name="connsiteX41" fmla="*/ 595313 w 2543175"/>
                <a:gd name="connsiteY41" fmla="*/ 454819 h 1890712"/>
                <a:gd name="connsiteX42" fmla="*/ 602457 w 2543175"/>
                <a:gd name="connsiteY42" fmla="*/ 457200 h 1890712"/>
                <a:gd name="connsiteX43" fmla="*/ 628650 w 2543175"/>
                <a:gd name="connsiteY43" fmla="*/ 469106 h 1890712"/>
                <a:gd name="connsiteX44" fmla="*/ 645319 w 2543175"/>
                <a:gd name="connsiteY44" fmla="*/ 483394 h 1890712"/>
                <a:gd name="connsiteX45" fmla="*/ 654844 w 2543175"/>
                <a:gd name="connsiteY45" fmla="*/ 488156 h 1890712"/>
                <a:gd name="connsiteX46" fmla="*/ 661988 w 2543175"/>
                <a:gd name="connsiteY46" fmla="*/ 497681 h 1890712"/>
                <a:gd name="connsiteX47" fmla="*/ 683419 w 2543175"/>
                <a:gd name="connsiteY47" fmla="*/ 514350 h 1890712"/>
                <a:gd name="connsiteX48" fmla="*/ 700088 w 2543175"/>
                <a:gd name="connsiteY48" fmla="*/ 526256 h 1890712"/>
                <a:gd name="connsiteX49" fmla="*/ 709613 w 2543175"/>
                <a:gd name="connsiteY49" fmla="*/ 535781 h 1890712"/>
                <a:gd name="connsiteX50" fmla="*/ 719138 w 2543175"/>
                <a:gd name="connsiteY50" fmla="*/ 542925 h 1890712"/>
                <a:gd name="connsiteX51" fmla="*/ 733425 w 2543175"/>
                <a:gd name="connsiteY51" fmla="*/ 557212 h 1890712"/>
                <a:gd name="connsiteX52" fmla="*/ 750094 w 2543175"/>
                <a:gd name="connsiteY52" fmla="*/ 569119 h 1890712"/>
                <a:gd name="connsiteX53" fmla="*/ 769144 w 2543175"/>
                <a:gd name="connsiteY53" fmla="*/ 581025 h 1890712"/>
                <a:gd name="connsiteX54" fmla="*/ 785813 w 2543175"/>
                <a:gd name="connsiteY54" fmla="*/ 590550 h 1890712"/>
                <a:gd name="connsiteX55" fmla="*/ 792957 w 2543175"/>
                <a:gd name="connsiteY55" fmla="*/ 600075 h 1890712"/>
                <a:gd name="connsiteX56" fmla="*/ 809625 w 2543175"/>
                <a:gd name="connsiteY56" fmla="*/ 611981 h 1890712"/>
                <a:gd name="connsiteX57" fmla="*/ 816769 w 2543175"/>
                <a:gd name="connsiteY57" fmla="*/ 619125 h 1890712"/>
                <a:gd name="connsiteX58" fmla="*/ 826294 w 2543175"/>
                <a:gd name="connsiteY58" fmla="*/ 626269 h 1890712"/>
                <a:gd name="connsiteX59" fmla="*/ 840582 w 2543175"/>
                <a:gd name="connsiteY59" fmla="*/ 638175 h 1890712"/>
                <a:gd name="connsiteX60" fmla="*/ 847725 w 2543175"/>
                <a:gd name="connsiteY60" fmla="*/ 645319 h 1890712"/>
                <a:gd name="connsiteX61" fmla="*/ 857250 w 2543175"/>
                <a:gd name="connsiteY61" fmla="*/ 652462 h 1890712"/>
                <a:gd name="connsiteX62" fmla="*/ 888207 w 2543175"/>
                <a:gd name="connsiteY62" fmla="*/ 676275 h 1890712"/>
                <a:gd name="connsiteX63" fmla="*/ 907257 w 2543175"/>
                <a:gd name="connsiteY63" fmla="*/ 683419 h 1890712"/>
                <a:gd name="connsiteX64" fmla="*/ 928688 w 2543175"/>
                <a:gd name="connsiteY64" fmla="*/ 695325 h 1890712"/>
                <a:gd name="connsiteX65" fmla="*/ 942975 w 2543175"/>
                <a:gd name="connsiteY65" fmla="*/ 700087 h 1890712"/>
                <a:gd name="connsiteX66" fmla="*/ 964407 w 2543175"/>
                <a:gd name="connsiteY66" fmla="*/ 716756 h 1890712"/>
                <a:gd name="connsiteX67" fmla="*/ 971550 w 2543175"/>
                <a:gd name="connsiteY67" fmla="*/ 723900 h 1890712"/>
                <a:gd name="connsiteX68" fmla="*/ 983457 w 2543175"/>
                <a:gd name="connsiteY68" fmla="*/ 733425 h 1890712"/>
                <a:gd name="connsiteX69" fmla="*/ 990600 w 2543175"/>
                <a:gd name="connsiteY69" fmla="*/ 738187 h 1890712"/>
                <a:gd name="connsiteX70" fmla="*/ 1007269 w 2543175"/>
                <a:gd name="connsiteY70" fmla="*/ 752475 h 1890712"/>
                <a:gd name="connsiteX71" fmla="*/ 1031082 w 2543175"/>
                <a:gd name="connsiteY71" fmla="*/ 766762 h 1890712"/>
                <a:gd name="connsiteX72" fmla="*/ 1042988 w 2543175"/>
                <a:gd name="connsiteY72" fmla="*/ 773906 h 1890712"/>
                <a:gd name="connsiteX73" fmla="*/ 1071563 w 2543175"/>
                <a:gd name="connsiteY73" fmla="*/ 785812 h 1890712"/>
                <a:gd name="connsiteX74" fmla="*/ 1097757 w 2543175"/>
                <a:gd name="connsiteY74" fmla="*/ 807244 h 1890712"/>
                <a:gd name="connsiteX75" fmla="*/ 1104900 w 2543175"/>
                <a:gd name="connsiteY75" fmla="*/ 814387 h 1890712"/>
                <a:gd name="connsiteX76" fmla="*/ 1121569 w 2543175"/>
                <a:gd name="connsiteY76" fmla="*/ 823912 h 1890712"/>
                <a:gd name="connsiteX77" fmla="*/ 1138238 w 2543175"/>
                <a:gd name="connsiteY77" fmla="*/ 835819 h 1890712"/>
                <a:gd name="connsiteX78" fmla="*/ 1147763 w 2543175"/>
                <a:gd name="connsiteY78" fmla="*/ 842962 h 1890712"/>
                <a:gd name="connsiteX79" fmla="*/ 1157288 w 2543175"/>
                <a:gd name="connsiteY79" fmla="*/ 847725 h 1890712"/>
                <a:gd name="connsiteX80" fmla="*/ 1178719 w 2543175"/>
                <a:gd name="connsiteY80" fmla="*/ 859631 h 1890712"/>
                <a:gd name="connsiteX81" fmla="*/ 1188244 w 2543175"/>
                <a:gd name="connsiteY81" fmla="*/ 866775 h 1890712"/>
                <a:gd name="connsiteX82" fmla="*/ 1195388 w 2543175"/>
                <a:gd name="connsiteY82" fmla="*/ 871537 h 1890712"/>
                <a:gd name="connsiteX83" fmla="*/ 1212057 w 2543175"/>
                <a:gd name="connsiteY83" fmla="*/ 883444 h 1890712"/>
                <a:gd name="connsiteX84" fmla="*/ 1226344 w 2543175"/>
                <a:gd name="connsiteY84" fmla="*/ 895350 h 1890712"/>
                <a:gd name="connsiteX85" fmla="*/ 1245394 w 2543175"/>
                <a:gd name="connsiteY85" fmla="*/ 907256 h 1890712"/>
                <a:gd name="connsiteX86" fmla="*/ 1254919 w 2543175"/>
                <a:gd name="connsiteY86" fmla="*/ 914400 h 1890712"/>
                <a:gd name="connsiteX87" fmla="*/ 1269207 w 2543175"/>
                <a:gd name="connsiteY87" fmla="*/ 921544 h 1890712"/>
                <a:gd name="connsiteX88" fmla="*/ 1290638 w 2543175"/>
                <a:gd name="connsiteY88" fmla="*/ 935831 h 1890712"/>
                <a:gd name="connsiteX89" fmla="*/ 1307307 w 2543175"/>
                <a:gd name="connsiteY89" fmla="*/ 952500 h 1890712"/>
                <a:gd name="connsiteX90" fmla="*/ 1333500 w 2543175"/>
                <a:gd name="connsiteY90" fmla="*/ 971550 h 1890712"/>
                <a:gd name="connsiteX91" fmla="*/ 1359694 w 2543175"/>
                <a:gd name="connsiteY91" fmla="*/ 990600 h 1890712"/>
                <a:gd name="connsiteX92" fmla="*/ 1385888 w 2543175"/>
                <a:gd name="connsiteY92" fmla="*/ 1021557 h 1890712"/>
                <a:gd name="connsiteX93" fmla="*/ 1435894 w 2543175"/>
                <a:gd name="connsiteY93" fmla="*/ 1054894 h 1890712"/>
                <a:gd name="connsiteX94" fmla="*/ 1497806 w 2543175"/>
                <a:gd name="connsiteY94" fmla="*/ 1104900 h 1890712"/>
                <a:gd name="connsiteX95" fmla="*/ 1559718 w 2543175"/>
                <a:gd name="connsiteY95" fmla="*/ 1154906 h 1890712"/>
                <a:gd name="connsiteX96" fmla="*/ 1595438 w 2543175"/>
                <a:gd name="connsiteY96" fmla="*/ 1181100 h 1890712"/>
                <a:gd name="connsiteX97" fmla="*/ 1628775 w 2543175"/>
                <a:gd name="connsiteY97" fmla="*/ 1207294 h 1890712"/>
                <a:gd name="connsiteX98" fmla="*/ 1662113 w 2543175"/>
                <a:gd name="connsiteY98" fmla="*/ 1231107 h 1890712"/>
                <a:gd name="connsiteX99" fmla="*/ 1700213 w 2543175"/>
                <a:gd name="connsiteY99" fmla="*/ 1247775 h 1890712"/>
                <a:gd name="connsiteX100" fmla="*/ 1712119 w 2543175"/>
                <a:gd name="connsiteY100" fmla="*/ 1259681 h 1890712"/>
                <a:gd name="connsiteX101" fmla="*/ 1733550 w 2543175"/>
                <a:gd name="connsiteY101" fmla="*/ 1273969 h 1890712"/>
                <a:gd name="connsiteX102" fmla="*/ 1743075 w 2543175"/>
                <a:gd name="connsiteY102" fmla="*/ 1283494 h 1890712"/>
                <a:gd name="connsiteX103" fmla="*/ 1754982 w 2543175"/>
                <a:gd name="connsiteY103" fmla="*/ 1290637 h 1890712"/>
                <a:gd name="connsiteX104" fmla="*/ 1766888 w 2543175"/>
                <a:gd name="connsiteY104" fmla="*/ 1300162 h 1890712"/>
                <a:gd name="connsiteX105" fmla="*/ 1783557 w 2543175"/>
                <a:gd name="connsiteY105" fmla="*/ 1307306 h 1890712"/>
                <a:gd name="connsiteX106" fmla="*/ 1790700 w 2543175"/>
                <a:gd name="connsiteY106" fmla="*/ 1312069 h 1890712"/>
                <a:gd name="connsiteX107" fmla="*/ 1800225 w 2543175"/>
                <a:gd name="connsiteY107" fmla="*/ 1319212 h 1890712"/>
                <a:gd name="connsiteX108" fmla="*/ 1807369 w 2543175"/>
                <a:gd name="connsiteY108" fmla="*/ 1321594 h 1890712"/>
                <a:gd name="connsiteX109" fmla="*/ 1824038 w 2543175"/>
                <a:gd name="connsiteY109" fmla="*/ 1333500 h 1890712"/>
                <a:gd name="connsiteX110" fmla="*/ 1843088 w 2543175"/>
                <a:gd name="connsiteY110" fmla="*/ 1352550 h 1890712"/>
                <a:gd name="connsiteX111" fmla="*/ 1852613 w 2543175"/>
                <a:gd name="connsiteY111" fmla="*/ 1359694 h 1890712"/>
                <a:gd name="connsiteX112" fmla="*/ 1859757 w 2543175"/>
                <a:gd name="connsiteY112" fmla="*/ 1366837 h 1890712"/>
                <a:gd name="connsiteX113" fmla="*/ 1869282 w 2543175"/>
                <a:gd name="connsiteY113" fmla="*/ 1371600 h 1890712"/>
                <a:gd name="connsiteX114" fmla="*/ 1883569 w 2543175"/>
                <a:gd name="connsiteY114" fmla="*/ 1388269 h 1890712"/>
                <a:gd name="connsiteX115" fmla="*/ 1893094 w 2543175"/>
                <a:gd name="connsiteY115" fmla="*/ 1395412 h 1890712"/>
                <a:gd name="connsiteX116" fmla="*/ 1902619 w 2543175"/>
                <a:gd name="connsiteY116" fmla="*/ 1404937 h 1890712"/>
                <a:gd name="connsiteX117" fmla="*/ 1912144 w 2543175"/>
                <a:gd name="connsiteY117" fmla="*/ 1409700 h 1890712"/>
                <a:gd name="connsiteX118" fmla="*/ 1931194 w 2543175"/>
                <a:gd name="connsiteY118" fmla="*/ 1421606 h 1890712"/>
                <a:gd name="connsiteX119" fmla="*/ 1935957 w 2543175"/>
                <a:gd name="connsiteY119" fmla="*/ 1428750 h 1890712"/>
                <a:gd name="connsiteX120" fmla="*/ 1952625 w 2543175"/>
                <a:gd name="connsiteY120" fmla="*/ 1438275 h 1890712"/>
                <a:gd name="connsiteX121" fmla="*/ 1971675 w 2543175"/>
                <a:gd name="connsiteY121" fmla="*/ 1450181 h 1890712"/>
                <a:gd name="connsiteX122" fmla="*/ 1981200 w 2543175"/>
                <a:gd name="connsiteY122" fmla="*/ 1454944 h 1890712"/>
                <a:gd name="connsiteX123" fmla="*/ 1997869 w 2543175"/>
                <a:gd name="connsiteY123" fmla="*/ 1471612 h 1890712"/>
                <a:gd name="connsiteX124" fmla="*/ 2007394 w 2543175"/>
                <a:gd name="connsiteY124" fmla="*/ 1478756 h 1890712"/>
                <a:gd name="connsiteX125" fmla="*/ 2016919 w 2543175"/>
                <a:gd name="connsiteY125" fmla="*/ 1483519 h 1890712"/>
                <a:gd name="connsiteX126" fmla="*/ 2024063 w 2543175"/>
                <a:gd name="connsiteY126" fmla="*/ 1490662 h 1890712"/>
                <a:gd name="connsiteX127" fmla="*/ 2033588 w 2543175"/>
                <a:gd name="connsiteY127" fmla="*/ 1495425 h 1890712"/>
                <a:gd name="connsiteX128" fmla="*/ 2040732 w 2543175"/>
                <a:gd name="connsiteY128" fmla="*/ 1502569 h 1890712"/>
                <a:gd name="connsiteX129" fmla="*/ 2047875 w 2543175"/>
                <a:gd name="connsiteY129" fmla="*/ 1507331 h 1890712"/>
                <a:gd name="connsiteX130" fmla="*/ 2057400 w 2543175"/>
                <a:gd name="connsiteY130" fmla="*/ 1514475 h 1890712"/>
                <a:gd name="connsiteX131" fmla="*/ 2064544 w 2543175"/>
                <a:gd name="connsiteY131" fmla="*/ 1519237 h 1890712"/>
                <a:gd name="connsiteX132" fmla="*/ 2071688 w 2543175"/>
                <a:gd name="connsiteY132" fmla="*/ 1526381 h 1890712"/>
                <a:gd name="connsiteX133" fmla="*/ 2081213 w 2543175"/>
                <a:gd name="connsiteY133" fmla="*/ 1531144 h 1890712"/>
                <a:gd name="connsiteX134" fmla="*/ 2090738 w 2543175"/>
                <a:gd name="connsiteY134" fmla="*/ 1538287 h 1890712"/>
                <a:gd name="connsiteX135" fmla="*/ 2109788 w 2543175"/>
                <a:gd name="connsiteY135" fmla="*/ 1547812 h 1890712"/>
                <a:gd name="connsiteX136" fmla="*/ 2131219 w 2543175"/>
                <a:gd name="connsiteY136" fmla="*/ 1562100 h 1890712"/>
                <a:gd name="connsiteX137" fmla="*/ 2140744 w 2543175"/>
                <a:gd name="connsiteY137" fmla="*/ 1566862 h 1890712"/>
                <a:gd name="connsiteX138" fmla="*/ 2152650 w 2543175"/>
                <a:gd name="connsiteY138" fmla="*/ 1576387 h 1890712"/>
                <a:gd name="connsiteX139" fmla="*/ 2181225 w 2543175"/>
                <a:gd name="connsiteY139" fmla="*/ 1590675 h 1890712"/>
                <a:gd name="connsiteX140" fmla="*/ 2200275 w 2543175"/>
                <a:gd name="connsiteY140" fmla="*/ 1607344 h 1890712"/>
                <a:gd name="connsiteX141" fmla="*/ 2207419 w 2543175"/>
                <a:gd name="connsiteY141" fmla="*/ 1612106 h 1890712"/>
                <a:gd name="connsiteX142" fmla="*/ 2216944 w 2543175"/>
                <a:gd name="connsiteY142" fmla="*/ 1619250 h 1890712"/>
                <a:gd name="connsiteX143" fmla="*/ 2247900 w 2543175"/>
                <a:gd name="connsiteY143" fmla="*/ 1643062 h 1890712"/>
                <a:gd name="connsiteX144" fmla="*/ 2281238 w 2543175"/>
                <a:gd name="connsiteY144" fmla="*/ 1674019 h 1890712"/>
                <a:gd name="connsiteX145" fmla="*/ 2312194 w 2543175"/>
                <a:gd name="connsiteY145" fmla="*/ 1702594 h 1890712"/>
                <a:gd name="connsiteX146" fmla="*/ 2369344 w 2543175"/>
                <a:gd name="connsiteY146" fmla="*/ 1757363 h 1890712"/>
                <a:gd name="connsiteX147" fmla="*/ 2428876 w 2543175"/>
                <a:gd name="connsiteY147" fmla="*/ 1785938 h 1890712"/>
                <a:gd name="connsiteX148" fmla="*/ 2469356 w 2543175"/>
                <a:gd name="connsiteY148" fmla="*/ 1816894 h 1890712"/>
                <a:gd name="connsiteX149" fmla="*/ 2514600 w 2543175"/>
                <a:gd name="connsiteY149" fmla="*/ 1850231 h 1890712"/>
                <a:gd name="connsiteX150" fmla="*/ 2519363 w 2543175"/>
                <a:gd name="connsiteY150" fmla="*/ 1857375 h 1890712"/>
                <a:gd name="connsiteX151" fmla="*/ 2540794 w 2543175"/>
                <a:gd name="connsiteY151" fmla="*/ 1883569 h 1890712"/>
                <a:gd name="connsiteX152" fmla="*/ 2543175 w 2543175"/>
                <a:gd name="connsiteY152" fmla="*/ 1890712 h 1890712"/>
                <a:gd name="connsiteX0" fmla="*/ 0 w 2543175"/>
                <a:gd name="connsiteY0" fmla="*/ 0 h 1890712"/>
                <a:gd name="connsiteX1" fmla="*/ 11907 w 2543175"/>
                <a:gd name="connsiteY1" fmla="*/ 11906 h 1890712"/>
                <a:gd name="connsiteX2" fmla="*/ 21432 w 2543175"/>
                <a:gd name="connsiteY2" fmla="*/ 16669 h 1890712"/>
                <a:gd name="connsiteX3" fmla="*/ 23813 w 2543175"/>
                <a:gd name="connsiteY3" fmla="*/ 23812 h 1890712"/>
                <a:gd name="connsiteX4" fmla="*/ 33338 w 2543175"/>
                <a:gd name="connsiteY4" fmla="*/ 33337 h 1890712"/>
                <a:gd name="connsiteX5" fmla="*/ 40482 w 2543175"/>
                <a:gd name="connsiteY5" fmla="*/ 42862 h 1890712"/>
                <a:gd name="connsiteX6" fmla="*/ 47625 w 2543175"/>
                <a:gd name="connsiteY6" fmla="*/ 47625 h 1890712"/>
                <a:gd name="connsiteX7" fmla="*/ 57150 w 2543175"/>
                <a:gd name="connsiteY7" fmla="*/ 54769 h 1890712"/>
                <a:gd name="connsiteX8" fmla="*/ 64294 w 2543175"/>
                <a:gd name="connsiteY8" fmla="*/ 59531 h 1890712"/>
                <a:gd name="connsiteX9" fmla="*/ 83344 w 2543175"/>
                <a:gd name="connsiteY9" fmla="*/ 73819 h 1890712"/>
                <a:gd name="connsiteX10" fmla="*/ 97632 w 2543175"/>
                <a:gd name="connsiteY10" fmla="*/ 80962 h 1890712"/>
                <a:gd name="connsiteX11" fmla="*/ 104775 w 2543175"/>
                <a:gd name="connsiteY11" fmla="*/ 85725 h 1890712"/>
                <a:gd name="connsiteX12" fmla="*/ 114300 w 2543175"/>
                <a:gd name="connsiteY12" fmla="*/ 95250 h 1890712"/>
                <a:gd name="connsiteX13" fmla="*/ 123825 w 2543175"/>
                <a:gd name="connsiteY13" fmla="*/ 97631 h 1890712"/>
                <a:gd name="connsiteX14" fmla="*/ 130969 w 2543175"/>
                <a:gd name="connsiteY14" fmla="*/ 104775 h 1890712"/>
                <a:gd name="connsiteX15" fmla="*/ 140494 w 2543175"/>
                <a:gd name="connsiteY15" fmla="*/ 111919 h 1890712"/>
                <a:gd name="connsiteX16" fmla="*/ 147638 w 2543175"/>
                <a:gd name="connsiteY16" fmla="*/ 116681 h 1890712"/>
                <a:gd name="connsiteX17" fmla="*/ 164307 w 2543175"/>
                <a:gd name="connsiteY17" fmla="*/ 128587 h 1890712"/>
                <a:gd name="connsiteX18" fmla="*/ 180975 w 2543175"/>
                <a:gd name="connsiteY18" fmla="*/ 140494 h 1890712"/>
                <a:gd name="connsiteX19" fmla="*/ 197644 w 2543175"/>
                <a:gd name="connsiteY19" fmla="*/ 152400 h 1890712"/>
                <a:gd name="connsiteX20" fmla="*/ 204788 w 2543175"/>
                <a:gd name="connsiteY20" fmla="*/ 157162 h 1890712"/>
                <a:gd name="connsiteX21" fmla="*/ 214313 w 2543175"/>
                <a:gd name="connsiteY21" fmla="*/ 164306 h 1890712"/>
                <a:gd name="connsiteX22" fmla="*/ 247650 w 2543175"/>
                <a:gd name="connsiteY22" fmla="*/ 185737 h 1890712"/>
                <a:gd name="connsiteX23" fmla="*/ 300038 w 2543175"/>
                <a:gd name="connsiteY23" fmla="*/ 219075 h 1890712"/>
                <a:gd name="connsiteX24" fmla="*/ 342900 w 2543175"/>
                <a:gd name="connsiteY24" fmla="*/ 254794 h 1890712"/>
                <a:gd name="connsiteX25" fmla="*/ 385763 w 2543175"/>
                <a:gd name="connsiteY25" fmla="*/ 283369 h 1890712"/>
                <a:gd name="connsiteX26" fmla="*/ 404813 w 2543175"/>
                <a:gd name="connsiteY26" fmla="*/ 295275 h 1890712"/>
                <a:gd name="connsiteX27" fmla="*/ 411957 w 2543175"/>
                <a:gd name="connsiteY27" fmla="*/ 297656 h 1890712"/>
                <a:gd name="connsiteX28" fmla="*/ 466725 w 2543175"/>
                <a:gd name="connsiteY28" fmla="*/ 328612 h 1890712"/>
                <a:gd name="connsiteX29" fmla="*/ 476250 w 2543175"/>
                <a:gd name="connsiteY29" fmla="*/ 335756 h 1890712"/>
                <a:gd name="connsiteX30" fmla="*/ 481013 w 2543175"/>
                <a:gd name="connsiteY30" fmla="*/ 342900 h 1890712"/>
                <a:gd name="connsiteX31" fmla="*/ 490538 w 2543175"/>
                <a:gd name="connsiteY31" fmla="*/ 352425 h 1890712"/>
                <a:gd name="connsiteX32" fmla="*/ 495300 w 2543175"/>
                <a:gd name="connsiteY32" fmla="*/ 359569 h 1890712"/>
                <a:gd name="connsiteX33" fmla="*/ 509588 w 2543175"/>
                <a:gd name="connsiteY33" fmla="*/ 376237 h 1890712"/>
                <a:gd name="connsiteX34" fmla="*/ 514350 w 2543175"/>
                <a:gd name="connsiteY34" fmla="*/ 383381 h 1890712"/>
                <a:gd name="connsiteX35" fmla="*/ 531019 w 2543175"/>
                <a:gd name="connsiteY35" fmla="*/ 397669 h 1890712"/>
                <a:gd name="connsiteX36" fmla="*/ 538163 w 2543175"/>
                <a:gd name="connsiteY36" fmla="*/ 407194 h 1890712"/>
                <a:gd name="connsiteX37" fmla="*/ 554832 w 2543175"/>
                <a:gd name="connsiteY37" fmla="*/ 421481 h 1890712"/>
                <a:gd name="connsiteX38" fmla="*/ 564357 w 2543175"/>
                <a:gd name="connsiteY38" fmla="*/ 431006 h 1890712"/>
                <a:gd name="connsiteX39" fmla="*/ 573882 w 2543175"/>
                <a:gd name="connsiteY39" fmla="*/ 438150 h 1890712"/>
                <a:gd name="connsiteX40" fmla="*/ 595313 w 2543175"/>
                <a:gd name="connsiteY40" fmla="*/ 454819 h 1890712"/>
                <a:gd name="connsiteX41" fmla="*/ 602457 w 2543175"/>
                <a:gd name="connsiteY41" fmla="*/ 457200 h 1890712"/>
                <a:gd name="connsiteX42" fmla="*/ 628650 w 2543175"/>
                <a:gd name="connsiteY42" fmla="*/ 469106 h 1890712"/>
                <a:gd name="connsiteX43" fmla="*/ 645319 w 2543175"/>
                <a:gd name="connsiteY43" fmla="*/ 483394 h 1890712"/>
                <a:gd name="connsiteX44" fmla="*/ 654844 w 2543175"/>
                <a:gd name="connsiteY44" fmla="*/ 488156 h 1890712"/>
                <a:gd name="connsiteX45" fmla="*/ 661988 w 2543175"/>
                <a:gd name="connsiteY45" fmla="*/ 497681 h 1890712"/>
                <a:gd name="connsiteX46" fmla="*/ 683419 w 2543175"/>
                <a:gd name="connsiteY46" fmla="*/ 514350 h 1890712"/>
                <a:gd name="connsiteX47" fmla="*/ 700088 w 2543175"/>
                <a:gd name="connsiteY47" fmla="*/ 526256 h 1890712"/>
                <a:gd name="connsiteX48" fmla="*/ 709613 w 2543175"/>
                <a:gd name="connsiteY48" fmla="*/ 535781 h 1890712"/>
                <a:gd name="connsiteX49" fmla="*/ 719138 w 2543175"/>
                <a:gd name="connsiteY49" fmla="*/ 542925 h 1890712"/>
                <a:gd name="connsiteX50" fmla="*/ 733425 w 2543175"/>
                <a:gd name="connsiteY50" fmla="*/ 557212 h 1890712"/>
                <a:gd name="connsiteX51" fmla="*/ 750094 w 2543175"/>
                <a:gd name="connsiteY51" fmla="*/ 569119 h 1890712"/>
                <a:gd name="connsiteX52" fmla="*/ 769144 w 2543175"/>
                <a:gd name="connsiteY52" fmla="*/ 581025 h 1890712"/>
                <a:gd name="connsiteX53" fmla="*/ 785813 w 2543175"/>
                <a:gd name="connsiteY53" fmla="*/ 590550 h 1890712"/>
                <a:gd name="connsiteX54" fmla="*/ 792957 w 2543175"/>
                <a:gd name="connsiteY54" fmla="*/ 600075 h 1890712"/>
                <a:gd name="connsiteX55" fmla="*/ 809625 w 2543175"/>
                <a:gd name="connsiteY55" fmla="*/ 611981 h 1890712"/>
                <a:gd name="connsiteX56" fmla="*/ 816769 w 2543175"/>
                <a:gd name="connsiteY56" fmla="*/ 619125 h 1890712"/>
                <a:gd name="connsiteX57" fmla="*/ 826294 w 2543175"/>
                <a:gd name="connsiteY57" fmla="*/ 626269 h 1890712"/>
                <a:gd name="connsiteX58" fmla="*/ 840582 w 2543175"/>
                <a:gd name="connsiteY58" fmla="*/ 638175 h 1890712"/>
                <a:gd name="connsiteX59" fmla="*/ 847725 w 2543175"/>
                <a:gd name="connsiteY59" fmla="*/ 645319 h 1890712"/>
                <a:gd name="connsiteX60" fmla="*/ 857250 w 2543175"/>
                <a:gd name="connsiteY60" fmla="*/ 652462 h 1890712"/>
                <a:gd name="connsiteX61" fmla="*/ 888207 w 2543175"/>
                <a:gd name="connsiteY61" fmla="*/ 676275 h 1890712"/>
                <a:gd name="connsiteX62" fmla="*/ 907257 w 2543175"/>
                <a:gd name="connsiteY62" fmla="*/ 683419 h 1890712"/>
                <a:gd name="connsiteX63" fmla="*/ 928688 w 2543175"/>
                <a:gd name="connsiteY63" fmla="*/ 695325 h 1890712"/>
                <a:gd name="connsiteX64" fmla="*/ 942975 w 2543175"/>
                <a:gd name="connsiteY64" fmla="*/ 700087 h 1890712"/>
                <a:gd name="connsiteX65" fmla="*/ 964407 w 2543175"/>
                <a:gd name="connsiteY65" fmla="*/ 716756 h 1890712"/>
                <a:gd name="connsiteX66" fmla="*/ 971550 w 2543175"/>
                <a:gd name="connsiteY66" fmla="*/ 723900 h 1890712"/>
                <a:gd name="connsiteX67" fmla="*/ 983457 w 2543175"/>
                <a:gd name="connsiteY67" fmla="*/ 733425 h 1890712"/>
                <a:gd name="connsiteX68" fmla="*/ 990600 w 2543175"/>
                <a:gd name="connsiteY68" fmla="*/ 738187 h 1890712"/>
                <a:gd name="connsiteX69" fmla="*/ 1007269 w 2543175"/>
                <a:gd name="connsiteY69" fmla="*/ 752475 h 1890712"/>
                <a:gd name="connsiteX70" fmla="*/ 1031082 w 2543175"/>
                <a:gd name="connsiteY70" fmla="*/ 766762 h 1890712"/>
                <a:gd name="connsiteX71" fmla="*/ 1042988 w 2543175"/>
                <a:gd name="connsiteY71" fmla="*/ 773906 h 1890712"/>
                <a:gd name="connsiteX72" fmla="*/ 1071563 w 2543175"/>
                <a:gd name="connsiteY72" fmla="*/ 785812 h 1890712"/>
                <a:gd name="connsiteX73" fmla="*/ 1097757 w 2543175"/>
                <a:gd name="connsiteY73" fmla="*/ 807244 h 1890712"/>
                <a:gd name="connsiteX74" fmla="*/ 1104900 w 2543175"/>
                <a:gd name="connsiteY74" fmla="*/ 814387 h 1890712"/>
                <a:gd name="connsiteX75" fmla="*/ 1121569 w 2543175"/>
                <a:gd name="connsiteY75" fmla="*/ 823912 h 1890712"/>
                <a:gd name="connsiteX76" fmla="*/ 1138238 w 2543175"/>
                <a:gd name="connsiteY76" fmla="*/ 835819 h 1890712"/>
                <a:gd name="connsiteX77" fmla="*/ 1147763 w 2543175"/>
                <a:gd name="connsiteY77" fmla="*/ 842962 h 1890712"/>
                <a:gd name="connsiteX78" fmla="*/ 1157288 w 2543175"/>
                <a:gd name="connsiteY78" fmla="*/ 847725 h 1890712"/>
                <a:gd name="connsiteX79" fmla="*/ 1178719 w 2543175"/>
                <a:gd name="connsiteY79" fmla="*/ 859631 h 1890712"/>
                <a:gd name="connsiteX80" fmla="*/ 1188244 w 2543175"/>
                <a:gd name="connsiteY80" fmla="*/ 866775 h 1890712"/>
                <a:gd name="connsiteX81" fmla="*/ 1195388 w 2543175"/>
                <a:gd name="connsiteY81" fmla="*/ 871537 h 1890712"/>
                <a:gd name="connsiteX82" fmla="*/ 1212057 w 2543175"/>
                <a:gd name="connsiteY82" fmla="*/ 883444 h 1890712"/>
                <a:gd name="connsiteX83" fmla="*/ 1226344 w 2543175"/>
                <a:gd name="connsiteY83" fmla="*/ 895350 h 1890712"/>
                <a:gd name="connsiteX84" fmla="*/ 1245394 w 2543175"/>
                <a:gd name="connsiteY84" fmla="*/ 907256 h 1890712"/>
                <a:gd name="connsiteX85" fmla="*/ 1254919 w 2543175"/>
                <a:gd name="connsiteY85" fmla="*/ 914400 h 1890712"/>
                <a:gd name="connsiteX86" fmla="*/ 1269207 w 2543175"/>
                <a:gd name="connsiteY86" fmla="*/ 921544 h 1890712"/>
                <a:gd name="connsiteX87" fmla="*/ 1290638 w 2543175"/>
                <a:gd name="connsiteY87" fmla="*/ 935831 h 1890712"/>
                <a:gd name="connsiteX88" fmla="*/ 1307307 w 2543175"/>
                <a:gd name="connsiteY88" fmla="*/ 952500 h 1890712"/>
                <a:gd name="connsiteX89" fmla="*/ 1333500 w 2543175"/>
                <a:gd name="connsiteY89" fmla="*/ 971550 h 1890712"/>
                <a:gd name="connsiteX90" fmla="*/ 1359694 w 2543175"/>
                <a:gd name="connsiteY90" fmla="*/ 990600 h 1890712"/>
                <a:gd name="connsiteX91" fmla="*/ 1385888 w 2543175"/>
                <a:gd name="connsiteY91" fmla="*/ 1021557 h 1890712"/>
                <a:gd name="connsiteX92" fmla="*/ 1435894 w 2543175"/>
                <a:gd name="connsiteY92" fmla="*/ 1054894 h 1890712"/>
                <a:gd name="connsiteX93" fmla="*/ 1497806 w 2543175"/>
                <a:gd name="connsiteY93" fmla="*/ 1104900 h 1890712"/>
                <a:gd name="connsiteX94" fmla="*/ 1559718 w 2543175"/>
                <a:gd name="connsiteY94" fmla="*/ 1154906 h 1890712"/>
                <a:gd name="connsiteX95" fmla="*/ 1595438 w 2543175"/>
                <a:gd name="connsiteY95" fmla="*/ 1181100 h 1890712"/>
                <a:gd name="connsiteX96" fmla="*/ 1628775 w 2543175"/>
                <a:gd name="connsiteY96" fmla="*/ 1207294 h 1890712"/>
                <a:gd name="connsiteX97" fmla="*/ 1662113 w 2543175"/>
                <a:gd name="connsiteY97" fmla="*/ 1231107 h 1890712"/>
                <a:gd name="connsiteX98" fmla="*/ 1700213 w 2543175"/>
                <a:gd name="connsiteY98" fmla="*/ 1247775 h 1890712"/>
                <a:gd name="connsiteX99" fmla="*/ 1712119 w 2543175"/>
                <a:gd name="connsiteY99" fmla="*/ 1259681 h 1890712"/>
                <a:gd name="connsiteX100" fmla="*/ 1733550 w 2543175"/>
                <a:gd name="connsiteY100" fmla="*/ 1273969 h 1890712"/>
                <a:gd name="connsiteX101" fmla="*/ 1743075 w 2543175"/>
                <a:gd name="connsiteY101" fmla="*/ 1283494 h 1890712"/>
                <a:gd name="connsiteX102" fmla="*/ 1754982 w 2543175"/>
                <a:gd name="connsiteY102" fmla="*/ 1290637 h 1890712"/>
                <a:gd name="connsiteX103" fmla="*/ 1766888 w 2543175"/>
                <a:gd name="connsiteY103" fmla="*/ 1300162 h 1890712"/>
                <a:gd name="connsiteX104" fmla="*/ 1783557 w 2543175"/>
                <a:gd name="connsiteY104" fmla="*/ 1307306 h 1890712"/>
                <a:gd name="connsiteX105" fmla="*/ 1790700 w 2543175"/>
                <a:gd name="connsiteY105" fmla="*/ 1312069 h 1890712"/>
                <a:gd name="connsiteX106" fmla="*/ 1800225 w 2543175"/>
                <a:gd name="connsiteY106" fmla="*/ 1319212 h 1890712"/>
                <a:gd name="connsiteX107" fmla="*/ 1807369 w 2543175"/>
                <a:gd name="connsiteY107" fmla="*/ 1321594 h 1890712"/>
                <a:gd name="connsiteX108" fmla="*/ 1824038 w 2543175"/>
                <a:gd name="connsiteY108" fmla="*/ 1333500 h 1890712"/>
                <a:gd name="connsiteX109" fmla="*/ 1843088 w 2543175"/>
                <a:gd name="connsiteY109" fmla="*/ 1352550 h 1890712"/>
                <a:gd name="connsiteX110" fmla="*/ 1852613 w 2543175"/>
                <a:gd name="connsiteY110" fmla="*/ 1359694 h 1890712"/>
                <a:gd name="connsiteX111" fmla="*/ 1859757 w 2543175"/>
                <a:gd name="connsiteY111" fmla="*/ 1366837 h 1890712"/>
                <a:gd name="connsiteX112" fmla="*/ 1869282 w 2543175"/>
                <a:gd name="connsiteY112" fmla="*/ 1371600 h 1890712"/>
                <a:gd name="connsiteX113" fmla="*/ 1883569 w 2543175"/>
                <a:gd name="connsiteY113" fmla="*/ 1388269 h 1890712"/>
                <a:gd name="connsiteX114" fmla="*/ 1893094 w 2543175"/>
                <a:gd name="connsiteY114" fmla="*/ 1395412 h 1890712"/>
                <a:gd name="connsiteX115" fmla="*/ 1902619 w 2543175"/>
                <a:gd name="connsiteY115" fmla="*/ 1404937 h 1890712"/>
                <a:gd name="connsiteX116" fmla="*/ 1912144 w 2543175"/>
                <a:gd name="connsiteY116" fmla="*/ 1409700 h 1890712"/>
                <a:gd name="connsiteX117" fmla="*/ 1931194 w 2543175"/>
                <a:gd name="connsiteY117" fmla="*/ 1421606 h 1890712"/>
                <a:gd name="connsiteX118" fmla="*/ 1935957 w 2543175"/>
                <a:gd name="connsiteY118" fmla="*/ 1428750 h 1890712"/>
                <a:gd name="connsiteX119" fmla="*/ 1952625 w 2543175"/>
                <a:gd name="connsiteY119" fmla="*/ 1438275 h 1890712"/>
                <a:gd name="connsiteX120" fmla="*/ 1971675 w 2543175"/>
                <a:gd name="connsiteY120" fmla="*/ 1450181 h 1890712"/>
                <a:gd name="connsiteX121" fmla="*/ 1981200 w 2543175"/>
                <a:gd name="connsiteY121" fmla="*/ 1454944 h 1890712"/>
                <a:gd name="connsiteX122" fmla="*/ 1997869 w 2543175"/>
                <a:gd name="connsiteY122" fmla="*/ 1471612 h 1890712"/>
                <a:gd name="connsiteX123" fmla="*/ 2007394 w 2543175"/>
                <a:gd name="connsiteY123" fmla="*/ 1478756 h 1890712"/>
                <a:gd name="connsiteX124" fmla="*/ 2016919 w 2543175"/>
                <a:gd name="connsiteY124" fmla="*/ 1483519 h 1890712"/>
                <a:gd name="connsiteX125" fmla="*/ 2024063 w 2543175"/>
                <a:gd name="connsiteY125" fmla="*/ 1490662 h 1890712"/>
                <a:gd name="connsiteX126" fmla="*/ 2033588 w 2543175"/>
                <a:gd name="connsiteY126" fmla="*/ 1495425 h 1890712"/>
                <a:gd name="connsiteX127" fmla="*/ 2040732 w 2543175"/>
                <a:gd name="connsiteY127" fmla="*/ 1502569 h 1890712"/>
                <a:gd name="connsiteX128" fmla="*/ 2047875 w 2543175"/>
                <a:gd name="connsiteY128" fmla="*/ 1507331 h 1890712"/>
                <a:gd name="connsiteX129" fmla="*/ 2057400 w 2543175"/>
                <a:gd name="connsiteY129" fmla="*/ 1514475 h 1890712"/>
                <a:gd name="connsiteX130" fmla="*/ 2064544 w 2543175"/>
                <a:gd name="connsiteY130" fmla="*/ 1519237 h 1890712"/>
                <a:gd name="connsiteX131" fmla="*/ 2071688 w 2543175"/>
                <a:gd name="connsiteY131" fmla="*/ 1526381 h 1890712"/>
                <a:gd name="connsiteX132" fmla="*/ 2081213 w 2543175"/>
                <a:gd name="connsiteY132" fmla="*/ 1531144 h 1890712"/>
                <a:gd name="connsiteX133" fmla="*/ 2090738 w 2543175"/>
                <a:gd name="connsiteY133" fmla="*/ 1538287 h 1890712"/>
                <a:gd name="connsiteX134" fmla="*/ 2109788 w 2543175"/>
                <a:gd name="connsiteY134" fmla="*/ 1547812 h 1890712"/>
                <a:gd name="connsiteX135" fmla="*/ 2131219 w 2543175"/>
                <a:gd name="connsiteY135" fmla="*/ 1562100 h 1890712"/>
                <a:gd name="connsiteX136" fmla="*/ 2140744 w 2543175"/>
                <a:gd name="connsiteY136" fmla="*/ 1566862 h 1890712"/>
                <a:gd name="connsiteX137" fmla="*/ 2152650 w 2543175"/>
                <a:gd name="connsiteY137" fmla="*/ 1576387 h 1890712"/>
                <a:gd name="connsiteX138" fmla="*/ 2181225 w 2543175"/>
                <a:gd name="connsiteY138" fmla="*/ 1590675 h 1890712"/>
                <a:gd name="connsiteX139" fmla="*/ 2200275 w 2543175"/>
                <a:gd name="connsiteY139" fmla="*/ 1607344 h 1890712"/>
                <a:gd name="connsiteX140" fmla="*/ 2207419 w 2543175"/>
                <a:gd name="connsiteY140" fmla="*/ 1612106 h 1890712"/>
                <a:gd name="connsiteX141" fmla="*/ 2216944 w 2543175"/>
                <a:gd name="connsiteY141" fmla="*/ 1619250 h 1890712"/>
                <a:gd name="connsiteX142" fmla="*/ 2247900 w 2543175"/>
                <a:gd name="connsiteY142" fmla="*/ 1643062 h 1890712"/>
                <a:gd name="connsiteX143" fmla="*/ 2281238 w 2543175"/>
                <a:gd name="connsiteY143" fmla="*/ 1674019 h 1890712"/>
                <a:gd name="connsiteX144" fmla="*/ 2312194 w 2543175"/>
                <a:gd name="connsiteY144" fmla="*/ 1702594 h 1890712"/>
                <a:gd name="connsiteX145" fmla="*/ 2369344 w 2543175"/>
                <a:gd name="connsiteY145" fmla="*/ 1757363 h 1890712"/>
                <a:gd name="connsiteX146" fmla="*/ 2428876 w 2543175"/>
                <a:gd name="connsiteY146" fmla="*/ 1785938 h 1890712"/>
                <a:gd name="connsiteX147" fmla="*/ 2469356 w 2543175"/>
                <a:gd name="connsiteY147" fmla="*/ 1816894 h 1890712"/>
                <a:gd name="connsiteX148" fmla="*/ 2514600 w 2543175"/>
                <a:gd name="connsiteY148" fmla="*/ 1850231 h 1890712"/>
                <a:gd name="connsiteX149" fmla="*/ 2519363 w 2543175"/>
                <a:gd name="connsiteY149" fmla="*/ 1857375 h 1890712"/>
                <a:gd name="connsiteX150" fmla="*/ 2540794 w 2543175"/>
                <a:gd name="connsiteY150" fmla="*/ 1883569 h 1890712"/>
                <a:gd name="connsiteX151" fmla="*/ 2543175 w 2543175"/>
                <a:gd name="connsiteY151" fmla="*/ 1890712 h 1890712"/>
                <a:gd name="connsiteX0" fmla="*/ 0 w 2543175"/>
                <a:gd name="connsiteY0" fmla="*/ 0 h 1890712"/>
                <a:gd name="connsiteX1" fmla="*/ 11907 w 2543175"/>
                <a:gd name="connsiteY1" fmla="*/ 11906 h 1890712"/>
                <a:gd name="connsiteX2" fmla="*/ 21432 w 2543175"/>
                <a:gd name="connsiteY2" fmla="*/ 16669 h 1890712"/>
                <a:gd name="connsiteX3" fmla="*/ 23813 w 2543175"/>
                <a:gd name="connsiteY3" fmla="*/ 23812 h 1890712"/>
                <a:gd name="connsiteX4" fmla="*/ 33338 w 2543175"/>
                <a:gd name="connsiteY4" fmla="*/ 33337 h 1890712"/>
                <a:gd name="connsiteX5" fmla="*/ 40482 w 2543175"/>
                <a:gd name="connsiteY5" fmla="*/ 42862 h 1890712"/>
                <a:gd name="connsiteX6" fmla="*/ 47625 w 2543175"/>
                <a:gd name="connsiteY6" fmla="*/ 47625 h 1890712"/>
                <a:gd name="connsiteX7" fmla="*/ 57150 w 2543175"/>
                <a:gd name="connsiteY7" fmla="*/ 54769 h 1890712"/>
                <a:gd name="connsiteX8" fmla="*/ 64294 w 2543175"/>
                <a:gd name="connsiteY8" fmla="*/ 59531 h 1890712"/>
                <a:gd name="connsiteX9" fmla="*/ 83344 w 2543175"/>
                <a:gd name="connsiteY9" fmla="*/ 73819 h 1890712"/>
                <a:gd name="connsiteX10" fmla="*/ 97632 w 2543175"/>
                <a:gd name="connsiteY10" fmla="*/ 80962 h 1890712"/>
                <a:gd name="connsiteX11" fmla="*/ 104775 w 2543175"/>
                <a:gd name="connsiteY11" fmla="*/ 85725 h 1890712"/>
                <a:gd name="connsiteX12" fmla="*/ 114300 w 2543175"/>
                <a:gd name="connsiteY12" fmla="*/ 95250 h 1890712"/>
                <a:gd name="connsiteX13" fmla="*/ 123825 w 2543175"/>
                <a:gd name="connsiteY13" fmla="*/ 97631 h 1890712"/>
                <a:gd name="connsiteX14" fmla="*/ 130969 w 2543175"/>
                <a:gd name="connsiteY14" fmla="*/ 104775 h 1890712"/>
                <a:gd name="connsiteX15" fmla="*/ 140494 w 2543175"/>
                <a:gd name="connsiteY15" fmla="*/ 111919 h 1890712"/>
                <a:gd name="connsiteX16" fmla="*/ 147638 w 2543175"/>
                <a:gd name="connsiteY16" fmla="*/ 116681 h 1890712"/>
                <a:gd name="connsiteX17" fmla="*/ 164307 w 2543175"/>
                <a:gd name="connsiteY17" fmla="*/ 128587 h 1890712"/>
                <a:gd name="connsiteX18" fmla="*/ 180975 w 2543175"/>
                <a:gd name="connsiteY18" fmla="*/ 140494 h 1890712"/>
                <a:gd name="connsiteX19" fmla="*/ 197644 w 2543175"/>
                <a:gd name="connsiteY19" fmla="*/ 152400 h 1890712"/>
                <a:gd name="connsiteX20" fmla="*/ 204788 w 2543175"/>
                <a:gd name="connsiteY20" fmla="*/ 157162 h 1890712"/>
                <a:gd name="connsiteX21" fmla="*/ 214313 w 2543175"/>
                <a:gd name="connsiteY21" fmla="*/ 164306 h 1890712"/>
                <a:gd name="connsiteX22" fmla="*/ 247650 w 2543175"/>
                <a:gd name="connsiteY22" fmla="*/ 185737 h 1890712"/>
                <a:gd name="connsiteX23" fmla="*/ 300038 w 2543175"/>
                <a:gd name="connsiteY23" fmla="*/ 219075 h 1890712"/>
                <a:gd name="connsiteX24" fmla="*/ 342900 w 2543175"/>
                <a:gd name="connsiteY24" fmla="*/ 254794 h 1890712"/>
                <a:gd name="connsiteX25" fmla="*/ 385763 w 2543175"/>
                <a:gd name="connsiteY25" fmla="*/ 283369 h 1890712"/>
                <a:gd name="connsiteX26" fmla="*/ 404813 w 2543175"/>
                <a:gd name="connsiteY26" fmla="*/ 295275 h 1890712"/>
                <a:gd name="connsiteX27" fmla="*/ 411957 w 2543175"/>
                <a:gd name="connsiteY27" fmla="*/ 297656 h 1890712"/>
                <a:gd name="connsiteX28" fmla="*/ 466725 w 2543175"/>
                <a:gd name="connsiteY28" fmla="*/ 328612 h 1890712"/>
                <a:gd name="connsiteX29" fmla="*/ 476250 w 2543175"/>
                <a:gd name="connsiteY29" fmla="*/ 335756 h 1890712"/>
                <a:gd name="connsiteX30" fmla="*/ 481013 w 2543175"/>
                <a:gd name="connsiteY30" fmla="*/ 342900 h 1890712"/>
                <a:gd name="connsiteX31" fmla="*/ 495300 w 2543175"/>
                <a:gd name="connsiteY31" fmla="*/ 359569 h 1890712"/>
                <a:gd name="connsiteX32" fmla="*/ 509588 w 2543175"/>
                <a:gd name="connsiteY32" fmla="*/ 376237 h 1890712"/>
                <a:gd name="connsiteX33" fmla="*/ 514350 w 2543175"/>
                <a:gd name="connsiteY33" fmla="*/ 383381 h 1890712"/>
                <a:gd name="connsiteX34" fmla="*/ 531019 w 2543175"/>
                <a:gd name="connsiteY34" fmla="*/ 397669 h 1890712"/>
                <a:gd name="connsiteX35" fmla="*/ 538163 w 2543175"/>
                <a:gd name="connsiteY35" fmla="*/ 407194 h 1890712"/>
                <a:gd name="connsiteX36" fmla="*/ 554832 w 2543175"/>
                <a:gd name="connsiteY36" fmla="*/ 421481 h 1890712"/>
                <a:gd name="connsiteX37" fmla="*/ 564357 w 2543175"/>
                <a:gd name="connsiteY37" fmla="*/ 431006 h 1890712"/>
                <a:gd name="connsiteX38" fmla="*/ 573882 w 2543175"/>
                <a:gd name="connsiteY38" fmla="*/ 438150 h 1890712"/>
                <a:gd name="connsiteX39" fmla="*/ 595313 w 2543175"/>
                <a:gd name="connsiteY39" fmla="*/ 454819 h 1890712"/>
                <a:gd name="connsiteX40" fmla="*/ 602457 w 2543175"/>
                <a:gd name="connsiteY40" fmla="*/ 457200 h 1890712"/>
                <a:gd name="connsiteX41" fmla="*/ 628650 w 2543175"/>
                <a:gd name="connsiteY41" fmla="*/ 469106 h 1890712"/>
                <a:gd name="connsiteX42" fmla="*/ 645319 w 2543175"/>
                <a:gd name="connsiteY42" fmla="*/ 483394 h 1890712"/>
                <a:gd name="connsiteX43" fmla="*/ 654844 w 2543175"/>
                <a:gd name="connsiteY43" fmla="*/ 488156 h 1890712"/>
                <a:gd name="connsiteX44" fmla="*/ 661988 w 2543175"/>
                <a:gd name="connsiteY44" fmla="*/ 497681 h 1890712"/>
                <a:gd name="connsiteX45" fmla="*/ 683419 w 2543175"/>
                <a:gd name="connsiteY45" fmla="*/ 514350 h 1890712"/>
                <a:gd name="connsiteX46" fmla="*/ 700088 w 2543175"/>
                <a:gd name="connsiteY46" fmla="*/ 526256 h 1890712"/>
                <a:gd name="connsiteX47" fmla="*/ 709613 w 2543175"/>
                <a:gd name="connsiteY47" fmla="*/ 535781 h 1890712"/>
                <a:gd name="connsiteX48" fmla="*/ 719138 w 2543175"/>
                <a:gd name="connsiteY48" fmla="*/ 542925 h 1890712"/>
                <a:gd name="connsiteX49" fmla="*/ 733425 w 2543175"/>
                <a:gd name="connsiteY49" fmla="*/ 557212 h 1890712"/>
                <a:gd name="connsiteX50" fmla="*/ 750094 w 2543175"/>
                <a:gd name="connsiteY50" fmla="*/ 569119 h 1890712"/>
                <a:gd name="connsiteX51" fmla="*/ 769144 w 2543175"/>
                <a:gd name="connsiteY51" fmla="*/ 581025 h 1890712"/>
                <a:gd name="connsiteX52" fmla="*/ 785813 w 2543175"/>
                <a:gd name="connsiteY52" fmla="*/ 590550 h 1890712"/>
                <a:gd name="connsiteX53" fmla="*/ 792957 w 2543175"/>
                <a:gd name="connsiteY53" fmla="*/ 600075 h 1890712"/>
                <a:gd name="connsiteX54" fmla="*/ 809625 w 2543175"/>
                <a:gd name="connsiteY54" fmla="*/ 611981 h 1890712"/>
                <a:gd name="connsiteX55" fmla="*/ 816769 w 2543175"/>
                <a:gd name="connsiteY55" fmla="*/ 619125 h 1890712"/>
                <a:gd name="connsiteX56" fmla="*/ 826294 w 2543175"/>
                <a:gd name="connsiteY56" fmla="*/ 626269 h 1890712"/>
                <a:gd name="connsiteX57" fmla="*/ 840582 w 2543175"/>
                <a:gd name="connsiteY57" fmla="*/ 638175 h 1890712"/>
                <a:gd name="connsiteX58" fmla="*/ 847725 w 2543175"/>
                <a:gd name="connsiteY58" fmla="*/ 645319 h 1890712"/>
                <a:gd name="connsiteX59" fmla="*/ 857250 w 2543175"/>
                <a:gd name="connsiteY59" fmla="*/ 652462 h 1890712"/>
                <a:gd name="connsiteX60" fmla="*/ 888207 w 2543175"/>
                <a:gd name="connsiteY60" fmla="*/ 676275 h 1890712"/>
                <a:gd name="connsiteX61" fmla="*/ 907257 w 2543175"/>
                <a:gd name="connsiteY61" fmla="*/ 683419 h 1890712"/>
                <a:gd name="connsiteX62" fmla="*/ 928688 w 2543175"/>
                <a:gd name="connsiteY62" fmla="*/ 695325 h 1890712"/>
                <a:gd name="connsiteX63" fmla="*/ 942975 w 2543175"/>
                <a:gd name="connsiteY63" fmla="*/ 700087 h 1890712"/>
                <a:gd name="connsiteX64" fmla="*/ 964407 w 2543175"/>
                <a:gd name="connsiteY64" fmla="*/ 716756 h 1890712"/>
                <a:gd name="connsiteX65" fmla="*/ 971550 w 2543175"/>
                <a:gd name="connsiteY65" fmla="*/ 723900 h 1890712"/>
                <a:gd name="connsiteX66" fmla="*/ 983457 w 2543175"/>
                <a:gd name="connsiteY66" fmla="*/ 733425 h 1890712"/>
                <a:gd name="connsiteX67" fmla="*/ 990600 w 2543175"/>
                <a:gd name="connsiteY67" fmla="*/ 738187 h 1890712"/>
                <a:gd name="connsiteX68" fmla="*/ 1007269 w 2543175"/>
                <a:gd name="connsiteY68" fmla="*/ 752475 h 1890712"/>
                <a:gd name="connsiteX69" fmla="*/ 1031082 w 2543175"/>
                <a:gd name="connsiteY69" fmla="*/ 766762 h 1890712"/>
                <a:gd name="connsiteX70" fmla="*/ 1042988 w 2543175"/>
                <a:gd name="connsiteY70" fmla="*/ 773906 h 1890712"/>
                <a:gd name="connsiteX71" fmla="*/ 1071563 w 2543175"/>
                <a:gd name="connsiteY71" fmla="*/ 785812 h 1890712"/>
                <a:gd name="connsiteX72" fmla="*/ 1097757 w 2543175"/>
                <a:gd name="connsiteY72" fmla="*/ 807244 h 1890712"/>
                <a:gd name="connsiteX73" fmla="*/ 1104900 w 2543175"/>
                <a:gd name="connsiteY73" fmla="*/ 814387 h 1890712"/>
                <a:gd name="connsiteX74" fmla="*/ 1121569 w 2543175"/>
                <a:gd name="connsiteY74" fmla="*/ 823912 h 1890712"/>
                <a:gd name="connsiteX75" fmla="*/ 1138238 w 2543175"/>
                <a:gd name="connsiteY75" fmla="*/ 835819 h 1890712"/>
                <a:gd name="connsiteX76" fmla="*/ 1147763 w 2543175"/>
                <a:gd name="connsiteY76" fmla="*/ 842962 h 1890712"/>
                <a:gd name="connsiteX77" fmla="*/ 1157288 w 2543175"/>
                <a:gd name="connsiteY77" fmla="*/ 847725 h 1890712"/>
                <a:gd name="connsiteX78" fmla="*/ 1178719 w 2543175"/>
                <a:gd name="connsiteY78" fmla="*/ 859631 h 1890712"/>
                <a:gd name="connsiteX79" fmla="*/ 1188244 w 2543175"/>
                <a:gd name="connsiteY79" fmla="*/ 866775 h 1890712"/>
                <a:gd name="connsiteX80" fmla="*/ 1195388 w 2543175"/>
                <a:gd name="connsiteY80" fmla="*/ 871537 h 1890712"/>
                <a:gd name="connsiteX81" fmla="*/ 1212057 w 2543175"/>
                <a:gd name="connsiteY81" fmla="*/ 883444 h 1890712"/>
                <a:gd name="connsiteX82" fmla="*/ 1226344 w 2543175"/>
                <a:gd name="connsiteY82" fmla="*/ 895350 h 1890712"/>
                <a:gd name="connsiteX83" fmla="*/ 1245394 w 2543175"/>
                <a:gd name="connsiteY83" fmla="*/ 907256 h 1890712"/>
                <a:gd name="connsiteX84" fmla="*/ 1254919 w 2543175"/>
                <a:gd name="connsiteY84" fmla="*/ 914400 h 1890712"/>
                <a:gd name="connsiteX85" fmla="*/ 1269207 w 2543175"/>
                <a:gd name="connsiteY85" fmla="*/ 921544 h 1890712"/>
                <a:gd name="connsiteX86" fmla="*/ 1290638 w 2543175"/>
                <a:gd name="connsiteY86" fmla="*/ 935831 h 1890712"/>
                <a:gd name="connsiteX87" fmla="*/ 1307307 w 2543175"/>
                <a:gd name="connsiteY87" fmla="*/ 952500 h 1890712"/>
                <a:gd name="connsiteX88" fmla="*/ 1333500 w 2543175"/>
                <a:gd name="connsiteY88" fmla="*/ 971550 h 1890712"/>
                <a:gd name="connsiteX89" fmla="*/ 1359694 w 2543175"/>
                <a:gd name="connsiteY89" fmla="*/ 990600 h 1890712"/>
                <a:gd name="connsiteX90" fmla="*/ 1385888 w 2543175"/>
                <a:gd name="connsiteY90" fmla="*/ 1021557 h 1890712"/>
                <a:gd name="connsiteX91" fmla="*/ 1435894 w 2543175"/>
                <a:gd name="connsiteY91" fmla="*/ 1054894 h 1890712"/>
                <a:gd name="connsiteX92" fmla="*/ 1497806 w 2543175"/>
                <a:gd name="connsiteY92" fmla="*/ 1104900 h 1890712"/>
                <a:gd name="connsiteX93" fmla="*/ 1559718 w 2543175"/>
                <a:gd name="connsiteY93" fmla="*/ 1154906 h 1890712"/>
                <a:gd name="connsiteX94" fmla="*/ 1595438 w 2543175"/>
                <a:gd name="connsiteY94" fmla="*/ 1181100 h 1890712"/>
                <a:gd name="connsiteX95" fmla="*/ 1628775 w 2543175"/>
                <a:gd name="connsiteY95" fmla="*/ 1207294 h 1890712"/>
                <a:gd name="connsiteX96" fmla="*/ 1662113 w 2543175"/>
                <a:gd name="connsiteY96" fmla="*/ 1231107 h 1890712"/>
                <a:gd name="connsiteX97" fmla="*/ 1700213 w 2543175"/>
                <a:gd name="connsiteY97" fmla="*/ 1247775 h 1890712"/>
                <a:gd name="connsiteX98" fmla="*/ 1712119 w 2543175"/>
                <a:gd name="connsiteY98" fmla="*/ 1259681 h 1890712"/>
                <a:gd name="connsiteX99" fmla="*/ 1733550 w 2543175"/>
                <a:gd name="connsiteY99" fmla="*/ 1273969 h 1890712"/>
                <a:gd name="connsiteX100" fmla="*/ 1743075 w 2543175"/>
                <a:gd name="connsiteY100" fmla="*/ 1283494 h 1890712"/>
                <a:gd name="connsiteX101" fmla="*/ 1754982 w 2543175"/>
                <a:gd name="connsiteY101" fmla="*/ 1290637 h 1890712"/>
                <a:gd name="connsiteX102" fmla="*/ 1766888 w 2543175"/>
                <a:gd name="connsiteY102" fmla="*/ 1300162 h 1890712"/>
                <a:gd name="connsiteX103" fmla="*/ 1783557 w 2543175"/>
                <a:gd name="connsiteY103" fmla="*/ 1307306 h 1890712"/>
                <a:gd name="connsiteX104" fmla="*/ 1790700 w 2543175"/>
                <a:gd name="connsiteY104" fmla="*/ 1312069 h 1890712"/>
                <a:gd name="connsiteX105" fmla="*/ 1800225 w 2543175"/>
                <a:gd name="connsiteY105" fmla="*/ 1319212 h 1890712"/>
                <a:gd name="connsiteX106" fmla="*/ 1807369 w 2543175"/>
                <a:gd name="connsiteY106" fmla="*/ 1321594 h 1890712"/>
                <a:gd name="connsiteX107" fmla="*/ 1824038 w 2543175"/>
                <a:gd name="connsiteY107" fmla="*/ 1333500 h 1890712"/>
                <a:gd name="connsiteX108" fmla="*/ 1843088 w 2543175"/>
                <a:gd name="connsiteY108" fmla="*/ 1352550 h 1890712"/>
                <a:gd name="connsiteX109" fmla="*/ 1852613 w 2543175"/>
                <a:gd name="connsiteY109" fmla="*/ 1359694 h 1890712"/>
                <a:gd name="connsiteX110" fmla="*/ 1859757 w 2543175"/>
                <a:gd name="connsiteY110" fmla="*/ 1366837 h 1890712"/>
                <a:gd name="connsiteX111" fmla="*/ 1869282 w 2543175"/>
                <a:gd name="connsiteY111" fmla="*/ 1371600 h 1890712"/>
                <a:gd name="connsiteX112" fmla="*/ 1883569 w 2543175"/>
                <a:gd name="connsiteY112" fmla="*/ 1388269 h 1890712"/>
                <a:gd name="connsiteX113" fmla="*/ 1893094 w 2543175"/>
                <a:gd name="connsiteY113" fmla="*/ 1395412 h 1890712"/>
                <a:gd name="connsiteX114" fmla="*/ 1902619 w 2543175"/>
                <a:gd name="connsiteY114" fmla="*/ 1404937 h 1890712"/>
                <a:gd name="connsiteX115" fmla="*/ 1912144 w 2543175"/>
                <a:gd name="connsiteY115" fmla="*/ 1409700 h 1890712"/>
                <a:gd name="connsiteX116" fmla="*/ 1931194 w 2543175"/>
                <a:gd name="connsiteY116" fmla="*/ 1421606 h 1890712"/>
                <a:gd name="connsiteX117" fmla="*/ 1935957 w 2543175"/>
                <a:gd name="connsiteY117" fmla="*/ 1428750 h 1890712"/>
                <a:gd name="connsiteX118" fmla="*/ 1952625 w 2543175"/>
                <a:gd name="connsiteY118" fmla="*/ 1438275 h 1890712"/>
                <a:gd name="connsiteX119" fmla="*/ 1971675 w 2543175"/>
                <a:gd name="connsiteY119" fmla="*/ 1450181 h 1890712"/>
                <a:gd name="connsiteX120" fmla="*/ 1981200 w 2543175"/>
                <a:gd name="connsiteY120" fmla="*/ 1454944 h 1890712"/>
                <a:gd name="connsiteX121" fmla="*/ 1997869 w 2543175"/>
                <a:gd name="connsiteY121" fmla="*/ 1471612 h 1890712"/>
                <a:gd name="connsiteX122" fmla="*/ 2007394 w 2543175"/>
                <a:gd name="connsiteY122" fmla="*/ 1478756 h 1890712"/>
                <a:gd name="connsiteX123" fmla="*/ 2016919 w 2543175"/>
                <a:gd name="connsiteY123" fmla="*/ 1483519 h 1890712"/>
                <a:gd name="connsiteX124" fmla="*/ 2024063 w 2543175"/>
                <a:gd name="connsiteY124" fmla="*/ 1490662 h 1890712"/>
                <a:gd name="connsiteX125" fmla="*/ 2033588 w 2543175"/>
                <a:gd name="connsiteY125" fmla="*/ 1495425 h 1890712"/>
                <a:gd name="connsiteX126" fmla="*/ 2040732 w 2543175"/>
                <a:gd name="connsiteY126" fmla="*/ 1502569 h 1890712"/>
                <a:gd name="connsiteX127" fmla="*/ 2047875 w 2543175"/>
                <a:gd name="connsiteY127" fmla="*/ 1507331 h 1890712"/>
                <a:gd name="connsiteX128" fmla="*/ 2057400 w 2543175"/>
                <a:gd name="connsiteY128" fmla="*/ 1514475 h 1890712"/>
                <a:gd name="connsiteX129" fmla="*/ 2064544 w 2543175"/>
                <a:gd name="connsiteY129" fmla="*/ 1519237 h 1890712"/>
                <a:gd name="connsiteX130" fmla="*/ 2071688 w 2543175"/>
                <a:gd name="connsiteY130" fmla="*/ 1526381 h 1890712"/>
                <a:gd name="connsiteX131" fmla="*/ 2081213 w 2543175"/>
                <a:gd name="connsiteY131" fmla="*/ 1531144 h 1890712"/>
                <a:gd name="connsiteX132" fmla="*/ 2090738 w 2543175"/>
                <a:gd name="connsiteY132" fmla="*/ 1538287 h 1890712"/>
                <a:gd name="connsiteX133" fmla="*/ 2109788 w 2543175"/>
                <a:gd name="connsiteY133" fmla="*/ 1547812 h 1890712"/>
                <a:gd name="connsiteX134" fmla="*/ 2131219 w 2543175"/>
                <a:gd name="connsiteY134" fmla="*/ 1562100 h 1890712"/>
                <a:gd name="connsiteX135" fmla="*/ 2140744 w 2543175"/>
                <a:gd name="connsiteY135" fmla="*/ 1566862 h 1890712"/>
                <a:gd name="connsiteX136" fmla="*/ 2152650 w 2543175"/>
                <a:gd name="connsiteY136" fmla="*/ 1576387 h 1890712"/>
                <a:gd name="connsiteX137" fmla="*/ 2181225 w 2543175"/>
                <a:gd name="connsiteY137" fmla="*/ 1590675 h 1890712"/>
                <a:gd name="connsiteX138" fmla="*/ 2200275 w 2543175"/>
                <a:gd name="connsiteY138" fmla="*/ 1607344 h 1890712"/>
                <a:gd name="connsiteX139" fmla="*/ 2207419 w 2543175"/>
                <a:gd name="connsiteY139" fmla="*/ 1612106 h 1890712"/>
                <a:gd name="connsiteX140" fmla="*/ 2216944 w 2543175"/>
                <a:gd name="connsiteY140" fmla="*/ 1619250 h 1890712"/>
                <a:gd name="connsiteX141" fmla="*/ 2247900 w 2543175"/>
                <a:gd name="connsiteY141" fmla="*/ 1643062 h 1890712"/>
                <a:gd name="connsiteX142" fmla="*/ 2281238 w 2543175"/>
                <a:gd name="connsiteY142" fmla="*/ 1674019 h 1890712"/>
                <a:gd name="connsiteX143" fmla="*/ 2312194 w 2543175"/>
                <a:gd name="connsiteY143" fmla="*/ 1702594 h 1890712"/>
                <a:gd name="connsiteX144" fmla="*/ 2369344 w 2543175"/>
                <a:gd name="connsiteY144" fmla="*/ 1757363 h 1890712"/>
                <a:gd name="connsiteX145" fmla="*/ 2428876 w 2543175"/>
                <a:gd name="connsiteY145" fmla="*/ 1785938 h 1890712"/>
                <a:gd name="connsiteX146" fmla="*/ 2469356 w 2543175"/>
                <a:gd name="connsiteY146" fmla="*/ 1816894 h 1890712"/>
                <a:gd name="connsiteX147" fmla="*/ 2514600 w 2543175"/>
                <a:gd name="connsiteY147" fmla="*/ 1850231 h 1890712"/>
                <a:gd name="connsiteX148" fmla="*/ 2519363 w 2543175"/>
                <a:gd name="connsiteY148" fmla="*/ 1857375 h 1890712"/>
                <a:gd name="connsiteX149" fmla="*/ 2540794 w 2543175"/>
                <a:gd name="connsiteY149" fmla="*/ 1883569 h 1890712"/>
                <a:gd name="connsiteX150" fmla="*/ 2543175 w 2543175"/>
                <a:gd name="connsiteY150" fmla="*/ 1890712 h 1890712"/>
                <a:gd name="connsiteX0" fmla="*/ 0 w 2543175"/>
                <a:gd name="connsiteY0" fmla="*/ 0 h 1890712"/>
                <a:gd name="connsiteX1" fmla="*/ 11907 w 2543175"/>
                <a:gd name="connsiteY1" fmla="*/ 11906 h 1890712"/>
                <a:gd name="connsiteX2" fmla="*/ 21432 w 2543175"/>
                <a:gd name="connsiteY2" fmla="*/ 16669 h 1890712"/>
                <a:gd name="connsiteX3" fmla="*/ 23813 w 2543175"/>
                <a:gd name="connsiteY3" fmla="*/ 23812 h 1890712"/>
                <a:gd name="connsiteX4" fmla="*/ 33338 w 2543175"/>
                <a:gd name="connsiteY4" fmla="*/ 33337 h 1890712"/>
                <a:gd name="connsiteX5" fmla="*/ 40482 w 2543175"/>
                <a:gd name="connsiteY5" fmla="*/ 42862 h 1890712"/>
                <a:gd name="connsiteX6" fmla="*/ 47625 w 2543175"/>
                <a:gd name="connsiteY6" fmla="*/ 47625 h 1890712"/>
                <a:gd name="connsiteX7" fmla="*/ 57150 w 2543175"/>
                <a:gd name="connsiteY7" fmla="*/ 54769 h 1890712"/>
                <a:gd name="connsiteX8" fmla="*/ 64294 w 2543175"/>
                <a:gd name="connsiteY8" fmla="*/ 59531 h 1890712"/>
                <a:gd name="connsiteX9" fmla="*/ 83344 w 2543175"/>
                <a:gd name="connsiteY9" fmla="*/ 73819 h 1890712"/>
                <a:gd name="connsiteX10" fmla="*/ 97632 w 2543175"/>
                <a:gd name="connsiteY10" fmla="*/ 80962 h 1890712"/>
                <a:gd name="connsiteX11" fmla="*/ 104775 w 2543175"/>
                <a:gd name="connsiteY11" fmla="*/ 85725 h 1890712"/>
                <a:gd name="connsiteX12" fmla="*/ 114300 w 2543175"/>
                <a:gd name="connsiteY12" fmla="*/ 95250 h 1890712"/>
                <a:gd name="connsiteX13" fmla="*/ 123825 w 2543175"/>
                <a:gd name="connsiteY13" fmla="*/ 97631 h 1890712"/>
                <a:gd name="connsiteX14" fmla="*/ 130969 w 2543175"/>
                <a:gd name="connsiteY14" fmla="*/ 104775 h 1890712"/>
                <a:gd name="connsiteX15" fmla="*/ 140494 w 2543175"/>
                <a:gd name="connsiteY15" fmla="*/ 111919 h 1890712"/>
                <a:gd name="connsiteX16" fmla="*/ 147638 w 2543175"/>
                <a:gd name="connsiteY16" fmla="*/ 116681 h 1890712"/>
                <a:gd name="connsiteX17" fmla="*/ 164307 w 2543175"/>
                <a:gd name="connsiteY17" fmla="*/ 128587 h 1890712"/>
                <a:gd name="connsiteX18" fmla="*/ 180975 w 2543175"/>
                <a:gd name="connsiteY18" fmla="*/ 140494 h 1890712"/>
                <a:gd name="connsiteX19" fmla="*/ 197644 w 2543175"/>
                <a:gd name="connsiteY19" fmla="*/ 152400 h 1890712"/>
                <a:gd name="connsiteX20" fmla="*/ 204788 w 2543175"/>
                <a:gd name="connsiteY20" fmla="*/ 157162 h 1890712"/>
                <a:gd name="connsiteX21" fmla="*/ 214313 w 2543175"/>
                <a:gd name="connsiteY21" fmla="*/ 164306 h 1890712"/>
                <a:gd name="connsiteX22" fmla="*/ 247650 w 2543175"/>
                <a:gd name="connsiteY22" fmla="*/ 185737 h 1890712"/>
                <a:gd name="connsiteX23" fmla="*/ 300038 w 2543175"/>
                <a:gd name="connsiteY23" fmla="*/ 219075 h 1890712"/>
                <a:gd name="connsiteX24" fmla="*/ 342900 w 2543175"/>
                <a:gd name="connsiteY24" fmla="*/ 254794 h 1890712"/>
                <a:gd name="connsiteX25" fmla="*/ 385763 w 2543175"/>
                <a:gd name="connsiteY25" fmla="*/ 283369 h 1890712"/>
                <a:gd name="connsiteX26" fmla="*/ 404813 w 2543175"/>
                <a:gd name="connsiteY26" fmla="*/ 295275 h 1890712"/>
                <a:gd name="connsiteX27" fmla="*/ 411957 w 2543175"/>
                <a:gd name="connsiteY27" fmla="*/ 297656 h 1890712"/>
                <a:gd name="connsiteX28" fmla="*/ 466725 w 2543175"/>
                <a:gd name="connsiteY28" fmla="*/ 328612 h 1890712"/>
                <a:gd name="connsiteX29" fmla="*/ 476250 w 2543175"/>
                <a:gd name="connsiteY29" fmla="*/ 335756 h 1890712"/>
                <a:gd name="connsiteX30" fmla="*/ 495300 w 2543175"/>
                <a:gd name="connsiteY30" fmla="*/ 359569 h 1890712"/>
                <a:gd name="connsiteX31" fmla="*/ 509588 w 2543175"/>
                <a:gd name="connsiteY31" fmla="*/ 376237 h 1890712"/>
                <a:gd name="connsiteX32" fmla="*/ 514350 w 2543175"/>
                <a:gd name="connsiteY32" fmla="*/ 383381 h 1890712"/>
                <a:gd name="connsiteX33" fmla="*/ 531019 w 2543175"/>
                <a:gd name="connsiteY33" fmla="*/ 397669 h 1890712"/>
                <a:gd name="connsiteX34" fmla="*/ 538163 w 2543175"/>
                <a:gd name="connsiteY34" fmla="*/ 407194 h 1890712"/>
                <a:gd name="connsiteX35" fmla="*/ 554832 w 2543175"/>
                <a:gd name="connsiteY35" fmla="*/ 421481 h 1890712"/>
                <a:gd name="connsiteX36" fmla="*/ 564357 w 2543175"/>
                <a:gd name="connsiteY36" fmla="*/ 431006 h 1890712"/>
                <a:gd name="connsiteX37" fmla="*/ 573882 w 2543175"/>
                <a:gd name="connsiteY37" fmla="*/ 438150 h 1890712"/>
                <a:gd name="connsiteX38" fmla="*/ 595313 w 2543175"/>
                <a:gd name="connsiteY38" fmla="*/ 454819 h 1890712"/>
                <a:gd name="connsiteX39" fmla="*/ 602457 w 2543175"/>
                <a:gd name="connsiteY39" fmla="*/ 457200 h 1890712"/>
                <a:gd name="connsiteX40" fmla="*/ 628650 w 2543175"/>
                <a:gd name="connsiteY40" fmla="*/ 469106 h 1890712"/>
                <a:gd name="connsiteX41" fmla="*/ 645319 w 2543175"/>
                <a:gd name="connsiteY41" fmla="*/ 483394 h 1890712"/>
                <a:gd name="connsiteX42" fmla="*/ 654844 w 2543175"/>
                <a:gd name="connsiteY42" fmla="*/ 488156 h 1890712"/>
                <a:gd name="connsiteX43" fmla="*/ 661988 w 2543175"/>
                <a:gd name="connsiteY43" fmla="*/ 497681 h 1890712"/>
                <a:gd name="connsiteX44" fmla="*/ 683419 w 2543175"/>
                <a:gd name="connsiteY44" fmla="*/ 514350 h 1890712"/>
                <a:gd name="connsiteX45" fmla="*/ 700088 w 2543175"/>
                <a:gd name="connsiteY45" fmla="*/ 526256 h 1890712"/>
                <a:gd name="connsiteX46" fmla="*/ 709613 w 2543175"/>
                <a:gd name="connsiteY46" fmla="*/ 535781 h 1890712"/>
                <a:gd name="connsiteX47" fmla="*/ 719138 w 2543175"/>
                <a:gd name="connsiteY47" fmla="*/ 542925 h 1890712"/>
                <a:gd name="connsiteX48" fmla="*/ 733425 w 2543175"/>
                <a:gd name="connsiteY48" fmla="*/ 557212 h 1890712"/>
                <a:gd name="connsiteX49" fmla="*/ 750094 w 2543175"/>
                <a:gd name="connsiteY49" fmla="*/ 569119 h 1890712"/>
                <a:gd name="connsiteX50" fmla="*/ 769144 w 2543175"/>
                <a:gd name="connsiteY50" fmla="*/ 581025 h 1890712"/>
                <a:gd name="connsiteX51" fmla="*/ 785813 w 2543175"/>
                <a:gd name="connsiteY51" fmla="*/ 590550 h 1890712"/>
                <a:gd name="connsiteX52" fmla="*/ 792957 w 2543175"/>
                <a:gd name="connsiteY52" fmla="*/ 600075 h 1890712"/>
                <a:gd name="connsiteX53" fmla="*/ 809625 w 2543175"/>
                <a:gd name="connsiteY53" fmla="*/ 611981 h 1890712"/>
                <a:gd name="connsiteX54" fmla="*/ 816769 w 2543175"/>
                <a:gd name="connsiteY54" fmla="*/ 619125 h 1890712"/>
                <a:gd name="connsiteX55" fmla="*/ 826294 w 2543175"/>
                <a:gd name="connsiteY55" fmla="*/ 626269 h 1890712"/>
                <a:gd name="connsiteX56" fmla="*/ 840582 w 2543175"/>
                <a:gd name="connsiteY56" fmla="*/ 638175 h 1890712"/>
                <a:gd name="connsiteX57" fmla="*/ 847725 w 2543175"/>
                <a:gd name="connsiteY57" fmla="*/ 645319 h 1890712"/>
                <a:gd name="connsiteX58" fmla="*/ 857250 w 2543175"/>
                <a:gd name="connsiteY58" fmla="*/ 652462 h 1890712"/>
                <a:gd name="connsiteX59" fmla="*/ 888207 w 2543175"/>
                <a:gd name="connsiteY59" fmla="*/ 676275 h 1890712"/>
                <a:gd name="connsiteX60" fmla="*/ 907257 w 2543175"/>
                <a:gd name="connsiteY60" fmla="*/ 683419 h 1890712"/>
                <a:gd name="connsiteX61" fmla="*/ 928688 w 2543175"/>
                <a:gd name="connsiteY61" fmla="*/ 695325 h 1890712"/>
                <a:gd name="connsiteX62" fmla="*/ 942975 w 2543175"/>
                <a:gd name="connsiteY62" fmla="*/ 700087 h 1890712"/>
                <a:gd name="connsiteX63" fmla="*/ 964407 w 2543175"/>
                <a:gd name="connsiteY63" fmla="*/ 716756 h 1890712"/>
                <a:gd name="connsiteX64" fmla="*/ 971550 w 2543175"/>
                <a:gd name="connsiteY64" fmla="*/ 723900 h 1890712"/>
                <a:gd name="connsiteX65" fmla="*/ 983457 w 2543175"/>
                <a:gd name="connsiteY65" fmla="*/ 733425 h 1890712"/>
                <a:gd name="connsiteX66" fmla="*/ 990600 w 2543175"/>
                <a:gd name="connsiteY66" fmla="*/ 738187 h 1890712"/>
                <a:gd name="connsiteX67" fmla="*/ 1007269 w 2543175"/>
                <a:gd name="connsiteY67" fmla="*/ 752475 h 1890712"/>
                <a:gd name="connsiteX68" fmla="*/ 1031082 w 2543175"/>
                <a:gd name="connsiteY68" fmla="*/ 766762 h 1890712"/>
                <a:gd name="connsiteX69" fmla="*/ 1042988 w 2543175"/>
                <a:gd name="connsiteY69" fmla="*/ 773906 h 1890712"/>
                <a:gd name="connsiteX70" fmla="*/ 1071563 w 2543175"/>
                <a:gd name="connsiteY70" fmla="*/ 785812 h 1890712"/>
                <a:gd name="connsiteX71" fmla="*/ 1097757 w 2543175"/>
                <a:gd name="connsiteY71" fmla="*/ 807244 h 1890712"/>
                <a:gd name="connsiteX72" fmla="*/ 1104900 w 2543175"/>
                <a:gd name="connsiteY72" fmla="*/ 814387 h 1890712"/>
                <a:gd name="connsiteX73" fmla="*/ 1121569 w 2543175"/>
                <a:gd name="connsiteY73" fmla="*/ 823912 h 1890712"/>
                <a:gd name="connsiteX74" fmla="*/ 1138238 w 2543175"/>
                <a:gd name="connsiteY74" fmla="*/ 835819 h 1890712"/>
                <a:gd name="connsiteX75" fmla="*/ 1147763 w 2543175"/>
                <a:gd name="connsiteY75" fmla="*/ 842962 h 1890712"/>
                <a:gd name="connsiteX76" fmla="*/ 1157288 w 2543175"/>
                <a:gd name="connsiteY76" fmla="*/ 847725 h 1890712"/>
                <a:gd name="connsiteX77" fmla="*/ 1178719 w 2543175"/>
                <a:gd name="connsiteY77" fmla="*/ 859631 h 1890712"/>
                <a:gd name="connsiteX78" fmla="*/ 1188244 w 2543175"/>
                <a:gd name="connsiteY78" fmla="*/ 866775 h 1890712"/>
                <a:gd name="connsiteX79" fmla="*/ 1195388 w 2543175"/>
                <a:gd name="connsiteY79" fmla="*/ 871537 h 1890712"/>
                <a:gd name="connsiteX80" fmla="*/ 1212057 w 2543175"/>
                <a:gd name="connsiteY80" fmla="*/ 883444 h 1890712"/>
                <a:gd name="connsiteX81" fmla="*/ 1226344 w 2543175"/>
                <a:gd name="connsiteY81" fmla="*/ 895350 h 1890712"/>
                <a:gd name="connsiteX82" fmla="*/ 1245394 w 2543175"/>
                <a:gd name="connsiteY82" fmla="*/ 907256 h 1890712"/>
                <a:gd name="connsiteX83" fmla="*/ 1254919 w 2543175"/>
                <a:gd name="connsiteY83" fmla="*/ 914400 h 1890712"/>
                <a:gd name="connsiteX84" fmla="*/ 1269207 w 2543175"/>
                <a:gd name="connsiteY84" fmla="*/ 921544 h 1890712"/>
                <a:gd name="connsiteX85" fmla="*/ 1290638 w 2543175"/>
                <a:gd name="connsiteY85" fmla="*/ 935831 h 1890712"/>
                <a:gd name="connsiteX86" fmla="*/ 1307307 w 2543175"/>
                <a:gd name="connsiteY86" fmla="*/ 952500 h 1890712"/>
                <a:gd name="connsiteX87" fmla="*/ 1333500 w 2543175"/>
                <a:gd name="connsiteY87" fmla="*/ 971550 h 1890712"/>
                <a:gd name="connsiteX88" fmla="*/ 1359694 w 2543175"/>
                <a:gd name="connsiteY88" fmla="*/ 990600 h 1890712"/>
                <a:gd name="connsiteX89" fmla="*/ 1385888 w 2543175"/>
                <a:gd name="connsiteY89" fmla="*/ 1021557 h 1890712"/>
                <a:gd name="connsiteX90" fmla="*/ 1435894 w 2543175"/>
                <a:gd name="connsiteY90" fmla="*/ 1054894 h 1890712"/>
                <a:gd name="connsiteX91" fmla="*/ 1497806 w 2543175"/>
                <a:gd name="connsiteY91" fmla="*/ 1104900 h 1890712"/>
                <a:gd name="connsiteX92" fmla="*/ 1559718 w 2543175"/>
                <a:gd name="connsiteY92" fmla="*/ 1154906 h 1890712"/>
                <a:gd name="connsiteX93" fmla="*/ 1595438 w 2543175"/>
                <a:gd name="connsiteY93" fmla="*/ 1181100 h 1890712"/>
                <a:gd name="connsiteX94" fmla="*/ 1628775 w 2543175"/>
                <a:gd name="connsiteY94" fmla="*/ 1207294 h 1890712"/>
                <a:gd name="connsiteX95" fmla="*/ 1662113 w 2543175"/>
                <a:gd name="connsiteY95" fmla="*/ 1231107 h 1890712"/>
                <a:gd name="connsiteX96" fmla="*/ 1700213 w 2543175"/>
                <a:gd name="connsiteY96" fmla="*/ 1247775 h 1890712"/>
                <a:gd name="connsiteX97" fmla="*/ 1712119 w 2543175"/>
                <a:gd name="connsiteY97" fmla="*/ 1259681 h 1890712"/>
                <a:gd name="connsiteX98" fmla="*/ 1733550 w 2543175"/>
                <a:gd name="connsiteY98" fmla="*/ 1273969 h 1890712"/>
                <a:gd name="connsiteX99" fmla="*/ 1743075 w 2543175"/>
                <a:gd name="connsiteY99" fmla="*/ 1283494 h 1890712"/>
                <a:gd name="connsiteX100" fmla="*/ 1754982 w 2543175"/>
                <a:gd name="connsiteY100" fmla="*/ 1290637 h 1890712"/>
                <a:gd name="connsiteX101" fmla="*/ 1766888 w 2543175"/>
                <a:gd name="connsiteY101" fmla="*/ 1300162 h 1890712"/>
                <a:gd name="connsiteX102" fmla="*/ 1783557 w 2543175"/>
                <a:gd name="connsiteY102" fmla="*/ 1307306 h 1890712"/>
                <a:gd name="connsiteX103" fmla="*/ 1790700 w 2543175"/>
                <a:gd name="connsiteY103" fmla="*/ 1312069 h 1890712"/>
                <a:gd name="connsiteX104" fmla="*/ 1800225 w 2543175"/>
                <a:gd name="connsiteY104" fmla="*/ 1319212 h 1890712"/>
                <a:gd name="connsiteX105" fmla="*/ 1807369 w 2543175"/>
                <a:gd name="connsiteY105" fmla="*/ 1321594 h 1890712"/>
                <a:gd name="connsiteX106" fmla="*/ 1824038 w 2543175"/>
                <a:gd name="connsiteY106" fmla="*/ 1333500 h 1890712"/>
                <a:gd name="connsiteX107" fmla="*/ 1843088 w 2543175"/>
                <a:gd name="connsiteY107" fmla="*/ 1352550 h 1890712"/>
                <a:gd name="connsiteX108" fmla="*/ 1852613 w 2543175"/>
                <a:gd name="connsiteY108" fmla="*/ 1359694 h 1890712"/>
                <a:gd name="connsiteX109" fmla="*/ 1859757 w 2543175"/>
                <a:gd name="connsiteY109" fmla="*/ 1366837 h 1890712"/>
                <a:gd name="connsiteX110" fmla="*/ 1869282 w 2543175"/>
                <a:gd name="connsiteY110" fmla="*/ 1371600 h 1890712"/>
                <a:gd name="connsiteX111" fmla="*/ 1883569 w 2543175"/>
                <a:gd name="connsiteY111" fmla="*/ 1388269 h 1890712"/>
                <a:gd name="connsiteX112" fmla="*/ 1893094 w 2543175"/>
                <a:gd name="connsiteY112" fmla="*/ 1395412 h 1890712"/>
                <a:gd name="connsiteX113" fmla="*/ 1902619 w 2543175"/>
                <a:gd name="connsiteY113" fmla="*/ 1404937 h 1890712"/>
                <a:gd name="connsiteX114" fmla="*/ 1912144 w 2543175"/>
                <a:gd name="connsiteY114" fmla="*/ 1409700 h 1890712"/>
                <a:gd name="connsiteX115" fmla="*/ 1931194 w 2543175"/>
                <a:gd name="connsiteY115" fmla="*/ 1421606 h 1890712"/>
                <a:gd name="connsiteX116" fmla="*/ 1935957 w 2543175"/>
                <a:gd name="connsiteY116" fmla="*/ 1428750 h 1890712"/>
                <a:gd name="connsiteX117" fmla="*/ 1952625 w 2543175"/>
                <a:gd name="connsiteY117" fmla="*/ 1438275 h 1890712"/>
                <a:gd name="connsiteX118" fmla="*/ 1971675 w 2543175"/>
                <a:gd name="connsiteY118" fmla="*/ 1450181 h 1890712"/>
                <a:gd name="connsiteX119" fmla="*/ 1981200 w 2543175"/>
                <a:gd name="connsiteY119" fmla="*/ 1454944 h 1890712"/>
                <a:gd name="connsiteX120" fmla="*/ 1997869 w 2543175"/>
                <a:gd name="connsiteY120" fmla="*/ 1471612 h 1890712"/>
                <a:gd name="connsiteX121" fmla="*/ 2007394 w 2543175"/>
                <a:gd name="connsiteY121" fmla="*/ 1478756 h 1890712"/>
                <a:gd name="connsiteX122" fmla="*/ 2016919 w 2543175"/>
                <a:gd name="connsiteY122" fmla="*/ 1483519 h 1890712"/>
                <a:gd name="connsiteX123" fmla="*/ 2024063 w 2543175"/>
                <a:gd name="connsiteY123" fmla="*/ 1490662 h 1890712"/>
                <a:gd name="connsiteX124" fmla="*/ 2033588 w 2543175"/>
                <a:gd name="connsiteY124" fmla="*/ 1495425 h 1890712"/>
                <a:gd name="connsiteX125" fmla="*/ 2040732 w 2543175"/>
                <a:gd name="connsiteY125" fmla="*/ 1502569 h 1890712"/>
                <a:gd name="connsiteX126" fmla="*/ 2047875 w 2543175"/>
                <a:gd name="connsiteY126" fmla="*/ 1507331 h 1890712"/>
                <a:gd name="connsiteX127" fmla="*/ 2057400 w 2543175"/>
                <a:gd name="connsiteY127" fmla="*/ 1514475 h 1890712"/>
                <a:gd name="connsiteX128" fmla="*/ 2064544 w 2543175"/>
                <a:gd name="connsiteY128" fmla="*/ 1519237 h 1890712"/>
                <a:gd name="connsiteX129" fmla="*/ 2071688 w 2543175"/>
                <a:gd name="connsiteY129" fmla="*/ 1526381 h 1890712"/>
                <a:gd name="connsiteX130" fmla="*/ 2081213 w 2543175"/>
                <a:gd name="connsiteY130" fmla="*/ 1531144 h 1890712"/>
                <a:gd name="connsiteX131" fmla="*/ 2090738 w 2543175"/>
                <a:gd name="connsiteY131" fmla="*/ 1538287 h 1890712"/>
                <a:gd name="connsiteX132" fmla="*/ 2109788 w 2543175"/>
                <a:gd name="connsiteY132" fmla="*/ 1547812 h 1890712"/>
                <a:gd name="connsiteX133" fmla="*/ 2131219 w 2543175"/>
                <a:gd name="connsiteY133" fmla="*/ 1562100 h 1890712"/>
                <a:gd name="connsiteX134" fmla="*/ 2140744 w 2543175"/>
                <a:gd name="connsiteY134" fmla="*/ 1566862 h 1890712"/>
                <a:gd name="connsiteX135" fmla="*/ 2152650 w 2543175"/>
                <a:gd name="connsiteY135" fmla="*/ 1576387 h 1890712"/>
                <a:gd name="connsiteX136" fmla="*/ 2181225 w 2543175"/>
                <a:gd name="connsiteY136" fmla="*/ 1590675 h 1890712"/>
                <a:gd name="connsiteX137" fmla="*/ 2200275 w 2543175"/>
                <a:gd name="connsiteY137" fmla="*/ 1607344 h 1890712"/>
                <a:gd name="connsiteX138" fmla="*/ 2207419 w 2543175"/>
                <a:gd name="connsiteY138" fmla="*/ 1612106 h 1890712"/>
                <a:gd name="connsiteX139" fmla="*/ 2216944 w 2543175"/>
                <a:gd name="connsiteY139" fmla="*/ 1619250 h 1890712"/>
                <a:gd name="connsiteX140" fmla="*/ 2247900 w 2543175"/>
                <a:gd name="connsiteY140" fmla="*/ 1643062 h 1890712"/>
                <a:gd name="connsiteX141" fmla="*/ 2281238 w 2543175"/>
                <a:gd name="connsiteY141" fmla="*/ 1674019 h 1890712"/>
                <a:gd name="connsiteX142" fmla="*/ 2312194 w 2543175"/>
                <a:gd name="connsiteY142" fmla="*/ 1702594 h 1890712"/>
                <a:gd name="connsiteX143" fmla="*/ 2369344 w 2543175"/>
                <a:gd name="connsiteY143" fmla="*/ 1757363 h 1890712"/>
                <a:gd name="connsiteX144" fmla="*/ 2428876 w 2543175"/>
                <a:gd name="connsiteY144" fmla="*/ 1785938 h 1890712"/>
                <a:gd name="connsiteX145" fmla="*/ 2469356 w 2543175"/>
                <a:gd name="connsiteY145" fmla="*/ 1816894 h 1890712"/>
                <a:gd name="connsiteX146" fmla="*/ 2514600 w 2543175"/>
                <a:gd name="connsiteY146" fmla="*/ 1850231 h 1890712"/>
                <a:gd name="connsiteX147" fmla="*/ 2519363 w 2543175"/>
                <a:gd name="connsiteY147" fmla="*/ 1857375 h 1890712"/>
                <a:gd name="connsiteX148" fmla="*/ 2540794 w 2543175"/>
                <a:gd name="connsiteY148" fmla="*/ 1883569 h 1890712"/>
                <a:gd name="connsiteX149" fmla="*/ 2543175 w 2543175"/>
                <a:gd name="connsiteY149" fmla="*/ 1890712 h 1890712"/>
                <a:gd name="connsiteX0" fmla="*/ 0 w 2543175"/>
                <a:gd name="connsiteY0" fmla="*/ 0 h 1890712"/>
                <a:gd name="connsiteX1" fmla="*/ 11907 w 2543175"/>
                <a:gd name="connsiteY1" fmla="*/ 11906 h 1890712"/>
                <a:gd name="connsiteX2" fmla="*/ 21432 w 2543175"/>
                <a:gd name="connsiteY2" fmla="*/ 16669 h 1890712"/>
                <a:gd name="connsiteX3" fmla="*/ 23813 w 2543175"/>
                <a:gd name="connsiteY3" fmla="*/ 23812 h 1890712"/>
                <a:gd name="connsiteX4" fmla="*/ 33338 w 2543175"/>
                <a:gd name="connsiteY4" fmla="*/ 33337 h 1890712"/>
                <a:gd name="connsiteX5" fmla="*/ 40482 w 2543175"/>
                <a:gd name="connsiteY5" fmla="*/ 42862 h 1890712"/>
                <a:gd name="connsiteX6" fmla="*/ 47625 w 2543175"/>
                <a:gd name="connsiteY6" fmla="*/ 47625 h 1890712"/>
                <a:gd name="connsiteX7" fmla="*/ 57150 w 2543175"/>
                <a:gd name="connsiteY7" fmla="*/ 54769 h 1890712"/>
                <a:gd name="connsiteX8" fmla="*/ 64294 w 2543175"/>
                <a:gd name="connsiteY8" fmla="*/ 59531 h 1890712"/>
                <a:gd name="connsiteX9" fmla="*/ 83344 w 2543175"/>
                <a:gd name="connsiteY9" fmla="*/ 73819 h 1890712"/>
                <a:gd name="connsiteX10" fmla="*/ 97632 w 2543175"/>
                <a:gd name="connsiteY10" fmla="*/ 80962 h 1890712"/>
                <a:gd name="connsiteX11" fmla="*/ 104775 w 2543175"/>
                <a:gd name="connsiteY11" fmla="*/ 85725 h 1890712"/>
                <a:gd name="connsiteX12" fmla="*/ 114300 w 2543175"/>
                <a:gd name="connsiteY12" fmla="*/ 95250 h 1890712"/>
                <a:gd name="connsiteX13" fmla="*/ 123825 w 2543175"/>
                <a:gd name="connsiteY13" fmla="*/ 97631 h 1890712"/>
                <a:gd name="connsiteX14" fmla="*/ 130969 w 2543175"/>
                <a:gd name="connsiteY14" fmla="*/ 104775 h 1890712"/>
                <a:gd name="connsiteX15" fmla="*/ 140494 w 2543175"/>
                <a:gd name="connsiteY15" fmla="*/ 111919 h 1890712"/>
                <a:gd name="connsiteX16" fmla="*/ 147638 w 2543175"/>
                <a:gd name="connsiteY16" fmla="*/ 116681 h 1890712"/>
                <a:gd name="connsiteX17" fmla="*/ 164307 w 2543175"/>
                <a:gd name="connsiteY17" fmla="*/ 128587 h 1890712"/>
                <a:gd name="connsiteX18" fmla="*/ 180975 w 2543175"/>
                <a:gd name="connsiteY18" fmla="*/ 140494 h 1890712"/>
                <a:gd name="connsiteX19" fmla="*/ 197644 w 2543175"/>
                <a:gd name="connsiteY19" fmla="*/ 152400 h 1890712"/>
                <a:gd name="connsiteX20" fmla="*/ 204788 w 2543175"/>
                <a:gd name="connsiteY20" fmla="*/ 157162 h 1890712"/>
                <a:gd name="connsiteX21" fmla="*/ 214313 w 2543175"/>
                <a:gd name="connsiteY21" fmla="*/ 164306 h 1890712"/>
                <a:gd name="connsiteX22" fmla="*/ 247650 w 2543175"/>
                <a:gd name="connsiteY22" fmla="*/ 185737 h 1890712"/>
                <a:gd name="connsiteX23" fmla="*/ 300038 w 2543175"/>
                <a:gd name="connsiteY23" fmla="*/ 219075 h 1890712"/>
                <a:gd name="connsiteX24" fmla="*/ 342900 w 2543175"/>
                <a:gd name="connsiteY24" fmla="*/ 254794 h 1890712"/>
                <a:gd name="connsiteX25" fmla="*/ 385763 w 2543175"/>
                <a:gd name="connsiteY25" fmla="*/ 283369 h 1890712"/>
                <a:gd name="connsiteX26" fmla="*/ 404813 w 2543175"/>
                <a:gd name="connsiteY26" fmla="*/ 295275 h 1890712"/>
                <a:gd name="connsiteX27" fmla="*/ 411957 w 2543175"/>
                <a:gd name="connsiteY27" fmla="*/ 297656 h 1890712"/>
                <a:gd name="connsiteX28" fmla="*/ 466725 w 2543175"/>
                <a:gd name="connsiteY28" fmla="*/ 328612 h 1890712"/>
                <a:gd name="connsiteX29" fmla="*/ 495300 w 2543175"/>
                <a:gd name="connsiteY29" fmla="*/ 359569 h 1890712"/>
                <a:gd name="connsiteX30" fmla="*/ 509588 w 2543175"/>
                <a:gd name="connsiteY30" fmla="*/ 376237 h 1890712"/>
                <a:gd name="connsiteX31" fmla="*/ 514350 w 2543175"/>
                <a:gd name="connsiteY31" fmla="*/ 383381 h 1890712"/>
                <a:gd name="connsiteX32" fmla="*/ 531019 w 2543175"/>
                <a:gd name="connsiteY32" fmla="*/ 397669 h 1890712"/>
                <a:gd name="connsiteX33" fmla="*/ 538163 w 2543175"/>
                <a:gd name="connsiteY33" fmla="*/ 407194 h 1890712"/>
                <a:gd name="connsiteX34" fmla="*/ 554832 w 2543175"/>
                <a:gd name="connsiteY34" fmla="*/ 421481 h 1890712"/>
                <a:gd name="connsiteX35" fmla="*/ 564357 w 2543175"/>
                <a:gd name="connsiteY35" fmla="*/ 431006 h 1890712"/>
                <a:gd name="connsiteX36" fmla="*/ 573882 w 2543175"/>
                <a:gd name="connsiteY36" fmla="*/ 438150 h 1890712"/>
                <a:gd name="connsiteX37" fmla="*/ 595313 w 2543175"/>
                <a:gd name="connsiteY37" fmla="*/ 454819 h 1890712"/>
                <a:gd name="connsiteX38" fmla="*/ 602457 w 2543175"/>
                <a:gd name="connsiteY38" fmla="*/ 457200 h 1890712"/>
                <a:gd name="connsiteX39" fmla="*/ 628650 w 2543175"/>
                <a:gd name="connsiteY39" fmla="*/ 469106 h 1890712"/>
                <a:gd name="connsiteX40" fmla="*/ 645319 w 2543175"/>
                <a:gd name="connsiteY40" fmla="*/ 483394 h 1890712"/>
                <a:gd name="connsiteX41" fmla="*/ 654844 w 2543175"/>
                <a:gd name="connsiteY41" fmla="*/ 488156 h 1890712"/>
                <a:gd name="connsiteX42" fmla="*/ 661988 w 2543175"/>
                <a:gd name="connsiteY42" fmla="*/ 497681 h 1890712"/>
                <a:gd name="connsiteX43" fmla="*/ 683419 w 2543175"/>
                <a:gd name="connsiteY43" fmla="*/ 514350 h 1890712"/>
                <a:gd name="connsiteX44" fmla="*/ 700088 w 2543175"/>
                <a:gd name="connsiteY44" fmla="*/ 526256 h 1890712"/>
                <a:gd name="connsiteX45" fmla="*/ 709613 w 2543175"/>
                <a:gd name="connsiteY45" fmla="*/ 535781 h 1890712"/>
                <a:gd name="connsiteX46" fmla="*/ 719138 w 2543175"/>
                <a:gd name="connsiteY46" fmla="*/ 542925 h 1890712"/>
                <a:gd name="connsiteX47" fmla="*/ 733425 w 2543175"/>
                <a:gd name="connsiteY47" fmla="*/ 557212 h 1890712"/>
                <a:gd name="connsiteX48" fmla="*/ 750094 w 2543175"/>
                <a:gd name="connsiteY48" fmla="*/ 569119 h 1890712"/>
                <a:gd name="connsiteX49" fmla="*/ 769144 w 2543175"/>
                <a:gd name="connsiteY49" fmla="*/ 581025 h 1890712"/>
                <a:gd name="connsiteX50" fmla="*/ 785813 w 2543175"/>
                <a:gd name="connsiteY50" fmla="*/ 590550 h 1890712"/>
                <a:gd name="connsiteX51" fmla="*/ 792957 w 2543175"/>
                <a:gd name="connsiteY51" fmla="*/ 600075 h 1890712"/>
                <a:gd name="connsiteX52" fmla="*/ 809625 w 2543175"/>
                <a:gd name="connsiteY52" fmla="*/ 611981 h 1890712"/>
                <a:gd name="connsiteX53" fmla="*/ 816769 w 2543175"/>
                <a:gd name="connsiteY53" fmla="*/ 619125 h 1890712"/>
                <a:gd name="connsiteX54" fmla="*/ 826294 w 2543175"/>
                <a:gd name="connsiteY54" fmla="*/ 626269 h 1890712"/>
                <a:gd name="connsiteX55" fmla="*/ 840582 w 2543175"/>
                <a:gd name="connsiteY55" fmla="*/ 638175 h 1890712"/>
                <a:gd name="connsiteX56" fmla="*/ 847725 w 2543175"/>
                <a:gd name="connsiteY56" fmla="*/ 645319 h 1890712"/>
                <a:gd name="connsiteX57" fmla="*/ 857250 w 2543175"/>
                <a:gd name="connsiteY57" fmla="*/ 652462 h 1890712"/>
                <a:gd name="connsiteX58" fmla="*/ 888207 w 2543175"/>
                <a:gd name="connsiteY58" fmla="*/ 676275 h 1890712"/>
                <a:gd name="connsiteX59" fmla="*/ 907257 w 2543175"/>
                <a:gd name="connsiteY59" fmla="*/ 683419 h 1890712"/>
                <a:gd name="connsiteX60" fmla="*/ 928688 w 2543175"/>
                <a:gd name="connsiteY60" fmla="*/ 695325 h 1890712"/>
                <a:gd name="connsiteX61" fmla="*/ 942975 w 2543175"/>
                <a:gd name="connsiteY61" fmla="*/ 700087 h 1890712"/>
                <a:gd name="connsiteX62" fmla="*/ 964407 w 2543175"/>
                <a:gd name="connsiteY62" fmla="*/ 716756 h 1890712"/>
                <a:gd name="connsiteX63" fmla="*/ 971550 w 2543175"/>
                <a:gd name="connsiteY63" fmla="*/ 723900 h 1890712"/>
                <a:gd name="connsiteX64" fmla="*/ 983457 w 2543175"/>
                <a:gd name="connsiteY64" fmla="*/ 733425 h 1890712"/>
                <a:gd name="connsiteX65" fmla="*/ 990600 w 2543175"/>
                <a:gd name="connsiteY65" fmla="*/ 738187 h 1890712"/>
                <a:gd name="connsiteX66" fmla="*/ 1007269 w 2543175"/>
                <a:gd name="connsiteY66" fmla="*/ 752475 h 1890712"/>
                <a:gd name="connsiteX67" fmla="*/ 1031082 w 2543175"/>
                <a:gd name="connsiteY67" fmla="*/ 766762 h 1890712"/>
                <a:gd name="connsiteX68" fmla="*/ 1042988 w 2543175"/>
                <a:gd name="connsiteY68" fmla="*/ 773906 h 1890712"/>
                <a:gd name="connsiteX69" fmla="*/ 1071563 w 2543175"/>
                <a:gd name="connsiteY69" fmla="*/ 785812 h 1890712"/>
                <a:gd name="connsiteX70" fmla="*/ 1097757 w 2543175"/>
                <a:gd name="connsiteY70" fmla="*/ 807244 h 1890712"/>
                <a:gd name="connsiteX71" fmla="*/ 1104900 w 2543175"/>
                <a:gd name="connsiteY71" fmla="*/ 814387 h 1890712"/>
                <a:gd name="connsiteX72" fmla="*/ 1121569 w 2543175"/>
                <a:gd name="connsiteY72" fmla="*/ 823912 h 1890712"/>
                <a:gd name="connsiteX73" fmla="*/ 1138238 w 2543175"/>
                <a:gd name="connsiteY73" fmla="*/ 835819 h 1890712"/>
                <a:gd name="connsiteX74" fmla="*/ 1147763 w 2543175"/>
                <a:gd name="connsiteY74" fmla="*/ 842962 h 1890712"/>
                <a:gd name="connsiteX75" fmla="*/ 1157288 w 2543175"/>
                <a:gd name="connsiteY75" fmla="*/ 847725 h 1890712"/>
                <a:gd name="connsiteX76" fmla="*/ 1178719 w 2543175"/>
                <a:gd name="connsiteY76" fmla="*/ 859631 h 1890712"/>
                <a:gd name="connsiteX77" fmla="*/ 1188244 w 2543175"/>
                <a:gd name="connsiteY77" fmla="*/ 866775 h 1890712"/>
                <a:gd name="connsiteX78" fmla="*/ 1195388 w 2543175"/>
                <a:gd name="connsiteY78" fmla="*/ 871537 h 1890712"/>
                <a:gd name="connsiteX79" fmla="*/ 1212057 w 2543175"/>
                <a:gd name="connsiteY79" fmla="*/ 883444 h 1890712"/>
                <a:gd name="connsiteX80" fmla="*/ 1226344 w 2543175"/>
                <a:gd name="connsiteY80" fmla="*/ 895350 h 1890712"/>
                <a:gd name="connsiteX81" fmla="*/ 1245394 w 2543175"/>
                <a:gd name="connsiteY81" fmla="*/ 907256 h 1890712"/>
                <a:gd name="connsiteX82" fmla="*/ 1254919 w 2543175"/>
                <a:gd name="connsiteY82" fmla="*/ 914400 h 1890712"/>
                <a:gd name="connsiteX83" fmla="*/ 1269207 w 2543175"/>
                <a:gd name="connsiteY83" fmla="*/ 921544 h 1890712"/>
                <a:gd name="connsiteX84" fmla="*/ 1290638 w 2543175"/>
                <a:gd name="connsiteY84" fmla="*/ 935831 h 1890712"/>
                <a:gd name="connsiteX85" fmla="*/ 1307307 w 2543175"/>
                <a:gd name="connsiteY85" fmla="*/ 952500 h 1890712"/>
                <a:gd name="connsiteX86" fmla="*/ 1333500 w 2543175"/>
                <a:gd name="connsiteY86" fmla="*/ 971550 h 1890712"/>
                <a:gd name="connsiteX87" fmla="*/ 1359694 w 2543175"/>
                <a:gd name="connsiteY87" fmla="*/ 990600 h 1890712"/>
                <a:gd name="connsiteX88" fmla="*/ 1385888 w 2543175"/>
                <a:gd name="connsiteY88" fmla="*/ 1021557 h 1890712"/>
                <a:gd name="connsiteX89" fmla="*/ 1435894 w 2543175"/>
                <a:gd name="connsiteY89" fmla="*/ 1054894 h 1890712"/>
                <a:gd name="connsiteX90" fmla="*/ 1497806 w 2543175"/>
                <a:gd name="connsiteY90" fmla="*/ 1104900 h 1890712"/>
                <a:gd name="connsiteX91" fmla="*/ 1559718 w 2543175"/>
                <a:gd name="connsiteY91" fmla="*/ 1154906 h 1890712"/>
                <a:gd name="connsiteX92" fmla="*/ 1595438 w 2543175"/>
                <a:gd name="connsiteY92" fmla="*/ 1181100 h 1890712"/>
                <a:gd name="connsiteX93" fmla="*/ 1628775 w 2543175"/>
                <a:gd name="connsiteY93" fmla="*/ 1207294 h 1890712"/>
                <a:gd name="connsiteX94" fmla="*/ 1662113 w 2543175"/>
                <a:gd name="connsiteY94" fmla="*/ 1231107 h 1890712"/>
                <a:gd name="connsiteX95" fmla="*/ 1700213 w 2543175"/>
                <a:gd name="connsiteY95" fmla="*/ 1247775 h 1890712"/>
                <a:gd name="connsiteX96" fmla="*/ 1712119 w 2543175"/>
                <a:gd name="connsiteY96" fmla="*/ 1259681 h 1890712"/>
                <a:gd name="connsiteX97" fmla="*/ 1733550 w 2543175"/>
                <a:gd name="connsiteY97" fmla="*/ 1273969 h 1890712"/>
                <a:gd name="connsiteX98" fmla="*/ 1743075 w 2543175"/>
                <a:gd name="connsiteY98" fmla="*/ 1283494 h 1890712"/>
                <a:gd name="connsiteX99" fmla="*/ 1754982 w 2543175"/>
                <a:gd name="connsiteY99" fmla="*/ 1290637 h 1890712"/>
                <a:gd name="connsiteX100" fmla="*/ 1766888 w 2543175"/>
                <a:gd name="connsiteY100" fmla="*/ 1300162 h 1890712"/>
                <a:gd name="connsiteX101" fmla="*/ 1783557 w 2543175"/>
                <a:gd name="connsiteY101" fmla="*/ 1307306 h 1890712"/>
                <a:gd name="connsiteX102" fmla="*/ 1790700 w 2543175"/>
                <a:gd name="connsiteY102" fmla="*/ 1312069 h 1890712"/>
                <a:gd name="connsiteX103" fmla="*/ 1800225 w 2543175"/>
                <a:gd name="connsiteY103" fmla="*/ 1319212 h 1890712"/>
                <a:gd name="connsiteX104" fmla="*/ 1807369 w 2543175"/>
                <a:gd name="connsiteY104" fmla="*/ 1321594 h 1890712"/>
                <a:gd name="connsiteX105" fmla="*/ 1824038 w 2543175"/>
                <a:gd name="connsiteY105" fmla="*/ 1333500 h 1890712"/>
                <a:gd name="connsiteX106" fmla="*/ 1843088 w 2543175"/>
                <a:gd name="connsiteY106" fmla="*/ 1352550 h 1890712"/>
                <a:gd name="connsiteX107" fmla="*/ 1852613 w 2543175"/>
                <a:gd name="connsiteY107" fmla="*/ 1359694 h 1890712"/>
                <a:gd name="connsiteX108" fmla="*/ 1859757 w 2543175"/>
                <a:gd name="connsiteY108" fmla="*/ 1366837 h 1890712"/>
                <a:gd name="connsiteX109" fmla="*/ 1869282 w 2543175"/>
                <a:gd name="connsiteY109" fmla="*/ 1371600 h 1890712"/>
                <a:gd name="connsiteX110" fmla="*/ 1883569 w 2543175"/>
                <a:gd name="connsiteY110" fmla="*/ 1388269 h 1890712"/>
                <a:gd name="connsiteX111" fmla="*/ 1893094 w 2543175"/>
                <a:gd name="connsiteY111" fmla="*/ 1395412 h 1890712"/>
                <a:gd name="connsiteX112" fmla="*/ 1902619 w 2543175"/>
                <a:gd name="connsiteY112" fmla="*/ 1404937 h 1890712"/>
                <a:gd name="connsiteX113" fmla="*/ 1912144 w 2543175"/>
                <a:gd name="connsiteY113" fmla="*/ 1409700 h 1890712"/>
                <a:gd name="connsiteX114" fmla="*/ 1931194 w 2543175"/>
                <a:gd name="connsiteY114" fmla="*/ 1421606 h 1890712"/>
                <a:gd name="connsiteX115" fmla="*/ 1935957 w 2543175"/>
                <a:gd name="connsiteY115" fmla="*/ 1428750 h 1890712"/>
                <a:gd name="connsiteX116" fmla="*/ 1952625 w 2543175"/>
                <a:gd name="connsiteY116" fmla="*/ 1438275 h 1890712"/>
                <a:gd name="connsiteX117" fmla="*/ 1971675 w 2543175"/>
                <a:gd name="connsiteY117" fmla="*/ 1450181 h 1890712"/>
                <a:gd name="connsiteX118" fmla="*/ 1981200 w 2543175"/>
                <a:gd name="connsiteY118" fmla="*/ 1454944 h 1890712"/>
                <a:gd name="connsiteX119" fmla="*/ 1997869 w 2543175"/>
                <a:gd name="connsiteY119" fmla="*/ 1471612 h 1890712"/>
                <a:gd name="connsiteX120" fmla="*/ 2007394 w 2543175"/>
                <a:gd name="connsiteY120" fmla="*/ 1478756 h 1890712"/>
                <a:gd name="connsiteX121" fmla="*/ 2016919 w 2543175"/>
                <a:gd name="connsiteY121" fmla="*/ 1483519 h 1890712"/>
                <a:gd name="connsiteX122" fmla="*/ 2024063 w 2543175"/>
                <a:gd name="connsiteY122" fmla="*/ 1490662 h 1890712"/>
                <a:gd name="connsiteX123" fmla="*/ 2033588 w 2543175"/>
                <a:gd name="connsiteY123" fmla="*/ 1495425 h 1890712"/>
                <a:gd name="connsiteX124" fmla="*/ 2040732 w 2543175"/>
                <a:gd name="connsiteY124" fmla="*/ 1502569 h 1890712"/>
                <a:gd name="connsiteX125" fmla="*/ 2047875 w 2543175"/>
                <a:gd name="connsiteY125" fmla="*/ 1507331 h 1890712"/>
                <a:gd name="connsiteX126" fmla="*/ 2057400 w 2543175"/>
                <a:gd name="connsiteY126" fmla="*/ 1514475 h 1890712"/>
                <a:gd name="connsiteX127" fmla="*/ 2064544 w 2543175"/>
                <a:gd name="connsiteY127" fmla="*/ 1519237 h 1890712"/>
                <a:gd name="connsiteX128" fmla="*/ 2071688 w 2543175"/>
                <a:gd name="connsiteY128" fmla="*/ 1526381 h 1890712"/>
                <a:gd name="connsiteX129" fmla="*/ 2081213 w 2543175"/>
                <a:gd name="connsiteY129" fmla="*/ 1531144 h 1890712"/>
                <a:gd name="connsiteX130" fmla="*/ 2090738 w 2543175"/>
                <a:gd name="connsiteY130" fmla="*/ 1538287 h 1890712"/>
                <a:gd name="connsiteX131" fmla="*/ 2109788 w 2543175"/>
                <a:gd name="connsiteY131" fmla="*/ 1547812 h 1890712"/>
                <a:gd name="connsiteX132" fmla="*/ 2131219 w 2543175"/>
                <a:gd name="connsiteY132" fmla="*/ 1562100 h 1890712"/>
                <a:gd name="connsiteX133" fmla="*/ 2140744 w 2543175"/>
                <a:gd name="connsiteY133" fmla="*/ 1566862 h 1890712"/>
                <a:gd name="connsiteX134" fmla="*/ 2152650 w 2543175"/>
                <a:gd name="connsiteY134" fmla="*/ 1576387 h 1890712"/>
                <a:gd name="connsiteX135" fmla="*/ 2181225 w 2543175"/>
                <a:gd name="connsiteY135" fmla="*/ 1590675 h 1890712"/>
                <a:gd name="connsiteX136" fmla="*/ 2200275 w 2543175"/>
                <a:gd name="connsiteY136" fmla="*/ 1607344 h 1890712"/>
                <a:gd name="connsiteX137" fmla="*/ 2207419 w 2543175"/>
                <a:gd name="connsiteY137" fmla="*/ 1612106 h 1890712"/>
                <a:gd name="connsiteX138" fmla="*/ 2216944 w 2543175"/>
                <a:gd name="connsiteY138" fmla="*/ 1619250 h 1890712"/>
                <a:gd name="connsiteX139" fmla="*/ 2247900 w 2543175"/>
                <a:gd name="connsiteY139" fmla="*/ 1643062 h 1890712"/>
                <a:gd name="connsiteX140" fmla="*/ 2281238 w 2543175"/>
                <a:gd name="connsiteY140" fmla="*/ 1674019 h 1890712"/>
                <a:gd name="connsiteX141" fmla="*/ 2312194 w 2543175"/>
                <a:gd name="connsiteY141" fmla="*/ 1702594 h 1890712"/>
                <a:gd name="connsiteX142" fmla="*/ 2369344 w 2543175"/>
                <a:gd name="connsiteY142" fmla="*/ 1757363 h 1890712"/>
                <a:gd name="connsiteX143" fmla="*/ 2428876 w 2543175"/>
                <a:gd name="connsiteY143" fmla="*/ 1785938 h 1890712"/>
                <a:gd name="connsiteX144" fmla="*/ 2469356 w 2543175"/>
                <a:gd name="connsiteY144" fmla="*/ 1816894 h 1890712"/>
                <a:gd name="connsiteX145" fmla="*/ 2514600 w 2543175"/>
                <a:gd name="connsiteY145" fmla="*/ 1850231 h 1890712"/>
                <a:gd name="connsiteX146" fmla="*/ 2519363 w 2543175"/>
                <a:gd name="connsiteY146" fmla="*/ 1857375 h 1890712"/>
                <a:gd name="connsiteX147" fmla="*/ 2540794 w 2543175"/>
                <a:gd name="connsiteY147" fmla="*/ 1883569 h 1890712"/>
                <a:gd name="connsiteX148" fmla="*/ 2543175 w 2543175"/>
                <a:gd name="connsiteY148" fmla="*/ 1890712 h 1890712"/>
                <a:gd name="connsiteX0" fmla="*/ 0 w 2543175"/>
                <a:gd name="connsiteY0" fmla="*/ 0 h 1890712"/>
                <a:gd name="connsiteX1" fmla="*/ 11907 w 2543175"/>
                <a:gd name="connsiteY1" fmla="*/ 11906 h 1890712"/>
                <a:gd name="connsiteX2" fmla="*/ 21432 w 2543175"/>
                <a:gd name="connsiteY2" fmla="*/ 16669 h 1890712"/>
                <a:gd name="connsiteX3" fmla="*/ 23813 w 2543175"/>
                <a:gd name="connsiteY3" fmla="*/ 23812 h 1890712"/>
                <a:gd name="connsiteX4" fmla="*/ 33338 w 2543175"/>
                <a:gd name="connsiteY4" fmla="*/ 33337 h 1890712"/>
                <a:gd name="connsiteX5" fmla="*/ 40482 w 2543175"/>
                <a:gd name="connsiteY5" fmla="*/ 42862 h 1890712"/>
                <a:gd name="connsiteX6" fmla="*/ 47625 w 2543175"/>
                <a:gd name="connsiteY6" fmla="*/ 47625 h 1890712"/>
                <a:gd name="connsiteX7" fmla="*/ 57150 w 2543175"/>
                <a:gd name="connsiteY7" fmla="*/ 54769 h 1890712"/>
                <a:gd name="connsiteX8" fmla="*/ 64294 w 2543175"/>
                <a:gd name="connsiteY8" fmla="*/ 59531 h 1890712"/>
                <a:gd name="connsiteX9" fmla="*/ 83344 w 2543175"/>
                <a:gd name="connsiteY9" fmla="*/ 73819 h 1890712"/>
                <a:gd name="connsiteX10" fmla="*/ 97632 w 2543175"/>
                <a:gd name="connsiteY10" fmla="*/ 80962 h 1890712"/>
                <a:gd name="connsiteX11" fmla="*/ 104775 w 2543175"/>
                <a:gd name="connsiteY11" fmla="*/ 85725 h 1890712"/>
                <a:gd name="connsiteX12" fmla="*/ 114300 w 2543175"/>
                <a:gd name="connsiteY12" fmla="*/ 95250 h 1890712"/>
                <a:gd name="connsiteX13" fmla="*/ 123825 w 2543175"/>
                <a:gd name="connsiteY13" fmla="*/ 97631 h 1890712"/>
                <a:gd name="connsiteX14" fmla="*/ 130969 w 2543175"/>
                <a:gd name="connsiteY14" fmla="*/ 104775 h 1890712"/>
                <a:gd name="connsiteX15" fmla="*/ 140494 w 2543175"/>
                <a:gd name="connsiteY15" fmla="*/ 111919 h 1890712"/>
                <a:gd name="connsiteX16" fmla="*/ 147638 w 2543175"/>
                <a:gd name="connsiteY16" fmla="*/ 116681 h 1890712"/>
                <a:gd name="connsiteX17" fmla="*/ 164307 w 2543175"/>
                <a:gd name="connsiteY17" fmla="*/ 128587 h 1890712"/>
                <a:gd name="connsiteX18" fmla="*/ 180975 w 2543175"/>
                <a:gd name="connsiteY18" fmla="*/ 140494 h 1890712"/>
                <a:gd name="connsiteX19" fmla="*/ 197644 w 2543175"/>
                <a:gd name="connsiteY19" fmla="*/ 152400 h 1890712"/>
                <a:gd name="connsiteX20" fmla="*/ 204788 w 2543175"/>
                <a:gd name="connsiteY20" fmla="*/ 157162 h 1890712"/>
                <a:gd name="connsiteX21" fmla="*/ 214313 w 2543175"/>
                <a:gd name="connsiteY21" fmla="*/ 164306 h 1890712"/>
                <a:gd name="connsiteX22" fmla="*/ 247650 w 2543175"/>
                <a:gd name="connsiteY22" fmla="*/ 185737 h 1890712"/>
                <a:gd name="connsiteX23" fmla="*/ 300038 w 2543175"/>
                <a:gd name="connsiteY23" fmla="*/ 219075 h 1890712"/>
                <a:gd name="connsiteX24" fmla="*/ 342900 w 2543175"/>
                <a:gd name="connsiteY24" fmla="*/ 254794 h 1890712"/>
                <a:gd name="connsiteX25" fmla="*/ 385763 w 2543175"/>
                <a:gd name="connsiteY25" fmla="*/ 283369 h 1890712"/>
                <a:gd name="connsiteX26" fmla="*/ 404813 w 2543175"/>
                <a:gd name="connsiteY26" fmla="*/ 295275 h 1890712"/>
                <a:gd name="connsiteX27" fmla="*/ 411957 w 2543175"/>
                <a:gd name="connsiteY27" fmla="*/ 297656 h 1890712"/>
                <a:gd name="connsiteX28" fmla="*/ 458211 w 2543175"/>
                <a:gd name="connsiteY28" fmla="*/ 332420 h 1890712"/>
                <a:gd name="connsiteX29" fmla="*/ 495300 w 2543175"/>
                <a:gd name="connsiteY29" fmla="*/ 359569 h 1890712"/>
                <a:gd name="connsiteX30" fmla="*/ 509588 w 2543175"/>
                <a:gd name="connsiteY30" fmla="*/ 376237 h 1890712"/>
                <a:gd name="connsiteX31" fmla="*/ 514350 w 2543175"/>
                <a:gd name="connsiteY31" fmla="*/ 383381 h 1890712"/>
                <a:gd name="connsiteX32" fmla="*/ 531019 w 2543175"/>
                <a:gd name="connsiteY32" fmla="*/ 397669 h 1890712"/>
                <a:gd name="connsiteX33" fmla="*/ 538163 w 2543175"/>
                <a:gd name="connsiteY33" fmla="*/ 407194 h 1890712"/>
                <a:gd name="connsiteX34" fmla="*/ 554832 w 2543175"/>
                <a:gd name="connsiteY34" fmla="*/ 421481 h 1890712"/>
                <a:gd name="connsiteX35" fmla="*/ 564357 w 2543175"/>
                <a:gd name="connsiteY35" fmla="*/ 431006 h 1890712"/>
                <a:gd name="connsiteX36" fmla="*/ 573882 w 2543175"/>
                <a:gd name="connsiteY36" fmla="*/ 438150 h 1890712"/>
                <a:gd name="connsiteX37" fmla="*/ 595313 w 2543175"/>
                <a:gd name="connsiteY37" fmla="*/ 454819 h 1890712"/>
                <a:gd name="connsiteX38" fmla="*/ 602457 w 2543175"/>
                <a:gd name="connsiteY38" fmla="*/ 457200 h 1890712"/>
                <a:gd name="connsiteX39" fmla="*/ 628650 w 2543175"/>
                <a:gd name="connsiteY39" fmla="*/ 469106 h 1890712"/>
                <a:gd name="connsiteX40" fmla="*/ 645319 w 2543175"/>
                <a:gd name="connsiteY40" fmla="*/ 483394 h 1890712"/>
                <a:gd name="connsiteX41" fmla="*/ 654844 w 2543175"/>
                <a:gd name="connsiteY41" fmla="*/ 488156 h 1890712"/>
                <a:gd name="connsiteX42" fmla="*/ 661988 w 2543175"/>
                <a:gd name="connsiteY42" fmla="*/ 497681 h 1890712"/>
                <a:gd name="connsiteX43" fmla="*/ 683419 w 2543175"/>
                <a:gd name="connsiteY43" fmla="*/ 514350 h 1890712"/>
                <a:gd name="connsiteX44" fmla="*/ 700088 w 2543175"/>
                <a:gd name="connsiteY44" fmla="*/ 526256 h 1890712"/>
                <a:gd name="connsiteX45" fmla="*/ 709613 w 2543175"/>
                <a:gd name="connsiteY45" fmla="*/ 535781 h 1890712"/>
                <a:gd name="connsiteX46" fmla="*/ 719138 w 2543175"/>
                <a:gd name="connsiteY46" fmla="*/ 542925 h 1890712"/>
                <a:gd name="connsiteX47" fmla="*/ 733425 w 2543175"/>
                <a:gd name="connsiteY47" fmla="*/ 557212 h 1890712"/>
                <a:gd name="connsiteX48" fmla="*/ 750094 w 2543175"/>
                <a:gd name="connsiteY48" fmla="*/ 569119 h 1890712"/>
                <a:gd name="connsiteX49" fmla="*/ 769144 w 2543175"/>
                <a:gd name="connsiteY49" fmla="*/ 581025 h 1890712"/>
                <a:gd name="connsiteX50" fmla="*/ 785813 w 2543175"/>
                <a:gd name="connsiteY50" fmla="*/ 590550 h 1890712"/>
                <a:gd name="connsiteX51" fmla="*/ 792957 w 2543175"/>
                <a:gd name="connsiteY51" fmla="*/ 600075 h 1890712"/>
                <a:gd name="connsiteX52" fmla="*/ 809625 w 2543175"/>
                <a:gd name="connsiteY52" fmla="*/ 611981 h 1890712"/>
                <a:gd name="connsiteX53" fmla="*/ 816769 w 2543175"/>
                <a:gd name="connsiteY53" fmla="*/ 619125 h 1890712"/>
                <a:gd name="connsiteX54" fmla="*/ 826294 w 2543175"/>
                <a:gd name="connsiteY54" fmla="*/ 626269 h 1890712"/>
                <a:gd name="connsiteX55" fmla="*/ 840582 w 2543175"/>
                <a:gd name="connsiteY55" fmla="*/ 638175 h 1890712"/>
                <a:gd name="connsiteX56" fmla="*/ 847725 w 2543175"/>
                <a:gd name="connsiteY56" fmla="*/ 645319 h 1890712"/>
                <a:gd name="connsiteX57" fmla="*/ 857250 w 2543175"/>
                <a:gd name="connsiteY57" fmla="*/ 652462 h 1890712"/>
                <a:gd name="connsiteX58" fmla="*/ 888207 w 2543175"/>
                <a:gd name="connsiteY58" fmla="*/ 676275 h 1890712"/>
                <a:gd name="connsiteX59" fmla="*/ 907257 w 2543175"/>
                <a:gd name="connsiteY59" fmla="*/ 683419 h 1890712"/>
                <a:gd name="connsiteX60" fmla="*/ 928688 w 2543175"/>
                <a:gd name="connsiteY60" fmla="*/ 695325 h 1890712"/>
                <a:gd name="connsiteX61" fmla="*/ 942975 w 2543175"/>
                <a:gd name="connsiteY61" fmla="*/ 700087 h 1890712"/>
                <a:gd name="connsiteX62" fmla="*/ 964407 w 2543175"/>
                <a:gd name="connsiteY62" fmla="*/ 716756 h 1890712"/>
                <a:gd name="connsiteX63" fmla="*/ 971550 w 2543175"/>
                <a:gd name="connsiteY63" fmla="*/ 723900 h 1890712"/>
                <a:gd name="connsiteX64" fmla="*/ 983457 w 2543175"/>
                <a:gd name="connsiteY64" fmla="*/ 733425 h 1890712"/>
                <a:gd name="connsiteX65" fmla="*/ 990600 w 2543175"/>
                <a:gd name="connsiteY65" fmla="*/ 738187 h 1890712"/>
                <a:gd name="connsiteX66" fmla="*/ 1007269 w 2543175"/>
                <a:gd name="connsiteY66" fmla="*/ 752475 h 1890712"/>
                <a:gd name="connsiteX67" fmla="*/ 1031082 w 2543175"/>
                <a:gd name="connsiteY67" fmla="*/ 766762 h 1890712"/>
                <a:gd name="connsiteX68" fmla="*/ 1042988 w 2543175"/>
                <a:gd name="connsiteY68" fmla="*/ 773906 h 1890712"/>
                <a:gd name="connsiteX69" fmla="*/ 1071563 w 2543175"/>
                <a:gd name="connsiteY69" fmla="*/ 785812 h 1890712"/>
                <a:gd name="connsiteX70" fmla="*/ 1097757 w 2543175"/>
                <a:gd name="connsiteY70" fmla="*/ 807244 h 1890712"/>
                <a:gd name="connsiteX71" fmla="*/ 1104900 w 2543175"/>
                <a:gd name="connsiteY71" fmla="*/ 814387 h 1890712"/>
                <a:gd name="connsiteX72" fmla="*/ 1121569 w 2543175"/>
                <a:gd name="connsiteY72" fmla="*/ 823912 h 1890712"/>
                <a:gd name="connsiteX73" fmla="*/ 1138238 w 2543175"/>
                <a:gd name="connsiteY73" fmla="*/ 835819 h 1890712"/>
                <a:gd name="connsiteX74" fmla="*/ 1147763 w 2543175"/>
                <a:gd name="connsiteY74" fmla="*/ 842962 h 1890712"/>
                <a:gd name="connsiteX75" fmla="*/ 1157288 w 2543175"/>
                <a:gd name="connsiteY75" fmla="*/ 847725 h 1890712"/>
                <a:gd name="connsiteX76" fmla="*/ 1178719 w 2543175"/>
                <a:gd name="connsiteY76" fmla="*/ 859631 h 1890712"/>
                <a:gd name="connsiteX77" fmla="*/ 1188244 w 2543175"/>
                <a:gd name="connsiteY77" fmla="*/ 866775 h 1890712"/>
                <a:gd name="connsiteX78" fmla="*/ 1195388 w 2543175"/>
                <a:gd name="connsiteY78" fmla="*/ 871537 h 1890712"/>
                <a:gd name="connsiteX79" fmla="*/ 1212057 w 2543175"/>
                <a:gd name="connsiteY79" fmla="*/ 883444 h 1890712"/>
                <a:gd name="connsiteX80" fmla="*/ 1226344 w 2543175"/>
                <a:gd name="connsiteY80" fmla="*/ 895350 h 1890712"/>
                <a:gd name="connsiteX81" fmla="*/ 1245394 w 2543175"/>
                <a:gd name="connsiteY81" fmla="*/ 907256 h 1890712"/>
                <a:gd name="connsiteX82" fmla="*/ 1254919 w 2543175"/>
                <a:gd name="connsiteY82" fmla="*/ 914400 h 1890712"/>
                <a:gd name="connsiteX83" fmla="*/ 1269207 w 2543175"/>
                <a:gd name="connsiteY83" fmla="*/ 921544 h 1890712"/>
                <a:gd name="connsiteX84" fmla="*/ 1290638 w 2543175"/>
                <a:gd name="connsiteY84" fmla="*/ 935831 h 1890712"/>
                <a:gd name="connsiteX85" fmla="*/ 1307307 w 2543175"/>
                <a:gd name="connsiteY85" fmla="*/ 952500 h 1890712"/>
                <a:gd name="connsiteX86" fmla="*/ 1333500 w 2543175"/>
                <a:gd name="connsiteY86" fmla="*/ 971550 h 1890712"/>
                <a:gd name="connsiteX87" fmla="*/ 1359694 w 2543175"/>
                <a:gd name="connsiteY87" fmla="*/ 990600 h 1890712"/>
                <a:gd name="connsiteX88" fmla="*/ 1385888 w 2543175"/>
                <a:gd name="connsiteY88" fmla="*/ 1021557 h 1890712"/>
                <a:gd name="connsiteX89" fmla="*/ 1435894 w 2543175"/>
                <a:gd name="connsiteY89" fmla="*/ 1054894 h 1890712"/>
                <a:gd name="connsiteX90" fmla="*/ 1497806 w 2543175"/>
                <a:gd name="connsiteY90" fmla="*/ 1104900 h 1890712"/>
                <a:gd name="connsiteX91" fmla="*/ 1559718 w 2543175"/>
                <a:gd name="connsiteY91" fmla="*/ 1154906 h 1890712"/>
                <a:gd name="connsiteX92" fmla="*/ 1595438 w 2543175"/>
                <a:gd name="connsiteY92" fmla="*/ 1181100 h 1890712"/>
                <a:gd name="connsiteX93" fmla="*/ 1628775 w 2543175"/>
                <a:gd name="connsiteY93" fmla="*/ 1207294 h 1890712"/>
                <a:gd name="connsiteX94" fmla="*/ 1662113 w 2543175"/>
                <a:gd name="connsiteY94" fmla="*/ 1231107 h 1890712"/>
                <a:gd name="connsiteX95" fmla="*/ 1700213 w 2543175"/>
                <a:gd name="connsiteY95" fmla="*/ 1247775 h 1890712"/>
                <a:gd name="connsiteX96" fmla="*/ 1712119 w 2543175"/>
                <a:gd name="connsiteY96" fmla="*/ 1259681 h 1890712"/>
                <a:gd name="connsiteX97" fmla="*/ 1733550 w 2543175"/>
                <a:gd name="connsiteY97" fmla="*/ 1273969 h 1890712"/>
                <a:gd name="connsiteX98" fmla="*/ 1743075 w 2543175"/>
                <a:gd name="connsiteY98" fmla="*/ 1283494 h 1890712"/>
                <a:gd name="connsiteX99" fmla="*/ 1754982 w 2543175"/>
                <a:gd name="connsiteY99" fmla="*/ 1290637 h 1890712"/>
                <a:gd name="connsiteX100" fmla="*/ 1766888 w 2543175"/>
                <a:gd name="connsiteY100" fmla="*/ 1300162 h 1890712"/>
                <a:gd name="connsiteX101" fmla="*/ 1783557 w 2543175"/>
                <a:gd name="connsiteY101" fmla="*/ 1307306 h 1890712"/>
                <a:gd name="connsiteX102" fmla="*/ 1790700 w 2543175"/>
                <a:gd name="connsiteY102" fmla="*/ 1312069 h 1890712"/>
                <a:gd name="connsiteX103" fmla="*/ 1800225 w 2543175"/>
                <a:gd name="connsiteY103" fmla="*/ 1319212 h 1890712"/>
                <a:gd name="connsiteX104" fmla="*/ 1807369 w 2543175"/>
                <a:gd name="connsiteY104" fmla="*/ 1321594 h 1890712"/>
                <a:gd name="connsiteX105" fmla="*/ 1824038 w 2543175"/>
                <a:gd name="connsiteY105" fmla="*/ 1333500 h 1890712"/>
                <a:gd name="connsiteX106" fmla="*/ 1843088 w 2543175"/>
                <a:gd name="connsiteY106" fmla="*/ 1352550 h 1890712"/>
                <a:gd name="connsiteX107" fmla="*/ 1852613 w 2543175"/>
                <a:gd name="connsiteY107" fmla="*/ 1359694 h 1890712"/>
                <a:gd name="connsiteX108" fmla="*/ 1859757 w 2543175"/>
                <a:gd name="connsiteY108" fmla="*/ 1366837 h 1890712"/>
                <a:gd name="connsiteX109" fmla="*/ 1869282 w 2543175"/>
                <a:gd name="connsiteY109" fmla="*/ 1371600 h 1890712"/>
                <a:gd name="connsiteX110" fmla="*/ 1883569 w 2543175"/>
                <a:gd name="connsiteY110" fmla="*/ 1388269 h 1890712"/>
                <a:gd name="connsiteX111" fmla="*/ 1893094 w 2543175"/>
                <a:gd name="connsiteY111" fmla="*/ 1395412 h 1890712"/>
                <a:gd name="connsiteX112" fmla="*/ 1902619 w 2543175"/>
                <a:gd name="connsiteY112" fmla="*/ 1404937 h 1890712"/>
                <a:gd name="connsiteX113" fmla="*/ 1912144 w 2543175"/>
                <a:gd name="connsiteY113" fmla="*/ 1409700 h 1890712"/>
                <a:gd name="connsiteX114" fmla="*/ 1931194 w 2543175"/>
                <a:gd name="connsiteY114" fmla="*/ 1421606 h 1890712"/>
                <a:gd name="connsiteX115" fmla="*/ 1935957 w 2543175"/>
                <a:gd name="connsiteY115" fmla="*/ 1428750 h 1890712"/>
                <a:gd name="connsiteX116" fmla="*/ 1952625 w 2543175"/>
                <a:gd name="connsiteY116" fmla="*/ 1438275 h 1890712"/>
                <a:gd name="connsiteX117" fmla="*/ 1971675 w 2543175"/>
                <a:gd name="connsiteY117" fmla="*/ 1450181 h 1890712"/>
                <a:gd name="connsiteX118" fmla="*/ 1981200 w 2543175"/>
                <a:gd name="connsiteY118" fmla="*/ 1454944 h 1890712"/>
                <a:gd name="connsiteX119" fmla="*/ 1997869 w 2543175"/>
                <a:gd name="connsiteY119" fmla="*/ 1471612 h 1890712"/>
                <a:gd name="connsiteX120" fmla="*/ 2007394 w 2543175"/>
                <a:gd name="connsiteY120" fmla="*/ 1478756 h 1890712"/>
                <a:gd name="connsiteX121" fmla="*/ 2016919 w 2543175"/>
                <a:gd name="connsiteY121" fmla="*/ 1483519 h 1890712"/>
                <a:gd name="connsiteX122" fmla="*/ 2024063 w 2543175"/>
                <a:gd name="connsiteY122" fmla="*/ 1490662 h 1890712"/>
                <a:gd name="connsiteX123" fmla="*/ 2033588 w 2543175"/>
                <a:gd name="connsiteY123" fmla="*/ 1495425 h 1890712"/>
                <a:gd name="connsiteX124" fmla="*/ 2040732 w 2543175"/>
                <a:gd name="connsiteY124" fmla="*/ 1502569 h 1890712"/>
                <a:gd name="connsiteX125" fmla="*/ 2047875 w 2543175"/>
                <a:gd name="connsiteY125" fmla="*/ 1507331 h 1890712"/>
                <a:gd name="connsiteX126" fmla="*/ 2057400 w 2543175"/>
                <a:gd name="connsiteY126" fmla="*/ 1514475 h 1890712"/>
                <a:gd name="connsiteX127" fmla="*/ 2064544 w 2543175"/>
                <a:gd name="connsiteY127" fmla="*/ 1519237 h 1890712"/>
                <a:gd name="connsiteX128" fmla="*/ 2071688 w 2543175"/>
                <a:gd name="connsiteY128" fmla="*/ 1526381 h 1890712"/>
                <a:gd name="connsiteX129" fmla="*/ 2081213 w 2543175"/>
                <a:gd name="connsiteY129" fmla="*/ 1531144 h 1890712"/>
                <a:gd name="connsiteX130" fmla="*/ 2090738 w 2543175"/>
                <a:gd name="connsiteY130" fmla="*/ 1538287 h 1890712"/>
                <a:gd name="connsiteX131" fmla="*/ 2109788 w 2543175"/>
                <a:gd name="connsiteY131" fmla="*/ 1547812 h 1890712"/>
                <a:gd name="connsiteX132" fmla="*/ 2131219 w 2543175"/>
                <a:gd name="connsiteY132" fmla="*/ 1562100 h 1890712"/>
                <a:gd name="connsiteX133" fmla="*/ 2140744 w 2543175"/>
                <a:gd name="connsiteY133" fmla="*/ 1566862 h 1890712"/>
                <a:gd name="connsiteX134" fmla="*/ 2152650 w 2543175"/>
                <a:gd name="connsiteY134" fmla="*/ 1576387 h 1890712"/>
                <a:gd name="connsiteX135" fmla="*/ 2181225 w 2543175"/>
                <a:gd name="connsiteY135" fmla="*/ 1590675 h 1890712"/>
                <a:gd name="connsiteX136" fmla="*/ 2200275 w 2543175"/>
                <a:gd name="connsiteY136" fmla="*/ 1607344 h 1890712"/>
                <a:gd name="connsiteX137" fmla="*/ 2207419 w 2543175"/>
                <a:gd name="connsiteY137" fmla="*/ 1612106 h 1890712"/>
                <a:gd name="connsiteX138" fmla="*/ 2216944 w 2543175"/>
                <a:gd name="connsiteY138" fmla="*/ 1619250 h 1890712"/>
                <a:gd name="connsiteX139" fmla="*/ 2247900 w 2543175"/>
                <a:gd name="connsiteY139" fmla="*/ 1643062 h 1890712"/>
                <a:gd name="connsiteX140" fmla="*/ 2281238 w 2543175"/>
                <a:gd name="connsiteY140" fmla="*/ 1674019 h 1890712"/>
                <a:gd name="connsiteX141" fmla="*/ 2312194 w 2543175"/>
                <a:gd name="connsiteY141" fmla="*/ 1702594 h 1890712"/>
                <a:gd name="connsiteX142" fmla="*/ 2369344 w 2543175"/>
                <a:gd name="connsiteY142" fmla="*/ 1757363 h 1890712"/>
                <a:gd name="connsiteX143" fmla="*/ 2428876 w 2543175"/>
                <a:gd name="connsiteY143" fmla="*/ 1785938 h 1890712"/>
                <a:gd name="connsiteX144" fmla="*/ 2469356 w 2543175"/>
                <a:gd name="connsiteY144" fmla="*/ 1816894 h 1890712"/>
                <a:gd name="connsiteX145" fmla="*/ 2514600 w 2543175"/>
                <a:gd name="connsiteY145" fmla="*/ 1850231 h 1890712"/>
                <a:gd name="connsiteX146" fmla="*/ 2519363 w 2543175"/>
                <a:gd name="connsiteY146" fmla="*/ 1857375 h 1890712"/>
                <a:gd name="connsiteX147" fmla="*/ 2540794 w 2543175"/>
                <a:gd name="connsiteY147" fmla="*/ 1883569 h 1890712"/>
                <a:gd name="connsiteX148" fmla="*/ 2543175 w 2543175"/>
                <a:gd name="connsiteY148" fmla="*/ 1890712 h 1890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</a:cxnLst>
              <a:rect l="l" t="t" r="r" b="b"/>
              <a:pathLst>
                <a:path w="2543175" h="1890712">
                  <a:moveTo>
                    <a:pt x="0" y="0"/>
                  </a:moveTo>
                  <a:cubicBezTo>
                    <a:pt x="3969" y="3969"/>
                    <a:pt x="7477" y="8460"/>
                    <a:pt x="11907" y="11906"/>
                  </a:cubicBezTo>
                  <a:cubicBezTo>
                    <a:pt x="14709" y="14085"/>
                    <a:pt x="18922" y="14159"/>
                    <a:pt x="21432" y="16669"/>
                  </a:cubicBezTo>
                  <a:cubicBezTo>
                    <a:pt x="23207" y="18444"/>
                    <a:pt x="22354" y="21770"/>
                    <a:pt x="23813" y="23812"/>
                  </a:cubicBezTo>
                  <a:cubicBezTo>
                    <a:pt x="26423" y="27466"/>
                    <a:pt x="30381" y="29958"/>
                    <a:pt x="33338" y="33337"/>
                  </a:cubicBezTo>
                  <a:cubicBezTo>
                    <a:pt x="35951" y="36324"/>
                    <a:pt x="37676" y="40056"/>
                    <a:pt x="40482" y="42862"/>
                  </a:cubicBezTo>
                  <a:cubicBezTo>
                    <a:pt x="42506" y="44886"/>
                    <a:pt x="45296" y="45961"/>
                    <a:pt x="47625" y="47625"/>
                  </a:cubicBezTo>
                  <a:cubicBezTo>
                    <a:pt x="50854" y="49932"/>
                    <a:pt x="53920" y="52462"/>
                    <a:pt x="57150" y="54769"/>
                  </a:cubicBezTo>
                  <a:cubicBezTo>
                    <a:pt x="59479" y="56432"/>
                    <a:pt x="62004" y="57814"/>
                    <a:pt x="64294" y="59531"/>
                  </a:cubicBezTo>
                  <a:cubicBezTo>
                    <a:pt x="70526" y="64205"/>
                    <a:pt x="76425" y="69975"/>
                    <a:pt x="83344" y="73819"/>
                  </a:cubicBezTo>
                  <a:cubicBezTo>
                    <a:pt x="87999" y="76405"/>
                    <a:pt x="92977" y="78376"/>
                    <a:pt x="97632" y="80962"/>
                  </a:cubicBezTo>
                  <a:cubicBezTo>
                    <a:pt x="100134" y="82352"/>
                    <a:pt x="102602" y="83862"/>
                    <a:pt x="104775" y="85725"/>
                  </a:cubicBezTo>
                  <a:cubicBezTo>
                    <a:pt x="108184" y="88647"/>
                    <a:pt x="110492" y="92870"/>
                    <a:pt x="114300" y="95250"/>
                  </a:cubicBezTo>
                  <a:cubicBezTo>
                    <a:pt x="117075" y="96984"/>
                    <a:pt x="120650" y="96837"/>
                    <a:pt x="123825" y="97631"/>
                  </a:cubicBezTo>
                  <a:cubicBezTo>
                    <a:pt x="126206" y="100012"/>
                    <a:pt x="128412" y="102583"/>
                    <a:pt x="130969" y="104775"/>
                  </a:cubicBezTo>
                  <a:cubicBezTo>
                    <a:pt x="133982" y="107358"/>
                    <a:pt x="137264" y="109612"/>
                    <a:pt x="140494" y="111919"/>
                  </a:cubicBezTo>
                  <a:cubicBezTo>
                    <a:pt x="142823" y="113582"/>
                    <a:pt x="145439" y="114849"/>
                    <a:pt x="147638" y="116681"/>
                  </a:cubicBezTo>
                  <a:cubicBezTo>
                    <a:pt x="162120" y="128749"/>
                    <a:pt x="146681" y="119775"/>
                    <a:pt x="164307" y="128587"/>
                  </a:cubicBezTo>
                  <a:cubicBezTo>
                    <a:pt x="175940" y="140221"/>
                    <a:pt x="166351" y="132138"/>
                    <a:pt x="180975" y="140494"/>
                  </a:cubicBezTo>
                  <a:cubicBezTo>
                    <a:pt x="186596" y="143706"/>
                    <a:pt x="192522" y="148741"/>
                    <a:pt x="197644" y="152400"/>
                  </a:cubicBezTo>
                  <a:cubicBezTo>
                    <a:pt x="199973" y="154063"/>
                    <a:pt x="202459" y="155499"/>
                    <a:pt x="204788" y="157162"/>
                  </a:cubicBezTo>
                  <a:cubicBezTo>
                    <a:pt x="208018" y="159469"/>
                    <a:pt x="207169" y="159544"/>
                    <a:pt x="214313" y="164306"/>
                  </a:cubicBezTo>
                  <a:cubicBezTo>
                    <a:pt x="221457" y="169068"/>
                    <a:pt x="233363" y="176609"/>
                    <a:pt x="247650" y="185737"/>
                  </a:cubicBezTo>
                  <a:cubicBezTo>
                    <a:pt x="261937" y="194865"/>
                    <a:pt x="284163" y="207566"/>
                    <a:pt x="300038" y="219075"/>
                  </a:cubicBezTo>
                  <a:cubicBezTo>
                    <a:pt x="315913" y="230584"/>
                    <a:pt x="331788" y="247253"/>
                    <a:pt x="342900" y="254794"/>
                  </a:cubicBezTo>
                  <a:cubicBezTo>
                    <a:pt x="357188" y="265510"/>
                    <a:pt x="375444" y="276622"/>
                    <a:pt x="385763" y="283369"/>
                  </a:cubicBezTo>
                  <a:cubicBezTo>
                    <a:pt x="396082" y="290116"/>
                    <a:pt x="400447" y="292894"/>
                    <a:pt x="404813" y="295275"/>
                  </a:cubicBezTo>
                  <a:cubicBezTo>
                    <a:pt x="409179" y="297656"/>
                    <a:pt x="403057" y="291465"/>
                    <a:pt x="411957" y="297656"/>
                  </a:cubicBezTo>
                  <a:cubicBezTo>
                    <a:pt x="420857" y="303847"/>
                    <a:pt x="444320" y="322101"/>
                    <a:pt x="458211" y="332420"/>
                  </a:cubicBezTo>
                  <a:cubicBezTo>
                    <a:pt x="472102" y="342739"/>
                    <a:pt x="486737" y="352266"/>
                    <a:pt x="495300" y="359569"/>
                  </a:cubicBezTo>
                  <a:cubicBezTo>
                    <a:pt x="503863" y="366872"/>
                    <a:pt x="492279" y="355466"/>
                    <a:pt x="509588" y="376237"/>
                  </a:cubicBezTo>
                  <a:cubicBezTo>
                    <a:pt x="511420" y="378436"/>
                    <a:pt x="512518" y="381182"/>
                    <a:pt x="514350" y="383381"/>
                  </a:cubicBezTo>
                  <a:cubicBezTo>
                    <a:pt x="527305" y="398928"/>
                    <a:pt x="515259" y="381909"/>
                    <a:pt x="531019" y="397669"/>
                  </a:cubicBezTo>
                  <a:cubicBezTo>
                    <a:pt x="533825" y="400475"/>
                    <a:pt x="535550" y="404207"/>
                    <a:pt x="538163" y="407194"/>
                  </a:cubicBezTo>
                  <a:cubicBezTo>
                    <a:pt x="555321" y="426803"/>
                    <a:pt x="540377" y="409091"/>
                    <a:pt x="554832" y="421481"/>
                  </a:cubicBezTo>
                  <a:cubicBezTo>
                    <a:pt x="558241" y="424403"/>
                    <a:pt x="560978" y="428049"/>
                    <a:pt x="564357" y="431006"/>
                  </a:cubicBezTo>
                  <a:cubicBezTo>
                    <a:pt x="567344" y="433619"/>
                    <a:pt x="570783" y="435671"/>
                    <a:pt x="573882" y="438150"/>
                  </a:cubicBezTo>
                  <a:cubicBezTo>
                    <a:pt x="577392" y="440958"/>
                    <a:pt x="589001" y="451663"/>
                    <a:pt x="595313" y="454819"/>
                  </a:cubicBezTo>
                  <a:cubicBezTo>
                    <a:pt x="597558" y="455942"/>
                    <a:pt x="600212" y="456077"/>
                    <a:pt x="602457" y="457200"/>
                  </a:cubicBezTo>
                  <a:cubicBezTo>
                    <a:pt x="627542" y="469743"/>
                    <a:pt x="610065" y="464460"/>
                    <a:pt x="628650" y="469106"/>
                  </a:cubicBezTo>
                  <a:cubicBezTo>
                    <a:pt x="634206" y="473869"/>
                    <a:pt x="639401" y="479090"/>
                    <a:pt x="645319" y="483394"/>
                  </a:cubicBezTo>
                  <a:cubicBezTo>
                    <a:pt x="648190" y="485482"/>
                    <a:pt x="652149" y="485846"/>
                    <a:pt x="654844" y="488156"/>
                  </a:cubicBezTo>
                  <a:cubicBezTo>
                    <a:pt x="657857" y="490739"/>
                    <a:pt x="659062" y="494999"/>
                    <a:pt x="661988" y="497681"/>
                  </a:cubicBezTo>
                  <a:cubicBezTo>
                    <a:pt x="668659" y="503796"/>
                    <a:pt x="675889" y="509330"/>
                    <a:pt x="683419" y="514350"/>
                  </a:cubicBezTo>
                  <a:cubicBezTo>
                    <a:pt x="688757" y="517908"/>
                    <a:pt x="695358" y="522117"/>
                    <a:pt x="700088" y="526256"/>
                  </a:cubicBezTo>
                  <a:cubicBezTo>
                    <a:pt x="703467" y="529213"/>
                    <a:pt x="706234" y="532824"/>
                    <a:pt x="709613" y="535781"/>
                  </a:cubicBezTo>
                  <a:cubicBezTo>
                    <a:pt x="712600" y="538394"/>
                    <a:pt x="716188" y="540270"/>
                    <a:pt x="719138" y="542925"/>
                  </a:cubicBezTo>
                  <a:cubicBezTo>
                    <a:pt x="724144" y="547430"/>
                    <a:pt x="727401" y="554200"/>
                    <a:pt x="733425" y="557212"/>
                  </a:cubicBezTo>
                  <a:cubicBezTo>
                    <a:pt x="758177" y="569589"/>
                    <a:pt x="728852" y="553670"/>
                    <a:pt x="750094" y="569119"/>
                  </a:cubicBezTo>
                  <a:cubicBezTo>
                    <a:pt x="756150" y="573523"/>
                    <a:pt x="762723" y="577172"/>
                    <a:pt x="769144" y="581025"/>
                  </a:cubicBezTo>
                  <a:cubicBezTo>
                    <a:pt x="774632" y="584317"/>
                    <a:pt x="785813" y="590550"/>
                    <a:pt x="785813" y="590550"/>
                  </a:cubicBezTo>
                  <a:cubicBezTo>
                    <a:pt x="788194" y="593725"/>
                    <a:pt x="790151" y="597269"/>
                    <a:pt x="792957" y="600075"/>
                  </a:cubicBezTo>
                  <a:cubicBezTo>
                    <a:pt x="801539" y="608657"/>
                    <a:pt x="801510" y="605219"/>
                    <a:pt x="809625" y="611981"/>
                  </a:cubicBezTo>
                  <a:cubicBezTo>
                    <a:pt x="812212" y="614137"/>
                    <a:pt x="814212" y="616933"/>
                    <a:pt x="816769" y="619125"/>
                  </a:cubicBezTo>
                  <a:cubicBezTo>
                    <a:pt x="819782" y="621708"/>
                    <a:pt x="823195" y="623790"/>
                    <a:pt x="826294" y="626269"/>
                  </a:cubicBezTo>
                  <a:cubicBezTo>
                    <a:pt x="831135" y="630142"/>
                    <a:pt x="835948" y="634056"/>
                    <a:pt x="840582" y="638175"/>
                  </a:cubicBezTo>
                  <a:cubicBezTo>
                    <a:pt x="843099" y="640412"/>
                    <a:pt x="845168" y="643127"/>
                    <a:pt x="847725" y="645319"/>
                  </a:cubicBezTo>
                  <a:cubicBezTo>
                    <a:pt x="850738" y="647902"/>
                    <a:pt x="850503" y="647303"/>
                    <a:pt x="857250" y="652462"/>
                  </a:cubicBezTo>
                  <a:cubicBezTo>
                    <a:pt x="863997" y="657621"/>
                    <a:pt x="879873" y="671116"/>
                    <a:pt x="888207" y="676275"/>
                  </a:cubicBezTo>
                  <a:cubicBezTo>
                    <a:pt x="896541" y="681434"/>
                    <a:pt x="900510" y="680244"/>
                    <a:pt x="907257" y="683419"/>
                  </a:cubicBezTo>
                  <a:cubicBezTo>
                    <a:pt x="913293" y="687040"/>
                    <a:pt x="921861" y="692594"/>
                    <a:pt x="928688" y="695325"/>
                  </a:cubicBezTo>
                  <a:cubicBezTo>
                    <a:pt x="933349" y="697189"/>
                    <a:pt x="938213" y="698500"/>
                    <a:pt x="942975" y="700087"/>
                  </a:cubicBezTo>
                  <a:cubicBezTo>
                    <a:pt x="950119" y="705643"/>
                    <a:pt x="958008" y="710356"/>
                    <a:pt x="964407" y="716756"/>
                  </a:cubicBezTo>
                  <a:cubicBezTo>
                    <a:pt x="966788" y="719137"/>
                    <a:pt x="969016" y="721682"/>
                    <a:pt x="971550" y="723900"/>
                  </a:cubicBezTo>
                  <a:cubicBezTo>
                    <a:pt x="975375" y="727247"/>
                    <a:pt x="979391" y="730375"/>
                    <a:pt x="983457" y="733425"/>
                  </a:cubicBezTo>
                  <a:cubicBezTo>
                    <a:pt x="985746" y="735142"/>
                    <a:pt x="988402" y="736355"/>
                    <a:pt x="990600" y="738187"/>
                  </a:cubicBezTo>
                  <a:cubicBezTo>
                    <a:pt x="1003421" y="748872"/>
                    <a:pt x="991667" y="742445"/>
                    <a:pt x="1007269" y="752475"/>
                  </a:cubicBezTo>
                  <a:cubicBezTo>
                    <a:pt x="1015056" y="757481"/>
                    <a:pt x="1023144" y="762000"/>
                    <a:pt x="1031082" y="766762"/>
                  </a:cubicBezTo>
                  <a:cubicBezTo>
                    <a:pt x="1035051" y="769143"/>
                    <a:pt x="1038597" y="772442"/>
                    <a:pt x="1042988" y="773906"/>
                  </a:cubicBezTo>
                  <a:cubicBezTo>
                    <a:pt x="1062326" y="780353"/>
                    <a:pt x="1052785" y="776424"/>
                    <a:pt x="1071563" y="785812"/>
                  </a:cubicBezTo>
                  <a:cubicBezTo>
                    <a:pt x="1104554" y="818805"/>
                    <a:pt x="1069470" y="786029"/>
                    <a:pt x="1097757" y="807244"/>
                  </a:cubicBezTo>
                  <a:cubicBezTo>
                    <a:pt x="1100451" y="809264"/>
                    <a:pt x="1102343" y="812196"/>
                    <a:pt x="1104900" y="814387"/>
                  </a:cubicBezTo>
                  <a:cubicBezTo>
                    <a:pt x="1114075" y="822251"/>
                    <a:pt x="1112151" y="820773"/>
                    <a:pt x="1121569" y="823912"/>
                  </a:cubicBezTo>
                  <a:cubicBezTo>
                    <a:pt x="1135186" y="837529"/>
                    <a:pt x="1121524" y="825373"/>
                    <a:pt x="1138238" y="835819"/>
                  </a:cubicBezTo>
                  <a:cubicBezTo>
                    <a:pt x="1141603" y="837922"/>
                    <a:pt x="1144398" y="840859"/>
                    <a:pt x="1147763" y="842962"/>
                  </a:cubicBezTo>
                  <a:cubicBezTo>
                    <a:pt x="1150773" y="844843"/>
                    <a:pt x="1154334" y="845756"/>
                    <a:pt x="1157288" y="847725"/>
                  </a:cubicBezTo>
                  <a:cubicBezTo>
                    <a:pt x="1176376" y="860451"/>
                    <a:pt x="1161284" y="855273"/>
                    <a:pt x="1178719" y="859631"/>
                  </a:cubicBezTo>
                  <a:cubicBezTo>
                    <a:pt x="1181894" y="862012"/>
                    <a:pt x="1185014" y="864468"/>
                    <a:pt x="1188244" y="866775"/>
                  </a:cubicBezTo>
                  <a:cubicBezTo>
                    <a:pt x="1190573" y="868438"/>
                    <a:pt x="1193364" y="869513"/>
                    <a:pt x="1195388" y="871537"/>
                  </a:cubicBezTo>
                  <a:cubicBezTo>
                    <a:pt x="1208545" y="884693"/>
                    <a:pt x="1195343" y="879264"/>
                    <a:pt x="1212057" y="883444"/>
                  </a:cubicBezTo>
                  <a:cubicBezTo>
                    <a:pt x="1227843" y="893968"/>
                    <a:pt x="1210302" y="881600"/>
                    <a:pt x="1226344" y="895350"/>
                  </a:cubicBezTo>
                  <a:cubicBezTo>
                    <a:pt x="1240876" y="907806"/>
                    <a:pt x="1230381" y="897873"/>
                    <a:pt x="1245394" y="907256"/>
                  </a:cubicBezTo>
                  <a:cubicBezTo>
                    <a:pt x="1248760" y="909359"/>
                    <a:pt x="1251516" y="912358"/>
                    <a:pt x="1254919" y="914400"/>
                  </a:cubicBezTo>
                  <a:cubicBezTo>
                    <a:pt x="1259485" y="917140"/>
                    <a:pt x="1264532" y="918994"/>
                    <a:pt x="1269207" y="921544"/>
                  </a:cubicBezTo>
                  <a:cubicBezTo>
                    <a:pt x="1275474" y="924962"/>
                    <a:pt x="1285165" y="930855"/>
                    <a:pt x="1290638" y="935831"/>
                  </a:cubicBezTo>
                  <a:cubicBezTo>
                    <a:pt x="1296452" y="941117"/>
                    <a:pt x="1300769" y="948141"/>
                    <a:pt x="1307307" y="952500"/>
                  </a:cubicBezTo>
                  <a:cubicBezTo>
                    <a:pt x="1319614" y="960705"/>
                    <a:pt x="1316156" y="958208"/>
                    <a:pt x="1333500" y="971550"/>
                  </a:cubicBezTo>
                  <a:cubicBezTo>
                    <a:pt x="1345211" y="980558"/>
                    <a:pt x="1350963" y="982266"/>
                    <a:pt x="1359694" y="990600"/>
                  </a:cubicBezTo>
                  <a:cubicBezTo>
                    <a:pt x="1368425" y="998934"/>
                    <a:pt x="1373188" y="1010841"/>
                    <a:pt x="1385888" y="1021557"/>
                  </a:cubicBezTo>
                  <a:cubicBezTo>
                    <a:pt x="1398588" y="1032273"/>
                    <a:pt x="1417241" y="1041004"/>
                    <a:pt x="1435894" y="1054894"/>
                  </a:cubicBezTo>
                  <a:cubicBezTo>
                    <a:pt x="1454547" y="1068784"/>
                    <a:pt x="1477169" y="1088231"/>
                    <a:pt x="1497806" y="1104900"/>
                  </a:cubicBezTo>
                  <a:lnTo>
                    <a:pt x="1559718" y="1154906"/>
                  </a:lnTo>
                  <a:cubicBezTo>
                    <a:pt x="1575990" y="1167606"/>
                    <a:pt x="1583929" y="1172369"/>
                    <a:pt x="1595438" y="1181100"/>
                  </a:cubicBezTo>
                  <a:cubicBezTo>
                    <a:pt x="1606947" y="1189831"/>
                    <a:pt x="1617663" y="1198960"/>
                    <a:pt x="1628775" y="1207294"/>
                  </a:cubicBezTo>
                  <a:cubicBezTo>
                    <a:pt x="1639887" y="1215628"/>
                    <a:pt x="1650207" y="1224360"/>
                    <a:pt x="1662113" y="1231107"/>
                  </a:cubicBezTo>
                  <a:cubicBezTo>
                    <a:pt x="1674019" y="1237854"/>
                    <a:pt x="1691879" y="1243013"/>
                    <a:pt x="1700213" y="1247775"/>
                  </a:cubicBezTo>
                  <a:cubicBezTo>
                    <a:pt x="1704182" y="1251744"/>
                    <a:pt x="1707306" y="1256793"/>
                    <a:pt x="1712119" y="1259681"/>
                  </a:cubicBezTo>
                  <a:cubicBezTo>
                    <a:pt x="1720417" y="1264660"/>
                    <a:pt x="1726335" y="1267656"/>
                    <a:pt x="1733550" y="1273969"/>
                  </a:cubicBezTo>
                  <a:cubicBezTo>
                    <a:pt x="1736929" y="1276926"/>
                    <a:pt x="1739531" y="1280737"/>
                    <a:pt x="1743075" y="1283494"/>
                  </a:cubicBezTo>
                  <a:cubicBezTo>
                    <a:pt x="1746729" y="1286335"/>
                    <a:pt x="1751190" y="1287983"/>
                    <a:pt x="1754982" y="1290637"/>
                  </a:cubicBezTo>
                  <a:cubicBezTo>
                    <a:pt x="1759146" y="1293551"/>
                    <a:pt x="1762659" y="1297343"/>
                    <a:pt x="1766888" y="1300162"/>
                  </a:cubicBezTo>
                  <a:cubicBezTo>
                    <a:pt x="1772775" y="1304087"/>
                    <a:pt x="1777205" y="1305189"/>
                    <a:pt x="1783557" y="1307306"/>
                  </a:cubicBezTo>
                  <a:cubicBezTo>
                    <a:pt x="1785938" y="1308894"/>
                    <a:pt x="1788371" y="1310406"/>
                    <a:pt x="1790700" y="1312069"/>
                  </a:cubicBezTo>
                  <a:cubicBezTo>
                    <a:pt x="1793929" y="1314376"/>
                    <a:pt x="1796779" y="1317243"/>
                    <a:pt x="1800225" y="1319212"/>
                  </a:cubicBezTo>
                  <a:cubicBezTo>
                    <a:pt x="1802404" y="1320457"/>
                    <a:pt x="1804988" y="1320800"/>
                    <a:pt x="1807369" y="1321594"/>
                  </a:cubicBezTo>
                  <a:cubicBezTo>
                    <a:pt x="1812925" y="1325563"/>
                    <a:pt x="1818878" y="1329028"/>
                    <a:pt x="1824038" y="1333500"/>
                  </a:cubicBezTo>
                  <a:cubicBezTo>
                    <a:pt x="1830824" y="1339381"/>
                    <a:pt x="1835904" y="1347162"/>
                    <a:pt x="1843088" y="1352550"/>
                  </a:cubicBezTo>
                  <a:cubicBezTo>
                    <a:pt x="1846263" y="1354931"/>
                    <a:pt x="1849600" y="1357111"/>
                    <a:pt x="1852613" y="1359694"/>
                  </a:cubicBezTo>
                  <a:cubicBezTo>
                    <a:pt x="1855170" y="1361885"/>
                    <a:pt x="1857017" y="1364880"/>
                    <a:pt x="1859757" y="1366837"/>
                  </a:cubicBezTo>
                  <a:cubicBezTo>
                    <a:pt x="1862646" y="1368900"/>
                    <a:pt x="1866107" y="1370012"/>
                    <a:pt x="1869282" y="1371600"/>
                  </a:cubicBezTo>
                  <a:cubicBezTo>
                    <a:pt x="1874928" y="1379129"/>
                    <a:pt x="1876604" y="1382299"/>
                    <a:pt x="1883569" y="1388269"/>
                  </a:cubicBezTo>
                  <a:cubicBezTo>
                    <a:pt x="1886582" y="1390852"/>
                    <a:pt x="1890107" y="1392799"/>
                    <a:pt x="1893094" y="1395412"/>
                  </a:cubicBezTo>
                  <a:cubicBezTo>
                    <a:pt x="1896473" y="1398369"/>
                    <a:pt x="1899027" y="1402243"/>
                    <a:pt x="1902619" y="1404937"/>
                  </a:cubicBezTo>
                  <a:cubicBezTo>
                    <a:pt x="1905459" y="1407067"/>
                    <a:pt x="1909078" y="1407911"/>
                    <a:pt x="1912144" y="1409700"/>
                  </a:cubicBezTo>
                  <a:cubicBezTo>
                    <a:pt x="1918612" y="1413473"/>
                    <a:pt x="1931194" y="1421606"/>
                    <a:pt x="1931194" y="1421606"/>
                  </a:cubicBezTo>
                  <a:cubicBezTo>
                    <a:pt x="1932782" y="1423987"/>
                    <a:pt x="1933933" y="1426726"/>
                    <a:pt x="1935957" y="1428750"/>
                  </a:cubicBezTo>
                  <a:cubicBezTo>
                    <a:pt x="1939923" y="1432716"/>
                    <a:pt x="1948145" y="1435662"/>
                    <a:pt x="1952625" y="1438275"/>
                  </a:cubicBezTo>
                  <a:cubicBezTo>
                    <a:pt x="1959093" y="1442048"/>
                    <a:pt x="1964978" y="1446832"/>
                    <a:pt x="1971675" y="1450181"/>
                  </a:cubicBezTo>
                  <a:cubicBezTo>
                    <a:pt x="1974850" y="1451769"/>
                    <a:pt x="1978453" y="1452696"/>
                    <a:pt x="1981200" y="1454944"/>
                  </a:cubicBezTo>
                  <a:cubicBezTo>
                    <a:pt x="1987282" y="1459920"/>
                    <a:pt x="1991583" y="1466897"/>
                    <a:pt x="1997869" y="1471612"/>
                  </a:cubicBezTo>
                  <a:cubicBezTo>
                    <a:pt x="2001044" y="1473993"/>
                    <a:pt x="2004029" y="1476652"/>
                    <a:pt x="2007394" y="1478756"/>
                  </a:cubicBezTo>
                  <a:cubicBezTo>
                    <a:pt x="2010404" y="1480637"/>
                    <a:pt x="2014030" y="1481456"/>
                    <a:pt x="2016919" y="1483519"/>
                  </a:cubicBezTo>
                  <a:cubicBezTo>
                    <a:pt x="2019659" y="1485476"/>
                    <a:pt x="2021323" y="1488705"/>
                    <a:pt x="2024063" y="1490662"/>
                  </a:cubicBezTo>
                  <a:cubicBezTo>
                    <a:pt x="2026952" y="1492725"/>
                    <a:pt x="2030699" y="1493362"/>
                    <a:pt x="2033588" y="1495425"/>
                  </a:cubicBezTo>
                  <a:cubicBezTo>
                    <a:pt x="2036328" y="1497383"/>
                    <a:pt x="2038145" y="1500413"/>
                    <a:pt x="2040732" y="1502569"/>
                  </a:cubicBezTo>
                  <a:cubicBezTo>
                    <a:pt x="2042930" y="1504401"/>
                    <a:pt x="2045546" y="1505668"/>
                    <a:pt x="2047875" y="1507331"/>
                  </a:cubicBezTo>
                  <a:cubicBezTo>
                    <a:pt x="2051105" y="1509638"/>
                    <a:pt x="2054170" y="1512168"/>
                    <a:pt x="2057400" y="1514475"/>
                  </a:cubicBezTo>
                  <a:cubicBezTo>
                    <a:pt x="2059729" y="1516138"/>
                    <a:pt x="2062345" y="1517405"/>
                    <a:pt x="2064544" y="1519237"/>
                  </a:cubicBezTo>
                  <a:cubicBezTo>
                    <a:pt x="2067131" y="1521393"/>
                    <a:pt x="2068948" y="1524423"/>
                    <a:pt x="2071688" y="1526381"/>
                  </a:cubicBezTo>
                  <a:cubicBezTo>
                    <a:pt x="2074577" y="1528444"/>
                    <a:pt x="2078203" y="1529263"/>
                    <a:pt x="2081213" y="1531144"/>
                  </a:cubicBezTo>
                  <a:cubicBezTo>
                    <a:pt x="2084578" y="1533247"/>
                    <a:pt x="2087310" y="1536287"/>
                    <a:pt x="2090738" y="1538287"/>
                  </a:cubicBezTo>
                  <a:cubicBezTo>
                    <a:pt x="2096870" y="1541864"/>
                    <a:pt x="2103537" y="1544446"/>
                    <a:pt x="2109788" y="1547812"/>
                  </a:cubicBezTo>
                  <a:cubicBezTo>
                    <a:pt x="2136499" y="1562195"/>
                    <a:pt x="2108214" y="1547722"/>
                    <a:pt x="2131219" y="1562100"/>
                  </a:cubicBezTo>
                  <a:cubicBezTo>
                    <a:pt x="2134229" y="1563981"/>
                    <a:pt x="2137790" y="1564893"/>
                    <a:pt x="2140744" y="1566862"/>
                  </a:cubicBezTo>
                  <a:cubicBezTo>
                    <a:pt x="2144973" y="1569681"/>
                    <a:pt x="2148188" y="1573953"/>
                    <a:pt x="2152650" y="1576387"/>
                  </a:cubicBezTo>
                  <a:cubicBezTo>
                    <a:pt x="2180316" y="1591478"/>
                    <a:pt x="2153699" y="1568654"/>
                    <a:pt x="2181225" y="1590675"/>
                  </a:cubicBezTo>
                  <a:cubicBezTo>
                    <a:pt x="2216124" y="1618594"/>
                    <a:pt x="2167211" y="1583728"/>
                    <a:pt x="2200275" y="1607344"/>
                  </a:cubicBezTo>
                  <a:cubicBezTo>
                    <a:pt x="2202604" y="1609007"/>
                    <a:pt x="2205090" y="1610443"/>
                    <a:pt x="2207419" y="1612106"/>
                  </a:cubicBezTo>
                  <a:cubicBezTo>
                    <a:pt x="2210649" y="1614413"/>
                    <a:pt x="2210197" y="1614091"/>
                    <a:pt x="2216944" y="1619250"/>
                  </a:cubicBezTo>
                  <a:cubicBezTo>
                    <a:pt x="2223691" y="1624409"/>
                    <a:pt x="2241550" y="1637903"/>
                    <a:pt x="2247900" y="1643062"/>
                  </a:cubicBezTo>
                  <a:cubicBezTo>
                    <a:pt x="2258616" y="1650603"/>
                    <a:pt x="2270522" y="1664097"/>
                    <a:pt x="2281238" y="1674019"/>
                  </a:cubicBezTo>
                  <a:cubicBezTo>
                    <a:pt x="2291954" y="1683941"/>
                    <a:pt x="2297510" y="1688703"/>
                    <a:pt x="2312194" y="1702594"/>
                  </a:cubicBezTo>
                  <a:cubicBezTo>
                    <a:pt x="2326878" y="1716485"/>
                    <a:pt x="2349897" y="1743472"/>
                    <a:pt x="2369344" y="1757363"/>
                  </a:cubicBezTo>
                  <a:cubicBezTo>
                    <a:pt x="2388791" y="1771254"/>
                    <a:pt x="2412207" y="1776016"/>
                    <a:pt x="2428876" y="1785938"/>
                  </a:cubicBezTo>
                  <a:cubicBezTo>
                    <a:pt x="2445545" y="1795860"/>
                    <a:pt x="2459831" y="1814116"/>
                    <a:pt x="2469356" y="1816894"/>
                  </a:cubicBezTo>
                  <a:cubicBezTo>
                    <a:pt x="2484437" y="1828006"/>
                    <a:pt x="2506266" y="1843484"/>
                    <a:pt x="2514600" y="1850231"/>
                  </a:cubicBezTo>
                  <a:cubicBezTo>
                    <a:pt x="2522934" y="1856978"/>
                    <a:pt x="2517478" y="1855221"/>
                    <a:pt x="2519363" y="1857375"/>
                  </a:cubicBezTo>
                  <a:cubicBezTo>
                    <a:pt x="2526535" y="1865571"/>
                    <a:pt x="2537112" y="1872522"/>
                    <a:pt x="2540794" y="1883569"/>
                  </a:cubicBezTo>
                  <a:lnTo>
                    <a:pt x="2543175" y="1890712"/>
                  </a:lnTo>
                </a:path>
              </a:pathLst>
            </a:custGeom>
            <a:noFill/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E005FB55-5BD6-094E-272A-843A1099BABE}"/>
                </a:ext>
              </a:extLst>
            </p:cNvPr>
            <p:cNvSpPr/>
            <p:nvPr/>
          </p:nvSpPr>
          <p:spPr>
            <a:xfrm>
              <a:off x="3214184" y="2461432"/>
              <a:ext cx="1733551" cy="247650"/>
            </a:xfrm>
            <a:custGeom>
              <a:avLst/>
              <a:gdLst>
                <a:gd name="connsiteX0" fmla="*/ 0 w 1716882"/>
                <a:gd name="connsiteY0" fmla="*/ 252412 h 252412"/>
                <a:gd name="connsiteX1" fmla="*/ 30957 w 1716882"/>
                <a:gd name="connsiteY1" fmla="*/ 247650 h 252412"/>
                <a:gd name="connsiteX2" fmla="*/ 50007 w 1716882"/>
                <a:gd name="connsiteY2" fmla="*/ 242887 h 252412"/>
                <a:gd name="connsiteX3" fmla="*/ 57150 w 1716882"/>
                <a:gd name="connsiteY3" fmla="*/ 240506 h 252412"/>
                <a:gd name="connsiteX4" fmla="*/ 85725 w 1716882"/>
                <a:gd name="connsiteY4" fmla="*/ 238125 h 252412"/>
                <a:gd name="connsiteX5" fmla="*/ 92869 w 1716882"/>
                <a:gd name="connsiteY5" fmla="*/ 235743 h 252412"/>
                <a:gd name="connsiteX6" fmla="*/ 116682 w 1716882"/>
                <a:gd name="connsiteY6" fmla="*/ 230981 h 252412"/>
                <a:gd name="connsiteX7" fmla="*/ 126207 w 1716882"/>
                <a:gd name="connsiteY7" fmla="*/ 226218 h 252412"/>
                <a:gd name="connsiteX8" fmla="*/ 135732 w 1716882"/>
                <a:gd name="connsiteY8" fmla="*/ 223837 h 252412"/>
                <a:gd name="connsiteX9" fmla="*/ 197644 w 1716882"/>
                <a:gd name="connsiteY9" fmla="*/ 216693 h 252412"/>
                <a:gd name="connsiteX10" fmla="*/ 221457 w 1716882"/>
                <a:gd name="connsiteY10" fmla="*/ 219075 h 252412"/>
                <a:gd name="connsiteX11" fmla="*/ 297657 w 1716882"/>
                <a:gd name="connsiteY11" fmla="*/ 211931 h 252412"/>
                <a:gd name="connsiteX12" fmla="*/ 402432 w 1716882"/>
                <a:gd name="connsiteY12" fmla="*/ 200025 h 252412"/>
                <a:gd name="connsiteX13" fmla="*/ 514350 w 1716882"/>
                <a:gd name="connsiteY13" fmla="*/ 192881 h 252412"/>
                <a:gd name="connsiteX14" fmla="*/ 552450 w 1716882"/>
                <a:gd name="connsiteY14" fmla="*/ 178593 h 252412"/>
                <a:gd name="connsiteX15" fmla="*/ 566738 w 1716882"/>
                <a:gd name="connsiteY15" fmla="*/ 171450 h 252412"/>
                <a:gd name="connsiteX16" fmla="*/ 592932 w 1716882"/>
                <a:gd name="connsiteY16" fmla="*/ 166687 h 252412"/>
                <a:gd name="connsiteX17" fmla="*/ 633413 w 1716882"/>
                <a:gd name="connsiteY17" fmla="*/ 157162 h 252412"/>
                <a:gd name="connsiteX18" fmla="*/ 661988 w 1716882"/>
                <a:gd name="connsiteY18" fmla="*/ 154781 h 252412"/>
                <a:gd name="connsiteX19" fmla="*/ 683419 w 1716882"/>
                <a:gd name="connsiteY19" fmla="*/ 152400 h 252412"/>
                <a:gd name="connsiteX20" fmla="*/ 697707 w 1716882"/>
                <a:gd name="connsiteY20" fmla="*/ 147637 h 252412"/>
                <a:gd name="connsiteX21" fmla="*/ 733425 w 1716882"/>
                <a:gd name="connsiteY21" fmla="*/ 133350 h 252412"/>
                <a:gd name="connsiteX22" fmla="*/ 776288 w 1716882"/>
                <a:gd name="connsiteY22" fmla="*/ 126206 h 252412"/>
                <a:gd name="connsiteX23" fmla="*/ 871538 w 1716882"/>
                <a:gd name="connsiteY23" fmla="*/ 128587 h 252412"/>
                <a:gd name="connsiteX24" fmla="*/ 916782 w 1716882"/>
                <a:gd name="connsiteY24" fmla="*/ 130968 h 252412"/>
                <a:gd name="connsiteX25" fmla="*/ 966788 w 1716882"/>
                <a:gd name="connsiteY25" fmla="*/ 128587 h 252412"/>
                <a:gd name="connsiteX26" fmla="*/ 995363 w 1716882"/>
                <a:gd name="connsiteY26" fmla="*/ 114300 h 252412"/>
                <a:gd name="connsiteX27" fmla="*/ 1004888 w 1716882"/>
                <a:gd name="connsiteY27" fmla="*/ 111918 h 252412"/>
                <a:gd name="connsiteX28" fmla="*/ 1050132 w 1716882"/>
                <a:gd name="connsiteY28" fmla="*/ 107156 h 252412"/>
                <a:gd name="connsiteX29" fmla="*/ 1071563 w 1716882"/>
                <a:gd name="connsiteY29" fmla="*/ 102393 h 252412"/>
                <a:gd name="connsiteX30" fmla="*/ 1083469 w 1716882"/>
                <a:gd name="connsiteY30" fmla="*/ 97631 h 252412"/>
                <a:gd name="connsiteX31" fmla="*/ 1121569 w 1716882"/>
                <a:gd name="connsiteY31" fmla="*/ 90487 h 252412"/>
                <a:gd name="connsiteX32" fmla="*/ 1143000 w 1716882"/>
                <a:gd name="connsiteY32" fmla="*/ 80962 h 252412"/>
                <a:gd name="connsiteX33" fmla="*/ 1169194 w 1716882"/>
                <a:gd name="connsiteY33" fmla="*/ 76200 h 252412"/>
                <a:gd name="connsiteX34" fmla="*/ 1193007 w 1716882"/>
                <a:gd name="connsiteY34" fmla="*/ 69056 h 252412"/>
                <a:gd name="connsiteX35" fmla="*/ 1204913 w 1716882"/>
                <a:gd name="connsiteY35" fmla="*/ 64293 h 252412"/>
                <a:gd name="connsiteX36" fmla="*/ 1245394 w 1716882"/>
                <a:gd name="connsiteY36" fmla="*/ 59531 h 252412"/>
                <a:gd name="connsiteX37" fmla="*/ 1273969 w 1716882"/>
                <a:gd name="connsiteY37" fmla="*/ 52387 h 252412"/>
                <a:gd name="connsiteX38" fmla="*/ 1378744 w 1716882"/>
                <a:gd name="connsiteY38" fmla="*/ 54768 h 252412"/>
                <a:gd name="connsiteX39" fmla="*/ 1443038 w 1716882"/>
                <a:gd name="connsiteY39" fmla="*/ 52387 h 252412"/>
                <a:gd name="connsiteX40" fmla="*/ 1459707 w 1716882"/>
                <a:gd name="connsiteY40" fmla="*/ 54768 h 252412"/>
                <a:gd name="connsiteX41" fmla="*/ 1514475 w 1716882"/>
                <a:gd name="connsiteY41" fmla="*/ 52387 h 252412"/>
                <a:gd name="connsiteX42" fmla="*/ 1535907 w 1716882"/>
                <a:gd name="connsiteY42" fmla="*/ 45243 h 252412"/>
                <a:gd name="connsiteX43" fmla="*/ 1552575 w 1716882"/>
                <a:gd name="connsiteY43" fmla="*/ 38100 h 252412"/>
                <a:gd name="connsiteX44" fmla="*/ 1571625 w 1716882"/>
                <a:gd name="connsiteY44" fmla="*/ 30956 h 252412"/>
                <a:gd name="connsiteX45" fmla="*/ 1624013 w 1716882"/>
                <a:gd name="connsiteY45" fmla="*/ 14287 h 252412"/>
                <a:gd name="connsiteX46" fmla="*/ 1702594 w 1716882"/>
                <a:gd name="connsiteY46" fmla="*/ 11906 h 252412"/>
                <a:gd name="connsiteX47" fmla="*/ 1709738 w 1716882"/>
                <a:gd name="connsiteY47" fmla="*/ 7143 h 252412"/>
                <a:gd name="connsiteX48" fmla="*/ 1716882 w 1716882"/>
                <a:gd name="connsiteY48" fmla="*/ 0 h 252412"/>
                <a:gd name="connsiteX0" fmla="*/ 0 w 1716882"/>
                <a:gd name="connsiteY0" fmla="*/ 252412 h 252412"/>
                <a:gd name="connsiteX1" fmla="*/ 30957 w 1716882"/>
                <a:gd name="connsiteY1" fmla="*/ 247650 h 252412"/>
                <a:gd name="connsiteX2" fmla="*/ 50007 w 1716882"/>
                <a:gd name="connsiteY2" fmla="*/ 242887 h 252412"/>
                <a:gd name="connsiteX3" fmla="*/ 57150 w 1716882"/>
                <a:gd name="connsiteY3" fmla="*/ 240506 h 252412"/>
                <a:gd name="connsiteX4" fmla="*/ 85725 w 1716882"/>
                <a:gd name="connsiteY4" fmla="*/ 238125 h 252412"/>
                <a:gd name="connsiteX5" fmla="*/ 92869 w 1716882"/>
                <a:gd name="connsiteY5" fmla="*/ 235743 h 252412"/>
                <a:gd name="connsiteX6" fmla="*/ 116682 w 1716882"/>
                <a:gd name="connsiteY6" fmla="*/ 230981 h 252412"/>
                <a:gd name="connsiteX7" fmla="*/ 126207 w 1716882"/>
                <a:gd name="connsiteY7" fmla="*/ 226218 h 252412"/>
                <a:gd name="connsiteX8" fmla="*/ 135732 w 1716882"/>
                <a:gd name="connsiteY8" fmla="*/ 223837 h 252412"/>
                <a:gd name="connsiteX9" fmla="*/ 197644 w 1716882"/>
                <a:gd name="connsiteY9" fmla="*/ 216693 h 252412"/>
                <a:gd name="connsiteX10" fmla="*/ 221457 w 1716882"/>
                <a:gd name="connsiteY10" fmla="*/ 219075 h 252412"/>
                <a:gd name="connsiteX11" fmla="*/ 309564 w 1716882"/>
                <a:gd name="connsiteY11" fmla="*/ 209550 h 252412"/>
                <a:gd name="connsiteX12" fmla="*/ 402432 w 1716882"/>
                <a:gd name="connsiteY12" fmla="*/ 200025 h 252412"/>
                <a:gd name="connsiteX13" fmla="*/ 514350 w 1716882"/>
                <a:gd name="connsiteY13" fmla="*/ 192881 h 252412"/>
                <a:gd name="connsiteX14" fmla="*/ 552450 w 1716882"/>
                <a:gd name="connsiteY14" fmla="*/ 178593 h 252412"/>
                <a:gd name="connsiteX15" fmla="*/ 566738 w 1716882"/>
                <a:gd name="connsiteY15" fmla="*/ 171450 h 252412"/>
                <a:gd name="connsiteX16" fmla="*/ 592932 w 1716882"/>
                <a:gd name="connsiteY16" fmla="*/ 166687 h 252412"/>
                <a:gd name="connsiteX17" fmla="*/ 633413 w 1716882"/>
                <a:gd name="connsiteY17" fmla="*/ 157162 h 252412"/>
                <a:gd name="connsiteX18" fmla="*/ 661988 w 1716882"/>
                <a:gd name="connsiteY18" fmla="*/ 154781 h 252412"/>
                <a:gd name="connsiteX19" fmla="*/ 683419 w 1716882"/>
                <a:gd name="connsiteY19" fmla="*/ 152400 h 252412"/>
                <a:gd name="connsiteX20" fmla="*/ 697707 w 1716882"/>
                <a:gd name="connsiteY20" fmla="*/ 147637 h 252412"/>
                <a:gd name="connsiteX21" fmla="*/ 733425 w 1716882"/>
                <a:gd name="connsiteY21" fmla="*/ 133350 h 252412"/>
                <a:gd name="connsiteX22" fmla="*/ 776288 w 1716882"/>
                <a:gd name="connsiteY22" fmla="*/ 126206 h 252412"/>
                <a:gd name="connsiteX23" fmla="*/ 871538 w 1716882"/>
                <a:gd name="connsiteY23" fmla="*/ 128587 h 252412"/>
                <a:gd name="connsiteX24" fmla="*/ 916782 w 1716882"/>
                <a:gd name="connsiteY24" fmla="*/ 130968 h 252412"/>
                <a:gd name="connsiteX25" fmla="*/ 966788 w 1716882"/>
                <a:gd name="connsiteY25" fmla="*/ 128587 h 252412"/>
                <a:gd name="connsiteX26" fmla="*/ 995363 w 1716882"/>
                <a:gd name="connsiteY26" fmla="*/ 114300 h 252412"/>
                <a:gd name="connsiteX27" fmla="*/ 1004888 w 1716882"/>
                <a:gd name="connsiteY27" fmla="*/ 111918 h 252412"/>
                <a:gd name="connsiteX28" fmla="*/ 1050132 w 1716882"/>
                <a:gd name="connsiteY28" fmla="*/ 107156 h 252412"/>
                <a:gd name="connsiteX29" fmla="*/ 1071563 w 1716882"/>
                <a:gd name="connsiteY29" fmla="*/ 102393 h 252412"/>
                <a:gd name="connsiteX30" fmla="*/ 1083469 w 1716882"/>
                <a:gd name="connsiteY30" fmla="*/ 97631 h 252412"/>
                <a:gd name="connsiteX31" fmla="*/ 1121569 w 1716882"/>
                <a:gd name="connsiteY31" fmla="*/ 90487 h 252412"/>
                <a:gd name="connsiteX32" fmla="*/ 1143000 w 1716882"/>
                <a:gd name="connsiteY32" fmla="*/ 80962 h 252412"/>
                <a:gd name="connsiteX33" fmla="*/ 1169194 w 1716882"/>
                <a:gd name="connsiteY33" fmla="*/ 76200 h 252412"/>
                <a:gd name="connsiteX34" fmla="*/ 1193007 w 1716882"/>
                <a:gd name="connsiteY34" fmla="*/ 69056 h 252412"/>
                <a:gd name="connsiteX35" fmla="*/ 1204913 w 1716882"/>
                <a:gd name="connsiteY35" fmla="*/ 64293 h 252412"/>
                <a:gd name="connsiteX36" fmla="*/ 1245394 w 1716882"/>
                <a:gd name="connsiteY36" fmla="*/ 59531 h 252412"/>
                <a:gd name="connsiteX37" fmla="*/ 1273969 w 1716882"/>
                <a:gd name="connsiteY37" fmla="*/ 52387 h 252412"/>
                <a:gd name="connsiteX38" fmla="*/ 1378744 w 1716882"/>
                <a:gd name="connsiteY38" fmla="*/ 54768 h 252412"/>
                <a:gd name="connsiteX39" fmla="*/ 1443038 w 1716882"/>
                <a:gd name="connsiteY39" fmla="*/ 52387 h 252412"/>
                <a:gd name="connsiteX40" fmla="*/ 1459707 w 1716882"/>
                <a:gd name="connsiteY40" fmla="*/ 54768 h 252412"/>
                <a:gd name="connsiteX41" fmla="*/ 1514475 w 1716882"/>
                <a:gd name="connsiteY41" fmla="*/ 52387 h 252412"/>
                <a:gd name="connsiteX42" fmla="*/ 1535907 w 1716882"/>
                <a:gd name="connsiteY42" fmla="*/ 45243 h 252412"/>
                <a:gd name="connsiteX43" fmla="*/ 1552575 w 1716882"/>
                <a:gd name="connsiteY43" fmla="*/ 38100 h 252412"/>
                <a:gd name="connsiteX44" fmla="*/ 1571625 w 1716882"/>
                <a:gd name="connsiteY44" fmla="*/ 30956 h 252412"/>
                <a:gd name="connsiteX45" fmla="*/ 1624013 w 1716882"/>
                <a:gd name="connsiteY45" fmla="*/ 14287 h 252412"/>
                <a:gd name="connsiteX46" fmla="*/ 1702594 w 1716882"/>
                <a:gd name="connsiteY46" fmla="*/ 11906 h 252412"/>
                <a:gd name="connsiteX47" fmla="*/ 1709738 w 1716882"/>
                <a:gd name="connsiteY47" fmla="*/ 7143 h 252412"/>
                <a:gd name="connsiteX48" fmla="*/ 1716882 w 1716882"/>
                <a:gd name="connsiteY48" fmla="*/ 0 h 252412"/>
                <a:gd name="connsiteX0" fmla="*/ 0 w 1716882"/>
                <a:gd name="connsiteY0" fmla="*/ 252412 h 252412"/>
                <a:gd name="connsiteX1" fmla="*/ 30957 w 1716882"/>
                <a:gd name="connsiteY1" fmla="*/ 247650 h 252412"/>
                <a:gd name="connsiteX2" fmla="*/ 50007 w 1716882"/>
                <a:gd name="connsiteY2" fmla="*/ 242887 h 252412"/>
                <a:gd name="connsiteX3" fmla="*/ 57150 w 1716882"/>
                <a:gd name="connsiteY3" fmla="*/ 240506 h 252412"/>
                <a:gd name="connsiteX4" fmla="*/ 85725 w 1716882"/>
                <a:gd name="connsiteY4" fmla="*/ 238125 h 252412"/>
                <a:gd name="connsiteX5" fmla="*/ 92869 w 1716882"/>
                <a:gd name="connsiteY5" fmla="*/ 235743 h 252412"/>
                <a:gd name="connsiteX6" fmla="*/ 116682 w 1716882"/>
                <a:gd name="connsiteY6" fmla="*/ 230981 h 252412"/>
                <a:gd name="connsiteX7" fmla="*/ 126207 w 1716882"/>
                <a:gd name="connsiteY7" fmla="*/ 226218 h 252412"/>
                <a:gd name="connsiteX8" fmla="*/ 135732 w 1716882"/>
                <a:gd name="connsiteY8" fmla="*/ 223837 h 252412"/>
                <a:gd name="connsiteX9" fmla="*/ 197644 w 1716882"/>
                <a:gd name="connsiteY9" fmla="*/ 216693 h 252412"/>
                <a:gd name="connsiteX10" fmla="*/ 221457 w 1716882"/>
                <a:gd name="connsiteY10" fmla="*/ 219075 h 252412"/>
                <a:gd name="connsiteX11" fmla="*/ 309564 w 1716882"/>
                <a:gd name="connsiteY11" fmla="*/ 209550 h 252412"/>
                <a:gd name="connsiteX12" fmla="*/ 402432 w 1716882"/>
                <a:gd name="connsiteY12" fmla="*/ 200025 h 252412"/>
                <a:gd name="connsiteX13" fmla="*/ 514350 w 1716882"/>
                <a:gd name="connsiteY13" fmla="*/ 192881 h 252412"/>
                <a:gd name="connsiteX14" fmla="*/ 552450 w 1716882"/>
                <a:gd name="connsiteY14" fmla="*/ 178593 h 252412"/>
                <a:gd name="connsiteX15" fmla="*/ 566738 w 1716882"/>
                <a:gd name="connsiteY15" fmla="*/ 171450 h 252412"/>
                <a:gd name="connsiteX16" fmla="*/ 592932 w 1716882"/>
                <a:gd name="connsiteY16" fmla="*/ 166687 h 252412"/>
                <a:gd name="connsiteX17" fmla="*/ 633413 w 1716882"/>
                <a:gd name="connsiteY17" fmla="*/ 157162 h 252412"/>
                <a:gd name="connsiteX18" fmla="*/ 661988 w 1716882"/>
                <a:gd name="connsiteY18" fmla="*/ 154781 h 252412"/>
                <a:gd name="connsiteX19" fmla="*/ 683419 w 1716882"/>
                <a:gd name="connsiteY19" fmla="*/ 152400 h 252412"/>
                <a:gd name="connsiteX20" fmla="*/ 697707 w 1716882"/>
                <a:gd name="connsiteY20" fmla="*/ 147637 h 252412"/>
                <a:gd name="connsiteX21" fmla="*/ 733425 w 1716882"/>
                <a:gd name="connsiteY21" fmla="*/ 133350 h 252412"/>
                <a:gd name="connsiteX22" fmla="*/ 776288 w 1716882"/>
                <a:gd name="connsiteY22" fmla="*/ 126206 h 252412"/>
                <a:gd name="connsiteX23" fmla="*/ 871538 w 1716882"/>
                <a:gd name="connsiteY23" fmla="*/ 128587 h 252412"/>
                <a:gd name="connsiteX24" fmla="*/ 916782 w 1716882"/>
                <a:gd name="connsiteY24" fmla="*/ 130968 h 252412"/>
                <a:gd name="connsiteX25" fmla="*/ 966788 w 1716882"/>
                <a:gd name="connsiteY25" fmla="*/ 128587 h 252412"/>
                <a:gd name="connsiteX26" fmla="*/ 995363 w 1716882"/>
                <a:gd name="connsiteY26" fmla="*/ 114300 h 252412"/>
                <a:gd name="connsiteX27" fmla="*/ 1004888 w 1716882"/>
                <a:gd name="connsiteY27" fmla="*/ 111918 h 252412"/>
                <a:gd name="connsiteX28" fmla="*/ 1050132 w 1716882"/>
                <a:gd name="connsiteY28" fmla="*/ 107156 h 252412"/>
                <a:gd name="connsiteX29" fmla="*/ 1071563 w 1716882"/>
                <a:gd name="connsiteY29" fmla="*/ 102393 h 252412"/>
                <a:gd name="connsiteX30" fmla="*/ 1083469 w 1716882"/>
                <a:gd name="connsiteY30" fmla="*/ 97631 h 252412"/>
                <a:gd name="connsiteX31" fmla="*/ 1121569 w 1716882"/>
                <a:gd name="connsiteY31" fmla="*/ 90487 h 252412"/>
                <a:gd name="connsiteX32" fmla="*/ 1143000 w 1716882"/>
                <a:gd name="connsiteY32" fmla="*/ 80962 h 252412"/>
                <a:gd name="connsiteX33" fmla="*/ 1169194 w 1716882"/>
                <a:gd name="connsiteY33" fmla="*/ 76200 h 252412"/>
                <a:gd name="connsiteX34" fmla="*/ 1193007 w 1716882"/>
                <a:gd name="connsiteY34" fmla="*/ 69056 h 252412"/>
                <a:gd name="connsiteX35" fmla="*/ 1204913 w 1716882"/>
                <a:gd name="connsiteY35" fmla="*/ 64293 h 252412"/>
                <a:gd name="connsiteX36" fmla="*/ 1245394 w 1716882"/>
                <a:gd name="connsiteY36" fmla="*/ 59531 h 252412"/>
                <a:gd name="connsiteX37" fmla="*/ 1273969 w 1716882"/>
                <a:gd name="connsiteY37" fmla="*/ 52387 h 252412"/>
                <a:gd name="connsiteX38" fmla="*/ 1378744 w 1716882"/>
                <a:gd name="connsiteY38" fmla="*/ 54768 h 252412"/>
                <a:gd name="connsiteX39" fmla="*/ 1443038 w 1716882"/>
                <a:gd name="connsiteY39" fmla="*/ 52387 h 252412"/>
                <a:gd name="connsiteX40" fmla="*/ 1459707 w 1716882"/>
                <a:gd name="connsiteY40" fmla="*/ 54768 h 252412"/>
                <a:gd name="connsiteX41" fmla="*/ 1514475 w 1716882"/>
                <a:gd name="connsiteY41" fmla="*/ 52387 h 252412"/>
                <a:gd name="connsiteX42" fmla="*/ 1535907 w 1716882"/>
                <a:gd name="connsiteY42" fmla="*/ 45243 h 252412"/>
                <a:gd name="connsiteX43" fmla="*/ 1552575 w 1716882"/>
                <a:gd name="connsiteY43" fmla="*/ 38100 h 252412"/>
                <a:gd name="connsiteX44" fmla="*/ 1571625 w 1716882"/>
                <a:gd name="connsiteY44" fmla="*/ 30956 h 252412"/>
                <a:gd name="connsiteX45" fmla="*/ 1624013 w 1716882"/>
                <a:gd name="connsiteY45" fmla="*/ 14287 h 252412"/>
                <a:gd name="connsiteX46" fmla="*/ 1702594 w 1716882"/>
                <a:gd name="connsiteY46" fmla="*/ 11906 h 252412"/>
                <a:gd name="connsiteX47" fmla="*/ 1709738 w 1716882"/>
                <a:gd name="connsiteY47" fmla="*/ 7143 h 252412"/>
                <a:gd name="connsiteX48" fmla="*/ 1716882 w 1716882"/>
                <a:gd name="connsiteY48" fmla="*/ 0 h 252412"/>
                <a:gd name="connsiteX0" fmla="*/ 0 w 1716882"/>
                <a:gd name="connsiteY0" fmla="*/ 252412 h 252412"/>
                <a:gd name="connsiteX1" fmla="*/ 30957 w 1716882"/>
                <a:gd name="connsiteY1" fmla="*/ 247650 h 252412"/>
                <a:gd name="connsiteX2" fmla="*/ 50007 w 1716882"/>
                <a:gd name="connsiteY2" fmla="*/ 242887 h 252412"/>
                <a:gd name="connsiteX3" fmla="*/ 57150 w 1716882"/>
                <a:gd name="connsiteY3" fmla="*/ 240506 h 252412"/>
                <a:gd name="connsiteX4" fmla="*/ 85725 w 1716882"/>
                <a:gd name="connsiteY4" fmla="*/ 238125 h 252412"/>
                <a:gd name="connsiteX5" fmla="*/ 92869 w 1716882"/>
                <a:gd name="connsiteY5" fmla="*/ 235743 h 252412"/>
                <a:gd name="connsiteX6" fmla="*/ 116682 w 1716882"/>
                <a:gd name="connsiteY6" fmla="*/ 230981 h 252412"/>
                <a:gd name="connsiteX7" fmla="*/ 126207 w 1716882"/>
                <a:gd name="connsiteY7" fmla="*/ 226218 h 252412"/>
                <a:gd name="connsiteX8" fmla="*/ 135732 w 1716882"/>
                <a:gd name="connsiteY8" fmla="*/ 223837 h 252412"/>
                <a:gd name="connsiteX9" fmla="*/ 197644 w 1716882"/>
                <a:gd name="connsiteY9" fmla="*/ 216693 h 252412"/>
                <a:gd name="connsiteX10" fmla="*/ 221457 w 1716882"/>
                <a:gd name="connsiteY10" fmla="*/ 219075 h 252412"/>
                <a:gd name="connsiteX11" fmla="*/ 309564 w 1716882"/>
                <a:gd name="connsiteY11" fmla="*/ 209550 h 252412"/>
                <a:gd name="connsiteX12" fmla="*/ 402432 w 1716882"/>
                <a:gd name="connsiteY12" fmla="*/ 200025 h 252412"/>
                <a:gd name="connsiteX13" fmla="*/ 514350 w 1716882"/>
                <a:gd name="connsiteY13" fmla="*/ 192881 h 252412"/>
                <a:gd name="connsiteX14" fmla="*/ 552450 w 1716882"/>
                <a:gd name="connsiteY14" fmla="*/ 178593 h 252412"/>
                <a:gd name="connsiteX15" fmla="*/ 592932 w 1716882"/>
                <a:gd name="connsiteY15" fmla="*/ 166687 h 252412"/>
                <a:gd name="connsiteX16" fmla="*/ 633413 w 1716882"/>
                <a:gd name="connsiteY16" fmla="*/ 157162 h 252412"/>
                <a:gd name="connsiteX17" fmla="*/ 661988 w 1716882"/>
                <a:gd name="connsiteY17" fmla="*/ 154781 h 252412"/>
                <a:gd name="connsiteX18" fmla="*/ 683419 w 1716882"/>
                <a:gd name="connsiteY18" fmla="*/ 152400 h 252412"/>
                <a:gd name="connsiteX19" fmla="*/ 697707 w 1716882"/>
                <a:gd name="connsiteY19" fmla="*/ 147637 h 252412"/>
                <a:gd name="connsiteX20" fmla="*/ 733425 w 1716882"/>
                <a:gd name="connsiteY20" fmla="*/ 133350 h 252412"/>
                <a:gd name="connsiteX21" fmla="*/ 776288 w 1716882"/>
                <a:gd name="connsiteY21" fmla="*/ 126206 h 252412"/>
                <a:gd name="connsiteX22" fmla="*/ 871538 w 1716882"/>
                <a:gd name="connsiteY22" fmla="*/ 128587 h 252412"/>
                <a:gd name="connsiteX23" fmla="*/ 916782 w 1716882"/>
                <a:gd name="connsiteY23" fmla="*/ 130968 h 252412"/>
                <a:gd name="connsiteX24" fmla="*/ 966788 w 1716882"/>
                <a:gd name="connsiteY24" fmla="*/ 128587 h 252412"/>
                <a:gd name="connsiteX25" fmla="*/ 995363 w 1716882"/>
                <a:gd name="connsiteY25" fmla="*/ 114300 h 252412"/>
                <a:gd name="connsiteX26" fmla="*/ 1004888 w 1716882"/>
                <a:gd name="connsiteY26" fmla="*/ 111918 h 252412"/>
                <a:gd name="connsiteX27" fmla="*/ 1050132 w 1716882"/>
                <a:gd name="connsiteY27" fmla="*/ 107156 h 252412"/>
                <a:gd name="connsiteX28" fmla="*/ 1071563 w 1716882"/>
                <a:gd name="connsiteY28" fmla="*/ 102393 h 252412"/>
                <a:gd name="connsiteX29" fmla="*/ 1083469 w 1716882"/>
                <a:gd name="connsiteY29" fmla="*/ 97631 h 252412"/>
                <a:gd name="connsiteX30" fmla="*/ 1121569 w 1716882"/>
                <a:gd name="connsiteY30" fmla="*/ 90487 h 252412"/>
                <a:gd name="connsiteX31" fmla="*/ 1143000 w 1716882"/>
                <a:gd name="connsiteY31" fmla="*/ 80962 h 252412"/>
                <a:gd name="connsiteX32" fmla="*/ 1169194 w 1716882"/>
                <a:gd name="connsiteY32" fmla="*/ 76200 h 252412"/>
                <a:gd name="connsiteX33" fmla="*/ 1193007 w 1716882"/>
                <a:gd name="connsiteY33" fmla="*/ 69056 h 252412"/>
                <a:gd name="connsiteX34" fmla="*/ 1204913 w 1716882"/>
                <a:gd name="connsiteY34" fmla="*/ 64293 h 252412"/>
                <a:gd name="connsiteX35" fmla="*/ 1245394 w 1716882"/>
                <a:gd name="connsiteY35" fmla="*/ 59531 h 252412"/>
                <a:gd name="connsiteX36" fmla="*/ 1273969 w 1716882"/>
                <a:gd name="connsiteY36" fmla="*/ 52387 h 252412"/>
                <a:gd name="connsiteX37" fmla="*/ 1378744 w 1716882"/>
                <a:gd name="connsiteY37" fmla="*/ 54768 h 252412"/>
                <a:gd name="connsiteX38" fmla="*/ 1443038 w 1716882"/>
                <a:gd name="connsiteY38" fmla="*/ 52387 h 252412"/>
                <a:gd name="connsiteX39" fmla="*/ 1459707 w 1716882"/>
                <a:gd name="connsiteY39" fmla="*/ 54768 h 252412"/>
                <a:gd name="connsiteX40" fmla="*/ 1514475 w 1716882"/>
                <a:gd name="connsiteY40" fmla="*/ 52387 h 252412"/>
                <a:gd name="connsiteX41" fmla="*/ 1535907 w 1716882"/>
                <a:gd name="connsiteY41" fmla="*/ 45243 h 252412"/>
                <a:gd name="connsiteX42" fmla="*/ 1552575 w 1716882"/>
                <a:gd name="connsiteY42" fmla="*/ 38100 h 252412"/>
                <a:gd name="connsiteX43" fmla="*/ 1571625 w 1716882"/>
                <a:gd name="connsiteY43" fmla="*/ 30956 h 252412"/>
                <a:gd name="connsiteX44" fmla="*/ 1624013 w 1716882"/>
                <a:gd name="connsiteY44" fmla="*/ 14287 h 252412"/>
                <a:gd name="connsiteX45" fmla="*/ 1702594 w 1716882"/>
                <a:gd name="connsiteY45" fmla="*/ 11906 h 252412"/>
                <a:gd name="connsiteX46" fmla="*/ 1709738 w 1716882"/>
                <a:gd name="connsiteY46" fmla="*/ 7143 h 252412"/>
                <a:gd name="connsiteX47" fmla="*/ 1716882 w 1716882"/>
                <a:gd name="connsiteY47" fmla="*/ 0 h 252412"/>
                <a:gd name="connsiteX0" fmla="*/ 0 w 1716882"/>
                <a:gd name="connsiteY0" fmla="*/ 252412 h 252412"/>
                <a:gd name="connsiteX1" fmla="*/ 30957 w 1716882"/>
                <a:gd name="connsiteY1" fmla="*/ 247650 h 252412"/>
                <a:gd name="connsiteX2" fmla="*/ 50007 w 1716882"/>
                <a:gd name="connsiteY2" fmla="*/ 242887 h 252412"/>
                <a:gd name="connsiteX3" fmla="*/ 57150 w 1716882"/>
                <a:gd name="connsiteY3" fmla="*/ 240506 h 252412"/>
                <a:gd name="connsiteX4" fmla="*/ 85725 w 1716882"/>
                <a:gd name="connsiteY4" fmla="*/ 238125 h 252412"/>
                <a:gd name="connsiteX5" fmla="*/ 92869 w 1716882"/>
                <a:gd name="connsiteY5" fmla="*/ 235743 h 252412"/>
                <a:gd name="connsiteX6" fmla="*/ 116682 w 1716882"/>
                <a:gd name="connsiteY6" fmla="*/ 230981 h 252412"/>
                <a:gd name="connsiteX7" fmla="*/ 126207 w 1716882"/>
                <a:gd name="connsiteY7" fmla="*/ 226218 h 252412"/>
                <a:gd name="connsiteX8" fmla="*/ 135732 w 1716882"/>
                <a:gd name="connsiteY8" fmla="*/ 223837 h 252412"/>
                <a:gd name="connsiteX9" fmla="*/ 197644 w 1716882"/>
                <a:gd name="connsiteY9" fmla="*/ 216693 h 252412"/>
                <a:gd name="connsiteX10" fmla="*/ 221457 w 1716882"/>
                <a:gd name="connsiteY10" fmla="*/ 219075 h 252412"/>
                <a:gd name="connsiteX11" fmla="*/ 309564 w 1716882"/>
                <a:gd name="connsiteY11" fmla="*/ 209550 h 252412"/>
                <a:gd name="connsiteX12" fmla="*/ 402432 w 1716882"/>
                <a:gd name="connsiteY12" fmla="*/ 200025 h 252412"/>
                <a:gd name="connsiteX13" fmla="*/ 514350 w 1716882"/>
                <a:gd name="connsiteY13" fmla="*/ 192881 h 252412"/>
                <a:gd name="connsiteX14" fmla="*/ 552450 w 1716882"/>
                <a:gd name="connsiteY14" fmla="*/ 178593 h 252412"/>
                <a:gd name="connsiteX15" fmla="*/ 592932 w 1716882"/>
                <a:gd name="connsiteY15" fmla="*/ 166687 h 252412"/>
                <a:gd name="connsiteX16" fmla="*/ 633413 w 1716882"/>
                <a:gd name="connsiteY16" fmla="*/ 157162 h 252412"/>
                <a:gd name="connsiteX17" fmla="*/ 661988 w 1716882"/>
                <a:gd name="connsiteY17" fmla="*/ 154781 h 252412"/>
                <a:gd name="connsiteX18" fmla="*/ 697707 w 1716882"/>
                <a:gd name="connsiteY18" fmla="*/ 147637 h 252412"/>
                <a:gd name="connsiteX19" fmla="*/ 733425 w 1716882"/>
                <a:gd name="connsiteY19" fmla="*/ 133350 h 252412"/>
                <a:gd name="connsiteX20" fmla="*/ 776288 w 1716882"/>
                <a:gd name="connsiteY20" fmla="*/ 126206 h 252412"/>
                <a:gd name="connsiteX21" fmla="*/ 871538 w 1716882"/>
                <a:gd name="connsiteY21" fmla="*/ 128587 h 252412"/>
                <a:gd name="connsiteX22" fmla="*/ 916782 w 1716882"/>
                <a:gd name="connsiteY22" fmla="*/ 130968 h 252412"/>
                <a:gd name="connsiteX23" fmla="*/ 966788 w 1716882"/>
                <a:gd name="connsiteY23" fmla="*/ 128587 h 252412"/>
                <a:gd name="connsiteX24" fmla="*/ 995363 w 1716882"/>
                <a:gd name="connsiteY24" fmla="*/ 114300 h 252412"/>
                <a:gd name="connsiteX25" fmla="*/ 1004888 w 1716882"/>
                <a:gd name="connsiteY25" fmla="*/ 111918 h 252412"/>
                <a:gd name="connsiteX26" fmla="*/ 1050132 w 1716882"/>
                <a:gd name="connsiteY26" fmla="*/ 107156 h 252412"/>
                <a:gd name="connsiteX27" fmla="*/ 1071563 w 1716882"/>
                <a:gd name="connsiteY27" fmla="*/ 102393 h 252412"/>
                <a:gd name="connsiteX28" fmla="*/ 1083469 w 1716882"/>
                <a:gd name="connsiteY28" fmla="*/ 97631 h 252412"/>
                <a:gd name="connsiteX29" fmla="*/ 1121569 w 1716882"/>
                <a:gd name="connsiteY29" fmla="*/ 90487 h 252412"/>
                <a:gd name="connsiteX30" fmla="*/ 1143000 w 1716882"/>
                <a:gd name="connsiteY30" fmla="*/ 80962 h 252412"/>
                <a:gd name="connsiteX31" fmla="*/ 1169194 w 1716882"/>
                <a:gd name="connsiteY31" fmla="*/ 76200 h 252412"/>
                <a:gd name="connsiteX32" fmla="*/ 1193007 w 1716882"/>
                <a:gd name="connsiteY32" fmla="*/ 69056 h 252412"/>
                <a:gd name="connsiteX33" fmla="*/ 1204913 w 1716882"/>
                <a:gd name="connsiteY33" fmla="*/ 64293 h 252412"/>
                <a:gd name="connsiteX34" fmla="*/ 1245394 w 1716882"/>
                <a:gd name="connsiteY34" fmla="*/ 59531 h 252412"/>
                <a:gd name="connsiteX35" fmla="*/ 1273969 w 1716882"/>
                <a:gd name="connsiteY35" fmla="*/ 52387 h 252412"/>
                <a:gd name="connsiteX36" fmla="*/ 1378744 w 1716882"/>
                <a:gd name="connsiteY36" fmla="*/ 54768 h 252412"/>
                <a:gd name="connsiteX37" fmla="*/ 1443038 w 1716882"/>
                <a:gd name="connsiteY37" fmla="*/ 52387 h 252412"/>
                <a:gd name="connsiteX38" fmla="*/ 1459707 w 1716882"/>
                <a:gd name="connsiteY38" fmla="*/ 54768 h 252412"/>
                <a:gd name="connsiteX39" fmla="*/ 1514475 w 1716882"/>
                <a:gd name="connsiteY39" fmla="*/ 52387 h 252412"/>
                <a:gd name="connsiteX40" fmla="*/ 1535907 w 1716882"/>
                <a:gd name="connsiteY40" fmla="*/ 45243 h 252412"/>
                <a:gd name="connsiteX41" fmla="*/ 1552575 w 1716882"/>
                <a:gd name="connsiteY41" fmla="*/ 38100 h 252412"/>
                <a:gd name="connsiteX42" fmla="*/ 1571625 w 1716882"/>
                <a:gd name="connsiteY42" fmla="*/ 30956 h 252412"/>
                <a:gd name="connsiteX43" fmla="*/ 1624013 w 1716882"/>
                <a:gd name="connsiteY43" fmla="*/ 14287 h 252412"/>
                <a:gd name="connsiteX44" fmla="*/ 1702594 w 1716882"/>
                <a:gd name="connsiteY44" fmla="*/ 11906 h 252412"/>
                <a:gd name="connsiteX45" fmla="*/ 1709738 w 1716882"/>
                <a:gd name="connsiteY45" fmla="*/ 7143 h 252412"/>
                <a:gd name="connsiteX46" fmla="*/ 1716882 w 1716882"/>
                <a:gd name="connsiteY46" fmla="*/ 0 h 252412"/>
                <a:gd name="connsiteX0" fmla="*/ 0 w 1716882"/>
                <a:gd name="connsiteY0" fmla="*/ 252412 h 252412"/>
                <a:gd name="connsiteX1" fmla="*/ 30957 w 1716882"/>
                <a:gd name="connsiteY1" fmla="*/ 247650 h 252412"/>
                <a:gd name="connsiteX2" fmla="*/ 50007 w 1716882"/>
                <a:gd name="connsiteY2" fmla="*/ 242887 h 252412"/>
                <a:gd name="connsiteX3" fmla="*/ 57150 w 1716882"/>
                <a:gd name="connsiteY3" fmla="*/ 240506 h 252412"/>
                <a:gd name="connsiteX4" fmla="*/ 85725 w 1716882"/>
                <a:gd name="connsiteY4" fmla="*/ 238125 h 252412"/>
                <a:gd name="connsiteX5" fmla="*/ 92869 w 1716882"/>
                <a:gd name="connsiteY5" fmla="*/ 235743 h 252412"/>
                <a:gd name="connsiteX6" fmla="*/ 116682 w 1716882"/>
                <a:gd name="connsiteY6" fmla="*/ 230981 h 252412"/>
                <a:gd name="connsiteX7" fmla="*/ 126207 w 1716882"/>
                <a:gd name="connsiteY7" fmla="*/ 226218 h 252412"/>
                <a:gd name="connsiteX8" fmla="*/ 135732 w 1716882"/>
                <a:gd name="connsiteY8" fmla="*/ 223837 h 252412"/>
                <a:gd name="connsiteX9" fmla="*/ 197644 w 1716882"/>
                <a:gd name="connsiteY9" fmla="*/ 216693 h 252412"/>
                <a:gd name="connsiteX10" fmla="*/ 221457 w 1716882"/>
                <a:gd name="connsiteY10" fmla="*/ 219075 h 252412"/>
                <a:gd name="connsiteX11" fmla="*/ 309564 w 1716882"/>
                <a:gd name="connsiteY11" fmla="*/ 209550 h 252412"/>
                <a:gd name="connsiteX12" fmla="*/ 402432 w 1716882"/>
                <a:gd name="connsiteY12" fmla="*/ 200025 h 252412"/>
                <a:gd name="connsiteX13" fmla="*/ 514350 w 1716882"/>
                <a:gd name="connsiteY13" fmla="*/ 192881 h 252412"/>
                <a:gd name="connsiteX14" fmla="*/ 552450 w 1716882"/>
                <a:gd name="connsiteY14" fmla="*/ 178593 h 252412"/>
                <a:gd name="connsiteX15" fmla="*/ 592932 w 1716882"/>
                <a:gd name="connsiteY15" fmla="*/ 166687 h 252412"/>
                <a:gd name="connsiteX16" fmla="*/ 633413 w 1716882"/>
                <a:gd name="connsiteY16" fmla="*/ 157162 h 252412"/>
                <a:gd name="connsiteX17" fmla="*/ 661988 w 1716882"/>
                <a:gd name="connsiteY17" fmla="*/ 154781 h 252412"/>
                <a:gd name="connsiteX18" fmla="*/ 697707 w 1716882"/>
                <a:gd name="connsiteY18" fmla="*/ 147637 h 252412"/>
                <a:gd name="connsiteX19" fmla="*/ 733425 w 1716882"/>
                <a:gd name="connsiteY19" fmla="*/ 133350 h 252412"/>
                <a:gd name="connsiteX20" fmla="*/ 800100 w 1716882"/>
                <a:gd name="connsiteY20" fmla="*/ 130969 h 252412"/>
                <a:gd name="connsiteX21" fmla="*/ 871538 w 1716882"/>
                <a:gd name="connsiteY21" fmla="*/ 128587 h 252412"/>
                <a:gd name="connsiteX22" fmla="*/ 916782 w 1716882"/>
                <a:gd name="connsiteY22" fmla="*/ 130968 h 252412"/>
                <a:gd name="connsiteX23" fmla="*/ 966788 w 1716882"/>
                <a:gd name="connsiteY23" fmla="*/ 128587 h 252412"/>
                <a:gd name="connsiteX24" fmla="*/ 995363 w 1716882"/>
                <a:gd name="connsiteY24" fmla="*/ 114300 h 252412"/>
                <a:gd name="connsiteX25" fmla="*/ 1004888 w 1716882"/>
                <a:gd name="connsiteY25" fmla="*/ 111918 h 252412"/>
                <a:gd name="connsiteX26" fmla="*/ 1050132 w 1716882"/>
                <a:gd name="connsiteY26" fmla="*/ 107156 h 252412"/>
                <a:gd name="connsiteX27" fmla="*/ 1071563 w 1716882"/>
                <a:gd name="connsiteY27" fmla="*/ 102393 h 252412"/>
                <a:gd name="connsiteX28" fmla="*/ 1083469 w 1716882"/>
                <a:gd name="connsiteY28" fmla="*/ 97631 h 252412"/>
                <a:gd name="connsiteX29" fmla="*/ 1121569 w 1716882"/>
                <a:gd name="connsiteY29" fmla="*/ 90487 h 252412"/>
                <a:gd name="connsiteX30" fmla="*/ 1143000 w 1716882"/>
                <a:gd name="connsiteY30" fmla="*/ 80962 h 252412"/>
                <a:gd name="connsiteX31" fmla="*/ 1169194 w 1716882"/>
                <a:gd name="connsiteY31" fmla="*/ 76200 h 252412"/>
                <a:gd name="connsiteX32" fmla="*/ 1193007 w 1716882"/>
                <a:gd name="connsiteY32" fmla="*/ 69056 h 252412"/>
                <a:gd name="connsiteX33" fmla="*/ 1204913 w 1716882"/>
                <a:gd name="connsiteY33" fmla="*/ 64293 h 252412"/>
                <a:gd name="connsiteX34" fmla="*/ 1245394 w 1716882"/>
                <a:gd name="connsiteY34" fmla="*/ 59531 h 252412"/>
                <a:gd name="connsiteX35" fmla="*/ 1273969 w 1716882"/>
                <a:gd name="connsiteY35" fmla="*/ 52387 h 252412"/>
                <a:gd name="connsiteX36" fmla="*/ 1378744 w 1716882"/>
                <a:gd name="connsiteY36" fmla="*/ 54768 h 252412"/>
                <a:gd name="connsiteX37" fmla="*/ 1443038 w 1716882"/>
                <a:gd name="connsiteY37" fmla="*/ 52387 h 252412"/>
                <a:gd name="connsiteX38" fmla="*/ 1459707 w 1716882"/>
                <a:gd name="connsiteY38" fmla="*/ 54768 h 252412"/>
                <a:gd name="connsiteX39" fmla="*/ 1514475 w 1716882"/>
                <a:gd name="connsiteY39" fmla="*/ 52387 h 252412"/>
                <a:gd name="connsiteX40" fmla="*/ 1535907 w 1716882"/>
                <a:gd name="connsiteY40" fmla="*/ 45243 h 252412"/>
                <a:gd name="connsiteX41" fmla="*/ 1552575 w 1716882"/>
                <a:gd name="connsiteY41" fmla="*/ 38100 h 252412"/>
                <a:gd name="connsiteX42" fmla="*/ 1571625 w 1716882"/>
                <a:gd name="connsiteY42" fmla="*/ 30956 h 252412"/>
                <a:gd name="connsiteX43" fmla="*/ 1624013 w 1716882"/>
                <a:gd name="connsiteY43" fmla="*/ 14287 h 252412"/>
                <a:gd name="connsiteX44" fmla="*/ 1702594 w 1716882"/>
                <a:gd name="connsiteY44" fmla="*/ 11906 h 252412"/>
                <a:gd name="connsiteX45" fmla="*/ 1709738 w 1716882"/>
                <a:gd name="connsiteY45" fmla="*/ 7143 h 252412"/>
                <a:gd name="connsiteX46" fmla="*/ 1716882 w 1716882"/>
                <a:gd name="connsiteY46" fmla="*/ 0 h 252412"/>
                <a:gd name="connsiteX0" fmla="*/ 0 w 1716882"/>
                <a:gd name="connsiteY0" fmla="*/ 252412 h 252412"/>
                <a:gd name="connsiteX1" fmla="*/ 30957 w 1716882"/>
                <a:gd name="connsiteY1" fmla="*/ 247650 h 252412"/>
                <a:gd name="connsiteX2" fmla="*/ 50007 w 1716882"/>
                <a:gd name="connsiteY2" fmla="*/ 242887 h 252412"/>
                <a:gd name="connsiteX3" fmla="*/ 57150 w 1716882"/>
                <a:gd name="connsiteY3" fmla="*/ 240506 h 252412"/>
                <a:gd name="connsiteX4" fmla="*/ 85725 w 1716882"/>
                <a:gd name="connsiteY4" fmla="*/ 238125 h 252412"/>
                <a:gd name="connsiteX5" fmla="*/ 92869 w 1716882"/>
                <a:gd name="connsiteY5" fmla="*/ 235743 h 252412"/>
                <a:gd name="connsiteX6" fmla="*/ 116682 w 1716882"/>
                <a:gd name="connsiteY6" fmla="*/ 230981 h 252412"/>
                <a:gd name="connsiteX7" fmla="*/ 126207 w 1716882"/>
                <a:gd name="connsiteY7" fmla="*/ 226218 h 252412"/>
                <a:gd name="connsiteX8" fmla="*/ 135732 w 1716882"/>
                <a:gd name="connsiteY8" fmla="*/ 223837 h 252412"/>
                <a:gd name="connsiteX9" fmla="*/ 197644 w 1716882"/>
                <a:gd name="connsiteY9" fmla="*/ 216693 h 252412"/>
                <a:gd name="connsiteX10" fmla="*/ 221457 w 1716882"/>
                <a:gd name="connsiteY10" fmla="*/ 219075 h 252412"/>
                <a:gd name="connsiteX11" fmla="*/ 309564 w 1716882"/>
                <a:gd name="connsiteY11" fmla="*/ 209550 h 252412"/>
                <a:gd name="connsiteX12" fmla="*/ 402432 w 1716882"/>
                <a:gd name="connsiteY12" fmla="*/ 200025 h 252412"/>
                <a:gd name="connsiteX13" fmla="*/ 514350 w 1716882"/>
                <a:gd name="connsiteY13" fmla="*/ 192881 h 252412"/>
                <a:gd name="connsiteX14" fmla="*/ 552450 w 1716882"/>
                <a:gd name="connsiteY14" fmla="*/ 178593 h 252412"/>
                <a:gd name="connsiteX15" fmla="*/ 592932 w 1716882"/>
                <a:gd name="connsiteY15" fmla="*/ 166687 h 252412"/>
                <a:gd name="connsiteX16" fmla="*/ 633413 w 1716882"/>
                <a:gd name="connsiteY16" fmla="*/ 157162 h 252412"/>
                <a:gd name="connsiteX17" fmla="*/ 661988 w 1716882"/>
                <a:gd name="connsiteY17" fmla="*/ 154781 h 252412"/>
                <a:gd name="connsiteX18" fmla="*/ 697707 w 1716882"/>
                <a:gd name="connsiteY18" fmla="*/ 147637 h 252412"/>
                <a:gd name="connsiteX19" fmla="*/ 800100 w 1716882"/>
                <a:gd name="connsiteY19" fmla="*/ 130969 h 252412"/>
                <a:gd name="connsiteX20" fmla="*/ 871538 w 1716882"/>
                <a:gd name="connsiteY20" fmla="*/ 128587 h 252412"/>
                <a:gd name="connsiteX21" fmla="*/ 916782 w 1716882"/>
                <a:gd name="connsiteY21" fmla="*/ 130968 h 252412"/>
                <a:gd name="connsiteX22" fmla="*/ 966788 w 1716882"/>
                <a:gd name="connsiteY22" fmla="*/ 128587 h 252412"/>
                <a:gd name="connsiteX23" fmla="*/ 995363 w 1716882"/>
                <a:gd name="connsiteY23" fmla="*/ 114300 h 252412"/>
                <a:gd name="connsiteX24" fmla="*/ 1004888 w 1716882"/>
                <a:gd name="connsiteY24" fmla="*/ 111918 h 252412"/>
                <a:gd name="connsiteX25" fmla="*/ 1050132 w 1716882"/>
                <a:gd name="connsiteY25" fmla="*/ 107156 h 252412"/>
                <a:gd name="connsiteX26" fmla="*/ 1071563 w 1716882"/>
                <a:gd name="connsiteY26" fmla="*/ 102393 h 252412"/>
                <a:gd name="connsiteX27" fmla="*/ 1083469 w 1716882"/>
                <a:gd name="connsiteY27" fmla="*/ 97631 h 252412"/>
                <a:gd name="connsiteX28" fmla="*/ 1121569 w 1716882"/>
                <a:gd name="connsiteY28" fmla="*/ 90487 h 252412"/>
                <a:gd name="connsiteX29" fmla="*/ 1143000 w 1716882"/>
                <a:gd name="connsiteY29" fmla="*/ 80962 h 252412"/>
                <a:gd name="connsiteX30" fmla="*/ 1169194 w 1716882"/>
                <a:gd name="connsiteY30" fmla="*/ 76200 h 252412"/>
                <a:gd name="connsiteX31" fmla="*/ 1193007 w 1716882"/>
                <a:gd name="connsiteY31" fmla="*/ 69056 h 252412"/>
                <a:gd name="connsiteX32" fmla="*/ 1204913 w 1716882"/>
                <a:gd name="connsiteY32" fmla="*/ 64293 h 252412"/>
                <a:gd name="connsiteX33" fmla="*/ 1245394 w 1716882"/>
                <a:gd name="connsiteY33" fmla="*/ 59531 h 252412"/>
                <a:gd name="connsiteX34" fmla="*/ 1273969 w 1716882"/>
                <a:gd name="connsiteY34" fmla="*/ 52387 h 252412"/>
                <a:gd name="connsiteX35" fmla="*/ 1378744 w 1716882"/>
                <a:gd name="connsiteY35" fmla="*/ 54768 h 252412"/>
                <a:gd name="connsiteX36" fmla="*/ 1443038 w 1716882"/>
                <a:gd name="connsiteY36" fmla="*/ 52387 h 252412"/>
                <a:gd name="connsiteX37" fmla="*/ 1459707 w 1716882"/>
                <a:gd name="connsiteY37" fmla="*/ 54768 h 252412"/>
                <a:gd name="connsiteX38" fmla="*/ 1514475 w 1716882"/>
                <a:gd name="connsiteY38" fmla="*/ 52387 h 252412"/>
                <a:gd name="connsiteX39" fmla="*/ 1535907 w 1716882"/>
                <a:gd name="connsiteY39" fmla="*/ 45243 h 252412"/>
                <a:gd name="connsiteX40" fmla="*/ 1552575 w 1716882"/>
                <a:gd name="connsiteY40" fmla="*/ 38100 h 252412"/>
                <a:gd name="connsiteX41" fmla="*/ 1571625 w 1716882"/>
                <a:gd name="connsiteY41" fmla="*/ 30956 h 252412"/>
                <a:gd name="connsiteX42" fmla="*/ 1624013 w 1716882"/>
                <a:gd name="connsiteY42" fmla="*/ 14287 h 252412"/>
                <a:gd name="connsiteX43" fmla="*/ 1702594 w 1716882"/>
                <a:gd name="connsiteY43" fmla="*/ 11906 h 252412"/>
                <a:gd name="connsiteX44" fmla="*/ 1709738 w 1716882"/>
                <a:gd name="connsiteY44" fmla="*/ 7143 h 252412"/>
                <a:gd name="connsiteX45" fmla="*/ 1716882 w 1716882"/>
                <a:gd name="connsiteY45" fmla="*/ 0 h 252412"/>
                <a:gd name="connsiteX0" fmla="*/ 0 w 1716882"/>
                <a:gd name="connsiteY0" fmla="*/ 252412 h 252412"/>
                <a:gd name="connsiteX1" fmla="*/ 30957 w 1716882"/>
                <a:gd name="connsiteY1" fmla="*/ 247650 h 252412"/>
                <a:gd name="connsiteX2" fmla="*/ 50007 w 1716882"/>
                <a:gd name="connsiteY2" fmla="*/ 242887 h 252412"/>
                <a:gd name="connsiteX3" fmla="*/ 57150 w 1716882"/>
                <a:gd name="connsiteY3" fmla="*/ 240506 h 252412"/>
                <a:gd name="connsiteX4" fmla="*/ 85725 w 1716882"/>
                <a:gd name="connsiteY4" fmla="*/ 238125 h 252412"/>
                <a:gd name="connsiteX5" fmla="*/ 92869 w 1716882"/>
                <a:gd name="connsiteY5" fmla="*/ 235743 h 252412"/>
                <a:gd name="connsiteX6" fmla="*/ 116682 w 1716882"/>
                <a:gd name="connsiteY6" fmla="*/ 230981 h 252412"/>
                <a:gd name="connsiteX7" fmla="*/ 126207 w 1716882"/>
                <a:gd name="connsiteY7" fmla="*/ 226218 h 252412"/>
                <a:gd name="connsiteX8" fmla="*/ 135732 w 1716882"/>
                <a:gd name="connsiteY8" fmla="*/ 223837 h 252412"/>
                <a:gd name="connsiteX9" fmla="*/ 197644 w 1716882"/>
                <a:gd name="connsiteY9" fmla="*/ 216693 h 252412"/>
                <a:gd name="connsiteX10" fmla="*/ 221457 w 1716882"/>
                <a:gd name="connsiteY10" fmla="*/ 219075 h 252412"/>
                <a:gd name="connsiteX11" fmla="*/ 309564 w 1716882"/>
                <a:gd name="connsiteY11" fmla="*/ 209550 h 252412"/>
                <a:gd name="connsiteX12" fmla="*/ 402432 w 1716882"/>
                <a:gd name="connsiteY12" fmla="*/ 200025 h 252412"/>
                <a:gd name="connsiteX13" fmla="*/ 492919 w 1716882"/>
                <a:gd name="connsiteY13" fmla="*/ 188119 h 252412"/>
                <a:gd name="connsiteX14" fmla="*/ 552450 w 1716882"/>
                <a:gd name="connsiteY14" fmla="*/ 178593 h 252412"/>
                <a:gd name="connsiteX15" fmla="*/ 592932 w 1716882"/>
                <a:gd name="connsiteY15" fmla="*/ 166687 h 252412"/>
                <a:gd name="connsiteX16" fmla="*/ 633413 w 1716882"/>
                <a:gd name="connsiteY16" fmla="*/ 157162 h 252412"/>
                <a:gd name="connsiteX17" fmla="*/ 661988 w 1716882"/>
                <a:gd name="connsiteY17" fmla="*/ 154781 h 252412"/>
                <a:gd name="connsiteX18" fmla="*/ 697707 w 1716882"/>
                <a:gd name="connsiteY18" fmla="*/ 147637 h 252412"/>
                <a:gd name="connsiteX19" fmla="*/ 800100 w 1716882"/>
                <a:gd name="connsiteY19" fmla="*/ 130969 h 252412"/>
                <a:gd name="connsiteX20" fmla="*/ 871538 w 1716882"/>
                <a:gd name="connsiteY20" fmla="*/ 128587 h 252412"/>
                <a:gd name="connsiteX21" fmla="*/ 916782 w 1716882"/>
                <a:gd name="connsiteY21" fmla="*/ 130968 h 252412"/>
                <a:gd name="connsiteX22" fmla="*/ 966788 w 1716882"/>
                <a:gd name="connsiteY22" fmla="*/ 128587 h 252412"/>
                <a:gd name="connsiteX23" fmla="*/ 995363 w 1716882"/>
                <a:gd name="connsiteY23" fmla="*/ 114300 h 252412"/>
                <a:gd name="connsiteX24" fmla="*/ 1004888 w 1716882"/>
                <a:gd name="connsiteY24" fmla="*/ 111918 h 252412"/>
                <a:gd name="connsiteX25" fmla="*/ 1050132 w 1716882"/>
                <a:gd name="connsiteY25" fmla="*/ 107156 h 252412"/>
                <a:gd name="connsiteX26" fmla="*/ 1071563 w 1716882"/>
                <a:gd name="connsiteY26" fmla="*/ 102393 h 252412"/>
                <a:gd name="connsiteX27" fmla="*/ 1083469 w 1716882"/>
                <a:gd name="connsiteY27" fmla="*/ 97631 h 252412"/>
                <a:gd name="connsiteX28" fmla="*/ 1121569 w 1716882"/>
                <a:gd name="connsiteY28" fmla="*/ 90487 h 252412"/>
                <a:gd name="connsiteX29" fmla="*/ 1143000 w 1716882"/>
                <a:gd name="connsiteY29" fmla="*/ 80962 h 252412"/>
                <a:gd name="connsiteX30" fmla="*/ 1169194 w 1716882"/>
                <a:gd name="connsiteY30" fmla="*/ 76200 h 252412"/>
                <a:gd name="connsiteX31" fmla="*/ 1193007 w 1716882"/>
                <a:gd name="connsiteY31" fmla="*/ 69056 h 252412"/>
                <a:gd name="connsiteX32" fmla="*/ 1204913 w 1716882"/>
                <a:gd name="connsiteY32" fmla="*/ 64293 h 252412"/>
                <a:gd name="connsiteX33" fmla="*/ 1245394 w 1716882"/>
                <a:gd name="connsiteY33" fmla="*/ 59531 h 252412"/>
                <a:gd name="connsiteX34" fmla="*/ 1273969 w 1716882"/>
                <a:gd name="connsiteY34" fmla="*/ 52387 h 252412"/>
                <a:gd name="connsiteX35" fmla="*/ 1378744 w 1716882"/>
                <a:gd name="connsiteY35" fmla="*/ 54768 h 252412"/>
                <a:gd name="connsiteX36" fmla="*/ 1443038 w 1716882"/>
                <a:gd name="connsiteY36" fmla="*/ 52387 h 252412"/>
                <a:gd name="connsiteX37" fmla="*/ 1459707 w 1716882"/>
                <a:gd name="connsiteY37" fmla="*/ 54768 h 252412"/>
                <a:gd name="connsiteX38" fmla="*/ 1514475 w 1716882"/>
                <a:gd name="connsiteY38" fmla="*/ 52387 h 252412"/>
                <a:gd name="connsiteX39" fmla="*/ 1535907 w 1716882"/>
                <a:gd name="connsiteY39" fmla="*/ 45243 h 252412"/>
                <a:gd name="connsiteX40" fmla="*/ 1552575 w 1716882"/>
                <a:gd name="connsiteY40" fmla="*/ 38100 h 252412"/>
                <a:gd name="connsiteX41" fmla="*/ 1571625 w 1716882"/>
                <a:gd name="connsiteY41" fmla="*/ 30956 h 252412"/>
                <a:gd name="connsiteX42" fmla="*/ 1624013 w 1716882"/>
                <a:gd name="connsiteY42" fmla="*/ 14287 h 252412"/>
                <a:gd name="connsiteX43" fmla="*/ 1702594 w 1716882"/>
                <a:gd name="connsiteY43" fmla="*/ 11906 h 252412"/>
                <a:gd name="connsiteX44" fmla="*/ 1709738 w 1716882"/>
                <a:gd name="connsiteY44" fmla="*/ 7143 h 252412"/>
                <a:gd name="connsiteX45" fmla="*/ 1716882 w 1716882"/>
                <a:gd name="connsiteY45" fmla="*/ 0 h 252412"/>
                <a:gd name="connsiteX0" fmla="*/ 0 w 1716882"/>
                <a:gd name="connsiteY0" fmla="*/ 252412 h 252412"/>
                <a:gd name="connsiteX1" fmla="*/ 30957 w 1716882"/>
                <a:gd name="connsiteY1" fmla="*/ 247650 h 252412"/>
                <a:gd name="connsiteX2" fmla="*/ 50007 w 1716882"/>
                <a:gd name="connsiteY2" fmla="*/ 242887 h 252412"/>
                <a:gd name="connsiteX3" fmla="*/ 57150 w 1716882"/>
                <a:gd name="connsiteY3" fmla="*/ 240506 h 252412"/>
                <a:gd name="connsiteX4" fmla="*/ 85725 w 1716882"/>
                <a:gd name="connsiteY4" fmla="*/ 238125 h 252412"/>
                <a:gd name="connsiteX5" fmla="*/ 92869 w 1716882"/>
                <a:gd name="connsiteY5" fmla="*/ 235743 h 252412"/>
                <a:gd name="connsiteX6" fmla="*/ 116682 w 1716882"/>
                <a:gd name="connsiteY6" fmla="*/ 230981 h 252412"/>
                <a:gd name="connsiteX7" fmla="*/ 126207 w 1716882"/>
                <a:gd name="connsiteY7" fmla="*/ 226218 h 252412"/>
                <a:gd name="connsiteX8" fmla="*/ 135732 w 1716882"/>
                <a:gd name="connsiteY8" fmla="*/ 223837 h 252412"/>
                <a:gd name="connsiteX9" fmla="*/ 197644 w 1716882"/>
                <a:gd name="connsiteY9" fmla="*/ 216693 h 252412"/>
                <a:gd name="connsiteX10" fmla="*/ 221457 w 1716882"/>
                <a:gd name="connsiteY10" fmla="*/ 219075 h 252412"/>
                <a:gd name="connsiteX11" fmla="*/ 309564 w 1716882"/>
                <a:gd name="connsiteY11" fmla="*/ 209550 h 252412"/>
                <a:gd name="connsiteX12" fmla="*/ 402432 w 1716882"/>
                <a:gd name="connsiteY12" fmla="*/ 200025 h 252412"/>
                <a:gd name="connsiteX13" fmla="*/ 492919 w 1716882"/>
                <a:gd name="connsiteY13" fmla="*/ 188119 h 252412"/>
                <a:gd name="connsiteX14" fmla="*/ 552450 w 1716882"/>
                <a:gd name="connsiteY14" fmla="*/ 178593 h 252412"/>
                <a:gd name="connsiteX15" fmla="*/ 592932 w 1716882"/>
                <a:gd name="connsiteY15" fmla="*/ 166687 h 252412"/>
                <a:gd name="connsiteX16" fmla="*/ 633413 w 1716882"/>
                <a:gd name="connsiteY16" fmla="*/ 157162 h 252412"/>
                <a:gd name="connsiteX17" fmla="*/ 661988 w 1716882"/>
                <a:gd name="connsiteY17" fmla="*/ 154781 h 252412"/>
                <a:gd name="connsiteX18" fmla="*/ 697707 w 1716882"/>
                <a:gd name="connsiteY18" fmla="*/ 147637 h 252412"/>
                <a:gd name="connsiteX19" fmla="*/ 800100 w 1716882"/>
                <a:gd name="connsiteY19" fmla="*/ 130969 h 252412"/>
                <a:gd name="connsiteX20" fmla="*/ 871538 w 1716882"/>
                <a:gd name="connsiteY20" fmla="*/ 128587 h 252412"/>
                <a:gd name="connsiteX21" fmla="*/ 916782 w 1716882"/>
                <a:gd name="connsiteY21" fmla="*/ 130968 h 252412"/>
                <a:gd name="connsiteX22" fmla="*/ 966788 w 1716882"/>
                <a:gd name="connsiteY22" fmla="*/ 128587 h 252412"/>
                <a:gd name="connsiteX23" fmla="*/ 995363 w 1716882"/>
                <a:gd name="connsiteY23" fmla="*/ 114300 h 252412"/>
                <a:gd name="connsiteX24" fmla="*/ 1004888 w 1716882"/>
                <a:gd name="connsiteY24" fmla="*/ 111918 h 252412"/>
                <a:gd name="connsiteX25" fmla="*/ 1050132 w 1716882"/>
                <a:gd name="connsiteY25" fmla="*/ 107156 h 252412"/>
                <a:gd name="connsiteX26" fmla="*/ 1071563 w 1716882"/>
                <a:gd name="connsiteY26" fmla="*/ 102393 h 252412"/>
                <a:gd name="connsiteX27" fmla="*/ 1083469 w 1716882"/>
                <a:gd name="connsiteY27" fmla="*/ 97631 h 252412"/>
                <a:gd name="connsiteX28" fmla="*/ 1121569 w 1716882"/>
                <a:gd name="connsiteY28" fmla="*/ 90487 h 252412"/>
                <a:gd name="connsiteX29" fmla="*/ 1143000 w 1716882"/>
                <a:gd name="connsiteY29" fmla="*/ 80962 h 252412"/>
                <a:gd name="connsiteX30" fmla="*/ 1169194 w 1716882"/>
                <a:gd name="connsiteY30" fmla="*/ 76200 h 252412"/>
                <a:gd name="connsiteX31" fmla="*/ 1204913 w 1716882"/>
                <a:gd name="connsiteY31" fmla="*/ 64293 h 252412"/>
                <a:gd name="connsiteX32" fmla="*/ 1245394 w 1716882"/>
                <a:gd name="connsiteY32" fmla="*/ 59531 h 252412"/>
                <a:gd name="connsiteX33" fmla="*/ 1273969 w 1716882"/>
                <a:gd name="connsiteY33" fmla="*/ 52387 h 252412"/>
                <a:gd name="connsiteX34" fmla="*/ 1378744 w 1716882"/>
                <a:gd name="connsiteY34" fmla="*/ 54768 h 252412"/>
                <a:gd name="connsiteX35" fmla="*/ 1443038 w 1716882"/>
                <a:gd name="connsiteY35" fmla="*/ 52387 h 252412"/>
                <a:gd name="connsiteX36" fmla="*/ 1459707 w 1716882"/>
                <a:gd name="connsiteY36" fmla="*/ 54768 h 252412"/>
                <a:gd name="connsiteX37" fmla="*/ 1514475 w 1716882"/>
                <a:gd name="connsiteY37" fmla="*/ 52387 h 252412"/>
                <a:gd name="connsiteX38" fmla="*/ 1535907 w 1716882"/>
                <a:gd name="connsiteY38" fmla="*/ 45243 h 252412"/>
                <a:gd name="connsiteX39" fmla="*/ 1552575 w 1716882"/>
                <a:gd name="connsiteY39" fmla="*/ 38100 h 252412"/>
                <a:gd name="connsiteX40" fmla="*/ 1571625 w 1716882"/>
                <a:gd name="connsiteY40" fmla="*/ 30956 h 252412"/>
                <a:gd name="connsiteX41" fmla="*/ 1624013 w 1716882"/>
                <a:gd name="connsiteY41" fmla="*/ 14287 h 252412"/>
                <a:gd name="connsiteX42" fmla="*/ 1702594 w 1716882"/>
                <a:gd name="connsiteY42" fmla="*/ 11906 h 252412"/>
                <a:gd name="connsiteX43" fmla="*/ 1709738 w 1716882"/>
                <a:gd name="connsiteY43" fmla="*/ 7143 h 252412"/>
                <a:gd name="connsiteX44" fmla="*/ 1716882 w 1716882"/>
                <a:gd name="connsiteY44" fmla="*/ 0 h 252412"/>
                <a:gd name="connsiteX0" fmla="*/ 0 w 1716882"/>
                <a:gd name="connsiteY0" fmla="*/ 252412 h 252412"/>
                <a:gd name="connsiteX1" fmla="*/ 30957 w 1716882"/>
                <a:gd name="connsiteY1" fmla="*/ 247650 h 252412"/>
                <a:gd name="connsiteX2" fmla="*/ 50007 w 1716882"/>
                <a:gd name="connsiteY2" fmla="*/ 242887 h 252412"/>
                <a:gd name="connsiteX3" fmla="*/ 57150 w 1716882"/>
                <a:gd name="connsiteY3" fmla="*/ 240506 h 252412"/>
                <a:gd name="connsiteX4" fmla="*/ 85725 w 1716882"/>
                <a:gd name="connsiteY4" fmla="*/ 238125 h 252412"/>
                <a:gd name="connsiteX5" fmla="*/ 92869 w 1716882"/>
                <a:gd name="connsiteY5" fmla="*/ 235743 h 252412"/>
                <a:gd name="connsiteX6" fmla="*/ 116682 w 1716882"/>
                <a:gd name="connsiteY6" fmla="*/ 230981 h 252412"/>
                <a:gd name="connsiteX7" fmla="*/ 126207 w 1716882"/>
                <a:gd name="connsiteY7" fmla="*/ 226218 h 252412"/>
                <a:gd name="connsiteX8" fmla="*/ 135732 w 1716882"/>
                <a:gd name="connsiteY8" fmla="*/ 223837 h 252412"/>
                <a:gd name="connsiteX9" fmla="*/ 197644 w 1716882"/>
                <a:gd name="connsiteY9" fmla="*/ 216693 h 252412"/>
                <a:gd name="connsiteX10" fmla="*/ 221457 w 1716882"/>
                <a:gd name="connsiteY10" fmla="*/ 219075 h 252412"/>
                <a:gd name="connsiteX11" fmla="*/ 309564 w 1716882"/>
                <a:gd name="connsiteY11" fmla="*/ 209550 h 252412"/>
                <a:gd name="connsiteX12" fmla="*/ 402432 w 1716882"/>
                <a:gd name="connsiteY12" fmla="*/ 200025 h 252412"/>
                <a:gd name="connsiteX13" fmla="*/ 492919 w 1716882"/>
                <a:gd name="connsiteY13" fmla="*/ 188119 h 252412"/>
                <a:gd name="connsiteX14" fmla="*/ 552450 w 1716882"/>
                <a:gd name="connsiteY14" fmla="*/ 178593 h 252412"/>
                <a:gd name="connsiteX15" fmla="*/ 592932 w 1716882"/>
                <a:gd name="connsiteY15" fmla="*/ 166687 h 252412"/>
                <a:gd name="connsiteX16" fmla="*/ 633413 w 1716882"/>
                <a:gd name="connsiteY16" fmla="*/ 157162 h 252412"/>
                <a:gd name="connsiteX17" fmla="*/ 661988 w 1716882"/>
                <a:gd name="connsiteY17" fmla="*/ 154781 h 252412"/>
                <a:gd name="connsiteX18" fmla="*/ 697707 w 1716882"/>
                <a:gd name="connsiteY18" fmla="*/ 147637 h 252412"/>
                <a:gd name="connsiteX19" fmla="*/ 800100 w 1716882"/>
                <a:gd name="connsiteY19" fmla="*/ 130969 h 252412"/>
                <a:gd name="connsiteX20" fmla="*/ 871538 w 1716882"/>
                <a:gd name="connsiteY20" fmla="*/ 128587 h 252412"/>
                <a:gd name="connsiteX21" fmla="*/ 916782 w 1716882"/>
                <a:gd name="connsiteY21" fmla="*/ 130968 h 252412"/>
                <a:gd name="connsiteX22" fmla="*/ 966788 w 1716882"/>
                <a:gd name="connsiteY22" fmla="*/ 128587 h 252412"/>
                <a:gd name="connsiteX23" fmla="*/ 995363 w 1716882"/>
                <a:gd name="connsiteY23" fmla="*/ 114300 h 252412"/>
                <a:gd name="connsiteX24" fmla="*/ 1004888 w 1716882"/>
                <a:gd name="connsiteY24" fmla="*/ 111918 h 252412"/>
                <a:gd name="connsiteX25" fmla="*/ 1050132 w 1716882"/>
                <a:gd name="connsiteY25" fmla="*/ 107156 h 252412"/>
                <a:gd name="connsiteX26" fmla="*/ 1071563 w 1716882"/>
                <a:gd name="connsiteY26" fmla="*/ 102393 h 252412"/>
                <a:gd name="connsiteX27" fmla="*/ 1083469 w 1716882"/>
                <a:gd name="connsiteY27" fmla="*/ 97631 h 252412"/>
                <a:gd name="connsiteX28" fmla="*/ 1121569 w 1716882"/>
                <a:gd name="connsiteY28" fmla="*/ 90487 h 252412"/>
                <a:gd name="connsiteX29" fmla="*/ 1169194 w 1716882"/>
                <a:gd name="connsiteY29" fmla="*/ 76200 h 252412"/>
                <a:gd name="connsiteX30" fmla="*/ 1204913 w 1716882"/>
                <a:gd name="connsiteY30" fmla="*/ 64293 h 252412"/>
                <a:gd name="connsiteX31" fmla="*/ 1245394 w 1716882"/>
                <a:gd name="connsiteY31" fmla="*/ 59531 h 252412"/>
                <a:gd name="connsiteX32" fmla="*/ 1273969 w 1716882"/>
                <a:gd name="connsiteY32" fmla="*/ 52387 h 252412"/>
                <a:gd name="connsiteX33" fmla="*/ 1378744 w 1716882"/>
                <a:gd name="connsiteY33" fmla="*/ 54768 h 252412"/>
                <a:gd name="connsiteX34" fmla="*/ 1443038 w 1716882"/>
                <a:gd name="connsiteY34" fmla="*/ 52387 h 252412"/>
                <a:gd name="connsiteX35" fmla="*/ 1459707 w 1716882"/>
                <a:gd name="connsiteY35" fmla="*/ 54768 h 252412"/>
                <a:gd name="connsiteX36" fmla="*/ 1514475 w 1716882"/>
                <a:gd name="connsiteY36" fmla="*/ 52387 h 252412"/>
                <a:gd name="connsiteX37" fmla="*/ 1535907 w 1716882"/>
                <a:gd name="connsiteY37" fmla="*/ 45243 h 252412"/>
                <a:gd name="connsiteX38" fmla="*/ 1552575 w 1716882"/>
                <a:gd name="connsiteY38" fmla="*/ 38100 h 252412"/>
                <a:gd name="connsiteX39" fmla="*/ 1571625 w 1716882"/>
                <a:gd name="connsiteY39" fmla="*/ 30956 h 252412"/>
                <a:gd name="connsiteX40" fmla="*/ 1624013 w 1716882"/>
                <a:gd name="connsiteY40" fmla="*/ 14287 h 252412"/>
                <a:gd name="connsiteX41" fmla="*/ 1702594 w 1716882"/>
                <a:gd name="connsiteY41" fmla="*/ 11906 h 252412"/>
                <a:gd name="connsiteX42" fmla="*/ 1709738 w 1716882"/>
                <a:gd name="connsiteY42" fmla="*/ 7143 h 252412"/>
                <a:gd name="connsiteX43" fmla="*/ 1716882 w 1716882"/>
                <a:gd name="connsiteY43" fmla="*/ 0 h 252412"/>
                <a:gd name="connsiteX0" fmla="*/ 0 w 1716882"/>
                <a:gd name="connsiteY0" fmla="*/ 252412 h 252412"/>
                <a:gd name="connsiteX1" fmla="*/ 30957 w 1716882"/>
                <a:gd name="connsiteY1" fmla="*/ 247650 h 252412"/>
                <a:gd name="connsiteX2" fmla="*/ 50007 w 1716882"/>
                <a:gd name="connsiteY2" fmla="*/ 242887 h 252412"/>
                <a:gd name="connsiteX3" fmla="*/ 57150 w 1716882"/>
                <a:gd name="connsiteY3" fmla="*/ 240506 h 252412"/>
                <a:gd name="connsiteX4" fmla="*/ 85725 w 1716882"/>
                <a:gd name="connsiteY4" fmla="*/ 238125 h 252412"/>
                <a:gd name="connsiteX5" fmla="*/ 92869 w 1716882"/>
                <a:gd name="connsiteY5" fmla="*/ 235743 h 252412"/>
                <a:gd name="connsiteX6" fmla="*/ 116682 w 1716882"/>
                <a:gd name="connsiteY6" fmla="*/ 230981 h 252412"/>
                <a:gd name="connsiteX7" fmla="*/ 126207 w 1716882"/>
                <a:gd name="connsiteY7" fmla="*/ 226218 h 252412"/>
                <a:gd name="connsiteX8" fmla="*/ 135732 w 1716882"/>
                <a:gd name="connsiteY8" fmla="*/ 223837 h 252412"/>
                <a:gd name="connsiteX9" fmla="*/ 197644 w 1716882"/>
                <a:gd name="connsiteY9" fmla="*/ 216693 h 252412"/>
                <a:gd name="connsiteX10" fmla="*/ 221457 w 1716882"/>
                <a:gd name="connsiteY10" fmla="*/ 219075 h 252412"/>
                <a:gd name="connsiteX11" fmla="*/ 309564 w 1716882"/>
                <a:gd name="connsiteY11" fmla="*/ 209550 h 252412"/>
                <a:gd name="connsiteX12" fmla="*/ 402432 w 1716882"/>
                <a:gd name="connsiteY12" fmla="*/ 200025 h 252412"/>
                <a:gd name="connsiteX13" fmla="*/ 492919 w 1716882"/>
                <a:gd name="connsiteY13" fmla="*/ 188119 h 252412"/>
                <a:gd name="connsiteX14" fmla="*/ 552450 w 1716882"/>
                <a:gd name="connsiteY14" fmla="*/ 178593 h 252412"/>
                <a:gd name="connsiteX15" fmla="*/ 592932 w 1716882"/>
                <a:gd name="connsiteY15" fmla="*/ 166687 h 252412"/>
                <a:gd name="connsiteX16" fmla="*/ 633413 w 1716882"/>
                <a:gd name="connsiteY16" fmla="*/ 157162 h 252412"/>
                <a:gd name="connsiteX17" fmla="*/ 661988 w 1716882"/>
                <a:gd name="connsiteY17" fmla="*/ 154781 h 252412"/>
                <a:gd name="connsiteX18" fmla="*/ 697707 w 1716882"/>
                <a:gd name="connsiteY18" fmla="*/ 147637 h 252412"/>
                <a:gd name="connsiteX19" fmla="*/ 800100 w 1716882"/>
                <a:gd name="connsiteY19" fmla="*/ 130969 h 252412"/>
                <a:gd name="connsiteX20" fmla="*/ 871538 w 1716882"/>
                <a:gd name="connsiteY20" fmla="*/ 128587 h 252412"/>
                <a:gd name="connsiteX21" fmla="*/ 916782 w 1716882"/>
                <a:gd name="connsiteY21" fmla="*/ 130968 h 252412"/>
                <a:gd name="connsiteX22" fmla="*/ 995363 w 1716882"/>
                <a:gd name="connsiteY22" fmla="*/ 114300 h 252412"/>
                <a:gd name="connsiteX23" fmla="*/ 1004888 w 1716882"/>
                <a:gd name="connsiteY23" fmla="*/ 111918 h 252412"/>
                <a:gd name="connsiteX24" fmla="*/ 1050132 w 1716882"/>
                <a:gd name="connsiteY24" fmla="*/ 107156 h 252412"/>
                <a:gd name="connsiteX25" fmla="*/ 1071563 w 1716882"/>
                <a:gd name="connsiteY25" fmla="*/ 102393 h 252412"/>
                <a:gd name="connsiteX26" fmla="*/ 1083469 w 1716882"/>
                <a:gd name="connsiteY26" fmla="*/ 97631 h 252412"/>
                <a:gd name="connsiteX27" fmla="*/ 1121569 w 1716882"/>
                <a:gd name="connsiteY27" fmla="*/ 90487 h 252412"/>
                <a:gd name="connsiteX28" fmla="*/ 1169194 w 1716882"/>
                <a:gd name="connsiteY28" fmla="*/ 76200 h 252412"/>
                <a:gd name="connsiteX29" fmla="*/ 1204913 w 1716882"/>
                <a:gd name="connsiteY29" fmla="*/ 64293 h 252412"/>
                <a:gd name="connsiteX30" fmla="*/ 1245394 w 1716882"/>
                <a:gd name="connsiteY30" fmla="*/ 59531 h 252412"/>
                <a:gd name="connsiteX31" fmla="*/ 1273969 w 1716882"/>
                <a:gd name="connsiteY31" fmla="*/ 52387 h 252412"/>
                <a:gd name="connsiteX32" fmla="*/ 1378744 w 1716882"/>
                <a:gd name="connsiteY32" fmla="*/ 54768 h 252412"/>
                <a:gd name="connsiteX33" fmla="*/ 1443038 w 1716882"/>
                <a:gd name="connsiteY33" fmla="*/ 52387 h 252412"/>
                <a:gd name="connsiteX34" fmla="*/ 1459707 w 1716882"/>
                <a:gd name="connsiteY34" fmla="*/ 54768 h 252412"/>
                <a:gd name="connsiteX35" fmla="*/ 1514475 w 1716882"/>
                <a:gd name="connsiteY35" fmla="*/ 52387 h 252412"/>
                <a:gd name="connsiteX36" fmla="*/ 1535907 w 1716882"/>
                <a:gd name="connsiteY36" fmla="*/ 45243 h 252412"/>
                <a:gd name="connsiteX37" fmla="*/ 1552575 w 1716882"/>
                <a:gd name="connsiteY37" fmla="*/ 38100 h 252412"/>
                <a:gd name="connsiteX38" fmla="*/ 1571625 w 1716882"/>
                <a:gd name="connsiteY38" fmla="*/ 30956 h 252412"/>
                <a:gd name="connsiteX39" fmla="*/ 1624013 w 1716882"/>
                <a:gd name="connsiteY39" fmla="*/ 14287 h 252412"/>
                <a:gd name="connsiteX40" fmla="*/ 1702594 w 1716882"/>
                <a:gd name="connsiteY40" fmla="*/ 11906 h 252412"/>
                <a:gd name="connsiteX41" fmla="*/ 1709738 w 1716882"/>
                <a:gd name="connsiteY41" fmla="*/ 7143 h 252412"/>
                <a:gd name="connsiteX42" fmla="*/ 1716882 w 1716882"/>
                <a:gd name="connsiteY42" fmla="*/ 0 h 252412"/>
                <a:gd name="connsiteX0" fmla="*/ 0 w 1716882"/>
                <a:gd name="connsiteY0" fmla="*/ 252412 h 252412"/>
                <a:gd name="connsiteX1" fmla="*/ 30957 w 1716882"/>
                <a:gd name="connsiteY1" fmla="*/ 247650 h 252412"/>
                <a:gd name="connsiteX2" fmla="*/ 50007 w 1716882"/>
                <a:gd name="connsiteY2" fmla="*/ 242887 h 252412"/>
                <a:gd name="connsiteX3" fmla="*/ 57150 w 1716882"/>
                <a:gd name="connsiteY3" fmla="*/ 240506 h 252412"/>
                <a:gd name="connsiteX4" fmla="*/ 85725 w 1716882"/>
                <a:gd name="connsiteY4" fmla="*/ 238125 h 252412"/>
                <a:gd name="connsiteX5" fmla="*/ 92869 w 1716882"/>
                <a:gd name="connsiteY5" fmla="*/ 235743 h 252412"/>
                <a:gd name="connsiteX6" fmla="*/ 116682 w 1716882"/>
                <a:gd name="connsiteY6" fmla="*/ 230981 h 252412"/>
                <a:gd name="connsiteX7" fmla="*/ 126207 w 1716882"/>
                <a:gd name="connsiteY7" fmla="*/ 226218 h 252412"/>
                <a:gd name="connsiteX8" fmla="*/ 135732 w 1716882"/>
                <a:gd name="connsiteY8" fmla="*/ 223837 h 252412"/>
                <a:gd name="connsiteX9" fmla="*/ 197644 w 1716882"/>
                <a:gd name="connsiteY9" fmla="*/ 216693 h 252412"/>
                <a:gd name="connsiteX10" fmla="*/ 221457 w 1716882"/>
                <a:gd name="connsiteY10" fmla="*/ 219075 h 252412"/>
                <a:gd name="connsiteX11" fmla="*/ 309564 w 1716882"/>
                <a:gd name="connsiteY11" fmla="*/ 209550 h 252412"/>
                <a:gd name="connsiteX12" fmla="*/ 402432 w 1716882"/>
                <a:gd name="connsiteY12" fmla="*/ 200025 h 252412"/>
                <a:gd name="connsiteX13" fmla="*/ 492919 w 1716882"/>
                <a:gd name="connsiteY13" fmla="*/ 188119 h 252412"/>
                <a:gd name="connsiteX14" fmla="*/ 552450 w 1716882"/>
                <a:gd name="connsiteY14" fmla="*/ 178593 h 252412"/>
                <a:gd name="connsiteX15" fmla="*/ 592932 w 1716882"/>
                <a:gd name="connsiteY15" fmla="*/ 166687 h 252412"/>
                <a:gd name="connsiteX16" fmla="*/ 633413 w 1716882"/>
                <a:gd name="connsiteY16" fmla="*/ 157162 h 252412"/>
                <a:gd name="connsiteX17" fmla="*/ 661988 w 1716882"/>
                <a:gd name="connsiteY17" fmla="*/ 154781 h 252412"/>
                <a:gd name="connsiteX18" fmla="*/ 697707 w 1716882"/>
                <a:gd name="connsiteY18" fmla="*/ 147637 h 252412"/>
                <a:gd name="connsiteX19" fmla="*/ 800100 w 1716882"/>
                <a:gd name="connsiteY19" fmla="*/ 130969 h 252412"/>
                <a:gd name="connsiteX20" fmla="*/ 871538 w 1716882"/>
                <a:gd name="connsiteY20" fmla="*/ 128587 h 252412"/>
                <a:gd name="connsiteX21" fmla="*/ 916782 w 1716882"/>
                <a:gd name="connsiteY21" fmla="*/ 130968 h 252412"/>
                <a:gd name="connsiteX22" fmla="*/ 995363 w 1716882"/>
                <a:gd name="connsiteY22" fmla="*/ 114300 h 252412"/>
                <a:gd name="connsiteX23" fmla="*/ 1050132 w 1716882"/>
                <a:gd name="connsiteY23" fmla="*/ 107156 h 252412"/>
                <a:gd name="connsiteX24" fmla="*/ 1071563 w 1716882"/>
                <a:gd name="connsiteY24" fmla="*/ 102393 h 252412"/>
                <a:gd name="connsiteX25" fmla="*/ 1083469 w 1716882"/>
                <a:gd name="connsiteY25" fmla="*/ 97631 h 252412"/>
                <a:gd name="connsiteX26" fmla="*/ 1121569 w 1716882"/>
                <a:gd name="connsiteY26" fmla="*/ 90487 h 252412"/>
                <a:gd name="connsiteX27" fmla="*/ 1169194 w 1716882"/>
                <a:gd name="connsiteY27" fmla="*/ 76200 h 252412"/>
                <a:gd name="connsiteX28" fmla="*/ 1204913 w 1716882"/>
                <a:gd name="connsiteY28" fmla="*/ 64293 h 252412"/>
                <a:gd name="connsiteX29" fmla="*/ 1245394 w 1716882"/>
                <a:gd name="connsiteY29" fmla="*/ 59531 h 252412"/>
                <a:gd name="connsiteX30" fmla="*/ 1273969 w 1716882"/>
                <a:gd name="connsiteY30" fmla="*/ 52387 h 252412"/>
                <a:gd name="connsiteX31" fmla="*/ 1378744 w 1716882"/>
                <a:gd name="connsiteY31" fmla="*/ 54768 h 252412"/>
                <a:gd name="connsiteX32" fmla="*/ 1443038 w 1716882"/>
                <a:gd name="connsiteY32" fmla="*/ 52387 h 252412"/>
                <a:gd name="connsiteX33" fmla="*/ 1459707 w 1716882"/>
                <a:gd name="connsiteY33" fmla="*/ 54768 h 252412"/>
                <a:gd name="connsiteX34" fmla="*/ 1514475 w 1716882"/>
                <a:gd name="connsiteY34" fmla="*/ 52387 h 252412"/>
                <a:gd name="connsiteX35" fmla="*/ 1535907 w 1716882"/>
                <a:gd name="connsiteY35" fmla="*/ 45243 h 252412"/>
                <a:gd name="connsiteX36" fmla="*/ 1552575 w 1716882"/>
                <a:gd name="connsiteY36" fmla="*/ 38100 h 252412"/>
                <a:gd name="connsiteX37" fmla="*/ 1571625 w 1716882"/>
                <a:gd name="connsiteY37" fmla="*/ 30956 h 252412"/>
                <a:gd name="connsiteX38" fmla="*/ 1624013 w 1716882"/>
                <a:gd name="connsiteY38" fmla="*/ 14287 h 252412"/>
                <a:gd name="connsiteX39" fmla="*/ 1702594 w 1716882"/>
                <a:gd name="connsiteY39" fmla="*/ 11906 h 252412"/>
                <a:gd name="connsiteX40" fmla="*/ 1709738 w 1716882"/>
                <a:gd name="connsiteY40" fmla="*/ 7143 h 252412"/>
                <a:gd name="connsiteX41" fmla="*/ 1716882 w 1716882"/>
                <a:gd name="connsiteY41" fmla="*/ 0 h 252412"/>
                <a:gd name="connsiteX0" fmla="*/ 0 w 1716882"/>
                <a:gd name="connsiteY0" fmla="*/ 252412 h 252412"/>
                <a:gd name="connsiteX1" fmla="*/ 30957 w 1716882"/>
                <a:gd name="connsiteY1" fmla="*/ 247650 h 252412"/>
                <a:gd name="connsiteX2" fmla="*/ 50007 w 1716882"/>
                <a:gd name="connsiteY2" fmla="*/ 242887 h 252412"/>
                <a:gd name="connsiteX3" fmla="*/ 57150 w 1716882"/>
                <a:gd name="connsiteY3" fmla="*/ 240506 h 252412"/>
                <a:gd name="connsiteX4" fmla="*/ 85725 w 1716882"/>
                <a:gd name="connsiteY4" fmla="*/ 238125 h 252412"/>
                <a:gd name="connsiteX5" fmla="*/ 92869 w 1716882"/>
                <a:gd name="connsiteY5" fmla="*/ 235743 h 252412"/>
                <a:gd name="connsiteX6" fmla="*/ 116682 w 1716882"/>
                <a:gd name="connsiteY6" fmla="*/ 230981 h 252412"/>
                <a:gd name="connsiteX7" fmla="*/ 126207 w 1716882"/>
                <a:gd name="connsiteY7" fmla="*/ 226218 h 252412"/>
                <a:gd name="connsiteX8" fmla="*/ 135732 w 1716882"/>
                <a:gd name="connsiteY8" fmla="*/ 223837 h 252412"/>
                <a:gd name="connsiteX9" fmla="*/ 197644 w 1716882"/>
                <a:gd name="connsiteY9" fmla="*/ 216693 h 252412"/>
                <a:gd name="connsiteX10" fmla="*/ 221457 w 1716882"/>
                <a:gd name="connsiteY10" fmla="*/ 219075 h 252412"/>
                <a:gd name="connsiteX11" fmla="*/ 309564 w 1716882"/>
                <a:gd name="connsiteY11" fmla="*/ 209550 h 252412"/>
                <a:gd name="connsiteX12" fmla="*/ 402432 w 1716882"/>
                <a:gd name="connsiteY12" fmla="*/ 200025 h 252412"/>
                <a:gd name="connsiteX13" fmla="*/ 492919 w 1716882"/>
                <a:gd name="connsiteY13" fmla="*/ 188119 h 252412"/>
                <a:gd name="connsiteX14" fmla="*/ 552450 w 1716882"/>
                <a:gd name="connsiteY14" fmla="*/ 178593 h 252412"/>
                <a:gd name="connsiteX15" fmla="*/ 592932 w 1716882"/>
                <a:gd name="connsiteY15" fmla="*/ 166687 h 252412"/>
                <a:gd name="connsiteX16" fmla="*/ 633413 w 1716882"/>
                <a:gd name="connsiteY16" fmla="*/ 157162 h 252412"/>
                <a:gd name="connsiteX17" fmla="*/ 661988 w 1716882"/>
                <a:gd name="connsiteY17" fmla="*/ 154781 h 252412"/>
                <a:gd name="connsiteX18" fmla="*/ 697707 w 1716882"/>
                <a:gd name="connsiteY18" fmla="*/ 147637 h 252412"/>
                <a:gd name="connsiteX19" fmla="*/ 800100 w 1716882"/>
                <a:gd name="connsiteY19" fmla="*/ 130969 h 252412"/>
                <a:gd name="connsiteX20" fmla="*/ 871538 w 1716882"/>
                <a:gd name="connsiteY20" fmla="*/ 128587 h 252412"/>
                <a:gd name="connsiteX21" fmla="*/ 916782 w 1716882"/>
                <a:gd name="connsiteY21" fmla="*/ 130968 h 252412"/>
                <a:gd name="connsiteX22" fmla="*/ 995363 w 1716882"/>
                <a:gd name="connsiteY22" fmla="*/ 114300 h 252412"/>
                <a:gd name="connsiteX23" fmla="*/ 1050132 w 1716882"/>
                <a:gd name="connsiteY23" fmla="*/ 107156 h 252412"/>
                <a:gd name="connsiteX24" fmla="*/ 1071563 w 1716882"/>
                <a:gd name="connsiteY24" fmla="*/ 102393 h 252412"/>
                <a:gd name="connsiteX25" fmla="*/ 1121569 w 1716882"/>
                <a:gd name="connsiteY25" fmla="*/ 90487 h 252412"/>
                <a:gd name="connsiteX26" fmla="*/ 1169194 w 1716882"/>
                <a:gd name="connsiteY26" fmla="*/ 76200 h 252412"/>
                <a:gd name="connsiteX27" fmla="*/ 1204913 w 1716882"/>
                <a:gd name="connsiteY27" fmla="*/ 64293 h 252412"/>
                <a:gd name="connsiteX28" fmla="*/ 1245394 w 1716882"/>
                <a:gd name="connsiteY28" fmla="*/ 59531 h 252412"/>
                <a:gd name="connsiteX29" fmla="*/ 1273969 w 1716882"/>
                <a:gd name="connsiteY29" fmla="*/ 52387 h 252412"/>
                <a:gd name="connsiteX30" fmla="*/ 1378744 w 1716882"/>
                <a:gd name="connsiteY30" fmla="*/ 54768 h 252412"/>
                <a:gd name="connsiteX31" fmla="*/ 1443038 w 1716882"/>
                <a:gd name="connsiteY31" fmla="*/ 52387 h 252412"/>
                <a:gd name="connsiteX32" fmla="*/ 1459707 w 1716882"/>
                <a:gd name="connsiteY32" fmla="*/ 54768 h 252412"/>
                <a:gd name="connsiteX33" fmla="*/ 1514475 w 1716882"/>
                <a:gd name="connsiteY33" fmla="*/ 52387 h 252412"/>
                <a:gd name="connsiteX34" fmla="*/ 1535907 w 1716882"/>
                <a:gd name="connsiteY34" fmla="*/ 45243 h 252412"/>
                <a:gd name="connsiteX35" fmla="*/ 1552575 w 1716882"/>
                <a:gd name="connsiteY35" fmla="*/ 38100 h 252412"/>
                <a:gd name="connsiteX36" fmla="*/ 1571625 w 1716882"/>
                <a:gd name="connsiteY36" fmla="*/ 30956 h 252412"/>
                <a:gd name="connsiteX37" fmla="*/ 1624013 w 1716882"/>
                <a:gd name="connsiteY37" fmla="*/ 14287 h 252412"/>
                <a:gd name="connsiteX38" fmla="*/ 1702594 w 1716882"/>
                <a:gd name="connsiteY38" fmla="*/ 11906 h 252412"/>
                <a:gd name="connsiteX39" fmla="*/ 1709738 w 1716882"/>
                <a:gd name="connsiteY39" fmla="*/ 7143 h 252412"/>
                <a:gd name="connsiteX40" fmla="*/ 1716882 w 1716882"/>
                <a:gd name="connsiteY40" fmla="*/ 0 h 252412"/>
                <a:gd name="connsiteX0" fmla="*/ 0 w 1716882"/>
                <a:gd name="connsiteY0" fmla="*/ 252412 h 252412"/>
                <a:gd name="connsiteX1" fmla="*/ 30957 w 1716882"/>
                <a:gd name="connsiteY1" fmla="*/ 247650 h 252412"/>
                <a:gd name="connsiteX2" fmla="*/ 50007 w 1716882"/>
                <a:gd name="connsiteY2" fmla="*/ 242887 h 252412"/>
                <a:gd name="connsiteX3" fmla="*/ 57150 w 1716882"/>
                <a:gd name="connsiteY3" fmla="*/ 240506 h 252412"/>
                <a:gd name="connsiteX4" fmla="*/ 85725 w 1716882"/>
                <a:gd name="connsiteY4" fmla="*/ 238125 h 252412"/>
                <a:gd name="connsiteX5" fmla="*/ 92869 w 1716882"/>
                <a:gd name="connsiteY5" fmla="*/ 235743 h 252412"/>
                <a:gd name="connsiteX6" fmla="*/ 116682 w 1716882"/>
                <a:gd name="connsiteY6" fmla="*/ 230981 h 252412"/>
                <a:gd name="connsiteX7" fmla="*/ 126207 w 1716882"/>
                <a:gd name="connsiteY7" fmla="*/ 226218 h 252412"/>
                <a:gd name="connsiteX8" fmla="*/ 135732 w 1716882"/>
                <a:gd name="connsiteY8" fmla="*/ 223837 h 252412"/>
                <a:gd name="connsiteX9" fmla="*/ 197644 w 1716882"/>
                <a:gd name="connsiteY9" fmla="*/ 216693 h 252412"/>
                <a:gd name="connsiteX10" fmla="*/ 221457 w 1716882"/>
                <a:gd name="connsiteY10" fmla="*/ 219075 h 252412"/>
                <a:gd name="connsiteX11" fmla="*/ 309564 w 1716882"/>
                <a:gd name="connsiteY11" fmla="*/ 209550 h 252412"/>
                <a:gd name="connsiteX12" fmla="*/ 402432 w 1716882"/>
                <a:gd name="connsiteY12" fmla="*/ 200025 h 252412"/>
                <a:gd name="connsiteX13" fmla="*/ 492919 w 1716882"/>
                <a:gd name="connsiteY13" fmla="*/ 188119 h 252412"/>
                <a:gd name="connsiteX14" fmla="*/ 552450 w 1716882"/>
                <a:gd name="connsiteY14" fmla="*/ 178593 h 252412"/>
                <a:gd name="connsiteX15" fmla="*/ 592932 w 1716882"/>
                <a:gd name="connsiteY15" fmla="*/ 166687 h 252412"/>
                <a:gd name="connsiteX16" fmla="*/ 633413 w 1716882"/>
                <a:gd name="connsiteY16" fmla="*/ 157162 h 252412"/>
                <a:gd name="connsiteX17" fmla="*/ 661988 w 1716882"/>
                <a:gd name="connsiteY17" fmla="*/ 154781 h 252412"/>
                <a:gd name="connsiteX18" fmla="*/ 697707 w 1716882"/>
                <a:gd name="connsiteY18" fmla="*/ 147637 h 252412"/>
                <a:gd name="connsiteX19" fmla="*/ 800100 w 1716882"/>
                <a:gd name="connsiteY19" fmla="*/ 130969 h 252412"/>
                <a:gd name="connsiteX20" fmla="*/ 871538 w 1716882"/>
                <a:gd name="connsiteY20" fmla="*/ 128587 h 252412"/>
                <a:gd name="connsiteX21" fmla="*/ 916782 w 1716882"/>
                <a:gd name="connsiteY21" fmla="*/ 130968 h 252412"/>
                <a:gd name="connsiteX22" fmla="*/ 995363 w 1716882"/>
                <a:gd name="connsiteY22" fmla="*/ 114300 h 252412"/>
                <a:gd name="connsiteX23" fmla="*/ 1050132 w 1716882"/>
                <a:gd name="connsiteY23" fmla="*/ 107156 h 252412"/>
                <a:gd name="connsiteX24" fmla="*/ 1071563 w 1716882"/>
                <a:gd name="connsiteY24" fmla="*/ 102393 h 252412"/>
                <a:gd name="connsiteX25" fmla="*/ 1121569 w 1716882"/>
                <a:gd name="connsiteY25" fmla="*/ 90487 h 252412"/>
                <a:gd name="connsiteX26" fmla="*/ 1169194 w 1716882"/>
                <a:gd name="connsiteY26" fmla="*/ 76200 h 252412"/>
                <a:gd name="connsiteX27" fmla="*/ 1204913 w 1716882"/>
                <a:gd name="connsiteY27" fmla="*/ 64293 h 252412"/>
                <a:gd name="connsiteX28" fmla="*/ 1245394 w 1716882"/>
                <a:gd name="connsiteY28" fmla="*/ 59531 h 252412"/>
                <a:gd name="connsiteX29" fmla="*/ 1302544 w 1716882"/>
                <a:gd name="connsiteY29" fmla="*/ 57149 h 252412"/>
                <a:gd name="connsiteX30" fmla="*/ 1378744 w 1716882"/>
                <a:gd name="connsiteY30" fmla="*/ 54768 h 252412"/>
                <a:gd name="connsiteX31" fmla="*/ 1443038 w 1716882"/>
                <a:gd name="connsiteY31" fmla="*/ 52387 h 252412"/>
                <a:gd name="connsiteX32" fmla="*/ 1459707 w 1716882"/>
                <a:gd name="connsiteY32" fmla="*/ 54768 h 252412"/>
                <a:gd name="connsiteX33" fmla="*/ 1514475 w 1716882"/>
                <a:gd name="connsiteY33" fmla="*/ 52387 h 252412"/>
                <a:gd name="connsiteX34" fmla="*/ 1535907 w 1716882"/>
                <a:gd name="connsiteY34" fmla="*/ 45243 h 252412"/>
                <a:gd name="connsiteX35" fmla="*/ 1552575 w 1716882"/>
                <a:gd name="connsiteY35" fmla="*/ 38100 h 252412"/>
                <a:gd name="connsiteX36" fmla="*/ 1571625 w 1716882"/>
                <a:gd name="connsiteY36" fmla="*/ 30956 h 252412"/>
                <a:gd name="connsiteX37" fmla="*/ 1624013 w 1716882"/>
                <a:gd name="connsiteY37" fmla="*/ 14287 h 252412"/>
                <a:gd name="connsiteX38" fmla="*/ 1702594 w 1716882"/>
                <a:gd name="connsiteY38" fmla="*/ 11906 h 252412"/>
                <a:gd name="connsiteX39" fmla="*/ 1709738 w 1716882"/>
                <a:gd name="connsiteY39" fmla="*/ 7143 h 252412"/>
                <a:gd name="connsiteX40" fmla="*/ 1716882 w 1716882"/>
                <a:gd name="connsiteY40" fmla="*/ 0 h 252412"/>
                <a:gd name="connsiteX0" fmla="*/ 0 w 1716882"/>
                <a:gd name="connsiteY0" fmla="*/ 252412 h 252412"/>
                <a:gd name="connsiteX1" fmla="*/ 30957 w 1716882"/>
                <a:gd name="connsiteY1" fmla="*/ 247650 h 252412"/>
                <a:gd name="connsiteX2" fmla="*/ 50007 w 1716882"/>
                <a:gd name="connsiteY2" fmla="*/ 242887 h 252412"/>
                <a:gd name="connsiteX3" fmla="*/ 57150 w 1716882"/>
                <a:gd name="connsiteY3" fmla="*/ 240506 h 252412"/>
                <a:gd name="connsiteX4" fmla="*/ 85725 w 1716882"/>
                <a:gd name="connsiteY4" fmla="*/ 238125 h 252412"/>
                <a:gd name="connsiteX5" fmla="*/ 92869 w 1716882"/>
                <a:gd name="connsiteY5" fmla="*/ 235743 h 252412"/>
                <a:gd name="connsiteX6" fmla="*/ 116682 w 1716882"/>
                <a:gd name="connsiteY6" fmla="*/ 230981 h 252412"/>
                <a:gd name="connsiteX7" fmla="*/ 126207 w 1716882"/>
                <a:gd name="connsiteY7" fmla="*/ 226218 h 252412"/>
                <a:gd name="connsiteX8" fmla="*/ 135732 w 1716882"/>
                <a:gd name="connsiteY8" fmla="*/ 223837 h 252412"/>
                <a:gd name="connsiteX9" fmla="*/ 197644 w 1716882"/>
                <a:gd name="connsiteY9" fmla="*/ 216693 h 252412"/>
                <a:gd name="connsiteX10" fmla="*/ 221457 w 1716882"/>
                <a:gd name="connsiteY10" fmla="*/ 219075 h 252412"/>
                <a:gd name="connsiteX11" fmla="*/ 309564 w 1716882"/>
                <a:gd name="connsiteY11" fmla="*/ 209550 h 252412"/>
                <a:gd name="connsiteX12" fmla="*/ 402432 w 1716882"/>
                <a:gd name="connsiteY12" fmla="*/ 200025 h 252412"/>
                <a:gd name="connsiteX13" fmla="*/ 492919 w 1716882"/>
                <a:gd name="connsiteY13" fmla="*/ 188119 h 252412"/>
                <a:gd name="connsiteX14" fmla="*/ 552450 w 1716882"/>
                <a:gd name="connsiteY14" fmla="*/ 178593 h 252412"/>
                <a:gd name="connsiteX15" fmla="*/ 592932 w 1716882"/>
                <a:gd name="connsiteY15" fmla="*/ 166687 h 252412"/>
                <a:gd name="connsiteX16" fmla="*/ 633413 w 1716882"/>
                <a:gd name="connsiteY16" fmla="*/ 157162 h 252412"/>
                <a:gd name="connsiteX17" fmla="*/ 661988 w 1716882"/>
                <a:gd name="connsiteY17" fmla="*/ 154781 h 252412"/>
                <a:gd name="connsiteX18" fmla="*/ 697707 w 1716882"/>
                <a:gd name="connsiteY18" fmla="*/ 147637 h 252412"/>
                <a:gd name="connsiteX19" fmla="*/ 800100 w 1716882"/>
                <a:gd name="connsiteY19" fmla="*/ 130969 h 252412"/>
                <a:gd name="connsiteX20" fmla="*/ 871538 w 1716882"/>
                <a:gd name="connsiteY20" fmla="*/ 128587 h 252412"/>
                <a:gd name="connsiteX21" fmla="*/ 916782 w 1716882"/>
                <a:gd name="connsiteY21" fmla="*/ 130968 h 252412"/>
                <a:gd name="connsiteX22" fmla="*/ 995363 w 1716882"/>
                <a:gd name="connsiteY22" fmla="*/ 114300 h 252412"/>
                <a:gd name="connsiteX23" fmla="*/ 1050132 w 1716882"/>
                <a:gd name="connsiteY23" fmla="*/ 107156 h 252412"/>
                <a:gd name="connsiteX24" fmla="*/ 1071563 w 1716882"/>
                <a:gd name="connsiteY24" fmla="*/ 102393 h 252412"/>
                <a:gd name="connsiteX25" fmla="*/ 1121569 w 1716882"/>
                <a:gd name="connsiteY25" fmla="*/ 90487 h 252412"/>
                <a:gd name="connsiteX26" fmla="*/ 1169194 w 1716882"/>
                <a:gd name="connsiteY26" fmla="*/ 76200 h 252412"/>
                <a:gd name="connsiteX27" fmla="*/ 1204913 w 1716882"/>
                <a:gd name="connsiteY27" fmla="*/ 64293 h 252412"/>
                <a:gd name="connsiteX28" fmla="*/ 1302544 w 1716882"/>
                <a:gd name="connsiteY28" fmla="*/ 57149 h 252412"/>
                <a:gd name="connsiteX29" fmla="*/ 1378744 w 1716882"/>
                <a:gd name="connsiteY29" fmla="*/ 54768 h 252412"/>
                <a:gd name="connsiteX30" fmla="*/ 1443038 w 1716882"/>
                <a:gd name="connsiteY30" fmla="*/ 52387 h 252412"/>
                <a:gd name="connsiteX31" fmla="*/ 1459707 w 1716882"/>
                <a:gd name="connsiteY31" fmla="*/ 54768 h 252412"/>
                <a:gd name="connsiteX32" fmla="*/ 1514475 w 1716882"/>
                <a:gd name="connsiteY32" fmla="*/ 52387 h 252412"/>
                <a:gd name="connsiteX33" fmla="*/ 1535907 w 1716882"/>
                <a:gd name="connsiteY33" fmla="*/ 45243 h 252412"/>
                <a:gd name="connsiteX34" fmla="*/ 1552575 w 1716882"/>
                <a:gd name="connsiteY34" fmla="*/ 38100 h 252412"/>
                <a:gd name="connsiteX35" fmla="*/ 1571625 w 1716882"/>
                <a:gd name="connsiteY35" fmla="*/ 30956 h 252412"/>
                <a:gd name="connsiteX36" fmla="*/ 1624013 w 1716882"/>
                <a:gd name="connsiteY36" fmla="*/ 14287 h 252412"/>
                <a:gd name="connsiteX37" fmla="*/ 1702594 w 1716882"/>
                <a:gd name="connsiteY37" fmla="*/ 11906 h 252412"/>
                <a:gd name="connsiteX38" fmla="*/ 1709738 w 1716882"/>
                <a:gd name="connsiteY38" fmla="*/ 7143 h 252412"/>
                <a:gd name="connsiteX39" fmla="*/ 1716882 w 1716882"/>
                <a:gd name="connsiteY39" fmla="*/ 0 h 252412"/>
                <a:gd name="connsiteX0" fmla="*/ 0 w 1716882"/>
                <a:gd name="connsiteY0" fmla="*/ 252412 h 252412"/>
                <a:gd name="connsiteX1" fmla="*/ 30957 w 1716882"/>
                <a:gd name="connsiteY1" fmla="*/ 247650 h 252412"/>
                <a:gd name="connsiteX2" fmla="*/ 50007 w 1716882"/>
                <a:gd name="connsiteY2" fmla="*/ 242887 h 252412"/>
                <a:gd name="connsiteX3" fmla="*/ 57150 w 1716882"/>
                <a:gd name="connsiteY3" fmla="*/ 240506 h 252412"/>
                <a:gd name="connsiteX4" fmla="*/ 85725 w 1716882"/>
                <a:gd name="connsiteY4" fmla="*/ 238125 h 252412"/>
                <a:gd name="connsiteX5" fmla="*/ 92869 w 1716882"/>
                <a:gd name="connsiteY5" fmla="*/ 235743 h 252412"/>
                <a:gd name="connsiteX6" fmla="*/ 116682 w 1716882"/>
                <a:gd name="connsiteY6" fmla="*/ 230981 h 252412"/>
                <a:gd name="connsiteX7" fmla="*/ 126207 w 1716882"/>
                <a:gd name="connsiteY7" fmla="*/ 226218 h 252412"/>
                <a:gd name="connsiteX8" fmla="*/ 135732 w 1716882"/>
                <a:gd name="connsiteY8" fmla="*/ 223837 h 252412"/>
                <a:gd name="connsiteX9" fmla="*/ 197644 w 1716882"/>
                <a:gd name="connsiteY9" fmla="*/ 216693 h 252412"/>
                <a:gd name="connsiteX10" fmla="*/ 221457 w 1716882"/>
                <a:gd name="connsiteY10" fmla="*/ 219075 h 252412"/>
                <a:gd name="connsiteX11" fmla="*/ 309564 w 1716882"/>
                <a:gd name="connsiteY11" fmla="*/ 209550 h 252412"/>
                <a:gd name="connsiteX12" fmla="*/ 402432 w 1716882"/>
                <a:gd name="connsiteY12" fmla="*/ 200025 h 252412"/>
                <a:gd name="connsiteX13" fmla="*/ 492919 w 1716882"/>
                <a:gd name="connsiteY13" fmla="*/ 188119 h 252412"/>
                <a:gd name="connsiteX14" fmla="*/ 552450 w 1716882"/>
                <a:gd name="connsiteY14" fmla="*/ 178593 h 252412"/>
                <a:gd name="connsiteX15" fmla="*/ 592932 w 1716882"/>
                <a:gd name="connsiteY15" fmla="*/ 166687 h 252412"/>
                <a:gd name="connsiteX16" fmla="*/ 633413 w 1716882"/>
                <a:gd name="connsiteY16" fmla="*/ 157162 h 252412"/>
                <a:gd name="connsiteX17" fmla="*/ 661988 w 1716882"/>
                <a:gd name="connsiteY17" fmla="*/ 154781 h 252412"/>
                <a:gd name="connsiteX18" fmla="*/ 697707 w 1716882"/>
                <a:gd name="connsiteY18" fmla="*/ 147637 h 252412"/>
                <a:gd name="connsiteX19" fmla="*/ 800100 w 1716882"/>
                <a:gd name="connsiteY19" fmla="*/ 130969 h 252412"/>
                <a:gd name="connsiteX20" fmla="*/ 871538 w 1716882"/>
                <a:gd name="connsiteY20" fmla="*/ 128587 h 252412"/>
                <a:gd name="connsiteX21" fmla="*/ 916782 w 1716882"/>
                <a:gd name="connsiteY21" fmla="*/ 130968 h 252412"/>
                <a:gd name="connsiteX22" fmla="*/ 995363 w 1716882"/>
                <a:gd name="connsiteY22" fmla="*/ 114300 h 252412"/>
                <a:gd name="connsiteX23" fmla="*/ 1050132 w 1716882"/>
                <a:gd name="connsiteY23" fmla="*/ 107156 h 252412"/>
                <a:gd name="connsiteX24" fmla="*/ 1071563 w 1716882"/>
                <a:gd name="connsiteY24" fmla="*/ 102393 h 252412"/>
                <a:gd name="connsiteX25" fmla="*/ 1121569 w 1716882"/>
                <a:gd name="connsiteY25" fmla="*/ 90487 h 252412"/>
                <a:gd name="connsiteX26" fmla="*/ 1169194 w 1716882"/>
                <a:gd name="connsiteY26" fmla="*/ 76200 h 252412"/>
                <a:gd name="connsiteX27" fmla="*/ 1226344 w 1716882"/>
                <a:gd name="connsiteY27" fmla="*/ 66674 h 252412"/>
                <a:gd name="connsiteX28" fmla="*/ 1302544 w 1716882"/>
                <a:gd name="connsiteY28" fmla="*/ 57149 h 252412"/>
                <a:gd name="connsiteX29" fmla="*/ 1378744 w 1716882"/>
                <a:gd name="connsiteY29" fmla="*/ 54768 h 252412"/>
                <a:gd name="connsiteX30" fmla="*/ 1443038 w 1716882"/>
                <a:gd name="connsiteY30" fmla="*/ 52387 h 252412"/>
                <a:gd name="connsiteX31" fmla="*/ 1459707 w 1716882"/>
                <a:gd name="connsiteY31" fmla="*/ 54768 h 252412"/>
                <a:gd name="connsiteX32" fmla="*/ 1514475 w 1716882"/>
                <a:gd name="connsiteY32" fmla="*/ 52387 h 252412"/>
                <a:gd name="connsiteX33" fmla="*/ 1535907 w 1716882"/>
                <a:gd name="connsiteY33" fmla="*/ 45243 h 252412"/>
                <a:gd name="connsiteX34" fmla="*/ 1552575 w 1716882"/>
                <a:gd name="connsiteY34" fmla="*/ 38100 h 252412"/>
                <a:gd name="connsiteX35" fmla="*/ 1571625 w 1716882"/>
                <a:gd name="connsiteY35" fmla="*/ 30956 h 252412"/>
                <a:gd name="connsiteX36" fmla="*/ 1624013 w 1716882"/>
                <a:gd name="connsiteY36" fmla="*/ 14287 h 252412"/>
                <a:gd name="connsiteX37" fmla="*/ 1702594 w 1716882"/>
                <a:gd name="connsiteY37" fmla="*/ 11906 h 252412"/>
                <a:gd name="connsiteX38" fmla="*/ 1709738 w 1716882"/>
                <a:gd name="connsiteY38" fmla="*/ 7143 h 252412"/>
                <a:gd name="connsiteX39" fmla="*/ 1716882 w 1716882"/>
                <a:gd name="connsiteY39" fmla="*/ 0 h 252412"/>
                <a:gd name="connsiteX0" fmla="*/ 0 w 1716882"/>
                <a:gd name="connsiteY0" fmla="*/ 252412 h 252412"/>
                <a:gd name="connsiteX1" fmla="*/ 30957 w 1716882"/>
                <a:gd name="connsiteY1" fmla="*/ 247650 h 252412"/>
                <a:gd name="connsiteX2" fmla="*/ 50007 w 1716882"/>
                <a:gd name="connsiteY2" fmla="*/ 242887 h 252412"/>
                <a:gd name="connsiteX3" fmla="*/ 57150 w 1716882"/>
                <a:gd name="connsiteY3" fmla="*/ 240506 h 252412"/>
                <a:gd name="connsiteX4" fmla="*/ 85725 w 1716882"/>
                <a:gd name="connsiteY4" fmla="*/ 238125 h 252412"/>
                <a:gd name="connsiteX5" fmla="*/ 92869 w 1716882"/>
                <a:gd name="connsiteY5" fmla="*/ 235743 h 252412"/>
                <a:gd name="connsiteX6" fmla="*/ 116682 w 1716882"/>
                <a:gd name="connsiteY6" fmla="*/ 230981 h 252412"/>
                <a:gd name="connsiteX7" fmla="*/ 126207 w 1716882"/>
                <a:gd name="connsiteY7" fmla="*/ 226218 h 252412"/>
                <a:gd name="connsiteX8" fmla="*/ 135732 w 1716882"/>
                <a:gd name="connsiteY8" fmla="*/ 223837 h 252412"/>
                <a:gd name="connsiteX9" fmla="*/ 197644 w 1716882"/>
                <a:gd name="connsiteY9" fmla="*/ 216693 h 252412"/>
                <a:gd name="connsiteX10" fmla="*/ 221457 w 1716882"/>
                <a:gd name="connsiteY10" fmla="*/ 219075 h 252412"/>
                <a:gd name="connsiteX11" fmla="*/ 309564 w 1716882"/>
                <a:gd name="connsiteY11" fmla="*/ 209550 h 252412"/>
                <a:gd name="connsiteX12" fmla="*/ 402432 w 1716882"/>
                <a:gd name="connsiteY12" fmla="*/ 200025 h 252412"/>
                <a:gd name="connsiteX13" fmla="*/ 492919 w 1716882"/>
                <a:gd name="connsiteY13" fmla="*/ 188119 h 252412"/>
                <a:gd name="connsiteX14" fmla="*/ 552450 w 1716882"/>
                <a:gd name="connsiteY14" fmla="*/ 178593 h 252412"/>
                <a:gd name="connsiteX15" fmla="*/ 592932 w 1716882"/>
                <a:gd name="connsiteY15" fmla="*/ 166687 h 252412"/>
                <a:gd name="connsiteX16" fmla="*/ 633413 w 1716882"/>
                <a:gd name="connsiteY16" fmla="*/ 157162 h 252412"/>
                <a:gd name="connsiteX17" fmla="*/ 661988 w 1716882"/>
                <a:gd name="connsiteY17" fmla="*/ 154781 h 252412"/>
                <a:gd name="connsiteX18" fmla="*/ 697707 w 1716882"/>
                <a:gd name="connsiteY18" fmla="*/ 147637 h 252412"/>
                <a:gd name="connsiteX19" fmla="*/ 800100 w 1716882"/>
                <a:gd name="connsiteY19" fmla="*/ 130969 h 252412"/>
                <a:gd name="connsiteX20" fmla="*/ 871538 w 1716882"/>
                <a:gd name="connsiteY20" fmla="*/ 128587 h 252412"/>
                <a:gd name="connsiteX21" fmla="*/ 933451 w 1716882"/>
                <a:gd name="connsiteY21" fmla="*/ 123824 h 252412"/>
                <a:gd name="connsiteX22" fmla="*/ 995363 w 1716882"/>
                <a:gd name="connsiteY22" fmla="*/ 114300 h 252412"/>
                <a:gd name="connsiteX23" fmla="*/ 1050132 w 1716882"/>
                <a:gd name="connsiteY23" fmla="*/ 107156 h 252412"/>
                <a:gd name="connsiteX24" fmla="*/ 1071563 w 1716882"/>
                <a:gd name="connsiteY24" fmla="*/ 102393 h 252412"/>
                <a:gd name="connsiteX25" fmla="*/ 1121569 w 1716882"/>
                <a:gd name="connsiteY25" fmla="*/ 90487 h 252412"/>
                <a:gd name="connsiteX26" fmla="*/ 1169194 w 1716882"/>
                <a:gd name="connsiteY26" fmla="*/ 76200 h 252412"/>
                <a:gd name="connsiteX27" fmla="*/ 1226344 w 1716882"/>
                <a:gd name="connsiteY27" fmla="*/ 66674 h 252412"/>
                <a:gd name="connsiteX28" fmla="*/ 1302544 w 1716882"/>
                <a:gd name="connsiteY28" fmla="*/ 57149 h 252412"/>
                <a:gd name="connsiteX29" fmla="*/ 1378744 w 1716882"/>
                <a:gd name="connsiteY29" fmla="*/ 54768 h 252412"/>
                <a:gd name="connsiteX30" fmla="*/ 1443038 w 1716882"/>
                <a:gd name="connsiteY30" fmla="*/ 52387 h 252412"/>
                <a:gd name="connsiteX31" fmla="*/ 1459707 w 1716882"/>
                <a:gd name="connsiteY31" fmla="*/ 54768 h 252412"/>
                <a:gd name="connsiteX32" fmla="*/ 1514475 w 1716882"/>
                <a:gd name="connsiteY32" fmla="*/ 52387 h 252412"/>
                <a:gd name="connsiteX33" fmla="*/ 1535907 w 1716882"/>
                <a:gd name="connsiteY33" fmla="*/ 45243 h 252412"/>
                <a:gd name="connsiteX34" fmla="*/ 1552575 w 1716882"/>
                <a:gd name="connsiteY34" fmla="*/ 38100 h 252412"/>
                <a:gd name="connsiteX35" fmla="*/ 1571625 w 1716882"/>
                <a:gd name="connsiteY35" fmla="*/ 30956 h 252412"/>
                <a:gd name="connsiteX36" fmla="*/ 1624013 w 1716882"/>
                <a:gd name="connsiteY36" fmla="*/ 14287 h 252412"/>
                <a:gd name="connsiteX37" fmla="*/ 1702594 w 1716882"/>
                <a:gd name="connsiteY37" fmla="*/ 11906 h 252412"/>
                <a:gd name="connsiteX38" fmla="*/ 1709738 w 1716882"/>
                <a:gd name="connsiteY38" fmla="*/ 7143 h 252412"/>
                <a:gd name="connsiteX39" fmla="*/ 1716882 w 1716882"/>
                <a:gd name="connsiteY39" fmla="*/ 0 h 252412"/>
                <a:gd name="connsiteX0" fmla="*/ 0 w 1716882"/>
                <a:gd name="connsiteY0" fmla="*/ 252412 h 252412"/>
                <a:gd name="connsiteX1" fmla="*/ 30957 w 1716882"/>
                <a:gd name="connsiteY1" fmla="*/ 247650 h 252412"/>
                <a:gd name="connsiteX2" fmla="*/ 50007 w 1716882"/>
                <a:gd name="connsiteY2" fmla="*/ 242887 h 252412"/>
                <a:gd name="connsiteX3" fmla="*/ 57150 w 1716882"/>
                <a:gd name="connsiteY3" fmla="*/ 240506 h 252412"/>
                <a:gd name="connsiteX4" fmla="*/ 85725 w 1716882"/>
                <a:gd name="connsiteY4" fmla="*/ 238125 h 252412"/>
                <a:gd name="connsiteX5" fmla="*/ 92869 w 1716882"/>
                <a:gd name="connsiteY5" fmla="*/ 235743 h 252412"/>
                <a:gd name="connsiteX6" fmla="*/ 116682 w 1716882"/>
                <a:gd name="connsiteY6" fmla="*/ 230981 h 252412"/>
                <a:gd name="connsiteX7" fmla="*/ 126207 w 1716882"/>
                <a:gd name="connsiteY7" fmla="*/ 226218 h 252412"/>
                <a:gd name="connsiteX8" fmla="*/ 135732 w 1716882"/>
                <a:gd name="connsiteY8" fmla="*/ 223837 h 252412"/>
                <a:gd name="connsiteX9" fmla="*/ 197644 w 1716882"/>
                <a:gd name="connsiteY9" fmla="*/ 216693 h 252412"/>
                <a:gd name="connsiteX10" fmla="*/ 221457 w 1716882"/>
                <a:gd name="connsiteY10" fmla="*/ 219075 h 252412"/>
                <a:gd name="connsiteX11" fmla="*/ 309564 w 1716882"/>
                <a:gd name="connsiteY11" fmla="*/ 209550 h 252412"/>
                <a:gd name="connsiteX12" fmla="*/ 402432 w 1716882"/>
                <a:gd name="connsiteY12" fmla="*/ 200025 h 252412"/>
                <a:gd name="connsiteX13" fmla="*/ 492919 w 1716882"/>
                <a:gd name="connsiteY13" fmla="*/ 188119 h 252412"/>
                <a:gd name="connsiteX14" fmla="*/ 552450 w 1716882"/>
                <a:gd name="connsiteY14" fmla="*/ 178593 h 252412"/>
                <a:gd name="connsiteX15" fmla="*/ 592932 w 1716882"/>
                <a:gd name="connsiteY15" fmla="*/ 166687 h 252412"/>
                <a:gd name="connsiteX16" fmla="*/ 633413 w 1716882"/>
                <a:gd name="connsiteY16" fmla="*/ 157162 h 252412"/>
                <a:gd name="connsiteX17" fmla="*/ 661988 w 1716882"/>
                <a:gd name="connsiteY17" fmla="*/ 154781 h 252412"/>
                <a:gd name="connsiteX18" fmla="*/ 697707 w 1716882"/>
                <a:gd name="connsiteY18" fmla="*/ 147637 h 252412"/>
                <a:gd name="connsiteX19" fmla="*/ 800100 w 1716882"/>
                <a:gd name="connsiteY19" fmla="*/ 130969 h 252412"/>
                <a:gd name="connsiteX20" fmla="*/ 871538 w 1716882"/>
                <a:gd name="connsiteY20" fmla="*/ 128587 h 252412"/>
                <a:gd name="connsiteX21" fmla="*/ 933451 w 1716882"/>
                <a:gd name="connsiteY21" fmla="*/ 123824 h 252412"/>
                <a:gd name="connsiteX22" fmla="*/ 995363 w 1716882"/>
                <a:gd name="connsiteY22" fmla="*/ 114300 h 252412"/>
                <a:gd name="connsiteX23" fmla="*/ 1050132 w 1716882"/>
                <a:gd name="connsiteY23" fmla="*/ 107156 h 252412"/>
                <a:gd name="connsiteX24" fmla="*/ 1071563 w 1716882"/>
                <a:gd name="connsiteY24" fmla="*/ 102393 h 252412"/>
                <a:gd name="connsiteX25" fmla="*/ 1121569 w 1716882"/>
                <a:gd name="connsiteY25" fmla="*/ 90487 h 252412"/>
                <a:gd name="connsiteX26" fmla="*/ 1169194 w 1716882"/>
                <a:gd name="connsiteY26" fmla="*/ 76200 h 252412"/>
                <a:gd name="connsiteX27" fmla="*/ 1226344 w 1716882"/>
                <a:gd name="connsiteY27" fmla="*/ 66674 h 252412"/>
                <a:gd name="connsiteX28" fmla="*/ 1302544 w 1716882"/>
                <a:gd name="connsiteY28" fmla="*/ 57149 h 252412"/>
                <a:gd name="connsiteX29" fmla="*/ 1378744 w 1716882"/>
                <a:gd name="connsiteY29" fmla="*/ 54768 h 252412"/>
                <a:gd name="connsiteX30" fmla="*/ 1443038 w 1716882"/>
                <a:gd name="connsiteY30" fmla="*/ 52387 h 252412"/>
                <a:gd name="connsiteX31" fmla="*/ 1459707 w 1716882"/>
                <a:gd name="connsiteY31" fmla="*/ 54768 h 252412"/>
                <a:gd name="connsiteX32" fmla="*/ 1514475 w 1716882"/>
                <a:gd name="connsiteY32" fmla="*/ 52387 h 252412"/>
                <a:gd name="connsiteX33" fmla="*/ 1552575 w 1716882"/>
                <a:gd name="connsiteY33" fmla="*/ 38100 h 252412"/>
                <a:gd name="connsiteX34" fmla="*/ 1571625 w 1716882"/>
                <a:gd name="connsiteY34" fmla="*/ 30956 h 252412"/>
                <a:gd name="connsiteX35" fmla="*/ 1624013 w 1716882"/>
                <a:gd name="connsiteY35" fmla="*/ 14287 h 252412"/>
                <a:gd name="connsiteX36" fmla="*/ 1702594 w 1716882"/>
                <a:gd name="connsiteY36" fmla="*/ 11906 h 252412"/>
                <a:gd name="connsiteX37" fmla="*/ 1709738 w 1716882"/>
                <a:gd name="connsiteY37" fmla="*/ 7143 h 252412"/>
                <a:gd name="connsiteX38" fmla="*/ 1716882 w 1716882"/>
                <a:gd name="connsiteY38" fmla="*/ 0 h 252412"/>
                <a:gd name="connsiteX0" fmla="*/ 0 w 1716882"/>
                <a:gd name="connsiteY0" fmla="*/ 252412 h 252412"/>
                <a:gd name="connsiteX1" fmla="*/ 30957 w 1716882"/>
                <a:gd name="connsiteY1" fmla="*/ 247650 h 252412"/>
                <a:gd name="connsiteX2" fmla="*/ 50007 w 1716882"/>
                <a:gd name="connsiteY2" fmla="*/ 242887 h 252412"/>
                <a:gd name="connsiteX3" fmla="*/ 57150 w 1716882"/>
                <a:gd name="connsiteY3" fmla="*/ 240506 h 252412"/>
                <a:gd name="connsiteX4" fmla="*/ 85725 w 1716882"/>
                <a:gd name="connsiteY4" fmla="*/ 238125 h 252412"/>
                <a:gd name="connsiteX5" fmla="*/ 92869 w 1716882"/>
                <a:gd name="connsiteY5" fmla="*/ 235743 h 252412"/>
                <a:gd name="connsiteX6" fmla="*/ 116682 w 1716882"/>
                <a:gd name="connsiteY6" fmla="*/ 230981 h 252412"/>
                <a:gd name="connsiteX7" fmla="*/ 126207 w 1716882"/>
                <a:gd name="connsiteY7" fmla="*/ 226218 h 252412"/>
                <a:gd name="connsiteX8" fmla="*/ 135732 w 1716882"/>
                <a:gd name="connsiteY8" fmla="*/ 223837 h 252412"/>
                <a:gd name="connsiteX9" fmla="*/ 197644 w 1716882"/>
                <a:gd name="connsiteY9" fmla="*/ 216693 h 252412"/>
                <a:gd name="connsiteX10" fmla="*/ 221457 w 1716882"/>
                <a:gd name="connsiteY10" fmla="*/ 219075 h 252412"/>
                <a:gd name="connsiteX11" fmla="*/ 309564 w 1716882"/>
                <a:gd name="connsiteY11" fmla="*/ 209550 h 252412"/>
                <a:gd name="connsiteX12" fmla="*/ 402432 w 1716882"/>
                <a:gd name="connsiteY12" fmla="*/ 200025 h 252412"/>
                <a:gd name="connsiteX13" fmla="*/ 492919 w 1716882"/>
                <a:gd name="connsiteY13" fmla="*/ 188119 h 252412"/>
                <a:gd name="connsiteX14" fmla="*/ 552450 w 1716882"/>
                <a:gd name="connsiteY14" fmla="*/ 178593 h 252412"/>
                <a:gd name="connsiteX15" fmla="*/ 592932 w 1716882"/>
                <a:gd name="connsiteY15" fmla="*/ 166687 h 252412"/>
                <a:gd name="connsiteX16" fmla="*/ 633413 w 1716882"/>
                <a:gd name="connsiteY16" fmla="*/ 157162 h 252412"/>
                <a:gd name="connsiteX17" fmla="*/ 661988 w 1716882"/>
                <a:gd name="connsiteY17" fmla="*/ 154781 h 252412"/>
                <a:gd name="connsiteX18" fmla="*/ 697707 w 1716882"/>
                <a:gd name="connsiteY18" fmla="*/ 147637 h 252412"/>
                <a:gd name="connsiteX19" fmla="*/ 800100 w 1716882"/>
                <a:gd name="connsiteY19" fmla="*/ 130969 h 252412"/>
                <a:gd name="connsiteX20" fmla="*/ 871538 w 1716882"/>
                <a:gd name="connsiteY20" fmla="*/ 128587 h 252412"/>
                <a:gd name="connsiteX21" fmla="*/ 933451 w 1716882"/>
                <a:gd name="connsiteY21" fmla="*/ 123824 h 252412"/>
                <a:gd name="connsiteX22" fmla="*/ 995363 w 1716882"/>
                <a:gd name="connsiteY22" fmla="*/ 114300 h 252412"/>
                <a:gd name="connsiteX23" fmla="*/ 1050132 w 1716882"/>
                <a:gd name="connsiteY23" fmla="*/ 107156 h 252412"/>
                <a:gd name="connsiteX24" fmla="*/ 1071563 w 1716882"/>
                <a:gd name="connsiteY24" fmla="*/ 102393 h 252412"/>
                <a:gd name="connsiteX25" fmla="*/ 1121569 w 1716882"/>
                <a:gd name="connsiteY25" fmla="*/ 90487 h 252412"/>
                <a:gd name="connsiteX26" fmla="*/ 1169194 w 1716882"/>
                <a:gd name="connsiteY26" fmla="*/ 76200 h 252412"/>
                <a:gd name="connsiteX27" fmla="*/ 1226344 w 1716882"/>
                <a:gd name="connsiteY27" fmla="*/ 66674 h 252412"/>
                <a:gd name="connsiteX28" fmla="*/ 1302544 w 1716882"/>
                <a:gd name="connsiteY28" fmla="*/ 57149 h 252412"/>
                <a:gd name="connsiteX29" fmla="*/ 1378744 w 1716882"/>
                <a:gd name="connsiteY29" fmla="*/ 54768 h 252412"/>
                <a:gd name="connsiteX30" fmla="*/ 1443038 w 1716882"/>
                <a:gd name="connsiteY30" fmla="*/ 52387 h 252412"/>
                <a:gd name="connsiteX31" fmla="*/ 1459707 w 1716882"/>
                <a:gd name="connsiteY31" fmla="*/ 54768 h 252412"/>
                <a:gd name="connsiteX32" fmla="*/ 1516856 w 1716882"/>
                <a:gd name="connsiteY32" fmla="*/ 45244 h 252412"/>
                <a:gd name="connsiteX33" fmla="*/ 1552575 w 1716882"/>
                <a:gd name="connsiteY33" fmla="*/ 38100 h 252412"/>
                <a:gd name="connsiteX34" fmla="*/ 1571625 w 1716882"/>
                <a:gd name="connsiteY34" fmla="*/ 30956 h 252412"/>
                <a:gd name="connsiteX35" fmla="*/ 1624013 w 1716882"/>
                <a:gd name="connsiteY35" fmla="*/ 14287 h 252412"/>
                <a:gd name="connsiteX36" fmla="*/ 1702594 w 1716882"/>
                <a:gd name="connsiteY36" fmla="*/ 11906 h 252412"/>
                <a:gd name="connsiteX37" fmla="*/ 1709738 w 1716882"/>
                <a:gd name="connsiteY37" fmla="*/ 7143 h 252412"/>
                <a:gd name="connsiteX38" fmla="*/ 1716882 w 1716882"/>
                <a:gd name="connsiteY38" fmla="*/ 0 h 252412"/>
                <a:gd name="connsiteX0" fmla="*/ 0 w 1716882"/>
                <a:gd name="connsiteY0" fmla="*/ 252412 h 252412"/>
                <a:gd name="connsiteX1" fmla="*/ 30957 w 1716882"/>
                <a:gd name="connsiteY1" fmla="*/ 247650 h 252412"/>
                <a:gd name="connsiteX2" fmla="*/ 50007 w 1716882"/>
                <a:gd name="connsiteY2" fmla="*/ 242887 h 252412"/>
                <a:gd name="connsiteX3" fmla="*/ 57150 w 1716882"/>
                <a:gd name="connsiteY3" fmla="*/ 240506 h 252412"/>
                <a:gd name="connsiteX4" fmla="*/ 85725 w 1716882"/>
                <a:gd name="connsiteY4" fmla="*/ 238125 h 252412"/>
                <a:gd name="connsiteX5" fmla="*/ 92869 w 1716882"/>
                <a:gd name="connsiteY5" fmla="*/ 235743 h 252412"/>
                <a:gd name="connsiteX6" fmla="*/ 116682 w 1716882"/>
                <a:gd name="connsiteY6" fmla="*/ 230981 h 252412"/>
                <a:gd name="connsiteX7" fmla="*/ 126207 w 1716882"/>
                <a:gd name="connsiteY7" fmla="*/ 226218 h 252412"/>
                <a:gd name="connsiteX8" fmla="*/ 135732 w 1716882"/>
                <a:gd name="connsiteY8" fmla="*/ 223837 h 252412"/>
                <a:gd name="connsiteX9" fmla="*/ 197644 w 1716882"/>
                <a:gd name="connsiteY9" fmla="*/ 216693 h 252412"/>
                <a:gd name="connsiteX10" fmla="*/ 221457 w 1716882"/>
                <a:gd name="connsiteY10" fmla="*/ 219075 h 252412"/>
                <a:gd name="connsiteX11" fmla="*/ 309564 w 1716882"/>
                <a:gd name="connsiteY11" fmla="*/ 209550 h 252412"/>
                <a:gd name="connsiteX12" fmla="*/ 402432 w 1716882"/>
                <a:gd name="connsiteY12" fmla="*/ 200025 h 252412"/>
                <a:gd name="connsiteX13" fmla="*/ 492919 w 1716882"/>
                <a:gd name="connsiteY13" fmla="*/ 188119 h 252412"/>
                <a:gd name="connsiteX14" fmla="*/ 552450 w 1716882"/>
                <a:gd name="connsiteY14" fmla="*/ 178593 h 252412"/>
                <a:gd name="connsiteX15" fmla="*/ 592932 w 1716882"/>
                <a:gd name="connsiteY15" fmla="*/ 166687 h 252412"/>
                <a:gd name="connsiteX16" fmla="*/ 633413 w 1716882"/>
                <a:gd name="connsiteY16" fmla="*/ 157162 h 252412"/>
                <a:gd name="connsiteX17" fmla="*/ 661988 w 1716882"/>
                <a:gd name="connsiteY17" fmla="*/ 154781 h 252412"/>
                <a:gd name="connsiteX18" fmla="*/ 697707 w 1716882"/>
                <a:gd name="connsiteY18" fmla="*/ 147637 h 252412"/>
                <a:gd name="connsiteX19" fmla="*/ 800100 w 1716882"/>
                <a:gd name="connsiteY19" fmla="*/ 130969 h 252412"/>
                <a:gd name="connsiteX20" fmla="*/ 871538 w 1716882"/>
                <a:gd name="connsiteY20" fmla="*/ 128587 h 252412"/>
                <a:gd name="connsiteX21" fmla="*/ 933451 w 1716882"/>
                <a:gd name="connsiteY21" fmla="*/ 123824 h 252412"/>
                <a:gd name="connsiteX22" fmla="*/ 995363 w 1716882"/>
                <a:gd name="connsiteY22" fmla="*/ 114300 h 252412"/>
                <a:gd name="connsiteX23" fmla="*/ 1050132 w 1716882"/>
                <a:gd name="connsiteY23" fmla="*/ 107156 h 252412"/>
                <a:gd name="connsiteX24" fmla="*/ 1071563 w 1716882"/>
                <a:gd name="connsiteY24" fmla="*/ 102393 h 252412"/>
                <a:gd name="connsiteX25" fmla="*/ 1121569 w 1716882"/>
                <a:gd name="connsiteY25" fmla="*/ 90487 h 252412"/>
                <a:gd name="connsiteX26" fmla="*/ 1169194 w 1716882"/>
                <a:gd name="connsiteY26" fmla="*/ 76200 h 252412"/>
                <a:gd name="connsiteX27" fmla="*/ 1226344 w 1716882"/>
                <a:gd name="connsiteY27" fmla="*/ 66674 h 252412"/>
                <a:gd name="connsiteX28" fmla="*/ 1302544 w 1716882"/>
                <a:gd name="connsiteY28" fmla="*/ 57149 h 252412"/>
                <a:gd name="connsiteX29" fmla="*/ 1378744 w 1716882"/>
                <a:gd name="connsiteY29" fmla="*/ 54768 h 252412"/>
                <a:gd name="connsiteX30" fmla="*/ 1443038 w 1716882"/>
                <a:gd name="connsiteY30" fmla="*/ 52387 h 252412"/>
                <a:gd name="connsiteX31" fmla="*/ 1459707 w 1716882"/>
                <a:gd name="connsiteY31" fmla="*/ 54768 h 252412"/>
                <a:gd name="connsiteX32" fmla="*/ 1516856 w 1716882"/>
                <a:gd name="connsiteY32" fmla="*/ 45244 h 252412"/>
                <a:gd name="connsiteX33" fmla="*/ 1552575 w 1716882"/>
                <a:gd name="connsiteY33" fmla="*/ 38100 h 252412"/>
                <a:gd name="connsiteX34" fmla="*/ 1571625 w 1716882"/>
                <a:gd name="connsiteY34" fmla="*/ 30956 h 252412"/>
                <a:gd name="connsiteX35" fmla="*/ 1631157 w 1716882"/>
                <a:gd name="connsiteY35" fmla="*/ 19050 h 252412"/>
                <a:gd name="connsiteX36" fmla="*/ 1702594 w 1716882"/>
                <a:gd name="connsiteY36" fmla="*/ 11906 h 252412"/>
                <a:gd name="connsiteX37" fmla="*/ 1709738 w 1716882"/>
                <a:gd name="connsiteY37" fmla="*/ 7143 h 252412"/>
                <a:gd name="connsiteX38" fmla="*/ 1716882 w 1716882"/>
                <a:gd name="connsiteY38" fmla="*/ 0 h 252412"/>
                <a:gd name="connsiteX0" fmla="*/ 0 w 1709738"/>
                <a:gd name="connsiteY0" fmla="*/ 245269 h 245269"/>
                <a:gd name="connsiteX1" fmla="*/ 30957 w 1709738"/>
                <a:gd name="connsiteY1" fmla="*/ 240507 h 245269"/>
                <a:gd name="connsiteX2" fmla="*/ 50007 w 1709738"/>
                <a:gd name="connsiteY2" fmla="*/ 235744 h 245269"/>
                <a:gd name="connsiteX3" fmla="*/ 57150 w 1709738"/>
                <a:gd name="connsiteY3" fmla="*/ 233363 h 245269"/>
                <a:gd name="connsiteX4" fmla="*/ 85725 w 1709738"/>
                <a:gd name="connsiteY4" fmla="*/ 230982 h 245269"/>
                <a:gd name="connsiteX5" fmla="*/ 92869 w 1709738"/>
                <a:gd name="connsiteY5" fmla="*/ 228600 h 245269"/>
                <a:gd name="connsiteX6" fmla="*/ 116682 w 1709738"/>
                <a:gd name="connsiteY6" fmla="*/ 223838 h 245269"/>
                <a:gd name="connsiteX7" fmla="*/ 126207 w 1709738"/>
                <a:gd name="connsiteY7" fmla="*/ 219075 h 245269"/>
                <a:gd name="connsiteX8" fmla="*/ 135732 w 1709738"/>
                <a:gd name="connsiteY8" fmla="*/ 216694 h 245269"/>
                <a:gd name="connsiteX9" fmla="*/ 197644 w 1709738"/>
                <a:gd name="connsiteY9" fmla="*/ 209550 h 245269"/>
                <a:gd name="connsiteX10" fmla="*/ 221457 w 1709738"/>
                <a:gd name="connsiteY10" fmla="*/ 211932 h 245269"/>
                <a:gd name="connsiteX11" fmla="*/ 309564 w 1709738"/>
                <a:gd name="connsiteY11" fmla="*/ 202407 h 245269"/>
                <a:gd name="connsiteX12" fmla="*/ 402432 w 1709738"/>
                <a:gd name="connsiteY12" fmla="*/ 192882 h 245269"/>
                <a:gd name="connsiteX13" fmla="*/ 492919 w 1709738"/>
                <a:gd name="connsiteY13" fmla="*/ 180976 h 245269"/>
                <a:gd name="connsiteX14" fmla="*/ 552450 w 1709738"/>
                <a:gd name="connsiteY14" fmla="*/ 171450 h 245269"/>
                <a:gd name="connsiteX15" fmla="*/ 592932 w 1709738"/>
                <a:gd name="connsiteY15" fmla="*/ 159544 h 245269"/>
                <a:gd name="connsiteX16" fmla="*/ 633413 w 1709738"/>
                <a:gd name="connsiteY16" fmla="*/ 150019 h 245269"/>
                <a:gd name="connsiteX17" fmla="*/ 661988 w 1709738"/>
                <a:gd name="connsiteY17" fmla="*/ 147638 h 245269"/>
                <a:gd name="connsiteX18" fmla="*/ 697707 w 1709738"/>
                <a:gd name="connsiteY18" fmla="*/ 140494 h 245269"/>
                <a:gd name="connsiteX19" fmla="*/ 800100 w 1709738"/>
                <a:gd name="connsiteY19" fmla="*/ 123826 h 245269"/>
                <a:gd name="connsiteX20" fmla="*/ 871538 w 1709738"/>
                <a:gd name="connsiteY20" fmla="*/ 121444 h 245269"/>
                <a:gd name="connsiteX21" fmla="*/ 933451 w 1709738"/>
                <a:gd name="connsiteY21" fmla="*/ 116681 h 245269"/>
                <a:gd name="connsiteX22" fmla="*/ 995363 w 1709738"/>
                <a:gd name="connsiteY22" fmla="*/ 107157 h 245269"/>
                <a:gd name="connsiteX23" fmla="*/ 1050132 w 1709738"/>
                <a:gd name="connsiteY23" fmla="*/ 100013 h 245269"/>
                <a:gd name="connsiteX24" fmla="*/ 1071563 w 1709738"/>
                <a:gd name="connsiteY24" fmla="*/ 95250 h 245269"/>
                <a:gd name="connsiteX25" fmla="*/ 1121569 w 1709738"/>
                <a:gd name="connsiteY25" fmla="*/ 83344 h 245269"/>
                <a:gd name="connsiteX26" fmla="*/ 1169194 w 1709738"/>
                <a:gd name="connsiteY26" fmla="*/ 69057 h 245269"/>
                <a:gd name="connsiteX27" fmla="*/ 1226344 w 1709738"/>
                <a:gd name="connsiteY27" fmla="*/ 59531 h 245269"/>
                <a:gd name="connsiteX28" fmla="*/ 1302544 w 1709738"/>
                <a:gd name="connsiteY28" fmla="*/ 50006 h 245269"/>
                <a:gd name="connsiteX29" fmla="*/ 1378744 w 1709738"/>
                <a:gd name="connsiteY29" fmla="*/ 47625 h 245269"/>
                <a:gd name="connsiteX30" fmla="*/ 1443038 w 1709738"/>
                <a:gd name="connsiteY30" fmla="*/ 45244 h 245269"/>
                <a:gd name="connsiteX31" fmla="*/ 1459707 w 1709738"/>
                <a:gd name="connsiteY31" fmla="*/ 47625 h 245269"/>
                <a:gd name="connsiteX32" fmla="*/ 1516856 w 1709738"/>
                <a:gd name="connsiteY32" fmla="*/ 38101 h 245269"/>
                <a:gd name="connsiteX33" fmla="*/ 1552575 w 1709738"/>
                <a:gd name="connsiteY33" fmla="*/ 30957 h 245269"/>
                <a:gd name="connsiteX34" fmla="*/ 1571625 w 1709738"/>
                <a:gd name="connsiteY34" fmla="*/ 23813 h 245269"/>
                <a:gd name="connsiteX35" fmla="*/ 1631157 w 1709738"/>
                <a:gd name="connsiteY35" fmla="*/ 11907 h 245269"/>
                <a:gd name="connsiteX36" fmla="*/ 1702594 w 1709738"/>
                <a:gd name="connsiteY36" fmla="*/ 4763 h 245269"/>
                <a:gd name="connsiteX37" fmla="*/ 1709738 w 1709738"/>
                <a:gd name="connsiteY37" fmla="*/ 0 h 245269"/>
                <a:gd name="connsiteX0" fmla="*/ 0 w 1733551"/>
                <a:gd name="connsiteY0" fmla="*/ 247650 h 247650"/>
                <a:gd name="connsiteX1" fmla="*/ 30957 w 1733551"/>
                <a:gd name="connsiteY1" fmla="*/ 242888 h 247650"/>
                <a:gd name="connsiteX2" fmla="*/ 50007 w 1733551"/>
                <a:gd name="connsiteY2" fmla="*/ 238125 h 247650"/>
                <a:gd name="connsiteX3" fmla="*/ 57150 w 1733551"/>
                <a:gd name="connsiteY3" fmla="*/ 235744 h 247650"/>
                <a:gd name="connsiteX4" fmla="*/ 85725 w 1733551"/>
                <a:gd name="connsiteY4" fmla="*/ 233363 h 247650"/>
                <a:gd name="connsiteX5" fmla="*/ 92869 w 1733551"/>
                <a:gd name="connsiteY5" fmla="*/ 230981 h 247650"/>
                <a:gd name="connsiteX6" fmla="*/ 116682 w 1733551"/>
                <a:gd name="connsiteY6" fmla="*/ 226219 h 247650"/>
                <a:gd name="connsiteX7" fmla="*/ 126207 w 1733551"/>
                <a:gd name="connsiteY7" fmla="*/ 221456 h 247650"/>
                <a:gd name="connsiteX8" fmla="*/ 135732 w 1733551"/>
                <a:gd name="connsiteY8" fmla="*/ 219075 h 247650"/>
                <a:gd name="connsiteX9" fmla="*/ 197644 w 1733551"/>
                <a:gd name="connsiteY9" fmla="*/ 211931 h 247650"/>
                <a:gd name="connsiteX10" fmla="*/ 221457 w 1733551"/>
                <a:gd name="connsiteY10" fmla="*/ 214313 h 247650"/>
                <a:gd name="connsiteX11" fmla="*/ 309564 w 1733551"/>
                <a:gd name="connsiteY11" fmla="*/ 204788 h 247650"/>
                <a:gd name="connsiteX12" fmla="*/ 402432 w 1733551"/>
                <a:gd name="connsiteY12" fmla="*/ 195263 h 247650"/>
                <a:gd name="connsiteX13" fmla="*/ 492919 w 1733551"/>
                <a:gd name="connsiteY13" fmla="*/ 183357 h 247650"/>
                <a:gd name="connsiteX14" fmla="*/ 552450 w 1733551"/>
                <a:gd name="connsiteY14" fmla="*/ 173831 h 247650"/>
                <a:gd name="connsiteX15" fmla="*/ 592932 w 1733551"/>
                <a:gd name="connsiteY15" fmla="*/ 161925 h 247650"/>
                <a:gd name="connsiteX16" fmla="*/ 633413 w 1733551"/>
                <a:gd name="connsiteY16" fmla="*/ 152400 h 247650"/>
                <a:gd name="connsiteX17" fmla="*/ 661988 w 1733551"/>
                <a:gd name="connsiteY17" fmla="*/ 150019 h 247650"/>
                <a:gd name="connsiteX18" fmla="*/ 697707 w 1733551"/>
                <a:gd name="connsiteY18" fmla="*/ 142875 h 247650"/>
                <a:gd name="connsiteX19" fmla="*/ 800100 w 1733551"/>
                <a:gd name="connsiteY19" fmla="*/ 126207 h 247650"/>
                <a:gd name="connsiteX20" fmla="*/ 871538 w 1733551"/>
                <a:gd name="connsiteY20" fmla="*/ 123825 h 247650"/>
                <a:gd name="connsiteX21" fmla="*/ 933451 w 1733551"/>
                <a:gd name="connsiteY21" fmla="*/ 119062 h 247650"/>
                <a:gd name="connsiteX22" fmla="*/ 995363 w 1733551"/>
                <a:gd name="connsiteY22" fmla="*/ 109538 h 247650"/>
                <a:gd name="connsiteX23" fmla="*/ 1050132 w 1733551"/>
                <a:gd name="connsiteY23" fmla="*/ 102394 h 247650"/>
                <a:gd name="connsiteX24" fmla="*/ 1071563 w 1733551"/>
                <a:gd name="connsiteY24" fmla="*/ 97631 h 247650"/>
                <a:gd name="connsiteX25" fmla="*/ 1121569 w 1733551"/>
                <a:gd name="connsiteY25" fmla="*/ 85725 h 247650"/>
                <a:gd name="connsiteX26" fmla="*/ 1169194 w 1733551"/>
                <a:gd name="connsiteY26" fmla="*/ 71438 h 247650"/>
                <a:gd name="connsiteX27" fmla="*/ 1226344 w 1733551"/>
                <a:gd name="connsiteY27" fmla="*/ 61912 h 247650"/>
                <a:gd name="connsiteX28" fmla="*/ 1302544 w 1733551"/>
                <a:gd name="connsiteY28" fmla="*/ 52387 h 247650"/>
                <a:gd name="connsiteX29" fmla="*/ 1378744 w 1733551"/>
                <a:gd name="connsiteY29" fmla="*/ 50006 h 247650"/>
                <a:gd name="connsiteX30" fmla="*/ 1443038 w 1733551"/>
                <a:gd name="connsiteY30" fmla="*/ 47625 h 247650"/>
                <a:gd name="connsiteX31" fmla="*/ 1459707 w 1733551"/>
                <a:gd name="connsiteY31" fmla="*/ 50006 h 247650"/>
                <a:gd name="connsiteX32" fmla="*/ 1516856 w 1733551"/>
                <a:gd name="connsiteY32" fmla="*/ 40482 h 247650"/>
                <a:gd name="connsiteX33" fmla="*/ 1552575 w 1733551"/>
                <a:gd name="connsiteY33" fmla="*/ 33338 h 247650"/>
                <a:gd name="connsiteX34" fmla="*/ 1571625 w 1733551"/>
                <a:gd name="connsiteY34" fmla="*/ 26194 h 247650"/>
                <a:gd name="connsiteX35" fmla="*/ 1631157 w 1733551"/>
                <a:gd name="connsiteY35" fmla="*/ 14288 h 247650"/>
                <a:gd name="connsiteX36" fmla="*/ 1702594 w 1733551"/>
                <a:gd name="connsiteY36" fmla="*/ 7144 h 247650"/>
                <a:gd name="connsiteX37" fmla="*/ 1733551 w 1733551"/>
                <a:gd name="connsiteY37" fmla="*/ 0 h 247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1733551" h="247650">
                  <a:moveTo>
                    <a:pt x="0" y="247650"/>
                  </a:moveTo>
                  <a:cubicBezTo>
                    <a:pt x="10319" y="246063"/>
                    <a:pt x="20701" y="244841"/>
                    <a:pt x="30957" y="242888"/>
                  </a:cubicBezTo>
                  <a:cubicBezTo>
                    <a:pt x="37387" y="241663"/>
                    <a:pt x="43692" y="239847"/>
                    <a:pt x="50007" y="238125"/>
                  </a:cubicBezTo>
                  <a:cubicBezTo>
                    <a:pt x="52428" y="237465"/>
                    <a:pt x="54662" y="236076"/>
                    <a:pt x="57150" y="235744"/>
                  </a:cubicBezTo>
                  <a:cubicBezTo>
                    <a:pt x="66624" y="234481"/>
                    <a:pt x="76200" y="234157"/>
                    <a:pt x="85725" y="233363"/>
                  </a:cubicBezTo>
                  <a:cubicBezTo>
                    <a:pt x="88106" y="232569"/>
                    <a:pt x="90423" y="231545"/>
                    <a:pt x="92869" y="230981"/>
                  </a:cubicBezTo>
                  <a:cubicBezTo>
                    <a:pt x="100757" y="229161"/>
                    <a:pt x="116682" y="226219"/>
                    <a:pt x="116682" y="226219"/>
                  </a:cubicBezTo>
                  <a:cubicBezTo>
                    <a:pt x="119857" y="224631"/>
                    <a:pt x="122883" y="222702"/>
                    <a:pt x="126207" y="221456"/>
                  </a:cubicBezTo>
                  <a:cubicBezTo>
                    <a:pt x="129271" y="220307"/>
                    <a:pt x="132509" y="219644"/>
                    <a:pt x="135732" y="219075"/>
                  </a:cubicBezTo>
                  <a:cubicBezTo>
                    <a:pt x="167554" y="213460"/>
                    <a:pt x="165560" y="214400"/>
                    <a:pt x="197644" y="211931"/>
                  </a:cubicBezTo>
                  <a:cubicBezTo>
                    <a:pt x="205582" y="212725"/>
                    <a:pt x="202804" y="215503"/>
                    <a:pt x="221457" y="214313"/>
                  </a:cubicBezTo>
                  <a:cubicBezTo>
                    <a:pt x="240110" y="213123"/>
                    <a:pt x="275155" y="211044"/>
                    <a:pt x="309564" y="204788"/>
                  </a:cubicBezTo>
                  <a:cubicBezTo>
                    <a:pt x="355655" y="196282"/>
                    <a:pt x="371873" y="198835"/>
                    <a:pt x="402432" y="195263"/>
                  </a:cubicBezTo>
                  <a:cubicBezTo>
                    <a:pt x="432991" y="191691"/>
                    <a:pt x="420897" y="189358"/>
                    <a:pt x="492919" y="183357"/>
                  </a:cubicBezTo>
                  <a:cubicBezTo>
                    <a:pt x="517065" y="171283"/>
                    <a:pt x="535781" y="177403"/>
                    <a:pt x="552450" y="173831"/>
                  </a:cubicBezTo>
                  <a:cubicBezTo>
                    <a:pt x="569119" y="170259"/>
                    <a:pt x="579438" y="165497"/>
                    <a:pt x="592932" y="161925"/>
                  </a:cubicBezTo>
                  <a:cubicBezTo>
                    <a:pt x="606426" y="158353"/>
                    <a:pt x="621188" y="154147"/>
                    <a:pt x="633413" y="152400"/>
                  </a:cubicBezTo>
                  <a:cubicBezTo>
                    <a:pt x="642875" y="151048"/>
                    <a:pt x="651272" y="151606"/>
                    <a:pt x="661988" y="150019"/>
                  </a:cubicBezTo>
                  <a:cubicBezTo>
                    <a:pt x="672704" y="148432"/>
                    <a:pt x="674688" y="146844"/>
                    <a:pt x="697707" y="142875"/>
                  </a:cubicBezTo>
                  <a:cubicBezTo>
                    <a:pt x="720726" y="138906"/>
                    <a:pt x="771128" y="129382"/>
                    <a:pt x="800100" y="126207"/>
                  </a:cubicBezTo>
                  <a:lnTo>
                    <a:pt x="871538" y="123825"/>
                  </a:lnTo>
                  <a:cubicBezTo>
                    <a:pt x="886632" y="124337"/>
                    <a:pt x="912814" y="121443"/>
                    <a:pt x="933451" y="119062"/>
                  </a:cubicBezTo>
                  <a:cubicBezTo>
                    <a:pt x="954089" y="116681"/>
                    <a:pt x="975916" y="112316"/>
                    <a:pt x="995363" y="109538"/>
                  </a:cubicBezTo>
                  <a:cubicBezTo>
                    <a:pt x="1014810" y="106760"/>
                    <a:pt x="1037432" y="104378"/>
                    <a:pt x="1050132" y="102394"/>
                  </a:cubicBezTo>
                  <a:cubicBezTo>
                    <a:pt x="1062832" y="100410"/>
                    <a:pt x="1059657" y="100409"/>
                    <a:pt x="1071563" y="97631"/>
                  </a:cubicBezTo>
                  <a:cubicBezTo>
                    <a:pt x="1083469" y="94853"/>
                    <a:pt x="1105297" y="90090"/>
                    <a:pt x="1121569" y="85725"/>
                  </a:cubicBezTo>
                  <a:cubicBezTo>
                    <a:pt x="1137841" y="81360"/>
                    <a:pt x="1155303" y="75804"/>
                    <a:pt x="1169194" y="71438"/>
                  </a:cubicBezTo>
                  <a:cubicBezTo>
                    <a:pt x="1183085" y="67072"/>
                    <a:pt x="1204119" y="65087"/>
                    <a:pt x="1226344" y="61912"/>
                  </a:cubicBezTo>
                  <a:cubicBezTo>
                    <a:pt x="1248569" y="58737"/>
                    <a:pt x="1277144" y="54371"/>
                    <a:pt x="1302544" y="52387"/>
                  </a:cubicBezTo>
                  <a:cubicBezTo>
                    <a:pt x="1327944" y="50403"/>
                    <a:pt x="1332689" y="45620"/>
                    <a:pt x="1378744" y="50006"/>
                  </a:cubicBezTo>
                  <a:cubicBezTo>
                    <a:pt x="1400175" y="49212"/>
                    <a:pt x="1421592" y="47625"/>
                    <a:pt x="1443038" y="47625"/>
                  </a:cubicBezTo>
                  <a:cubicBezTo>
                    <a:pt x="1448651" y="47625"/>
                    <a:pt x="1447404" y="51196"/>
                    <a:pt x="1459707" y="50006"/>
                  </a:cubicBezTo>
                  <a:cubicBezTo>
                    <a:pt x="1472010" y="48816"/>
                    <a:pt x="1498600" y="41276"/>
                    <a:pt x="1516856" y="40482"/>
                  </a:cubicBezTo>
                  <a:cubicBezTo>
                    <a:pt x="1532334" y="37704"/>
                    <a:pt x="1543050" y="36910"/>
                    <a:pt x="1552575" y="33338"/>
                  </a:cubicBezTo>
                  <a:cubicBezTo>
                    <a:pt x="1581430" y="18909"/>
                    <a:pt x="1558528" y="29369"/>
                    <a:pt x="1571625" y="26194"/>
                  </a:cubicBezTo>
                  <a:cubicBezTo>
                    <a:pt x="1584722" y="23019"/>
                    <a:pt x="1602752" y="16758"/>
                    <a:pt x="1631157" y="14288"/>
                  </a:cubicBezTo>
                  <a:cubicBezTo>
                    <a:pt x="1657264" y="12018"/>
                    <a:pt x="1676400" y="7938"/>
                    <a:pt x="1702594" y="7144"/>
                  </a:cubicBezTo>
                  <a:cubicBezTo>
                    <a:pt x="1704975" y="5556"/>
                    <a:pt x="1731352" y="1832"/>
                    <a:pt x="1733551" y="0"/>
                  </a:cubicBezTo>
                </a:path>
              </a:pathLst>
            </a:custGeom>
            <a:noFill/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B7D067DB-776C-BD1A-0A00-F159F5021ADD}"/>
                </a:ext>
              </a:extLst>
            </p:cNvPr>
            <p:cNvSpPr/>
            <p:nvPr/>
          </p:nvSpPr>
          <p:spPr>
            <a:xfrm>
              <a:off x="1884926" y="1271246"/>
              <a:ext cx="786947" cy="141326"/>
            </a:xfrm>
            <a:custGeom>
              <a:avLst/>
              <a:gdLst>
                <a:gd name="connsiteX0" fmla="*/ 28575 w 235744"/>
                <a:gd name="connsiteY0" fmla="*/ 0 h 140494"/>
                <a:gd name="connsiteX1" fmla="*/ 0 w 235744"/>
                <a:gd name="connsiteY1" fmla="*/ 35719 h 140494"/>
                <a:gd name="connsiteX2" fmla="*/ 33338 w 235744"/>
                <a:gd name="connsiteY2" fmla="*/ 88106 h 140494"/>
                <a:gd name="connsiteX3" fmla="*/ 111919 w 235744"/>
                <a:gd name="connsiteY3" fmla="*/ 140494 h 140494"/>
                <a:gd name="connsiteX4" fmla="*/ 178594 w 235744"/>
                <a:gd name="connsiteY4" fmla="*/ 135731 h 140494"/>
                <a:gd name="connsiteX5" fmla="*/ 235744 w 235744"/>
                <a:gd name="connsiteY5" fmla="*/ 114300 h 140494"/>
                <a:gd name="connsiteX6" fmla="*/ 228600 w 235744"/>
                <a:gd name="connsiteY6" fmla="*/ 83344 h 140494"/>
                <a:gd name="connsiteX7" fmla="*/ 178594 w 235744"/>
                <a:gd name="connsiteY7" fmla="*/ 52387 h 140494"/>
                <a:gd name="connsiteX8" fmla="*/ 92869 w 235744"/>
                <a:gd name="connsiteY8" fmla="*/ 26194 h 140494"/>
                <a:gd name="connsiteX9" fmla="*/ 28575 w 235744"/>
                <a:gd name="connsiteY9" fmla="*/ 0 h 1404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35744" h="140494">
                  <a:moveTo>
                    <a:pt x="28575" y="0"/>
                  </a:moveTo>
                  <a:lnTo>
                    <a:pt x="0" y="35719"/>
                  </a:lnTo>
                  <a:lnTo>
                    <a:pt x="33338" y="88106"/>
                  </a:lnTo>
                  <a:lnTo>
                    <a:pt x="111919" y="140494"/>
                  </a:lnTo>
                  <a:lnTo>
                    <a:pt x="178594" y="135731"/>
                  </a:lnTo>
                  <a:lnTo>
                    <a:pt x="235744" y="114300"/>
                  </a:lnTo>
                  <a:lnTo>
                    <a:pt x="228600" y="83344"/>
                  </a:lnTo>
                  <a:lnTo>
                    <a:pt x="178594" y="52387"/>
                  </a:lnTo>
                  <a:lnTo>
                    <a:pt x="92869" y="26194"/>
                  </a:lnTo>
                  <a:lnTo>
                    <a:pt x="28575" y="0"/>
                  </a:lnTo>
                  <a:close/>
                </a:path>
              </a:pathLst>
            </a:custGeom>
            <a:solidFill>
              <a:srgbClr val="00B0F0"/>
            </a:solidFill>
            <a:ln>
              <a:solidFill>
                <a:srgbClr val="00B0F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75" name="Straight Arrow Connector 74">
              <a:extLst>
                <a:ext uri="{FF2B5EF4-FFF2-40B4-BE49-F238E27FC236}">
                  <a16:creationId xmlns:a16="http://schemas.microsoft.com/office/drawing/2014/main" id="{71518295-D6DA-FC18-08B9-BE5029F2B8D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310671" y="609338"/>
              <a:ext cx="0" cy="76546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6" name="TextBox 75">
                  <a:extLst>
                    <a:ext uri="{FF2B5EF4-FFF2-40B4-BE49-F238E27FC236}">
                      <a16:creationId xmlns:a16="http://schemas.microsoft.com/office/drawing/2014/main" id="{87A8A589-2CB9-B93F-F49B-EB4D55F84A76}"/>
                    </a:ext>
                  </a:extLst>
                </p:cNvPr>
                <p:cNvSpPr txBox="1"/>
                <p:nvPr/>
              </p:nvSpPr>
              <p:spPr>
                <a:xfrm>
                  <a:off x="2198061" y="456183"/>
                  <a:ext cx="1766644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𝐸𝑣𝑎𝑝𝑜𝑟𝑎𝑡𝑖𝑜𝑛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>
            <p:sp>
              <p:nvSpPr>
                <p:cNvPr id="76" name="TextBox 75">
                  <a:extLst>
                    <a:ext uri="{FF2B5EF4-FFF2-40B4-BE49-F238E27FC236}">
                      <a16:creationId xmlns:a16="http://schemas.microsoft.com/office/drawing/2014/main" id="{87A8A589-2CB9-B93F-F49B-EB4D55F84A7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98061" y="456183"/>
                  <a:ext cx="1766644" cy="369332"/>
                </a:xfrm>
                <a:prstGeom prst="rect">
                  <a:avLst/>
                </a:prstGeom>
                <a:blipFill>
                  <a:blip r:embed="rId4"/>
                  <a:stretch>
                    <a:fillRect b="-1311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84E58E12-D37A-F445-958D-E70A2390872F}"/>
                </a:ext>
              </a:extLst>
            </p:cNvPr>
            <p:cNvCxnSpPr>
              <a:stCxn id="71" idx="93"/>
              <a:endCxn id="72" idx="86"/>
            </p:cNvCxnSpPr>
            <p:nvPr/>
          </p:nvCxnSpPr>
          <p:spPr>
            <a:xfrm flipV="1">
              <a:off x="2030703" y="1611444"/>
              <a:ext cx="1417041" cy="204671"/>
            </a:xfrm>
            <a:prstGeom prst="line">
              <a:avLst/>
            </a:prstGeom>
            <a:ln>
              <a:headEnd type="stealth" w="med" len="lg"/>
              <a:tailEnd type="stealth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8" name="TextBox 77">
                  <a:extLst>
                    <a:ext uri="{FF2B5EF4-FFF2-40B4-BE49-F238E27FC236}">
                      <a16:creationId xmlns:a16="http://schemas.microsoft.com/office/drawing/2014/main" id="{FBAFD2E3-39CF-6DFE-6A3B-6E1E6F90839B}"/>
                    </a:ext>
                  </a:extLst>
                </p:cNvPr>
                <p:cNvSpPr txBox="1"/>
                <p:nvPr/>
              </p:nvSpPr>
              <p:spPr>
                <a:xfrm>
                  <a:off x="2495868" y="1642727"/>
                  <a:ext cx="209864" cy="184666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lIns="0" tIns="0" rIns="0" bIns="0" rtlCol="0">
                  <a:spAutoFit/>
                </a:bodyPr>
                <a:lstStyle/>
                <a:p>
                  <a:pPr defTabSz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200" b="0" i="1" dirty="0" smtClean="0">
                            <a:latin typeface="Cambria Math" panose="02040503050406030204" pitchFamily="18" charset="0"/>
                          </a:rPr>
                          <m:t>𝑤</m:t>
                        </m:r>
                      </m:oMath>
                    </m:oMathPara>
                  </a14:m>
                  <a:endParaRPr lang="en-US" sz="1200" dirty="0"/>
                </a:p>
              </p:txBody>
            </p:sp>
          </mc:Choice>
          <mc:Fallback>
            <p:sp>
              <p:nvSpPr>
                <p:cNvPr id="78" name="TextBox 77">
                  <a:extLst>
                    <a:ext uri="{FF2B5EF4-FFF2-40B4-BE49-F238E27FC236}">
                      <a16:creationId xmlns:a16="http://schemas.microsoft.com/office/drawing/2014/main" id="{FBAFD2E3-39CF-6DFE-6A3B-6E1E6F90839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95868" y="1642727"/>
                  <a:ext cx="209864" cy="184666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E974B139-2D6D-24A0-3659-E880BE0EDB13}"/>
                </a:ext>
              </a:extLst>
            </p:cNvPr>
            <p:cNvCxnSpPr>
              <a:cxnSpLocks/>
            </p:cNvCxnSpPr>
            <p:nvPr/>
          </p:nvCxnSpPr>
          <p:spPr>
            <a:xfrm>
              <a:off x="389641" y="856705"/>
              <a:ext cx="2416482" cy="1891789"/>
            </a:xfrm>
            <a:prstGeom prst="line">
              <a:avLst/>
            </a:prstGeom>
            <a:ln>
              <a:headEnd type="stealth" w="med" len="lg"/>
              <a:tailEnd type="stealth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3E280D40-F0BC-2A46-3E27-A75355984C0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24861" y="839450"/>
              <a:ext cx="337279" cy="3747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86289904-6A61-9F54-6597-9B56E2D2001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00800" y="2720626"/>
              <a:ext cx="521878" cy="5847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2" name="TextBox 81">
                  <a:extLst>
                    <a:ext uri="{FF2B5EF4-FFF2-40B4-BE49-F238E27FC236}">
                      <a16:creationId xmlns:a16="http://schemas.microsoft.com/office/drawing/2014/main" id="{02886AF7-08FA-5ED1-B94A-F8365663C883}"/>
                    </a:ext>
                  </a:extLst>
                </p:cNvPr>
                <p:cNvSpPr txBox="1"/>
                <p:nvPr/>
              </p:nvSpPr>
              <p:spPr>
                <a:xfrm>
                  <a:off x="1470950" y="1698243"/>
                  <a:ext cx="209864" cy="184666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lIns="0" tIns="0" rIns="0" bIns="0" rtlCol="0">
                  <a:spAutoFit/>
                </a:bodyPr>
                <a:lstStyle/>
                <a:p>
                  <a:pPr defTabSz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oMath>
                    </m:oMathPara>
                  </a14:m>
                  <a:endParaRPr lang="en-US" sz="1200" dirty="0"/>
                </a:p>
              </p:txBody>
            </p:sp>
          </mc:Choice>
          <mc:Fallback>
            <p:sp>
              <p:nvSpPr>
                <p:cNvPr id="82" name="TextBox 81">
                  <a:extLst>
                    <a:ext uri="{FF2B5EF4-FFF2-40B4-BE49-F238E27FC236}">
                      <a16:creationId xmlns:a16="http://schemas.microsoft.com/office/drawing/2014/main" id="{02886AF7-08FA-5ED1-B94A-F8365663C88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70950" y="1698243"/>
                  <a:ext cx="209864" cy="184666"/>
                </a:xfrm>
                <a:prstGeom prst="rect">
                  <a:avLst/>
                </a:prstGeom>
                <a:blipFill>
                  <a:blip r:embed="rId6"/>
                  <a:stretch>
                    <a:fillRect b="-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0BB04E99-7853-AB4A-15A1-76FAB20E84E5}"/>
              </a:ext>
            </a:extLst>
          </p:cNvPr>
          <p:cNvCxnSpPr>
            <a:cxnSpLocks/>
          </p:cNvCxnSpPr>
          <p:nvPr/>
        </p:nvCxnSpPr>
        <p:spPr>
          <a:xfrm>
            <a:off x="8291708" y="1760029"/>
            <a:ext cx="0" cy="7324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F18966C3-7F22-A063-45D8-46CFCAA71D60}"/>
                  </a:ext>
                </a:extLst>
              </p:cNvPr>
              <p:cNvSpPr txBox="1"/>
              <p:nvPr/>
            </p:nvSpPr>
            <p:spPr>
              <a:xfrm>
                <a:off x="7956603" y="1399236"/>
                <a:ext cx="128243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𝑟𝑒𝑐𝑖𝑝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F18966C3-7F22-A063-45D8-46CFCAA71D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56603" y="1399236"/>
                <a:ext cx="1282436" cy="369332"/>
              </a:xfrm>
              <a:prstGeom prst="rect">
                <a:avLst/>
              </a:prstGeom>
              <a:blipFill>
                <a:blip r:embed="rId7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4" name="TextBox 93">
                <a:extLst>
                  <a:ext uri="{FF2B5EF4-FFF2-40B4-BE49-F238E27FC236}">
                    <a16:creationId xmlns:a16="http://schemas.microsoft.com/office/drawing/2014/main" id="{C6E002D7-4697-0261-F693-6F6C730A6358}"/>
                  </a:ext>
                </a:extLst>
              </p:cNvPr>
              <p:cNvSpPr txBox="1"/>
              <p:nvPr/>
            </p:nvSpPr>
            <p:spPr>
              <a:xfrm>
                <a:off x="6575450" y="5147646"/>
                <a:ext cx="5327177" cy="13471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𝐼𝑁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𝑂𝑈𝑇</m:t>
                          </m:r>
                        </m:sub>
                      </m:sSub>
                    </m:oMath>
                  </m:oMathPara>
                </a14:m>
                <a:endParaRPr lang="en-US" sz="2000" b="0" i="1" dirty="0">
                  <a:latin typeface="Cambria Math" panose="02040503050406030204" pitchFamily="18" charset="0"/>
                </a:endParaRPr>
              </a:p>
              <a:p>
                <a:endParaRPr lang="en-US" sz="2000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𝑖𝑛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𝑚𝑣𝑟𝐼𝑛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𝑟𝑜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𝑡𝑟𝑖𝑏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𝑝𝑟𝑒𝑐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      </m:t>
                    </m:r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                         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𝑜𝑢𝑡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𝐸𝑇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𝑑𝑖𝑣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𝑚𝑣𝑟𝑂𝑢𝑡</m:t>
                        </m:r>
                      </m:sub>
                    </m:sSub>
                  </m:oMath>
                </a14:m>
                <a:endParaRPr lang="en-US" sz="2000" dirty="0"/>
              </a:p>
            </p:txBody>
          </p:sp>
        </mc:Choice>
        <mc:Fallback>
          <p:sp>
            <p:nvSpPr>
              <p:cNvPr id="94" name="TextBox 93">
                <a:extLst>
                  <a:ext uri="{FF2B5EF4-FFF2-40B4-BE49-F238E27FC236}">
                    <a16:creationId xmlns:a16="http://schemas.microsoft.com/office/drawing/2014/main" id="{C6E002D7-4697-0261-F693-6F6C730A63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75450" y="5147646"/>
                <a:ext cx="5327177" cy="1347100"/>
              </a:xfrm>
              <a:prstGeom prst="rect">
                <a:avLst/>
              </a:prstGeom>
              <a:blipFill>
                <a:blip r:embed="rId8"/>
                <a:stretch>
                  <a:fillRect l="-343" b="-22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823694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E910A249-2B4A-0FAB-7845-B791AC4F7D58}"/>
              </a:ext>
            </a:extLst>
          </p:cNvPr>
          <p:cNvSpPr txBox="1">
            <a:spLocks/>
          </p:cNvSpPr>
          <p:nvPr/>
        </p:nvSpPr>
        <p:spPr>
          <a:xfrm>
            <a:off x="-51079" y="93820"/>
            <a:ext cx="10515600" cy="956233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Streamflow Routing (SFR) Package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81C25BA-11D2-CA18-DA4D-1C850AB7A7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731" y="1111848"/>
            <a:ext cx="4205789" cy="133136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8FD93AF-2304-FD5D-71DA-417179EAAB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7821" y="2803897"/>
            <a:ext cx="7384667" cy="339370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AB64110-AE2B-9BC6-9956-282F5A152A5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6197" t="4560" b="2819"/>
          <a:stretch>
            <a:fillRect/>
          </a:stretch>
        </p:blipFill>
        <p:spPr>
          <a:xfrm>
            <a:off x="421640" y="2629957"/>
            <a:ext cx="4338320" cy="24784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31878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870A8BE-7D86-9901-F606-5F4F95BB8A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0565" y="1152386"/>
            <a:ext cx="10515600" cy="4351338"/>
          </a:xfrm>
        </p:spPr>
        <p:txBody>
          <a:bodyPr/>
          <a:lstStyle/>
          <a:p>
            <a:pPr marL="0" eaLnBrk="1" hangingPunct="1">
              <a:spcBef>
                <a:spcPts val="0"/>
              </a:spcBef>
              <a:spcAft>
                <a:spcPts val="1200"/>
              </a:spcAft>
            </a:pPr>
            <a:r>
              <a:rPr lang="en-US" dirty="0"/>
              <a:t>Intended for basin scale studies</a:t>
            </a:r>
          </a:p>
          <a:p>
            <a:pPr marL="0" eaLnBrk="1" hangingPunct="1">
              <a:spcBef>
                <a:spcPts val="0"/>
              </a:spcBef>
              <a:spcAft>
                <a:spcPts val="1200"/>
              </a:spcAft>
            </a:pPr>
            <a:r>
              <a:rPr lang="en-US" dirty="0"/>
              <a:t>Numerically stable</a:t>
            </a:r>
          </a:p>
          <a:p>
            <a:pPr marL="0" indent="0" eaLnBrk="1" hangingPunct="1">
              <a:buNone/>
            </a:pPr>
            <a:r>
              <a:rPr lang="en-US" dirty="0"/>
              <a:t>Simulates</a:t>
            </a:r>
          </a:p>
          <a:p>
            <a:pPr eaLnBrk="1" hangingPunct="1"/>
            <a:r>
              <a:rPr lang="en-US" dirty="0"/>
              <a:t>Gravity flow in the unsaturated zone</a:t>
            </a:r>
          </a:p>
          <a:p>
            <a:pPr eaLnBrk="1" hangingPunct="1"/>
            <a:r>
              <a:rPr lang="en-US" dirty="0"/>
              <a:t>Evapotranspiration (unsaturated and saturated)</a:t>
            </a:r>
          </a:p>
          <a:p>
            <a:pPr eaLnBrk="1" hangingPunct="1"/>
            <a:r>
              <a:rPr lang="en-US" dirty="0"/>
              <a:t>Infiltration excess (rejected infiltration)</a:t>
            </a:r>
          </a:p>
          <a:p>
            <a:pPr eaLnBrk="1" hangingPunct="1"/>
            <a:r>
              <a:rPr lang="en-US" dirty="0"/>
              <a:t>Saturation excess (groundwater discharge to land surface)</a:t>
            </a:r>
          </a:p>
          <a:p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6FBB4F21-1CA8-26F3-AE1E-F3EA5F4DB006}"/>
              </a:ext>
            </a:extLst>
          </p:cNvPr>
          <p:cNvSpPr txBox="1">
            <a:spLocks/>
          </p:cNvSpPr>
          <p:nvPr/>
        </p:nvSpPr>
        <p:spPr>
          <a:xfrm>
            <a:off x="115556" y="93820"/>
            <a:ext cx="11952513" cy="95623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Unsaturated Zone Flow (UZF) Package</a:t>
            </a:r>
          </a:p>
        </p:txBody>
      </p:sp>
    </p:spTree>
    <p:extLst>
      <p:ext uri="{BB962C8B-B14F-4D97-AF65-F5344CB8AC3E}">
        <p14:creationId xmlns:p14="http://schemas.microsoft.com/office/powerpoint/2010/main" val="42849106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Diagram&#10;&#10;Description automatically generated">
            <a:extLst>
              <a:ext uri="{FF2B5EF4-FFF2-40B4-BE49-F238E27FC236}">
                <a16:creationId xmlns:a16="http://schemas.microsoft.com/office/drawing/2014/main" id="{1157D167-9E81-BC7C-472F-D703F7797330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931" r="9285" b="56844"/>
          <a:stretch>
            <a:fillRect/>
          </a:stretch>
        </p:blipFill>
        <p:spPr>
          <a:xfrm>
            <a:off x="1212222" y="1687698"/>
            <a:ext cx="6800966" cy="515979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1FE6FC8B-8BB2-8F8F-8D4A-93C9686EF498}"/>
              </a:ext>
            </a:extLst>
          </p:cNvPr>
          <p:cNvSpPr/>
          <p:nvPr/>
        </p:nvSpPr>
        <p:spPr>
          <a:xfrm>
            <a:off x="2154999" y="2255849"/>
            <a:ext cx="1416818" cy="29140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4DB2FEF-E095-8842-1734-F8920D49CACA}"/>
              </a:ext>
            </a:extLst>
          </p:cNvPr>
          <p:cNvSpPr/>
          <p:nvPr/>
        </p:nvSpPr>
        <p:spPr>
          <a:xfrm>
            <a:off x="2253064" y="2642710"/>
            <a:ext cx="1127648" cy="219668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 descr="Diagram&#10;&#10;Description automatically generated">
            <a:extLst>
              <a:ext uri="{FF2B5EF4-FFF2-40B4-BE49-F238E27FC236}">
                <a16:creationId xmlns:a16="http://schemas.microsoft.com/office/drawing/2014/main" id="{B8ABB723-F6FC-F37F-C839-39C13B690F84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931" r="9285" b="56844"/>
          <a:stretch>
            <a:fillRect/>
          </a:stretch>
        </p:blipFill>
        <p:spPr>
          <a:xfrm>
            <a:off x="3831678" y="1687698"/>
            <a:ext cx="6800966" cy="515979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8C673FD5-2359-CC00-B472-66F8FC80EFF0}"/>
              </a:ext>
            </a:extLst>
          </p:cNvPr>
          <p:cNvSpPr/>
          <p:nvPr/>
        </p:nvSpPr>
        <p:spPr>
          <a:xfrm>
            <a:off x="1247856" y="2596935"/>
            <a:ext cx="269816" cy="29140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7755463-44A7-8F07-9CA3-524C24511DD4}"/>
              </a:ext>
            </a:extLst>
          </p:cNvPr>
          <p:cNvSpPr/>
          <p:nvPr/>
        </p:nvSpPr>
        <p:spPr>
          <a:xfrm>
            <a:off x="3581354" y="2547251"/>
            <a:ext cx="534750" cy="3410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0592106-B722-9A0B-C509-D294CA6F1E65}"/>
              </a:ext>
            </a:extLst>
          </p:cNvPr>
          <p:cNvSpPr/>
          <p:nvPr/>
        </p:nvSpPr>
        <p:spPr>
          <a:xfrm>
            <a:off x="6128611" y="2547251"/>
            <a:ext cx="261023" cy="3410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C6C9EB1-EDAE-2861-0560-2E03A3B144C5}"/>
              </a:ext>
            </a:extLst>
          </p:cNvPr>
          <p:cNvSpPr/>
          <p:nvPr/>
        </p:nvSpPr>
        <p:spPr>
          <a:xfrm>
            <a:off x="8444430" y="2633034"/>
            <a:ext cx="261023" cy="3410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7EBBF44-3BCA-EE55-F267-D822C816FCAB}"/>
              </a:ext>
            </a:extLst>
          </p:cNvPr>
          <p:cNvSpPr/>
          <p:nvPr/>
        </p:nvSpPr>
        <p:spPr>
          <a:xfrm>
            <a:off x="1202174" y="1617220"/>
            <a:ext cx="6169594" cy="63862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5C1DA13-E5DB-DFC6-359C-2BDB3250DF26}"/>
              </a:ext>
            </a:extLst>
          </p:cNvPr>
          <p:cNvSpPr txBox="1"/>
          <p:nvPr/>
        </p:nvSpPr>
        <p:spPr>
          <a:xfrm>
            <a:off x="1517672" y="2076839"/>
            <a:ext cx="19400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Recharge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426F5D0-174C-E304-F66D-6EBB1E370D75}"/>
              </a:ext>
            </a:extLst>
          </p:cNvPr>
          <p:cNvSpPr txBox="1"/>
          <p:nvPr/>
        </p:nvSpPr>
        <p:spPr>
          <a:xfrm>
            <a:off x="4880895" y="949012"/>
            <a:ext cx="52640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Unsaturated Zone Flow Package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B89F50D7-A9E7-4646-E0EC-E7BB5DD68E3B}"/>
              </a:ext>
            </a:extLst>
          </p:cNvPr>
          <p:cNvCxnSpPr>
            <a:cxnSpLocks/>
          </p:cNvCxnSpPr>
          <p:nvPr/>
        </p:nvCxnSpPr>
        <p:spPr>
          <a:xfrm>
            <a:off x="2436910" y="4330178"/>
            <a:ext cx="0" cy="770467"/>
          </a:xfrm>
          <a:prstGeom prst="straightConnector1">
            <a:avLst/>
          </a:prstGeom>
          <a:ln w="88900">
            <a:solidFill>
              <a:schemeClr val="accent1">
                <a:lumMod val="60000"/>
                <a:lumOff val="40000"/>
              </a:schemeClr>
            </a:solidFill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8BC15DD2-60AA-C25D-8797-A2E93EAC89F1}"/>
              </a:ext>
            </a:extLst>
          </p:cNvPr>
          <p:cNvSpPr txBox="1"/>
          <p:nvPr/>
        </p:nvSpPr>
        <p:spPr>
          <a:xfrm>
            <a:off x="1977478" y="3960846"/>
            <a:ext cx="12675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Specified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553C7DC8-6C3F-EFAE-ACB7-AE383BBB3172}"/>
              </a:ext>
            </a:extLst>
          </p:cNvPr>
          <p:cNvCxnSpPr>
            <a:cxnSpLocks/>
          </p:cNvCxnSpPr>
          <p:nvPr/>
        </p:nvCxnSpPr>
        <p:spPr>
          <a:xfrm>
            <a:off x="4599913" y="1850430"/>
            <a:ext cx="0" cy="770467"/>
          </a:xfrm>
          <a:prstGeom prst="straightConnector1">
            <a:avLst/>
          </a:prstGeom>
          <a:ln w="88900">
            <a:solidFill>
              <a:schemeClr val="accent1">
                <a:lumMod val="60000"/>
                <a:lumOff val="40000"/>
              </a:schemeClr>
            </a:solidFill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64B3824B-4ECB-8427-0AB1-ED3A8FB435C1}"/>
              </a:ext>
            </a:extLst>
          </p:cNvPr>
          <p:cNvSpPr txBox="1"/>
          <p:nvPr/>
        </p:nvSpPr>
        <p:spPr>
          <a:xfrm>
            <a:off x="3668627" y="1544296"/>
            <a:ext cx="12675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Specified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437976A0-B3F4-9592-F42F-7003DA9591AB}"/>
              </a:ext>
            </a:extLst>
          </p:cNvPr>
          <p:cNvCxnSpPr>
            <a:cxnSpLocks/>
          </p:cNvCxnSpPr>
          <p:nvPr/>
        </p:nvCxnSpPr>
        <p:spPr>
          <a:xfrm flipH="1">
            <a:off x="3994777" y="2538504"/>
            <a:ext cx="497419" cy="0"/>
          </a:xfrm>
          <a:prstGeom prst="straightConnector1">
            <a:avLst/>
          </a:prstGeom>
          <a:ln w="38100">
            <a:solidFill>
              <a:schemeClr val="accent1">
                <a:lumMod val="60000"/>
                <a:lumOff val="40000"/>
              </a:schemeClr>
            </a:solidFill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2E61E9C9-BC13-F949-9184-1268CCAC18A6}"/>
              </a:ext>
            </a:extLst>
          </p:cNvPr>
          <p:cNvSpPr txBox="1"/>
          <p:nvPr/>
        </p:nvSpPr>
        <p:spPr>
          <a:xfrm>
            <a:off x="3536230" y="2160390"/>
            <a:ext cx="8646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Runoff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4598BA1-6307-2A41-2E40-71243C6E6073}"/>
              </a:ext>
            </a:extLst>
          </p:cNvPr>
          <p:cNvSpPr txBox="1"/>
          <p:nvPr/>
        </p:nvSpPr>
        <p:spPr>
          <a:xfrm>
            <a:off x="4429880" y="3027338"/>
            <a:ext cx="6921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Symbol" panose="05050102010706020507" pitchFamily="18" charset="2"/>
              </a:rPr>
              <a:t>D</a:t>
            </a:r>
            <a:r>
              <a:rPr lang="en-US" sz="2400" dirty="0"/>
              <a:t>S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1F6240B5-5F69-D906-DC6E-8C6DB951D162}"/>
              </a:ext>
            </a:extLst>
          </p:cNvPr>
          <p:cNvSpPr/>
          <p:nvPr/>
        </p:nvSpPr>
        <p:spPr>
          <a:xfrm>
            <a:off x="1638625" y="5696109"/>
            <a:ext cx="2334988" cy="11689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3A3A7521-B7AA-618F-E318-E927841F35D7}"/>
              </a:ext>
            </a:extLst>
          </p:cNvPr>
          <p:cNvCxnSpPr>
            <a:cxnSpLocks/>
          </p:cNvCxnSpPr>
          <p:nvPr/>
        </p:nvCxnSpPr>
        <p:spPr>
          <a:xfrm>
            <a:off x="4869636" y="4418477"/>
            <a:ext cx="0" cy="633368"/>
          </a:xfrm>
          <a:prstGeom prst="straightConnector1">
            <a:avLst/>
          </a:prstGeom>
          <a:ln w="38100">
            <a:solidFill>
              <a:schemeClr val="accent1">
                <a:lumMod val="60000"/>
                <a:lumOff val="40000"/>
              </a:schemeClr>
            </a:solidFill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FA67E74D-B8A3-0F03-7AFD-9C9C1885D764}"/>
              </a:ext>
            </a:extLst>
          </p:cNvPr>
          <p:cNvSpPr txBox="1"/>
          <p:nvPr/>
        </p:nvSpPr>
        <p:spPr>
          <a:xfrm>
            <a:off x="4181555" y="4180716"/>
            <a:ext cx="9792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Calculated</a:t>
            </a: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B0F048BF-E264-479F-B39F-CB8499DE183E}"/>
              </a:ext>
            </a:extLst>
          </p:cNvPr>
          <p:cNvCxnSpPr>
            <a:cxnSpLocks/>
          </p:cNvCxnSpPr>
          <p:nvPr/>
        </p:nvCxnSpPr>
        <p:spPr>
          <a:xfrm flipV="1">
            <a:off x="4880895" y="2214538"/>
            <a:ext cx="0" cy="633368"/>
          </a:xfrm>
          <a:prstGeom prst="straightConnector1">
            <a:avLst/>
          </a:prstGeom>
          <a:ln w="38100">
            <a:solidFill>
              <a:schemeClr val="accent1">
                <a:lumMod val="60000"/>
                <a:lumOff val="40000"/>
              </a:schemeClr>
            </a:solidFill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90B34E69-1264-E974-9C30-F534727AE50B}"/>
              </a:ext>
            </a:extLst>
          </p:cNvPr>
          <p:cNvSpPr txBox="1"/>
          <p:nvPr/>
        </p:nvSpPr>
        <p:spPr>
          <a:xfrm>
            <a:off x="4762965" y="1916811"/>
            <a:ext cx="5126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ET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B600986D-6698-FB54-AC78-23A43B2EE511}"/>
              </a:ext>
            </a:extLst>
          </p:cNvPr>
          <p:cNvSpPr txBox="1">
            <a:spLocks/>
          </p:cNvSpPr>
          <p:nvPr/>
        </p:nvSpPr>
        <p:spPr>
          <a:xfrm>
            <a:off x="115556" y="93820"/>
            <a:ext cx="11952513" cy="95623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Unsaturated Zone Flow (UZF) Package</a:t>
            </a:r>
          </a:p>
        </p:txBody>
      </p:sp>
      <p:sp>
        <p:nvSpPr>
          <p:cNvPr id="4" name="Right Brace 3">
            <a:extLst>
              <a:ext uri="{FF2B5EF4-FFF2-40B4-BE49-F238E27FC236}">
                <a16:creationId xmlns:a16="http://schemas.microsoft.com/office/drawing/2014/main" id="{DD064C4E-4FD0-9737-9F58-A50B92A4A121}"/>
              </a:ext>
            </a:extLst>
          </p:cNvPr>
          <p:cNvSpPr/>
          <p:nvPr/>
        </p:nvSpPr>
        <p:spPr>
          <a:xfrm rot="16200000">
            <a:off x="7031040" y="-2000354"/>
            <a:ext cx="280878" cy="7005703"/>
          </a:xfrm>
          <a:prstGeom prst="rightBrace">
            <a:avLst>
              <a:gd name="adj1" fmla="val 91853"/>
              <a:gd name="adj2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03418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B6334F5-7FDF-6FDF-F782-4F33E010E429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ECECEC"/>
              </a:clrFrom>
              <a:clrTo>
                <a:srgbClr val="ECECEC">
                  <a:alpha val="0"/>
                </a:srgbClr>
              </a:clrTo>
            </a:clrChange>
          </a:blip>
          <a:srcRect l="13987" t="13900" r="14546" b="9814"/>
          <a:stretch>
            <a:fillRect/>
          </a:stretch>
        </p:blipFill>
        <p:spPr>
          <a:xfrm>
            <a:off x="9369037" y="3844120"/>
            <a:ext cx="2765946" cy="2952465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475F8AD7-D161-693C-253C-9A6410FB344D}"/>
              </a:ext>
            </a:extLst>
          </p:cNvPr>
          <p:cNvSpPr txBox="1">
            <a:spLocks/>
          </p:cNvSpPr>
          <p:nvPr/>
        </p:nvSpPr>
        <p:spPr>
          <a:xfrm>
            <a:off x="115556" y="93820"/>
            <a:ext cx="11952513" cy="95623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Unsaturated Zone Flow (UZF) Package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5024C0F-8BCD-F016-BACB-A993C57AC2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042" y="1395714"/>
            <a:ext cx="3234759" cy="142284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55D799A-53C3-2231-1F32-C34BCD7281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6667" y="2834570"/>
            <a:ext cx="10023232" cy="117920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C4F135B-CECB-B6DE-0364-F6CFD597815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6571" y="4062925"/>
            <a:ext cx="7636747" cy="1209235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A053B4F0-7B14-B795-C58B-F3F51991B6E6}"/>
              </a:ext>
            </a:extLst>
          </p:cNvPr>
          <p:cNvSpPr/>
          <p:nvPr/>
        </p:nvSpPr>
        <p:spPr>
          <a:xfrm>
            <a:off x="3300884" y="3059723"/>
            <a:ext cx="1125415" cy="27633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89D1E41-BAEB-4A66-EA3A-A29F760BAF79}"/>
              </a:ext>
            </a:extLst>
          </p:cNvPr>
          <p:cNvSpPr txBox="1"/>
          <p:nvPr/>
        </p:nvSpPr>
        <p:spPr>
          <a:xfrm>
            <a:off x="10608735" y="3921457"/>
            <a:ext cx="3502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A212E5F-1AE4-5437-B228-C24569A5B588}"/>
              </a:ext>
            </a:extLst>
          </p:cNvPr>
          <p:cNvSpPr txBox="1"/>
          <p:nvPr/>
        </p:nvSpPr>
        <p:spPr>
          <a:xfrm>
            <a:off x="11022717" y="4062925"/>
            <a:ext cx="3502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D8EBE80-2E03-2F05-CFBF-3C3CBFB89A78}"/>
              </a:ext>
            </a:extLst>
          </p:cNvPr>
          <p:cNvSpPr txBox="1"/>
          <p:nvPr/>
        </p:nvSpPr>
        <p:spPr>
          <a:xfrm>
            <a:off x="11424051" y="4247591"/>
            <a:ext cx="3502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14A9783-EF81-A403-4EDF-B8835D5CBF64}"/>
              </a:ext>
            </a:extLst>
          </p:cNvPr>
          <p:cNvSpPr txBox="1"/>
          <p:nvPr/>
        </p:nvSpPr>
        <p:spPr>
          <a:xfrm>
            <a:off x="11047561" y="4466396"/>
            <a:ext cx="3502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6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DE026C0-68D8-EC8B-6A2E-846DFB10223C}"/>
              </a:ext>
            </a:extLst>
          </p:cNvPr>
          <p:cNvSpPr txBox="1"/>
          <p:nvPr/>
        </p:nvSpPr>
        <p:spPr>
          <a:xfrm>
            <a:off x="10610708" y="4247591"/>
            <a:ext cx="3502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5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91B98F9-B559-A098-40C0-B33009461525}"/>
              </a:ext>
            </a:extLst>
          </p:cNvPr>
          <p:cNvSpPr txBox="1"/>
          <p:nvPr/>
        </p:nvSpPr>
        <p:spPr>
          <a:xfrm>
            <a:off x="10165058" y="4062925"/>
            <a:ext cx="3502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BF07591-DA35-40F2-C3CB-8160637CF979}"/>
              </a:ext>
            </a:extLst>
          </p:cNvPr>
          <p:cNvSpPr txBox="1"/>
          <p:nvPr/>
        </p:nvSpPr>
        <p:spPr>
          <a:xfrm>
            <a:off x="9745226" y="4247591"/>
            <a:ext cx="3502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6485A89-6F95-1E0A-5CAC-EB95802F4C25}"/>
              </a:ext>
            </a:extLst>
          </p:cNvPr>
          <p:cNvSpPr txBox="1"/>
          <p:nvPr/>
        </p:nvSpPr>
        <p:spPr>
          <a:xfrm>
            <a:off x="10184353" y="4482876"/>
            <a:ext cx="3502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8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85C0BFC-FB84-6237-5B55-41CCD708333A}"/>
              </a:ext>
            </a:extLst>
          </p:cNvPr>
          <p:cNvSpPr txBox="1"/>
          <p:nvPr/>
        </p:nvSpPr>
        <p:spPr>
          <a:xfrm>
            <a:off x="10601911" y="4672525"/>
            <a:ext cx="3502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9762EBC-B70E-4016-CD08-9474631D01EA}"/>
              </a:ext>
            </a:extLst>
          </p:cNvPr>
          <p:cNvSpPr txBox="1"/>
          <p:nvPr/>
        </p:nvSpPr>
        <p:spPr>
          <a:xfrm>
            <a:off x="9452642" y="5152756"/>
            <a:ext cx="5062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16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51C4A81-D04F-8477-A6E9-A0AFDD0C7A4F}"/>
              </a:ext>
            </a:extLst>
          </p:cNvPr>
          <p:cNvSpPr txBox="1"/>
          <p:nvPr/>
        </p:nvSpPr>
        <p:spPr>
          <a:xfrm>
            <a:off x="9883120" y="5378862"/>
            <a:ext cx="4822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17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5DF5C25-CA18-46A1-DB3E-9C3C305FC1ED}"/>
              </a:ext>
            </a:extLst>
          </p:cNvPr>
          <p:cNvSpPr txBox="1"/>
          <p:nvPr/>
        </p:nvSpPr>
        <p:spPr>
          <a:xfrm>
            <a:off x="10742481" y="5626473"/>
            <a:ext cx="5969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18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BE95F03-D2DC-93BD-72CA-7A016EDF6556}"/>
              </a:ext>
            </a:extLst>
          </p:cNvPr>
          <p:cNvSpPr txBox="1"/>
          <p:nvPr/>
        </p:nvSpPr>
        <p:spPr>
          <a:xfrm>
            <a:off x="10301607" y="5626473"/>
            <a:ext cx="4822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18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96107ED-5831-F032-08FC-E3031AB7F4B4}"/>
              </a:ext>
            </a:extLst>
          </p:cNvPr>
          <p:cNvSpPr txBox="1"/>
          <p:nvPr/>
        </p:nvSpPr>
        <p:spPr>
          <a:xfrm>
            <a:off x="11216581" y="5378862"/>
            <a:ext cx="4481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15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E9A47E9-9147-C6F0-E36A-243B8EC03AB2}"/>
              </a:ext>
            </a:extLst>
          </p:cNvPr>
          <p:cNvSpPr txBox="1"/>
          <p:nvPr/>
        </p:nvSpPr>
        <p:spPr>
          <a:xfrm>
            <a:off x="11623077" y="5152756"/>
            <a:ext cx="5062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42533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  <a:defRPr/>
            </a:pPr>
            <a:r>
              <a:rPr lang="en-US" sz="2000" b="0" dirty="0"/>
              <a:t>Capabilities</a:t>
            </a:r>
          </a:p>
          <a:p>
            <a:pPr>
              <a:defRPr/>
            </a:pPr>
            <a:r>
              <a:rPr lang="en-US" sz="2000" b="0" dirty="0"/>
              <a:t>Solved as part of the matrix solution</a:t>
            </a:r>
          </a:p>
          <a:p>
            <a:pPr>
              <a:defRPr/>
            </a:pPr>
            <a:r>
              <a:rPr lang="en-US" sz="2000" b="0" dirty="0"/>
              <a:t>Simplified data input</a:t>
            </a:r>
          </a:p>
          <a:p>
            <a:pPr>
              <a:defRPr/>
            </a:pPr>
            <a:r>
              <a:rPr lang="en-US" sz="2000" b="0" dirty="0"/>
              <a:t>Flexible connectivity</a:t>
            </a:r>
          </a:p>
          <a:p>
            <a:pPr>
              <a:defRPr/>
            </a:pPr>
            <a:r>
              <a:rPr lang="en-US" sz="2000" b="0" dirty="0"/>
              <a:t>Several well conductance formulations</a:t>
            </a:r>
          </a:p>
          <a:p>
            <a:pPr>
              <a:defRPr/>
            </a:pPr>
            <a:r>
              <a:rPr lang="en-US" sz="2000" b="0" dirty="0"/>
              <a:t>Constraints (flow reduction and well shutdown)</a:t>
            </a:r>
          </a:p>
          <a:p>
            <a:pPr>
              <a:defRPr/>
            </a:pPr>
            <a:r>
              <a:rPr lang="en-US" sz="2000" b="0" dirty="0"/>
              <a:t>Flowing well option</a:t>
            </a:r>
          </a:p>
          <a:p>
            <a:pPr>
              <a:defRPr/>
            </a:pPr>
            <a:r>
              <a:rPr lang="en-US" sz="2000" b="0" dirty="0"/>
              <a:t>Can account for </a:t>
            </a:r>
            <a:r>
              <a:rPr lang="en-US" sz="2000" b="0" dirty="0" err="1"/>
              <a:t>interbore</a:t>
            </a:r>
            <a:r>
              <a:rPr lang="en-US" sz="2000" b="0" dirty="0"/>
              <a:t> storage changes</a:t>
            </a:r>
          </a:p>
          <a:p>
            <a:pPr>
              <a:defRPr/>
            </a:pPr>
            <a:r>
              <a:rPr lang="en-US" sz="2000" b="0" dirty="0"/>
              <a:t>Constant and inactive wells</a:t>
            </a:r>
          </a:p>
          <a:p>
            <a:pPr marL="0" indent="0">
              <a:buNone/>
              <a:defRPr/>
            </a:pPr>
            <a:r>
              <a:rPr lang="en-US" sz="2000" b="0" dirty="0"/>
              <a:t>Differences</a:t>
            </a:r>
          </a:p>
          <a:p>
            <a:pPr>
              <a:defRPr/>
            </a:pPr>
            <a:r>
              <a:rPr lang="en-US" sz="2000" b="0" dirty="0"/>
              <a:t>No support for</a:t>
            </a:r>
          </a:p>
          <a:p>
            <a:pPr lvl="1">
              <a:defRPr/>
            </a:pPr>
            <a:r>
              <a:rPr lang="en-US" sz="1600" b="0" dirty="0"/>
              <a:t>horizontal wells</a:t>
            </a:r>
          </a:p>
          <a:p>
            <a:pPr lvl="1">
              <a:defRPr/>
            </a:pPr>
            <a:r>
              <a:rPr lang="en-US" sz="1600" b="0" dirty="0"/>
              <a:t>partial penetration</a:t>
            </a:r>
          </a:p>
          <a:p>
            <a:pPr lvl="1">
              <a:defRPr/>
            </a:pPr>
            <a:r>
              <a:rPr lang="en-US" sz="1600" b="0" dirty="0"/>
              <a:t>non-linear head losses</a:t>
            </a:r>
          </a:p>
          <a:p>
            <a:pPr lvl="1">
              <a:defRPr/>
            </a:pPr>
            <a:endParaRPr lang="en-US" sz="1600" b="0" dirty="0"/>
          </a:p>
          <a:p>
            <a:pPr>
              <a:defRPr/>
            </a:pPr>
            <a:endParaRPr lang="en-US" sz="1600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23710DC4-BDD3-1E1A-1CBF-AECE28C4FE5C}"/>
              </a:ext>
            </a:extLst>
          </p:cNvPr>
          <p:cNvSpPr txBox="1">
            <a:spLocks/>
          </p:cNvSpPr>
          <p:nvPr/>
        </p:nvSpPr>
        <p:spPr>
          <a:xfrm>
            <a:off x="-51080" y="93820"/>
            <a:ext cx="11923039" cy="95623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Multi-Aquifer Well (MAW) Package</a:t>
            </a:r>
          </a:p>
        </p:txBody>
      </p:sp>
    </p:spTree>
    <p:extLst>
      <p:ext uri="{BB962C8B-B14F-4D97-AF65-F5344CB8AC3E}">
        <p14:creationId xmlns:p14="http://schemas.microsoft.com/office/powerpoint/2010/main" val="24660337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7693C0-512D-EF09-0B18-B018F8C9E1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3560" y="1175384"/>
            <a:ext cx="10515600" cy="5550536"/>
          </a:xfrm>
        </p:spPr>
        <p:txBody>
          <a:bodyPr>
            <a:normAutofit lnSpcReduction="10000"/>
          </a:bodyPr>
          <a:lstStyle/>
          <a:p>
            <a:pPr marL="0" indent="0">
              <a:buNone/>
              <a:defRPr/>
            </a:pPr>
            <a:r>
              <a:rPr lang="en-US" dirty="0"/>
              <a:t>Capabilities</a:t>
            </a:r>
          </a:p>
          <a:p>
            <a:pPr>
              <a:defRPr/>
            </a:pPr>
            <a:r>
              <a:rPr lang="en-US" dirty="0"/>
              <a:t>Solved as part of the matrix solution</a:t>
            </a:r>
          </a:p>
          <a:p>
            <a:pPr>
              <a:defRPr/>
            </a:pPr>
            <a:r>
              <a:rPr lang="en-US" dirty="0"/>
              <a:t>Simplified data input (compared to MNW)</a:t>
            </a:r>
          </a:p>
          <a:p>
            <a:pPr>
              <a:defRPr/>
            </a:pPr>
            <a:r>
              <a:rPr lang="en-US" dirty="0"/>
              <a:t>Flexible connectivity</a:t>
            </a:r>
          </a:p>
          <a:p>
            <a:pPr>
              <a:defRPr/>
            </a:pPr>
            <a:r>
              <a:rPr lang="en-US" dirty="0"/>
              <a:t>Several well conductance formulations</a:t>
            </a:r>
          </a:p>
          <a:p>
            <a:pPr>
              <a:defRPr/>
            </a:pPr>
            <a:r>
              <a:rPr lang="en-US" dirty="0"/>
              <a:t>Constraints (flow reduction and well shutdown)</a:t>
            </a:r>
          </a:p>
          <a:p>
            <a:pPr>
              <a:defRPr/>
            </a:pPr>
            <a:r>
              <a:rPr lang="en-US" dirty="0"/>
              <a:t>Flowing well option</a:t>
            </a:r>
          </a:p>
          <a:p>
            <a:pPr>
              <a:defRPr/>
            </a:pPr>
            <a:r>
              <a:rPr lang="en-US" dirty="0"/>
              <a:t>Can account for </a:t>
            </a:r>
            <a:r>
              <a:rPr lang="en-US" dirty="0" err="1"/>
              <a:t>interbore</a:t>
            </a:r>
            <a:r>
              <a:rPr lang="en-US" dirty="0"/>
              <a:t> storage changes</a:t>
            </a:r>
          </a:p>
          <a:p>
            <a:pPr>
              <a:defRPr/>
            </a:pPr>
            <a:r>
              <a:rPr lang="en-US" dirty="0"/>
              <a:t>Constant and inactive wells</a:t>
            </a:r>
          </a:p>
          <a:p>
            <a:pPr marL="0" indent="0">
              <a:buNone/>
              <a:defRPr/>
            </a:pPr>
            <a:r>
              <a:rPr lang="en-US" dirty="0"/>
              <a:t>Differences</a:t>
            </a:r>
          </a:p>
          <a:p>
            <a:pPr>
              <a:defRPr/>
            </a:pPr>
            <a:r>
              <a:rPr lang="en-US" dirty="0"/>
              <a:t>No support for</a:t>
            </a:r>
          </a:p>
          <a:p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F2BC1ADC-5B84-556C-A810-3AEDB05D0295}"/>
              </a:ext>
            </a:extLst>
          </p:cNvPr>
          <p:cNvSpPr txBox="1">
            <a:spLocks/>
          </p:cNvSpPr>
          <p:nvPr/>
        </p:nvSpPr>
        <p:spPr>
          <a:xfrm>
            <a:off x="-51080" y="93820"/>
            <a:ext cx="11923039" cy="95623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Multi-Aquifer Well (MAW) Package</a:t>
            </a:r>
          </a:p>
        </p:txBody>
      </p:sp>
    </p:spTree>
    <p:extLst>
      <p:ext uri="{BB962C8B-B14F-4D97-AF65-F5344CB8AC3E}">
        <p14:creationId xmlns:p14="http://schemas.microsoft.com/office/powerpoint/2010/main" val="62044638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A7B416-184C-8B52-957E-85106FF776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6B34CC-8D13-F555-51C7-A0D7ECC97B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92679" y="1433287"/>
            <a:ext cx="3690257" cy="4810033"/>
          </a:xfrm>
        </p:spPr>
        <p:txBody>
          <a:bodyPr>
            <a:normAutofit/>
          </a:bodyPr>
          <a:lstStyle/>
          <a:p>
            <a:pPr marL="0" indent="0">
              <a:lnSpc>
                <a:spcPts val="2000"/>
              </a:lnSpc>
              <a:spcBef>
                <a:spcPts val="0"/>
              </a:spcBef>
              <a:buNone/>
            </a:pPr>
            <a:r>
              <a:rPr lang="en-US" sz="1400" dirty="0">
                <a:latin typeface="Consolas" panose="020B0609020204030204" pitchFamily="49" charset="0"/>
              </a:rPr>
              <a:t>BEGIN OPTIONS</a:t>
            </a:r>
          </a:p>
          <a:p>
            <a:pPr marL="0" indent="0">
              <a:lnSpc>
                <a:spcPts val="2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400" dirty="0">
                <a:latin typeface="Consolas" panose="020B0609020204030204" pitchFamily="49" charset="0"/>
              </a:rPr>
              <a:t>END OPTIONS</a:t>
            </a:r>
          </a:p>
          <a:p>
            <a:pPr marL="0" indent="0">
              <a:lnSpc>
                <a:spcPts val="2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400" dirty="0">
                <a:latin typeface="Consolas" panose="020B0609020204030204" pitchFamily="49" charset="0"/>
              </a:rPr>
              <a:t>BEGIN DIMENSIONS</a:t>
            </a:r>
          </a:p>
          <a:p>
            <a:pPr marL="0" indent="0">
              <a:lnSpc>
                <a:spcPts val="2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1400" dirty="0">
                <a:latin typeface="Consolas" panose="020B0609020204030204" pitchFamily="49" charset="0"/>
              </a:rPr>
              <a:t>END DIMENSIONS</a:t>
            </a:r>
          </a:p>
          <a:p>
            <a:pPr marL="0" indent="0">
              <a:lnSpc>
                <a:spcPts val="2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400" dirty="0">
                <a:latin typeface="Consolas" panose="020B0609020204030204" pitchFamily="49" charset="0"/>
              </a:rPr>
              <a:t>BEGIN PACKAGEDATA</a:t>
            </a:r>
          </a:p>
          <a:p>
            <a:pPr marL="0" indent="0">
              <a:lnSpc>
                <a:spcPts val="2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1400" dirty="0">
                <a:latin typeface="Consolas" panose="020B0609020204030204" pitchFamily="49" charset="0"/>
              </a:rPr>
              <a:t>END PACKAGEDATA</a:t>
            </a:r>
          </a:p>
          <a:p>
            <a:pPr marL="0" indent="0">
              <a:lnSpc>
                <a:spcPts val="2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400" dirty="0">
                <a:latin typeface="Consolas" panose="020B0609020204030204" pitchFamily="49" charset="0"/>
              </a:rPr>
              <a:t>BEGIN CONNECTIONDATA</a:t>
            </a:r>
          </a:p>
          <a:p>
            <a:pPr marL="0" indent="0">
              <a:lnSpc>
                <a:spcPts val="2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1400" dirty="0">
                <a:latin typeface="Consolas" panose="020B0609020204030204" pitchFamily="49" charset="0"/>
              </a:rPr>
              <a:t>END CONNECTIONDATA</a:t>
            </a:r>
          </a:p>
          <a:p>
            <a:pPr marL="0" indent="0">
              <a:lnSpc>
                <a:spcPts val="2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400" dirty="0">
                <a:latin typeface="Consolas" panose="020B0609020204030204" pitchFamily="49" charset="0"/>
              </a:rPr>
              <a:t>BEGIN ANGLEDATA</a:t>
            </a:r>
          </a:p>
          <a:p>
            <a:pPr marL="0" indent="0">
              <a:lnSpc>
                <a:spcPts val="2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1400" dirty="0">
                <a:latin typeface="Consolas" panose="020B0609020204030204" pitchFamily="49" charset="0"/>
              </a:rPr>
              <a:t>END ANGLEDATA</a:t>
            </a:r>
          </a:p>
          <a:p>
            <a:pPr marL="0" indent="0">
              <a:lnSpc>
                <a:spcPts val="2000"/>
              </a:lnSpc>
              <a:spcBef>
                <a:spcPts val="0"/>
              </a:spcBef>
              <a:buNone/>
            </a:pPr>
            <a:r>
              <a:rPr lang="en-US" sz="1400" dirty="0">
                <a:latin typeface="Consolas" panose="020B0609020204030204" pitchFamily="49" charset="0"/>
              </a:rPr>
              <a:t>BEGIN PERIOD &lt;</a:t>
            </a:r>
            <a:r>
              <a:rPr lang="en-US" sz="1400" dirty="0" err="1">
                <a:latin typeface="Consolas" panose="020B0609020204030204" pitchFamily="49" charset="0"/>
              </a:rPr>
              <a:t>iper</a:t>
            </a:r>
            <a:r>
              <a:rPr lang="en-US" sz="1400" dirty="0">
                <a:latin typeface="Consolas" panose="020B0609020204030204" pitchFamily="49" charset="0"/>
              </a:rPr>
              <a:t>&gt;</a:t>
            </a:r>
          </a:p>
          <a:p>
            <a:pPr marL="0" indent="0">
              <a:lnSpc>
                <a:spcPts val="2000"/>
              </a:lnSpc>
              <a:spcBef>
                <a:spcPts val="600"/>
              </a:spcBef>
              <a:buNone/>
            </a:pPr>
            <a:r>
              <a:rPr lang="en-US" sz="1400" dirty="0">
                <a:latin typeface="Consolas" panose="020B0609020204030204" pitchFamily="49" charset="0"/>
              </a:rPr>
              <a:t>END PERIOD &lt;</a:t>
            </a:r>
            <a:r>
              <a:rPr lang="en-US" sz="1400" dirty="0" err="1">
                <a:latin typeface="Consolas" panose="020B0609020204030204" pitchFamily="49" charset="0"/>
              </a:rPr>
              <a:t>iper</a:t>
            </a:r>
            <a:r>
              <a:rPr lang="en-US" sz="1400" dirty="0">
                <a:latin typeface="Consolas" panose="020B0609020204030204" pitchFamily="49" charset="0"/>
              </a:rPr>
              <a:t>&gt;</a:t>
            </a:r>
          </a:p>
        </p:txBody>
      </p:sp>
      <p:sp>
        <p:nvSpPr>
          <p:cNvPr id="6" name="Left Brace 5">
            <a:extLst>
              <a:ext uri="{FF2B5EF4-FFF2-40B4-BE49-F238E27FC236}">
                <a16:creationId xmlns:a16="http://schemas.microsoft.com/office/drawing/2014/main" id="{4EB44F51-81AC-EF3E-054D-679109534618}"/>
              </a:ext>
            </a:extLst>
          </p:cNvPr>
          <p:cNvSpPr/>
          <p:nvPr/>
        </p:nvSpPr>
        <p:spPr>
          <a:xfrm>
            <a:off x="3043161" y="1584960"/>
            <a:ext cx="304800" cy="4008120"/>
          </a:xfrm>
          <a:prstGeom prst="leftBrace">
            <a:avLst>
              <a:gd name="adj1" fmla="val 238479"/>
              <a:gd name="adj2" fmla="val 34292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D3BBF2E-EDE5-0DDA-E9F3-CC32F0C67B31}"/>
              </a:ext>
            </a:extLst>
          </p:cNvPr>
          <p:cNvSpPr txBox="1"/>
          <p:nvPr/>
        </p:nvSpPr>
        <p:spPr>
          <a:xfrm>
            <a:off x="524049" y="2686594"/>
            <a:ext cx="25935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MAW input blocks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D1B4351-4074-BFE3-5176-F77FBB9CD669}"/>
              </a:ext>
            </a:extLst>
          </p:cNvPr>
          <p:cNvSpPr txBox="1">
            <a:spLocks/>
          </p:cNvSpPr>
          <p:nvPr/>
        </p:nvSpPr>
        <p:spPr>
          <a:xfrm>
            <a:off x="-51080" y="93820"/>
            <a:ext cx="11923039" cy="95623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Multi-Aquifer Well (MAW) Package</a:t>
            </a:r>
          </a:p>
        </p:txBody>
      </p:sp>
    </p:spTree>
    <p:extLst>
      <p:ext uri="{BB962C8B-B14F-4D97-AF65-F5344CB8AC3E}">
        <p14:creationId xmlns:p14="http://schemas.microsoft.com/office/powerpoint/2010/main" val="318361345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6A888E78-1CA8-CCEC-A4DC-1414E344B5CD}"/>
              </a:ext>
            </a:extLst>
          </p:cNvPr>
          <p:cNvSpPr txBox="1">
            <a:spLocks/>
          </p:cNvSpPr>
          <p:nvPr/>
        </p:nvSpPr>
        <p:spPr>
          <a:xfrm>
            <a:off x="-51080" y="93820"/>
            <a:ext cx="11923039" cy="95623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Multi-Aquifer Well (MAW) Package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57B1DD5-2D29-FB2A-DC72-2B6752CC05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96277"/>
            <a:ext cx="8976360" cy="136053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C9E172D-6292-A03D-FCE8-61B41070DF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5120" y="2814204"/>
            <a:ext cx="7680960" cy="1229592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04779606-F8BB-761C-D940-E9C1AD963E9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61365" b="61667"/>
          <a:stretch>
            <a:fillRect/>
          </a:stretch>
        </p:blipFill>
        <p:spPr>
          <a:xfrm>
            <a:off x="6583679" y="4501186"/>
            <a:ext cx="2280921" cy="2181942"/>
          </a:xfrm>
          <a:prstGeom prst="rect">
            <a:avLst/>
          </a:prstGeom>
        </p:spPr>
      </p:pic>
      <p:grpSp>
        <p:nvGrpSpPr>
          <p:cNvPr id="17" name="Group 16">
            <a:extLst>
              <a:ext uri="{FF2B5EF4-FFF2-40B4-BE49-F238E27FC236}">
                <a16:creationId xmlns:a16="http://schemas.microsoft.com/office/drawing/2014/main" id="{57920BC4-E820-2DF2-0CB2-854C4C78F14E}"/>
              </a:ext>
            </a:extLst>
          </p:cNvPr>
          <p:cNvGrpSpPr/>
          <p:nvPr/>
        </p:nvGrpSpPr>
        <p:grpSpPr>
          <a:xfrm>
            <a:off x="8582786" y="1762760"/>
            <a:ext cx="3609214" cy="4783090"/>
            <a:chOff x="8582786" y="1762760"/>
            <a:chExt cx="3609214" cy="4783090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F86DEB19-2805-388C-0F2C-8A872D89354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3859" r="26049"/>
            <a:stretch>
              <a:fillRect/>
            </a:stretch>
          </p:blipFill>
          <p:spPr>
            <a:xfrm>
              <a:off x="8582786" y="2021840"/>
              <a:ext cx="3609214" cy="4524010"/>
            </a:xfrm>
            <a:prstGeom prst="rect">
              <a:avLst/>
            </a:prstGeom>
          </p:spPr>
        </p:pic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3330DCD9-A72C-91CF-9903-84C5F443B462}"/>
                </a:ext>
              </a:extLst>
            </p:cNvPr>
            <p:cNvSpPr/>
            <p:nvPr/>
          </p:nvSpPr>
          <p:spPr>
            <a:xfrm>
              <a:off x="11673840" y="1762760"/>
              <a:ext cx="518160" cy="18542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1409652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9280" y="1214437"/>
            <a:ext cx="10429240" cy="1051243"/>
          </a:xfrm>
        </p:spPr>
        <p:txBody>
          <a:bodyPr/>
          <a:lstStyle/>
          <a:p>
            <a:pPr>
              <a:defRPr/>
            </a:pPr>
            <a:r>
              <a:rPr lang="en-US" sz="2600" b="0" dirty="0"/>
              <a:t>Multiple outlets per lake using 3 outlet equation options (specified, Manning, weir)</a:t>
            </a:r>
          </a:p>
        </p:txBody>
      </p:sp>
      <p:pic>
        <p:nvPicPr>
          <p:cNvPr id="4" name="Picture 3" descr="lake.pdf">
            <a:extLst>
              <a:ext uri="{FF2B5EF4-FFF2-40B4-BE49-F238E27FC236}">
                <a16:creationId xmlns:a16="http://schemas.microsoft.com/office/drawing/2014/main" id="{F463A856-3DD7-B2EF-BB99-7802107D60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8142" y="1671320"/>
            <a:ext cx="6097498" cy="4993640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97436D09-1B18-D6AC-833F-6DB5CDF8BC24}"/>
              </a:ext>
            </a:extLst>
          </p:cNvPr>
          <p:cNvSpPr txBox="1">
            <a:spLocks/>
          </p:cNvSpPr>
          <p:nvPr/>
        </p:nvSpPr>
        <p:spPr>
          <a:xfrm>
            <a:off x="386080" y="93820"/>
            <a:ext cx="11485879" cy="95623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dirty="0"/>
              <a:t>Lake (LAK) Package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BA0E8463-FC72-4FA6-9276-08AAF218E7D0}"/>
              </a:ext>
            </a:extLst>
          </p:cNvPr>
          <p:cNvSpPr txBox="1">
            <a:spLocks/>
          </p:cNvSpPr>
          <p:nvPr/>
        </p:nvSpPr>
        <p:spPr>
          <a:xfrm>
            <a:off x="589280" y="2124551"/>
            <a:ext cx="550672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2600" dirty="0"/>
              <a:t>Lakes sit on top of model grid (overlying), incised lakes, embedded lakes (sub-grid scale lakes)</a:t>
            </a:r>
          </a:p>
          <a:p>
            <a:pPr>
              <a:defRPr/>
            </a:pPr>
            <a:r>
              <a:rPr lang="en-US" sz="2600" dirty="0"/>
              <a:t>Constant stage and inactive lakes</a:t>
            </a:r>
          </a:p>
          <a:p>
            <a:pPr>
              <a:defRPr/>
            </a:pPr>
            <a:r>
              <a:rPr lang="en-US" sz="2600" dirty="0"/>
              <a:t>Explicitly defined lake connectivity</a:t>
            </a:r>
          </a:p>
          <a:p>
            <a:pPr>
              <a:defRPr/>
            </a:pPr>
            <a:r>
              <a:rPr lang="en-US" sz="2600" dirty="0"/>
              <a:t>Currently no UZF under lakes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lake.pdf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198" y="1619250"/>
            <a:ext cx="5638799" cy="4617982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1" y="1619251"/>
            <a:ext cx="5638800" cy="238333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800CBEC-B4FB-1F19-3A2E-DE4CDA2986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8401" y="4634346"/>
            <a:ext cx="4064000" cy="914400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6952E00C-A9F3-59D9-E030-9F1C5373B6A8}"/>
              </a:ext>
            </a:extLst>
          </p:cNvPr>
          <p:cNvSpPr txBox="1">
            <a:spLocks/>
          </p:cNvSpPr>
          <p:nvPr/>
        </p:nvSpPr>
        <p:spPr>
          <a:xfrm>
            <a:off x="386080" y="93820"/>
            <a:ext cx="11485879" cy="95623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dirty="0"/>
              <a:t>Lake (LAK) Package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4563FFE0-B386-3BEF-4D55-C43F872A991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80344" y="93820"/>
            <a:ext cx="5552558" cy="2296608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6A3D0B16-C59A-7D07-4DEA-C146FF673722}"/>
              </a:ext>
            </a:extLst>
          </p:cNvPr>
          <p:cNvSpPr txBox="1">
            <a:spLocks/>
          </p:cNvSpPr>
          <p:nvPr/>
        </p:nvSpPr>
        <p:spPr>
          <a:xfrm>
            <a:off x="386080" y="93820"/>
            <a:ext cx="11485879" cy="95623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/>
              <a:t>Lake (LAK) Package</a:t>
            </a:r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7B4F5D0-163B-5A87-3872-0348695A46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235" y="1076059"/>
            <a:ext cx="5738389" cy="1224993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7F7C631D-C515-32DF-9346-623474C67D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1015" y="2376435"/>
            <a:ext cx="8237520" cy="1118735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DDB08FB9-CE0F-A617-5143-180BEA44468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0236" y="3542878"/>
            <a:ext cx="3748816" cy="1137224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A8A321DF-9314-DDED-9F99-21911CB57A9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0331" y="4715270"/>
            <a:ext cx="7692794" cy="1134761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2860A4F9-BEAA-D3D5-7EE2-71A8821E0D8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35397" y="2485331"/>
            <a:ext cx="2463166" cy="1229064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933E5330-B040-E14E-7297-FC84B6C79FF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782377" y="3669178"/>
            <a:ext cx="3089581" cy="3125035"/>
          </a:xfrm>
          <a:prstGeom prst="rect">
            <a:avLst/>
          </a:prstGeom>
        </p:spPr>
      </p:pic>
      <p:sp>
        <p:nvSpPr>
          <p:cNvPr id="27" name="Rectangle 26">
            <a:extLst>
              <a:ext uri="{FF2B5EF4-FFF2-40B4-BE49-F238E27FC236}">
                <a16:creationId xmlns:a16="http://schemas.microsoft.com/office/drawing/2014/main" id="{B101CD3C-FE09-1511-58D0-70FA701F0097}"/>
              </a:ext>
            </a:extLst>
          </p:cNvPr>
          <p:cNvSpPr/>
          <p:nvPr/>
        </p:nvSpPr>
        <p:spPr>
          <a:xfrm>
            <a:off x="9918440" y="2986449"/>
            <a:ext cx="1433144" cy="27424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A7C54CC1-2483-5F3E-9C82-C70276FC2D0D}"/>
              </a:ext>
            </a:extLst>
          </p:cNvPr>
          <p:cNvCxnSpPr>
            <a:cxnSpLocks/>
            <a:stCxn id="27" idx="2"/>
          </p:cNvCxnSpPr>
          <p:nvPr/>
        </p:nvCxnSpPr>
        <p:spPr>
          <a:xfrm flipH="1">
            <a:off x="10138787" y="3260690"/>
            <a:ext cx="496225" cy="453705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6990388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F869DAB7-B7FB-1BE1-0DE3-2F92A99754E2}"/>
              </a:ext>
            </a:extLst>
          </p:cNvPr>
          <p:cNvSpPr txBox="1">
            <a:spLocks/>
          </p:cNvSpPr>
          <p:nvPr/>
        </p:nvSpPr>
        <p:spPr>
          <a:xfrm>
            <a:off x="-51079" y="93820"/>
            <a:ext cx="10515600" cy="95623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dirty="0"/>
              <a:t>Mover (MVR) Package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E6089D7-86DB-AB49-731B-FB50E13236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71806" y="571936"/>
            <a:ext cx="4028286" cy="580794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CFC576E-BD15-E60B-5919-FCEF63BAB065}"/>
              </a:ext>
            </a:extLst>
          </p:cNvPr>
          <p:cNvSpPr txBox="1"/>
          <p:nvPr/>
        </p:nvSpPr>
        <p:spPr>
          <a:xfrm>
            <a:off x="436880" y="2595880"/>
            <a:ext cx="64820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hlinkClick r:id="rId3"/>
              </a:rPr>
              <a:t>https://doi.org/10.1111/gwat.13117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7326080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F7D784B-7079-4EA9-9DDE-71A099622EE1}"/>
              </a:ext>
            </a:extLst>
          </p:cNvPr>
          <p:cNvSpPr txBox="1"/>
          <p:nvPr/>
        </p:nvSpPr>
        <p:spPr>
          <a:xfrm>
            <a:off x="4215867" y="2297251"/>
            <a:ext cx="120173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/>
              <a:t>Package</a:t>
            </a:r>
          </a:p>
          <a:p>
            <a:pPr algn="ctr"/>
            <a:r>
              <a:rPr lang="en-US" sz="2000" dirty="0"/>
              <a:t>Discharge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818EC47-08EA-0C05-3C34-C3C04A343F8F}"/>
              </a:ext>
            </a:extLst>
          </p:cNvPr>
          <p:cNvSpPr txBox="1"/>
          <p:nvPr/>
        </p:nvSpPr>
        <p:spPr>
          <a:xfrm>
            <a:off x="7865979" y="2071627"/>
            <a:ext cx="118192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/>
              <a:t>RECEIVER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58FE098-DF1A-2E2E-30D5-8A2596BD23CC}"/>
              </a:ext>
            </a:extLst>
          </p:cNvPr>
          <p:cNvSpPr txBox="1"/>
          <p:nvPr/>
        </p:nvSpPr>
        <p:spPr>
          <a:xfrm>
            <a:off x="2282040" y="2071627"/>
            <a:ext cx="1253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/>
              <a:t>PROVIDER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14CA966-952F-F909-1096-478C369884E4}"/>
              </a:ext>
            </a:extLst>
          </p:cNvPr>
          <p:cNvSpPr txBox="1"/>
          <p:nvPr/>
        </p:nvSpPr>
        <p:spPr>
          <a:xfrm>
            <a:off x="5867401" y="1520435"/>
            <a:ext cx="461665" cy="1413207"/>
          </a:xfrm>
          <a:prstGeom prst="rect">
            <a:avLst/>
          </a:prstGeom>
          <a:noFill/>
        </p:spPr>
        <p:txBody>
          <a:bodyPr vert="vert270" wrap="none" rtlCol="0">
            <a:spAutoFit/>
          </a:bodyPr>
          <a:lstStyle/>
          <a:p>
            <a:pPr algn="ctr"/>
            <a:r>
              <a:rPr lang="en-US" sz="1800" dirty="0"/>
              <a:t>CONSTRAINTS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46FE4A81-A163-B56F-0AB9-BBBC275512B1}"/>
              </a:ext>
            </a:extLst>
          </p:cNvPr>
          <p:cNvGrpSpPr/>
          <p:nvPr/>
        </p:nvGrpSpPr>
        <p:grpSpPr>
          <a:xfrm>
            <a:off x="6281112" y="3919537"/>
            <a:ext cx="2904196" cy="1219200"/>
            <a:chOff x="4757112" y="3352800"/>
            <a:chExt cx="2904196" cy="1219200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C2B8B075-9202-36B6-79F5-6988BC8BEF3A}"/>
                </a:ext>
              </a:extLst>
            </p:cNvPr>
            <p:cNvSpPr txBox="1"/>
            <p:nvPr/>
          </p:nvSpPr>
          <p:spPr>
            <a:xfrm>
              <a:off x="6185006" y="3352800"/>
              <a:ext cx="147630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Receiver 2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8E597642-5711-3D9C-6F8E-80BAF0154ABE}"/>
                </a:ext>
              </a:extLst>
            </p:cNvPr>
            <p:cNvSpPr txBox="1"/>
            <p:nvPr/>
          </p:nvSpPr>
          <p:spPr>
            <a:xfrm>
              <a:off x="6185006" y="4110335"/>
              <a:ext cx="147630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Receiver 3</a:t>
              </a:r>
            </a:p>
          </p:txBody>
        </p:sp>
        <p:cxnSp>
          <p:nvCxnSpPr>
            <p:cNvPr id="10" name="Elbow Connector 9">
              <a:extLst>
                <a:ext uri="{FF2B5EF4-FFF2-40B4-BE49-F238E27FC236}">
                  <a16:creationId xmlns:a16="http://schemas.microsoft.com/office/drawing/2014/main" id="{C3FE8DE4-FB56-8FB7-B125-4AD3BDB79F2A}"/>
                </a:ext>
              </a:extLst>
            </p:cNvPr>
            <p:cNvCxnSpPr>
              <a:stCxn id="33" idx="6"/>
              <a:endCxn id="8" idx="1"/>
            </p:cNvCxnSpPr>
            <p:nvPr/>
          </p:nvCxnSpPr>
          <p:spPr bwMode="auto">
            <a:xfrm flipV="1">
              <a:off x="4757112" y="3583633"/>
              <a:ext cx="1427894" cy="380999"/>
            </a:xfrm>
            <a:prstGeom prst="bentConnector3">
              <a:avLst>
                <a:gd name="adj1" fmla="val 50000"/>
              </a:avLst>
            </a:prstGeom>
            <a:solidFill>
              <a:schemeClr val="accent1"/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lg" len="lg"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11" name="Elbow Connector 10">
              <a:extLst>
                <a:ext uri="{FF2B5EF4-FFF2-40B4-BE49-F238E27FC236}">
                  <a16:creationId xmlns:a16="http://schemas.microsoft.com/office/drawing/2014/main" id="{E29CB61F-FAC5-885C-CCAF-D65363FF497E}"/>
                </a:ext>
              </a:extLst>
            </p:cNvPr>
            <p:cNvCxnSpPr>
              <a:stCxn id="33" idx="6"/>
              <a:endCxn id="9" idx="1"/>
            </p:cNvCxnSpPr>
            <p:nvPr/>
          </p:nvCxnSpPr>
          <p:spPr bwMode="auto">
            <a:xfrm>
              <a:off x="4757112" y="3964632"/>
              <a:ext cx="1427894" cy="376536"/>
            </a:xfrm>
            <a:prstGeom prst="bentConnector3">
              <a:avLst>
                <a:gd name="adj1" fmla="val 50000"/>
              </a:avLst>
            </a:prstGeom>
            <a:solidFill>
              <a:schemeClr val="accent1"/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lg" len="lg"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324AF606-0F60-7573-C77F-C3EBB07B644D}"/>
              </a:ext>
            </a:extLst>
          </p:cNvPr>
          <p:cNvSpPr txBox="1"/>
          <p:nvPr/>
        </p:nvSpPr>
        <p:spPr>
          <a:xfrm>
            <a:off x="2146406" y="3156422"/>
            <a:ext cx="14639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Provider 1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3FB40F49-166F-2AB3-57BC-16B3F01A6858}"/>
              </a:ext>
            </a:extLst>
          </p:cNvPr>
          <p:cNvGrpSpPr/>
          <p:nvPr/>
        </p:nvGrpSpPr>
        <p:grpSpPr>
          <a:xfrm>
            <a:off x="6281112" y="3156422"/>
            <a:ext cx="2904196" cy="461665"/>
            <a:chOff x="4757112" y="2589684"/>
            <a:chExt cx="2904196" cy="461665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E7D938B8-46EB-F7D2-8BD7-BC1BBF2FA4C0}"/>
                </a:ext>
              </a:extLst>
            </p:cNvPr>
            <p:cNvSpPr txBox="1"/>
            <p:nvPr/>
          </p:nvSpPr>
          <p:spPr>
            <a:xfrm>
              <a:off x="6185006" y="2589684"/>
              <a:ext cx="147630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Receiver 1</a:t>
              </a:r>
            </a:p>
          </p:txBody>
        </p:sp>
        <p:cxnSp>
          <p:nvCxnSpPr>
            <p:cNvPr id="15" name="Elbow Connector 14">
              <a:extLst>
                <a:ext uri="{FF2B5EF4-FFF2-40B4-BE49-F238E27FC236}">
                  <a16:creationId xmlns:a16="http://schemas.microsoft.com/office/drawing/2014/main" id="{FE090F2B-92C6-A1D9-EA56-CA955678FD98}"/>
                </a:ext>
              </a:extLst>
            </p:cNvPr>
            <p:cNvCxnSpPr>
              <a:stCxn id="30" idx="6"/>
              <a:endCxn id="14" idx="1"/>
            </p:cNvCxnSpPr>
            <p:nvPr/>
          </p:nvCxnSpPr>
          <p:spPr bwMode="auto">
            <a:xfrm>
              <a:off x="4757112" y="2820515"/>
              <a:ext cx="1427894" cy="2"/>
            </a:xfrm>
            <a:prstGeom prst="bentConnector3">
              <a:avLst>
                <a:gd name="adj1" fmla="val 50000"/>
              </a:avLst>
            </a:prstGeom>
            <a:solidFill>
              <a:schemeClr val="accent1"/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lg" len="lg"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</p:grp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D7A5DD38-FE59-5BD0-D7E9-958FBCA581AB}"/>
              </a:ext>
            </a:extLst>
          </p:cNvPr>
          <p:cNvCxnSpPr/>
          <p:nvPr/>
        </p:nvCxnSpPr>
        <p:spPr bwMode="auto">
          <a:xfrm>
            <a:off x="6098232" y="3081337"/>
            <a:ext cx="0" cy="3657600"/>
          </a:xfrm>
          <a:prstGeom prst="line">
            <a:avLst/>
          </a:prstGeom>
          <a:solidFill>
            <a:schemeClr val="accent1"/>
          </a:solidFill>
          <a:ln w="5080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96F040F4-5F09-23BF-9E7B-6B13BDEECBBE}"/>
              </a:ext>
            </a:extLst>
          </p:cNvPr>
          <p:cNvSpPr txBox="1"/>
          <p:nvPr/>
        </p:nvSpPr>
        <p:spPr>
          <a:xfrm>
            <a:off x="1752600" y="2712005"/>
            <a:ext cx="12660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/>
              <a:t>One to One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EE6E9F71-7CFE-4D1A-654E-C4148B082D8A}"/>
              </a:ext>
            </a:extLst>
          </p:cNvPr>
          <p:cNvGrpSpPr/>
          <p:nvPr/>
        </p:nvGrpSpPr>
        <p:grpSpPr>
          <a:xfrm>
            <a:off x="1752600" y="3931206"/>
            <a:ext cx="1857797" cy="830997"/>
            <a:chOff x="228600" y="3364468"/>
            <a:chExt cx="1857797" cy="830997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42B3A330-150A-9DB5-8022-593F5D5987C0}"/>
                </a:ext>
              </a:extLst>
            </p:cNvPr>
            <p:cNvSpPr txBox="1"/>
            <p:nvPr/>
          </p:nvSpPr>
          <p:spPr>
            <a:xfrm>
              <a:off x="622406" y="3733800"/>
              <a:ext cx="146399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Provider 2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64F7FF42-2A6A-5DB4-1183-2CF6328FC1D1}"/>
                </a:ext>
              </a:extLst>
            </p:cNvPr>
            <p:cNvSpPr txBox="1"/>
            <p:nvPr/>
          </p:nvSpPr>
          <p:spPr>
            <a:xfrm>
              <a:off x="228600" y="3364468"/>
              <a:ext cx="140602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dirty="0"/>
                <a:t>One to Many</a:t>
              </a: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D48B54C1-E3A6-AD25-4C1A-6560A29D98AA}"/>
              </a:ext>
            </a:extLst>
          </p:cNvPr>
          <p:cNvGrpSpPr/>
          <p:nvPr/>
        </p:nvGrpSpPr>
        <p:grpSpPr>
          <a:xfrm>
            <a:off x="1752600" y="4998005"/>
            <a:ext cx="1857797" cy="1512332"/>
            <a:chOff x="228600" y="4431268"/>
            <a:chExt cx="1857797" cy="1512332"/>
          </a:xfrm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8F26FD86-C04E-4D6F-C676-3D04C2BC25DA}"/>
                </a:ext>
              </a:extLst>
            </p:cNvPr>
            <p:cNvSpPr txBox="1"/>
            <p:nvPr/>
          </p:nvSpPr>
          <p:spPr>
            <a:xfrm>
              <a:off x="622406" y="4874567"/>
              <a:ext cx="146399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Provider 3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B39C9769-F136-511E-0AA4-E3B10EAA427D}"/>
                </a:ext>
              </a:extLst>
            </p:cNvPr>
            <p:cNvSpPr txBox="1"/>
            <p:nvPr/>
          </p:nvSpPr>
          <p:spPr>
            <a:xfrm>
              <a:off x="622406" y="5481935"/>
              <a:ext cx="146399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Provider 4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EF8A3E52-A585-7004-69E1-A8493B9ED000}"/>
                </a:ext>
              </a:extLst>
            </p:cNvPr>
            <p:cNvSpPr txBox="1"/>
            <p:nvPr/>
          </p:nvSpPr>
          <p:spPr>
            <a:xfrm>
              <a:off x="228600" y="4431268"/>
              <a:ext cx="140602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dirty="0"/>
                <a:t>Many to One</a:t>
              </a: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8D19F12F-CCF8-FC36-ABF9-0C3A9384ADE3}"/>
              </a:ext>
            </a:extLst>
          </p:cNvPr>
          <p:cNvGrpSpPr/>
          <p:nvPr/>
        </p:nvGrpSpPr>
        <p:grpSpPr>
          <a:xfrm>
            <a:off x="3610397" y="5672137"/>
            <a:ext cx="2670715" cy="607368"/>
            <a:chOff x="2086397" y="5100956"/>
            <a:chExt cx="2670715" cy="607368"/>
          </a:xfrm>
        </p:grpSpPr>
        <p:cxnSp>
          <p:nvCxnSpPr>
            <p:cNvPr id="26" name="Elbow Connector 25">
              <a:extLst>
                <a:ext uri="{FF2B5EF4-FFF2-40B4-BE49-F238E27FC236}">
                  <a16:creationId xmlns:a16="http://schemas.microsoft.com/office/drawing/2014/main" id="{6B451D7F-CF21-77CB-5334-B2B623343236}"/>
                </a:ext>
              </a:extLst>
            </p:cNvPr>
            <p:cNvCxnSpPr>
              <a:stCxn id="22" idx="3"/>
              <a:endCxn id="28" idx="2"/>
            </p:cNvCxnSpPr>
            <p:nvPr/>
          </p:nvCxnSpPr>
          <p:spPr bwMode="auto">
            <a:xfrm>
              <a:off x="2086397" y="5100956"/>
              <a:ext cx="2304955" cy="311476"/>
            </a:xfrm>
            <a:prstGeom prst="bentConnector3">
              <a:avLst>
                <a:gd name="adj1" fmla="val 50000"/>
              </a:avLst>
            </a:prstGeom>
            <a:solidFill>
              <a:schemeClr val="accent1"/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lg" len="lg"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27" name="Elbow Connector 26">
              <a:extLst>
                <a:ext uri="{FF2B5EF4-FFF2-40B4-BE49-F238E27FC236}">
                  <a16:creationId xmlns:a16="http://schemas.microsoft.com/office/drawing/2014/main" id="{9507345B-61CC-B687-A4F5-CA45B93A1E10}"/>
                </a:ext>
              </a:extLst>
            </p:cNvPr>
            <p:cNvCxnSpPr>
              <a:stCxn id="23" idx="3"/>
              <a:endCxn id="28" idx="2"/>
            </p:cNvCxnSpPr>
            <p:nvPr/>
          </p:nvCxnSpPr>
          <p:spPr bwMode="auto">
            <a:xfrm flipV="1">
              <a:off x="2086397" y="5412432"/>
              <a:ext cx="2304955" cy="295892"/>
            </a:xfrm>
            <a:prstGeom prst="bentConnector3">
              <a:avLst>
                <a:gd name="adj1" fmla="val 50000"/>
              </a:avLst>
            </a:prstGeom>
            <a:solidFill>
              <a:schemeClr val="accent1"/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lg" len="lg"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DBA8EC38-3F27-4757-947D-127B85E8A0F5}"/>
                </a:ext>
              </a:extLst>
            </p:cNvPr>
            <p:cNvSpPr/>
            <p:nvPr/>
          </p:nvSpPr>
          <p:spPr bwMode="auto">
            <a:xfrm>
              <a:off x="4391352" y="5229552"/>
              <a:ext cx="365760" cy="365760"/>
            </a:xfrm>
            <a:prstGeom prst="ellipse">
              <a:avLst/>
            </a:prstGeom>
            <a:solidFill>
              <a:srgbClr val="FF0000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8C2BB0E3-2ECC-34FE-D512-5265A6C79B44}"/>
              </a:ext>
            </a:extLst>
          </p:cNvPr>
          <p:cNvGrpSpPr/>
          <p:nvPr/>
        </p:nvGrpSpPr>
        <p:grpSpPr>
          <a:xfrm>
            <a:off x="3610397" y="3204373"/>
            <a:ext cx="2670715" cy="365760"/>
            <a:chOff x="2086397" y="2637636"/>
            <a:chExt cx="2670715" cy="365760"/>
          </a:xfrm>
        </p:grpSpPr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CC4E00D0-9527-9BD2-9337-4BC7C389D60F}"/>
                </a:ext>
              </a:extLst>
            </p:cNvPr>
            <p:cNvSpPr/>
            <p:nvPr/>
          </p:nvSpPr>
          <p:spPr bwMode="auto">
            <a:xfrm>
              <a:off x="4391352" y="2637636"/>
              <a:ext cx="365760" cy="365760"/>
            </a:xfrm>
            <a:prstGeom prst="ellipse">
              <a:avLst/>
            </a:prstGeom>
            <a:solidFill>
              <a:srgbClr val="FF0000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cxnSp>
          <p:nvCxnSpPr>
            <p:cNvPr id="31" name="Elbow Connector 30">
              <a:extLst>
                <a:ext uri="{FF2B5EF4-FFF2-40B4-BE49-F238E27FC236}">
                  <a16:creationId xmlns:a16="http://schemas.microsoft.com/office/drawing/2014/main" id="{A66054ED-DA3C-6E39-C727-E65A7C717283}"/>
                </a:ext>
              </a:extLst>
            </p:cNvPr>
            <p:cNvCxnSpPr>
              <a:stCxn id="12" idx="3"/>
              <a:endCxn id="30" idx="2"/>
            </p:cNvCxnSpPr>
            <p:nvPr/>
          </p:nvCxnSpPr>
          <p:spPr bwMode="auto">
            <a:xfrm>
              <a:off x="2086397" y="2815755"/>
              <a:ext cx="2304955" cy="4761"/>
            </a:xfrm>
            <a:prstGeom prst="bentConnector3">
              <a:avLst>
                <a:gd name="adj1" fmla="val 50000"/>
              </a:avLst>
            </a:prstGeom>
            <a:solidFill>
              <a:schemeClr val="accent1"/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lg" len="lg"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EF2EFEA4-711F-9301-EA06-78D80E380132}"/>
              </a:ext>
            </a:extLst>
          </p:cNvPr>
          <p:cNvGrpSpPr/>
          <p:nvPr/>
        </p:nvGrpSpPr>
        <p:grpSpPr>
          <a:xfrm>
            <a:off x="3733800" y="4348489"/>
            <a:ext cx="2547312" cy="365760"/>
            <a:chOff x="2209800" y="3781752"/>
            <a:chExt cx="2547312" cy="365760"/>
          </a:xfrm>
        </p:grpSpPr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818F12CC-9AD9-26BD-430B-3283B6613933}"/>
                </a:ext>
              </a:extLst>
            </p:cNvPr>
            <p:cNvSpPr/>
            <p:nvPr/>
          </p:nvSpPr>
          <p:spPr bwMode="auto">
            <a:xfrm>
              <a:off x="4391352" y="3781752"/>
              <a:ext cx="365760" cy="365760"/>
            </a:xfrm>
            <a:prstGeom prst="ellipse">
              <a:avLst/>
            </a:prstGeom>
            <a:solidFill>
              <a:srgbClr val="FF0000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cxnSp>
          <p:nvCxnSpPr>
            <p:cNvPr id="34" name="Elbow Connector 33">
              <a:extLst>
                <a:ext uri="{FF2B5EF4-FFF2-40B4-BE49-F238E27FC236}">
                  <a16:creationId xmlns:a16="http://schemas.microsoft.com/office/drawing/2014/main" id="{A76B5BBD-FD51-D857-3F51-6E36BB97F516}"/>
                </a:ext>
              </a:extLst>
            </p:cNvPr>
            <p:cNvCxnSpPr/>
            <p:nvPr/>
          </p:nvCxnSpPr>
          <p:spPr bwMode="auto">
            <a:xfrm flipV="1">
              <a:off x="2209800" y="3964632"/>
              <a:ext cx="2181552" cy="1"/>
            </a:xfrm>
            <a:prstGeom prst="bentConnector3">
              <a:avLst>
                <a:gd name="adj1" fmla="val 50000"/>
              </a:avLst>
            </a:prstGeom>
            <a:solidFill>
              <a:schemeClr val="accent1"/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lg" len="lg"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E3BDAEB5-5BE4-7F28-2AFD-A9E89390E370}"/>
              </a:ext>
            </a:extLst>
          </p:cNvPr>
          <p:cNvGrpSpPr/>
          <p:nvPr/>
        </p:nvGrpSpPr>
        <p:grpSpPr>
          <a:xfrm>
            <a:off x="6281112" y="5748338"/>
            <a:ext cx="2904196" cy="461665"/>
            <a:chOff x="4757112" y="5181600"/>
            <a:chExt cx="2904196" cy="461665"/>
          </a:xfrm>
        </p:grpSpPr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072AF925-EC86-85A1-C00F-EB3FA2D98203}"/>
                </a:ext>
              </a:extLst>
            </p:cNvPr>
            <p:cNvSpPr txBox="1"/>
            <p:nvPr/>
          </p:nvSpPr>
          <p:spPr>
            <a:xfrm>
              <a:off x="6185006" y="5181600"/>
              <a:ext cx="147630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Receiver 4</a:t>
              </a:r>
            </a:p>
          </p:txBody>
        </p:sp>
        <p:cxnSp>
          <p:nvCxnSpPr>
            <p:cNvPr id="37" name="Elbow Connector 36">
              <a:extLst>
                <a:ext uri="{FF2B5EF4-FFF2-40B4-BE49-F238E27FC236}">
                  <a16:creationId xmlns:a16="http://schemas.microsoft.com/office/drawing/2014/main" id="{D6D73BDB-8766-8198-EB65-A3FBEE2E7F96}"/>
                </a:ext>
              </a:extLst>
            </p:cNvPr>
            <p:cNvCxnSpPr>
              <a:stCxn id="28" idx="6"/>
              <a:endCxn id="36" idx="1"/>
            </p:cNvCxnSpPr>
            <p:nvPr/>
          </p:nvCxnSpPr>
          <p:spPr bwMode="auto">
            <a:xfrm>
              <a:off x="4757112" y="5412112"/>
              <a:ext cx="1427894" cy="321"/>
            </a:xfrm>
            <a:prstGeom prst="bentConnector3">
              <a:avLst>
                <a:gd name="adj1" fmla="val 50000"/>
              </a:avLst>
            </a:prstGeom>
            <a:solidFill>
              <a:schemeClr val="accent1"/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lg" len="lg"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</p:grpSp>
      <p:sp>
        <p:nvSpPr>
          <p:cNvPr id="41" name="Title 1">
            <a:extLst>
              <a:ext uri="{FF2B5EF4-FFF2-40B4-BE49-F238E27FC236}">
                <a16:creationId xmlns:a16="http://schemas.microsoft.com/office/drawing/2014/main" id="{AB3A44D1-2347-8371-4CA8-6CAD6D5C287B}"/>
              </a:ext>
            </a:extLst>
          </p:cNvPr>
          <p:cNvSpPr txBox="1">
            <a:spLocks/>
          </p:cNvSpPr>
          <p:nvPr/>
        </p:nvSpPr>
        <p:spPr>
          <a:xfrm>
            <a:off x="-51079" y="93820"/>
            <a:ext cx="10515600" cy="95623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dirty="0"/>
              <a:t>Mover (MVR) Package</a:t>
            </a:r>
          </a:p>
        </p:txBody>
      </p:sp>
    </p:spTree>
    <p:extLst>
      <p:ext uri="{BB962C8B-B14F-4D97-AF65-F5344CB8AC3E}">
        <p14:creationId xmlns:p14="http://schemas.microsoft.com/office/powerpoint/2010/main" val="26851253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2000"/>
                            </p:stCondLst>
                            <p:childTnLst>
                              <p:par>
                                <p:cTn id="16" presetID="1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1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000"/>
                            </p:stCondLst>
                            <p:childTnLst>
                              <p:par>
                                <p:cTn id="36" presetID="1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2" grpId="0"/>
      <p:bldP spid="17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743143-1666-091C-57DC-647C5874B9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625" y="76200"/>
            <a:ext cx="11306175" cy="1038225"/>
          </a:xfrm>
        </p:spPr>
        <p:txBody>
          <a:bodyPr>
            <a:normAutofit/>
          </a:bodyPr>
          <a:lstStyle/>
          <a:p>
            <a:r>
              <a:rPr lang="en-US" sz="5400" dirty="0"/>
              <a:t>MVR Package Providers and Receivers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49E89E-BF91-756C-1445-590EC9DA44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4325" y="1187450"/>
            <a:ext cx="11353800" cy="4351338"/>
          </a:xfrm>
        </p:spPr>
        <p:txBody>
          <a:bodyPr/>
          <a:lstStyle/>
          <a:p>
            <a:r>
              <a:rPr lang="en-US" dirty="0"/>
              <a:t>Providers</a:t>
            </a:r>
          </a:p>
          <a:p>
            <a:pPr lvl="1"/>
            <a:r>
              <a:rPr lang="en-US" dirty="0"/>
              <a:t>Drain package</a:t>
            </a:r>
          </a:p>
          <a:p>
            <a:pPr lvl="1"/>
            <a:r>
              <a:rPr lang="en-US" dirty="0"/>
              <a:t>General-head boundary package</a:t>
            </a:r>
          </a:p>
          <a:p>
            <a:pPr lvl="1"/>
            <a:r>
              <a:rPr lang="en-US" dirty="0"/>
              <a:t>River package</a:t>
            </a:r>
          </a:p>
          <a:p>
            <a:pPr lvl="1"/>
            <a:r>
              <a:rPr lang="en-US" dirty="0"/>
              <a:t>Well package</a:t>
            </a:r>
          </a:p>
          <a:p>
            <a:r>
              <a:rPr lang="en-US" dirty="0"/>
              <a:t>Provider and Receiver</a:t>
            </a:r>
          </a:p>
          <a:p>
            <a:pPr lvl="1"/>
            <a:r>
              <a:rPr lang="en-US" dirty="0"/>
              <a:t>Lake package</a:t>
            </a:r>
          </a:p>
          <a:p>
            <a:pPr lvl="1"/>
            <a:r>
              <a:rPr lang="en-US" dirty="0"/>
              <a:t>Multi-aquifer well package</a:t>
            </a:r>
          </a:p>
          <a:p>
            <a:pPr lvl="1"/>
            <a:r>
              <a:rPr lang="en-US" dirty="0"/>
              <a:t>Streamflow routing package</a:t>
            </a:r>
          </a:p>
          <a:p>
            <a:pPr lvl="1"/>
            <a:r>
              <a:rPr lang="en-US" dirty="0"/>
              <a:t>Unsaturated zone package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2549DB4-D21F-91BF-80EA-48E85EC12EA0}"/>
              </a:ext>
            </a:extLst>
          </p:cNvPr>
          <p:cNvSpPr txBox="1"/>
          <p:nvPr/>
        </p:nvSpPr>
        <p:spPr>
          <a:xfrm>
            <a:off x="6334125" y="2533650"/>
            <a:ext cx="533400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47675" lvl="2" indent="0">
              <a:spcBef>
                <a:spcPts val="1824"/>
              </a:spcBef>
              <a:buNone/>
            </a:pPr>
            <a:r>
              <a:rPr lang="en-US" sz="2400" dirty="0"/>
              <a:t>Water that is made available to the mover by a single provider and is subsequently allocated to multiple receivers is allocated in the order listed in Mover package</a:t>
            </a:r>
          </a:p>
        </p:txBody>
      </p:sp>
    </p:spTree>
    <p:extLst>
      <p:ext uri="{BB962C8B-B14F-4D97-AF65-F5344CB8AC3E}">
        <p14:creationId xmlns:p14="http://schemas.microsoft.com/office/powerpoint/2010/main" val="403556992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38814B-CC53-20A3-1EB8-230F9087B7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Similar to options available for CPRIOR in the SFR Package</a:t>
            </a:r>
          </a:p>
          <a:p>
            <a:r>
              <a:rPr lang="en-US" dirty="0"/>
              <a:t>1) Fraction</a:t>
            </a:r>
          </a:p>
          <a:p>
            <a:pPr lvl="1"/>
            <a:r>
              <a:rPr lang="en-US" dirty="0"/>
              <a:t>Discharge x fraction is sent to the receiver</a:t>
            </a:r>
          </a:p>
          <a:p>
            <a:r>
              <a:rPr lang="en-US" dirty="0"/>
              <a:t>2) Excess</a:t>
            </a:r>
          </a:p>
          <a:p>
            <a:pPr lvl="1"/>
            <a:r>
              <a:rPr lang="en-US" dirty="0"/>
              <a:t>Any water that exceeds the user-specified rate is provided to the receiver. No water is provided to the receiver if the available water is less than the user-specified value. (Flood control)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8CFE60B1-2048-EA17-046B-CFE6B6FD99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625" y="76200"/>
            <a:ext cx="11306175" cy="1038225"/>
          </a:xfrm>
        </p:spPr>
        <p:txBody>
          <a:bodyPr>
            <a:normAutofit/>
          </a:bodyPr>
          <a:lstStyle/>
          <a:p>
            <a:r>
              <a:rPr lang="en-US" sz="5400" dirty="0"/>
              <a:t>MVR Package Providers and Receivers</a:t>
            </a:r>
          </a:p>
        </p:txBody>
      </p:sp>
    </p:spTree>
    <p:extLst>
      <p:ext uri="{BB962C8B-B14F-4D97-AF65-F5344CB8AC3E}">
        <p14:creationId xmlns:p14="http://schemas.microsoft.com/office/powerpoint/2010/main" val="203326458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38814B-CC53-20A3-1EB8-230F9087B7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3) Threshold</a:t>
            </a:r>
          </a:p>
          <a:p>
            <a:pPr lvl="1"/>
            <a:r>
              <a:rPr lang="en-US" dirty="0"/>
              <a:t>No flow is provided to the receiver until the available water exceeds the user-specified rate. Once the available water exceeds the user-specified rate, then the user-specified rate is provided to the receiver. (Priority)</a:t>
            </a:r>
          </a:p>
          <a:p>
            <a:r>
              <a:rPr lang="en-US" dirty="0"/>
              <a:t>4) Up To</a:t>
            </a:r>
          </a:p>
          <a:p>
            <a:pPr lvl="1"/>
            <a:r>
              <a:rPr lang="en-US" dirty="0"/>
              <a:t>All of the available water will be taken from the provider up to the user-specified rate. Once user-specified rate is exceeded, the receiver will continue to get the user-specified rate. 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5BE5A648-E97E-8477-1B00-C531E2F6F2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625" y="76200"/>
            <a:ext cx="11306175" cy="1038225"/>
          </a:xfrm>
        </p:spPr>
        <p:txBody>
          <a:bodyPr>
            <a:normAutofit/>
          </a:bodyPr>
          <a:lstStyle/>
          <a:p>
            <a:r>
              <a:rPr lang="en-US" sz="5400" dirty="0"/>
              <a:t>MVR Package Providers and Receivers</a:t>
            </a:r>
          </a:p>
        </p:txBody>
      </p:sp>
    </p:spTree>
    <p:extLst>
      <p:ext uri="{BB962C8B-B14F-4D97-AF65-F5344CB8AC3E}">
        <p14:creationId xmlns:p14="http://schemas.microsoft.com/office/powerpoint/2010/main" val="119859299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Table&#10;&#10;Description automatically generated">
            <a:extLst>
              <a:ext uri="{FF2B5EF4-FFF2-40B4-BE49-F238E27FC236}">
                <a16:creationId xmlns:a16="http://schemas.microsoft.com/office/drawing/2014/main" id="{17CA1DE0-4AE6-FC0E-8C0F-20DDAA6654B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141"/>
          <a:stretch/>
        </p:blipFill>
        <p:spPr>
          <a:xfrm>
            <a:off x="1432861" y="600289"/>
            <a:ext cx="9635398" cy="618901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64A8A37-B49B-C1DD-A171-86ACE90F1E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8248" y="68699"/>
            <a:ext cx="10898275" cy="594493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Example Use Cases of MVR</a:t>
            </a:r>
          </a:p>
        </p:txBody>
      </p:sp>
    </p:spTree>
    <p:extLst>
      <p:ext uri="{BB962C8B-B14F-4D97-AF65-F5344CB8AC3E}">
        <p14:creationId xmlns:p14="http://schemas.microsoft.com/office/powerpoint/2010/main" val="330869049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7707B982-7A08-C981-F3BB-F8DF6E47911D}"/>
              </a:ext>
            </a:extLst>
          </p:cNvPr>
          <p:cNvGrpSpPr/>
          <p:nvPr/>
        </p:nvGrpSpPr>
        <p:grpSpPr>
          <a:xfrm>
            <a:off x="65343" y="90145"/>
            <a:ext cx="6509605" cy="2960662"/>
            <a:chOff x="150755" y="2666416"/>
            <a:chExt cx="6509605" cy="2960662"/>
          </a:xfrm>
        </p:grpSpPr>
        <p:pic>
          <p:nvPicPr>
            <p:cNvPr id="7" name="Picture 6" descr="Text&#10;&#10;Description automatically generated with medium confidence">
              <a:extLst>
                <a:ext uri="{FF2B5EF4-FFF2-40B4-BE49-F238E27FC236}">
                  <a16:creationId xmlns:a16="http://schemas.microsoft.com/office/drawing/2014/main" id="{225D5410-53AF-DA96-B859-CC40A10CC56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r="88332" b="29367"/>
            <a:stretch/>
          </p:blipFill>
          <p:spPr>
            <a:xfrm>
              <a:off x="150755" y="2666416"/>
              <a:ext cx="1266063" cy="2960662"/>
            </a:xfrm>
            <a:prstGeom prst="rect">
              <a:avLst/>
            </a:prstGeom>
          </p:spPr>
        </p:pic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7FEF608C-E7C9-C2B2-E09F-5424AC014780}"/>
                </a:ext>
              </a:extLst>
            </p:cNvPr>
            <p:cNvSpPr/>
            <p:nvPr/>
          </p:nvSpPr>
          <p:spPr>
            <a:xfrm>
              <a:off x="314015" y="3145041"/>
              <a:ext cx="1090248" cy="28395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dirty="0">
                  <a:solidFill>
                    <a:schemeClr val="tx1"/>
                  </a:solidFill>
                </a:rPr>
                <a:t>#</a:t>
              </a:r>
            </a:p>
          </p:txBody>
        </p:sp>
        <p:pic>
          <p:nvPicPr>
            <p:cNvPr id="11" name="Picture 10" descr="Text&#10;&#10;Description automatically generated with medium confidence">
              <a:extLst>
                <a:ext uri="{FF2B5EF4-FFF2-40B4-BE49-F238E27FC236}">
                  <a16:creationId xmlns:a16="http://schemas.microsoft.com/office/drawing/2014/main" id="{FED278E3-EC76-9BB3-E992-675C898419E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51559" b="29367"/>
            <a:stretch/>
          </p:blipFill>
          <p:spPr>
            <a:xfrm>
              <a:off x="1404263" y="2666416"/>
              <a:ext cx="5256097" cy="2960662"/>
            </a:xfrm>
            <a:prstGeom prst="rect">
              <a:avLst/>
            </a:prstGeom>
          </p:spPr>
        </p:pic>
      </p:grpSp>
      <p:pic>
        <p:nvPicPr>
          <p:cNvPr id="5" name="Picture 4" descr="A picture containing diagram&#10;&#10;Description automatically generated">
            <a:extLst>
              <a:ext uri="{FF2B5EF4-FFF2-40B4-BE49-F238E27FC236}">
                <a16:creationId xmlns:a16="http://schemas.microsoft.com/office/drawing/2014/main" id="{BFE1F7B4-347D-79CA-89F6-E5696EFFAD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2613537"/>
            <a:ext cx="7656843" cy="4244463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7" name="Title 1">
            <a:extLst>
              <a:ext uri="{FF2B5EF4-FFF2-40B4-BE49-F238E27FC236}">
                <a16:creationId xmlns:a16="http://schemas.microsoft.com/office/drawing/2014/main" id="{95F1E1A4-EB70-A8C5-9CE0-57FF96D2EB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2491" y="365125"/>
            <a:ext cx="5256097" cy="1325563"/>
          </a:xfrm>
        </p:spPr>
        <p:txBody>
          <a:bodyPr/>
          <a:lstStyle/>
          <a:p>
            <a:pPr algn="ctr"/>
            <a:r>
              <a:rPr lang="en-US" dirty="0"/>
              <a:t>MVR examples</a:t>
            </a:r>
          </a:p>
        </p:txBody>
      </p:sp>
    </p:spTree>
    <p:extLst>
      <p:ext uri="{BB962C8B-B14F-4D97-AF65-F5344CB8AC3E}">
        <p14:creationId xmlns:p14="http://schemas.microsoft.com/office/powerpoint/2010/main" val="203100766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D52856-60B5-45FB-3D2E-B606724BB3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555" y="98844"/>
            <a:ext cx="4862565" cy="780387"/>
          </a:xfrm>
        </p:spPr>
        <p:txBody>
          <a:bodyPr/>
          <a:lstStyle/>
          <a:p>
            <a:r>
              <a:rPr lang="en-US" dirty="0"/>
              <a:t>More MVR Examples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2A9A423C-C1F1-600B-9C7A-55258B999F3C}"/>
              </a:ext>
            </a:extLst>
          </p:cNvPr>
          <p:cNvGrpSpPr/>
          <p:nvPr/>
        </p:nvGrpSpPr>
        <p:grpSpPr>
          <a:xfrm>
            <a:off x="5981712" y="105560"/>
            <a:ext cx="4515031" cy="2208712"/>
            <a:chOff x="150755" y="2666415"/>
            <a:chExt cx="4515031" cy="2208712"/>
          </a:xfrm>
        </p:grpSpPr>
        <p:pic>
          <p:nvPicPr>
            <p:cNvPr id="4" name="Picture 3" descr="Text&#10;&#10;Description automatically generated with medium confidence">
              <a:extLst>
                <a:ext uri="{FF2B5EF4-FFF2-40B4-BE49-F238E27FC236}">
                  <a16:creationId xmlns:a16="http://schemas.microsoft.com/office/drawing/2014/main" id="{2248D23C-BB4A-BCEE-A33C-E7B24063A7D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r="88332" b="77072"/>
            <a:stretch/>
          </p:blipFill>
          <p:spPr>
            <a:xfrm>
              <a:off x="150755" y="2666415"/>
              <a:ext cx="1266063" cy="961041"/>
            </a:xfrm>
            <a:prstGeom prst="rect">
              <a:avLst/>
            </a:prstGeom>
          </p:spPr>
        </p:pic>
        <p:pic>
          <p:nvPicPr>
            <p:cNvPr id="5" name="Picture 4" descr="Text&#10;&#10;Description automatically generated with medium confidence">
              <a:extLst>
                <a:ext uri="{FF2B5EF4-FFF2-40B4-BE49-F238E27FC236}">
                  <a16:creationId xmlns:a16="http://schemas.microsoft.com/office/drawing/2014/main" id="{1335EE94-CE03-8D79-1646-1982D5BB19D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51559" r="18383" b="77072"/>
            <a:stretch/>
          </p:blipFill>
          <p:spPr>
            <a:xfrm>
              <a:off x="1404264" y="2666416"/>
              <a:ext cx="3261522" cy="961040"/>
            </a:xfrm>
            <a:prstGeom prst="rect">
              <a:avLst/>
            </a:prstGeom>
          </p:spPr>
        </p:pic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DFA4DB98-ADEC-DB4B-681D-46FA7E6A43A2}"/>
                </a:ext>
              </a:extLst>
            </p:cNvPr>
            <p:cNvGrpSpPr/>
            <p:nvPr/>
          </p:nvGrpSpPr>
          <p:grpSpPr>
            <a:xfrm>
              <a:off x="150755" y="3627456"/>
              <a:ext cx="4515031" cy="1247671"/>
              <a:chOff x="7055647" y="4843305"/>
              <a:chExt cx="4515031" cy="1247671"/>
            </a:xfrm>
          </p:grpSpPr>
          <p:pic>
            <p:nvPicPr>
              <p:cNvPr id="6" name="Picture 5" descr="Text&#10;&#10;Description automatically generated with medium confidence">
                <a:extLst>
                  <a:ext uri="{FF2B5EF4-FFF2-40B4-BE49-F238E27FC236}">
                    <a16:creationId xmlns:a16="http://schemas.microsoft.com/office/drawing/2014/main" id="{26363449-F0C7-E08C-E9D8-8E529DBFDFC0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t="70234" r="88332"/>
              <a:stretch/>
            </p:blipFill>
            <p:spPr>
              <a:xfrm>
                <a:off x="7055647" y="4843305"/>
                <a:ext cx="1266063" cy="1247671"/>
              </a:xfrm>
              <a:prstGeom prst="rect">
                <a:avLst/>
              </a:prstGeom>
            </p:spPr>
          </p:pic>
          <p:pic>
            <p:nvPicPr>
              <p:cNvPr id="7" name="Picture 6" descr="Text&#10;&#10;Description automatically generated with medium confidence">
                <a:extLst>
                  <a:ext uri="{FF2B5EF4-FFF2-40B4-BE49-F238E27FC236}">
                    <a16:creationId xmlns:a16="http://schemas.microsoft.com/office/drawing/2014/main" id="{4CD0AEE8-8CE9-A96B-A362-FF600CCA4CB7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51559" t="70234" r="18383"/>
              <a:stretch/>
            </p:blipFill>
            <p:spPr>
              <a:xfrm>
                <a:off x="8309156" y="4843305"/>
                <a:ext cx="3261522" cy="1247671"/>
              </a:xfrm>
              <a:prstGeom prst="rect">
                <a:avLst/>
              </a:prstGeom>
            </p:spPr>
          </p:pic>
        </p:grp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BD47515B-E60D-7D73-10AA-69EF77EDFBB0}"/>
                </a:ext>
              </a:extLst>
            </p:cNvPr>
            <p:cNvSpPr/>
            <p:nvPr/>
          </p:nvSpPr>
          <p:spPr>
            <a:xfrm>
              <a:off x="326570" y="3146935"/>
              <a:ext cx="1090248" cy="28395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dirty="0">
                  <a:solidFill>
                    <a:schemeClr val="tx1"/>
                  </a:solidFill>
                </a:rPr>
                <a:t>#</a:t>
              </a:r>
            </a:p>
          </p:txBody>
        </p:sp>
      </p:grpSp>
      <p:pic>
        <p:nvPicPr>
          <p:cNvPr id="12" name="Picture 11" descr="Diagram&#10;&#10;Description automatically generated">
            <a:extLst>
              <a:ext uri="{FF2B5EF4-FFF2-40B4-BE49-F238E27FC236}">
                <a16:creationId xmlns:a16="http://schemas.microsoft.com/office/drawing/2014/main" id="{18C85BFB-D8A5-F7F0-B0C0-5504570127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1659" y="2269419"/>
            <a:ext cx="8204479" cy="4562051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16136584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5FBA568A-FCBD-E1DE-C584-942E4C3CC5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625" y="76200"/>
            <a:ext cx="11306175" cy="1038225"/>
          </a:xfrm>
        </p:spPr>
        <p:txBody>
          <a:bodyPr>
            <a:normAutofit/>
          </a:bodyPr>
          <a:lstStyle/>
          <a:p>
            <a:r>
              <a:rPr lang="en-US" sz="5400" dirty="0"/>
              <a:t>MVR Package Providers and Receivers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4BF0473-7E3C-6E0E-5083-CE9B6AF0F3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857" y="5359721"/>
            <a:ext cx="7333397" cy="120236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93BBB7F-43DE-719A-95FB-DE6F5F08B4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9206" y="1373524"/>
            <a:ext cx="5181602" cy="3902344"/>
          </a:xfrm>
          <a:prstGeom prst="rect">
            <a:avLst/>
          </a:prstGeom>
          <a:ln w="25400">
            <a:solidFill>
              <a:srgbClr val="FF0000"/>
            </a:solidFill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5E85D75-2976-3BEB-C3B5-EE8992EEF781}"/>
              </a:ext>
            </a:extLst>
          </p:cNvPr>
          <p:cNvSpPr txBox="1"/>
          <p:nvPr/>
        </p:nvSpPr>
        <p:spPr>
          <a:xfrm>
            <a:off x="6582770" y="1004192"/>
            <a:ext cx="36621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Lake Package Options Block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7F557EA-F1E2-5243-D919-8F12F820CB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9179" y="2774700"/>
            <a:ext cx="2916241" cy="93319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77E5E53-D25D-E057-404E-8E8B6DFA394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9178" y="3930907"/>
            <a:ext cx="2015489" cy="1129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779339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633341-3470-5476-18EE-988B5B542B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988040" cy="1325563"/>
          </a:xfrm>
        </p:spPr>
        <p:txBody>
          <a:bodyPr/>
          <a:lstStyle/>
          <a:p>
            <a:r>
              <a:rPr lang="en-US" dirty="0"/>
              <a:t>Worked Advanced Package Transport Examples</a:t>
            </a:r>
          </a:p>
        </p:txBody>
      </p:sp>
      <p:pic>
        <p:nvPicPr>
          <p:cNvPr id="4" name="Picture 3" descr="Graphical user interface, text, application&#10;&#10;Description automatically generated">
            <a:extLst>
              <a:ext uri="{FF2B5EF4-FFF2-40B4-BE49-F238E27FC236}">
                <a16:creationId xmlns:a16="http://schemas.microsoft.com/office/drawing/2014/main" id="{011A3237-9159-35D0-F22D-F5CF5C0B23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2508365"/>
            <a:ext cx="11582400" cy="298756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450FAE7C-2C9B-AB68-37D4-4AE4DBABB74C}"/>
              </a:ext>
            </a:extLst>
          </p:cNvPr>
          <p:cNvSpPr/>
          <p:nvPr/>
        </p:nvSpPr>
        <p:spPr>
          <a:xfrm>
            <a:off x="9113520" y="4754880"/>
            <a:ext cx="2413000" cy="411480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891692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Graphical user interface, text, application, email&#10;&#10;Description automatically generated">
            <a:extLst>
              <a:ext uri="{FF2B5EF4-FFF2-40B4-BE49-F238E27FC236}">
                <a16:creationId xmlns:a16="http://schemas.microsoft.com/office/drawing/2014/main" id="{CB85CA51-8CE2-90E2-73F2-61930F6282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0064" y="2061880"/>
            <a:ext cx="8682662" cy="3929852"/>
          </a:xfrm>
          <a:prstGeom prst="rect">
            <a:avLst/>
          </a:prstGeom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B072E289-6182-44B0-691F-ABC23F489824}"/>
              </a:ext>
            </a:extLst>
          </p:cNvPr>
          <p:cNvCxnSpPr/>
          <p:nvPr/>
        </p:nvCxnSpPr>
        <p:spPr bwMode="auto">
          <a:xfrm flipH="1">
            <a:off x="5633720" y="5426075"/>
            <a:ext cx="628650" cy="0"/>
          </a:xfrm>
          <a:prstGeom prst="straightConnector1">
            <a:avLst/>
          </a:prstGeom>
          <a:solidFill>
            <a:schemeClr val="accent1"/>
          </a:solidFill>
          <a:ln w="44450" cap="flat" cmpd="sng" algn="ctr">
            <a:solidFill>
              <a:srgbClr val="FF0000"/>
            </a:solidFill>
            <a:prstDash val="solid"/>
            <a:round/>
            <a:headEnd type="none" w="med" len="med"/>
            <a:tailEnd type="stealth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F378438C-0645-488E-1AFB-64BA7E6E13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6280" y="1132546"/>
            <a:ext cx="6096000" cy="1222375"/>
          </a:xfrm>
        </p:spPr>
        <p:txBody>
          <a:bodyPr/>
          <a:lstStyle/>
          <a:p>
            <a:r>
              <a:rPr lang="en-US" dirty="0"/>
              <a:t>Search the examples by package type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5E78B47A-C823-3860-3653-57D0B13EDD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2018" y="203517"/>
            <a:ext cx="10988040" cy="782800"/>
          </a:xfrm>
        </p:spPr>
        <p:txBody>
          <a:bodyPr/>
          <a:lstStyle/>
          <a:p>
            <a:r>
              <a:rPr lang="en-US" dirty="0"/>
              <a:t>Worked Advanced Package Transport Examples</a:t>
            </a:r>
          </a:p>
        </p:txBody>
      </p:sp>
    </p:spTree>
    <p:extLst>
      <p:ext uri="{BB962C8B-B14F-4D97-AF65-F5344CB8AC3E}">
        <p14:creationId xmlns:p14="http://schemas.microsoft.com/office/powerpoint/2010/main" val="30841252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8E830A5E-3AB1-2B1D-36BA-CCFCB74BFF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2018" y="203517"/>
            <a:ext cx="10988040" cy="782800"/>
          </a:xfrm>
        </p:spPr>
        <p:txBody>
          <a:bodyPr/>
          <a:lstStyle/>
          <a:p>
            <a:r>
              <a:rPr lang="en-US" dirty="0"/>
              <a:t>Worked Advanced Package Transport Examples</a:t>
            </a:r>
          </a:p>
        </p:txBody>
      </p:sp>
      <p:pic>
        <p:nvPicPr>
          <p:cNvPr id="6" name="Picture 5" descr="Graphical user interface, application&#10;&#10;Description automatically generated">
            <a:extLst>
              <a:ext uri="{FF2B5EF4-FFF2-40B4-BE49-F238E27FC236}">
                <a16:creationId xmlns:a16="http://schemas.microsoft.com/office/drawing/2014/main" id="{496201D9-C0F5-E2D5-3C6C-9295E9F7D4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7040" y="2033930"/>
            <a:ext cx="9030960" cy="4182059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0905F198-9060-D78E-E4D9-4618BF041838}"/>
              </a:ext>
            </a:extLst>
          </p:cNvPr>
          <p:cNvGrpSpPr/>
          <p:nvPr/>
        </p:nvGrpSpPr>
        <p:grpSpPr>
          <a:xfrm>
            <a:off x="6944678" y="1543208"/>
            <a:ext cx="63818" cy="395154"/>
            <a:chOff x="5593080" y="1361574"/>
            <a:chExt cx="63818" cy="395154"/>
          </a:xfrm>
        </p:grpSpPr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EA3ED70B-F702-2269-1EE4-55A9F6634B40}"/>
                </a:ext>
              </a:extLst>
            </p:cNvPr>
            <p:cNvSpPr/>
            <p:nvPr/>
          </p:nvSpPr>
          <p:spPr>
            <a:xfrm>
              <a:off x="5593080" y="1529080"/>
              <a:ext cx="63818" cy="6604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A5618344-5166-647D-F747-0B655FDA7DD9}"/>
                </a:ext>
              </a:extLst>
            </p:cNvPr>
            <p:cNvSpPr/>
            <p:nvPr/>
          </p:nvSpPr>
          <p:spPr>
            <a:xfrm>
              <a:off x="5593080" y="1690688"/>
              <a:ext cx="63818" cy="6604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5A8435F7-857F-EF7F-564C-C359C2A657EC}"/>
                </a:ext>
              </a:extLst>
            </p:cNvPr>
            <p:cNvSpPr/>
            <p:nvPr/>
          </p:nvSpPr>
          <p:spPr>
            <a:xfrm>
              <a:off x="5593080" y="1361574"/>
              <a:ext cx="63818" cy="6604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7D4C6BEF-8892-5504-9050-934F2FCFB862}"/>
              </a:ext>
            </a:extLst>
          </p:cNvPr>
          <p:cNvGrpSpPr/>
          <p:nvPr/>
        </p:nvGrpSpPr>
        <p:grpSpPr>
          <a:xfrm>
            <a:off x="6944678" y="6215989"/>
            <a:ext cx="63818" cy="395154"/>
            <a:chOff x="5593080" y="1361574"/>
            <a:chExt cx="63818" cy="395154"/>
          </a:xfrm>
        </p:grpSpPr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4B8B65EF-3CC1-2B08-F29E-75EE50795F75}"/>
                </a:ext>
              </a:extLst>
            </p:cNvPr>
            <p:cNvSpPr/>
            <p:nvPr/>
          </p:nvSpPr>
          <p:spPr>
            <a:xfrm>
              <a:off x="5593080" y="1529080"/>
              <a:ext cx="63818" cy="6604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0F805A76-32A7-899C-48B2-3F91266F1D95}"/>
                </a:ext>
              </a:extLst>
            </p:cNvPr>
            <p:cNvSpPr/>
            <p:nvPr/>
          </p:nvSpPr>
          <p:spPr>
            <a:xfrm>
              <a:off x="5593080" y="1690688"/>
              <a:ext cx="63818" cy="6604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EF0B4A34-FB16-A5E9-3265-10447DF5DB85}"/>
                </a:ext>
              </a:extLst>
            </p:cNvPr>
            <p:cNvSpPr/>
            <p:nvPr/>
          </p:nvSpPr>
          <p:spPr>
            <a:xfrm>
              <a:off x="5593080" y="1361574"/>
              <a:ext cx="63818" cy="6604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8DBF857F-2600-5DFB-6924-62DB97F7EB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6280" y="1132546"/>
            <a:ext cx="6096000" cy="1222375"/>
          </a:xfrm>
        </p:spPr>
        <p:txBody>
          <a:bodyPr/>
          <a:lstStyle/>
          <a:p>
            <a:r>
              <a:rPr lang="en-US" dirty="0"/>
              <a:t>Search the examples by package type</a:t>
            </a:r>
          </a:p>
        </p:txBody>
      </p:sp>
    </p:spTree>
    <p:extLst>
      <p:ext uri="{BB962C8B-B14F-4D97-AF65-F5344CB8AC3E}">
        <p14:creationId xmlns:p14="http://schemas.microsoft.com/office/powerpoint/2010/main" val="366189855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TextBox 520">
            <a:extLst>
              <a:ext uri="{FF2B5EF4-FFF2-40B4-BE49-F238E27FC236}">
                <a16:creationId xmlns:a16="http://schemas.microsoft.com/office/drawing/2014/main" id="{9586620F-C9DA-7A82-C11B-1D640C7B19B4}"/>
              </a:ext>
            </a:extLst>
          </p:cNvPr>
          <p:cNvSpPr txBox="1"/>
          <p:nvPr/>
        </p:nvSpPr>
        <p:spPr>
          <a:xfrm>
            <a:off x="3464408" y="3221344"/>
            <a:ext cx="1899473" cy="10007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43" b="1" u="sng" dirty="0"/>
              <a:t>UZF/UZE</a:t>
            </a:r>
          </a:p>
          <a:p>
            <a:pPr indent="87087">
              <a:buFont typeface="Arial" panose="020B0604020202020204" pitchFamily="34" charset="0"/>
              <a:buChar char="•"/>
            </a:pPr>
            <a:r>
              <a:rPr lang="en-US" sz="952" b="1" dirty="0"/>
              <a:t>Infiltrating heat flow</a:t>
            </a:r>
          </a:p>
          <a:p>
            <a:pPr indent="87087">
              <a:buFont typeface="Arial" panose="020B0604020202020204" pitchFamily="34" charset="0"/>
              <a:buChar char="•"/>
            </a:pPr>
            <a:r>
              <a:rPr lang="en-US" sz="952" b="1" dirty="0"/>
              <a:t>Runoff heat flow</a:t>
            </a:r>
          </a:p>
          <a:p>
            <a:pPr indent="87087">
              <a:buFont typeface="Arial" panose="020B0604020202020204" pitchFamily="34" charset="0"/>
              <a:buChar char="•"/>
            </a:pPr>
            <a:r>
              <a:rPr lang="en-US" sz="952" b="1" dirty="0"/>
              <a:t>Recharging heat flow</a:t>
            </a:r>
          </a:p>
          <a:p>
            <a:pPr indent="87087">
              <a:buFont typeface="Arial" panose="020B0604020202020204" pitchFamily="34" charset="0"/>
              <a:buChar char="•"/>
            </a:pPr>
            <a:r>
              <a:rPr lang="en-US" sz="952" b="1" dirty="0"/>
              <a:t>Changes in UZ heat storage</a:t>
            </a:r>
          </a:p>
          <a:p>
            <a:pPr indent="87087">
              <a:buFont typeface="Arial" panose="020B0604020202020204" pitchFamily="34" charset="0"/>
              <a:buChar char="•"/>
            </a:pPr>
            <a:endParaRPr lang="en-US" sz="952" b="1" dirty="0"/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62357458-38DF-65F8-73E9-B81E2D7E5A76}"/>
              </a:ext>
            </a:extLst>
          </p:cNvPr>
          <p:cNvCxnSpPr>
            <a:cxnSpLocks/>
          </p:cNvCxnSpPr>
          <p:nvPr/>
        </p:nvCxnSpPr>
        <p:spPr>
          <a:xfrm>
            <a:off x="6273635" y="2960859"/>
            <a:ext cx="141768" cy="0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5A8AC582-0431-6545-2751-F88BE6869335}"/>
              </a:ext>
            </a:extLst>
          </p:cNvPr>
          <p:cNvCxnSpPr>
            <a:cxnSpLocks/>
          </p:cNvCxnSpPr>
          <p:nvPr/>
        </p:nvCxnSpPr>
        <p:spPr>
          <a:xfrm flipV="1">
            <a:off x="3466993" y="5090521"/>
            <a:ext cx="0" cy="105705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947075FE-CC82-49C0-EB80-0FFC521148F3}"/>
              </a:ext>
            </a:extLst>
          </p:cNvPr>
          <p:cNvCxnSpPr>
            <a:cxnSpLocks/>
          </p:cNvCxnSpPr>
          <p:nvPr/>
        </p:nvCxnSpPr>
        <p:spPr>
          <a:xfrm flipV="1">
            <a:off x="3765367" y="5069549"/>
            <a:ext cx="0" cy="10790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BED70169-A6BD-8E4D-042B-ABE94B0293BD}"/>
              </a:ext>
            </a:extLst>
          </p:cNvPr>
          <p:cNvCxnSpPr>
            <a:cxnSpLocks/>
          </p:cNvCxnSpPr>
          <p:nvPr/>
        </p:nvCxnSpPr>
        <p:spPr>
          <a:xfrm flipV="1">
            <a:off x="3467471" y="5911965"/>
            <a:ext cx="42112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74F4D6F6-73F1-8B6F-0E71-3F60B0A4ED54}"/>
              </a:ext>
            </a:extLst>
          </p:cNvPr>
          <p:cNvCxnSpPr>
            <a:cxnSpLocks/>
          </p:cNvCxnSpPr>
          <p:nvPr/>
        </p:nvCxnSpPr>
        <p:spPr>
          <a:xfrm>
            <a:off x="3463211" y="5680019"/>
            <a:ext cx="42159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31091EA6-B9E8-8982-743B-E4DBCF66FF90}"/>
              </a:ext>
            </a:extLst>
          </p:cNvPr>
          <p:cNvCxnSpPr>
            <a:cxnSpLocks/>
          </p:cNvCxnSpPr>
          <p:nvPr/>
        </p:nvCxnSpPr>
        <p:spPr>
          <a:xfrm flipV="1">
            <a:off x="4062921" y="5047080"/>
            <a:ext cx="0" cy="110848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38EBA60C-11DC-476C-301C-6C69C31ECAD4}"/>
              </a:ext>
            </a:extLst>
          </p:cNvPr>
          <p:cNvCxnSpPr/>
          <p:nvPr/>
        </p:nvCxnSpPr>
        <p:spPr>
          <a:xfrm flipV="1">
            <a:off x="4646779" y="5026253"/>
            <a:ext cx="0" cy="112095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86B3888E-0B7E-B773-088E-40FF2C50E087}"/>
              </a:ext>
            </a:extLst>
          </p:cNvPr>
          <p:cNvCxnSpPr>
            <a:cxnSpLocks/>
          </p:cNvCxnSpPr>
          <p:nvPr/>
        </p:nvCxnSpPr>
        <p:spPr>
          <a:xfrm flipV="1">
            <a:off x="4950588" y="4973579"/>
            <a:ext cx="0" cy="117799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3C4613AC-0DB9-4F3C-CE88-CEFD9987808D}"/>
              </a:ext>
            </a:extLst>
          </p:cNvPr>
          <p:cNvCxnSpPr>
            <a:cxnSpLocks/>
          </p:cNvCxnSpPr>
          <p:nvPr/>
        </p:nvCxnSpPr>
        <p:spPr>
          <a:xfrm flipV="1">
            <a:off x="5248126" y="5023755"/>
            <a:ext cx="0" cy="112781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EB12CFE9-5D13-90EA-76E4-8060942105E3}"/>
              </a:ext>
            </a:extLst>
          </p:cNvPr>
          <p:cNvCxnSpPr>
            <a:cxnSpLocks/>
          </p:cNvCxnSpPr>
          <p:nvPr/>
        </p:nvCxnSpPr>
        <p:spPr>
          <a:xfrm flipV="1">
            <a:off x="4357766" y="5023755"/>
            <a:ext cx="0" cy="112837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C971EC54-EBF1-752F-923A-E4E0FF70AC6F}"/>
              </a:ext>
            </a:extLst>
          </p:cNvPr>
          <p:cNvCxnSpPr>
            <a:cxnSpLocks/>
          </p:cNvCxnSpPr>
          <p:nvPr/>
        </p:nvCxnSpPr>
        <p:spPr>
          <a:xfrm flipV="1">
            <a:off x="5550455" y="5072554"/>
            <a:ext cx="0" cy="107901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5E851849-EE6E-A6E4-3C90-73D9E3213D21}"/>
              </a:ext>
            </a:extLst>
          </p:cNvPr>
          <p:cNvCxnSpPr>
            <a:cxnSpLocks/>
          </p:cNvCxnSpPr>
          <p:nvPr/>
        </p:nvCxnSpPr>
        <p:spPr>
          <a:xfrm flipV="1">
            <a:off x="5855141" y="5072024"/>
            <a:ext cx="0" cy="107954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20D3461A-210F-BDAA-7B5C-744751FB266F}"/>
              </a:ext>
            </a:extLst>
          </p:cNvPr>
          <p:cNvCxnSpPr/>
          <p:nvPr/>
        </p:nvCxnSpPr>
        <p:spPr>
          <a:xfrm flipV="1">
            <a:off x="6162706" y="5030615"/>
            <a:ext cx="0" cy="112095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0DF49B25-51F7-3731-0D7B-5033F713455D}"/>
              </a:ext>
            </a:extLst>
          </p:cNvPr>
          <p:cNvCxnSpPr>
            <a:cxnSpLocks/>
          </p:cNvCxnSpPr>
          <p:nvPr/>
        </p:nvCxnSpPr>
        <p:spPr>
          <a:xfrm flipV="1">
            <a:off x="6467854" y="4926067"/>
            <a:ext cx="0" cy="122113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56F5180A-3CEF-A09C-F9BC-B1A415355F95}"/>
              </a:ext>
            </a:extLst>
          </p:cNvPr>
          <p:cNvCxnSpPr>
            <a:cxnSpLocks/>
          </p:cNvCxnSpPr>
          <p:nvPr/>
        </p:nvCxnSpPr>
        <p:spPr>
          <a:xfrm flipV="1">
            <a:off x="6769851" y="4926067"/>
            <a:ext cx="0" cy="122550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136B1916-725E-1073-9422-BD95488CA63A}"/>
              </a:ext>
            </a:extLst>
          </p:cNvPr>
          <p:cNvCxnSpPr>
            <a:cxnSpLocks/>
          </p:cNvCxnSpPr>
          <p:nvPr/>
        </p:nvCxnSpPr>
        <p:spPr>
          <a:xfrm flipV="1">
            <a:off x="7076564" y="4978233"/>
            <a:ext cx="0" cy="116897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4BA180C6-60F8-3B41-A587-796400B25F1F}"/>
              </a:ext>
            </a:extLst>
          </p:cNvPr>
          <p:cNvCxnSpPr>
            <a:cxnSpLocks/>
          </p:cNvCxnSpPr>
          <p:nvPr/>
        </p:nvCxnSpPr>
        <p:spPr>
          <a:xfrm flipV="1">
            <a:off x="7377640" y="4978233"/>
            <a:ext cx="0" cy="117333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6CB69531-2BA6-579E-8ABD-F53830985187}"/>
              </a:ext>
            </a:extLst>
          </p:cNvPr>
          <p:cNvCxnSpPr>
            <a:cxnSpLocks/>
          </p:cNvCxnSpPr>
          <p:nvPr/>
        </p:nvCxnSpPr>
        <p:spPr>
          <a:xfrm flipV="1">
            <a:off x="7679151" y="5021245"/>
            <a:ext cx="0" cy="112596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05ED198F-4408-8314-9FF0-26A753BABD17}"/>
              </a:ext>
            </a:extLst>
          </p:cNvPr>
          <p:cNvCxnSpPr>
            <a:cxnSpLocks/>
          </p:cNvCxnSpPr>
          <p:nvPr/>
        </p:nvCxnSpPr>
        <p:spPr>
          <a:xfrm flipV="1">
            <a:off x="7916965" y="4940553"/>
            <a:ext cx="0" cy="121101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E5F95461-311E-14A4-1CB2-AEB9B2B50BE9}"/>
              </a:ext>
            </a:extLst>
          </p:cNvPr>
          <p:cNvCxnSpPr>
            <a:cxnSpLocks/>
          </p:cNvCxnSpPr>
          <p:nvPr/>
        </p:nvCxnSpPr>
        <p:spPr>
          <a:xfrm flipV="1">
            <a:off x="8159290" y="4854237"/>
            <a:ext cx="0" cy="129390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7898FDEE-957D-0804-E940-BF4C8B840599}"/>
              </a:ext>
            </a:extLst>
          </p:cNvPr>
          <p:cNvCxnSpPr/>
          <p:nvPr/>
        </p:nvCxnSpPr>
        <p:spPr>
          <a:xfrm flipV="1">
            <a:off x="8405773" y="4818296"/>
            <a:ext cx="0" cy="112095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3B6F94E7-80D1-BCB5-EB11-5B103D12DD9C}"/>
              </a:ext>
            </a:extLst>
          </p:cNvPr>
          <p:cNvCxnSpPr>
            <a:cxnSpLocks/>
          </p:cNvCxnSpPr>
          <p:nvPr/>
        </p:nvCxnSpPr>
        <p:spPr>
          <a:xfrm>
            <a:off x="3467107" y="5429787"/>
            <a:ext cx="421204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0D118DB5-BAC3-F399-FD32-6A76C1B39AA3}"/>
              </a:ext>
            </a:extLst>
          </p:cNvPr>
          <p:cNvCxnSpPr>
            <a:cxnSpLocks/>
          </p:cNvCxnSpPr>
          <p:nvPr/>
        </p:nvCxnSpPr>
        <p:spPr>
          <a:xfrm>
            <a:off x="3470044" y="5218558"/>
            <a:ext cx="420910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3FCA9BB0-81B6-8699-CFAB-17C266101896}"/>
              </a:ext>
            </a:extLst>
          </p:cNvPr>
          <p:cNvCxnSpPr>
            <a:cxnSpLocks/>
          </p:cNvCxnSpPr>
          <p:nvPr/>
        </p:nvCxnSpPr>
        <p:spPr>
          <a:xfrm>
            <a:off x="4062479" y="5047080"/>
            <a:ext cx="29528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2918BE6D-AA3F-0E72-3B24-58FCF47F2453}"/>
              </a:ext>
            </a:extLst>
          </p:cNvPr>
          <p:cNvCxnSpPr>
            <a:cxnSpLocks/>
          </p:cNvCxnSpPr>
          <p:nvPr/>
        </p:nvCxnSpPr>
        <p:spPr>
          <a:xfrm>
            <a:off x="3467205" y="5088241"/>
            <a:ext cx="29816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0F8F6804-EFC7-EDAA-6464-3A443D845591}"/>
              </a:ext>
            </a:extLst>
          </p:cNvPr>
          <p:cNvCxnSpPr/>
          <p:nvPr/>
        </p:nvCxnSpPr>
        <p:spPr>
          <a:xfrm flipV="1">
            <a:off x="3765367" y="4983885"/>
            <a:ext cx="244594" cy="855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1C5E470C-DA2C-2586-D5BB-2F0F28CDEC84}"/>
              </a:ext>
            </a:extLst>
          </p:cNvPr>
          <p:cNvCxnSpPr/>
          <p:nvPr/>
        </p:nvCxnSpPr>
        <p:spPr>
          <a:xfrm flipV="1">
            <a:off x="4065354" y="4961377"/>
            <a:ext cx="244594" cy="855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EB272077-E715-49F2-53AB-F3F2C69D01D7}"/>
              </a:ext>
            </a:extLst>
          </p:cNvPr>
          <p:cNvCxnSpPr>
            <a:cxnSpLocks/>
          </p:cNvCxnSpPr>
          <p:nvPr/>
        </p:nvCxnSpPr>
        <p:spPr>
          <a:xfrm>
            <a:off x="4309948" y="4960640"/>
            <a:ext cx="23261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84EC690B-3C18-0960-585D-0CEB1C49D8EB}"/>
              </a:ext>
            </a:extLst>
          </p:cNvPr>
          <p:cNvCxnSpPr>
            <a:cxnSpLocks/>
          </p:cNvCxnSpPr>
          <p:nvPr/>
        </p:nvCxnSpPr>
        <p:spPr>
          <a:xfrm flipV="1">
            <a:off x="3464731" y="4997814"/>
            <a:ext cx="235408" cy="9179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149BB503-43D1-D6EF-CE4F-DBBAF6241403}"/>
              </a:ext>
            </a:extLst>
          </p:cNvPr>
          <p:cNvCxnSpPr>
            <a:cxnSpLocks/>
          </p:cNvCxnSpPr>
          <p:nvPr/>
        </p:nvCxnSpPr>
        <p:spPr>
          <a:xfrm>
            <a:off x="3698364" y="4999058"/>
            <a:ext cx="27020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456F4F2B-1351-6F1B-7714-F63BCE92B8FE}"/>
              </a:ext>
            </a:extLst>
          </p:cNvPr>
          <p:cNvCxnSpPr>
            <a:cxnSpLocks/>
          </p:cNvCxnSpPr>
          <p:nvPr/>
        </p:nvCxnSpPr>
        <p:spPr>
          <a:xfrm flipV="1">
            <a:off x="3700139" y="4958804"/>
            <a:ext cx="0" cy="3842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533589A7-787D-A64B-1574-262BAAAFD314}"/>
              </a:ext>
            </a:extLst>
          </p:cNvPr>
          <p:cNvCxnSpPr/>
          <p:nvPr/>
        </p:nvCxnSpPr>
        <p:spPr>
          <a:xfrm flipV="1">
            <a:off x="3701734" y="4873051"/>
            <a:ext cx="244594" cy="855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7D8E9FC2-270A-0F9F-5CEB-E42428AAD0C5}"/>
              </a:ext>
            </a:extLst>
          </p:cNvPr>
          <p:cNvCxnSpPr>
            <a:cxnSpLocks/>
          </p:cNvCxnSpPr>
          <p:nvPr/>
        </p:nvCxnSpPr>
        <p:spPr>
          <a:xfrm flipV="1">
            <a:off x="4003668" y="4909161"/>
            <a:ext cx="0" cy="74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8CB12A6A-76DF-3F93-5477-EBEE21524FA0}"/>
              </a:ext>
            </a:extLst>
          </p:cNvPr>
          <p:cNvCxnSpPr>
            <a:cxnSpLocks/>
          </p:cNvCxnSpPr>
          <p:nvPr/>
        </p:nvCxnSpPr>
        <p:spPr>
          <a:xfrm>
            <a:off x="4004194" y="4906444"/>
            <a:ext cx="30575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97ED7FBF-8999-AAFF-75BE-47DFCC2851D1}"/>
              </a:ext>
            </a:extLst>
          </p:cNvPr>
          <p:cNvCxnSpPr>
            <a:cxnSpLocks/>
          </p:cNvCxnSpPr>
          <p:nvPr/>
        </p:nvCxnSpPr>
        <p:spPr>
          <a:xfrm flipH="1" flipV="1">
            <a:off x="4309949" y="4905731"/>
            <a:ext cx="0" cy="5285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EFA97918-604D-DC0D-1CE9-A1701E16DDC8}"/>
              </a:ext>
            </a:extLst>
          </p:cNvPr>
          <p:cNvCxnSpPr/>
          <p:nvPr/>
        </p:nvCxnSpPr>
        <p:spPr>
          <a:xfrm flipV="1">
            <a:off x="4003668" y="4821599"/>
            <a:ext cx="244594" cy="855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91A1F0FB-4284-2E4D-DCCD-1B7D58C888D8}"/>
              </a:ext>
            </a:extLst>
          </p:cNvPr>
          <p:cNvCxnSpPr>
            <a:cxnSpLocks/>
          </p:cNvCxnSpPr>
          <p:nvPr/>
        </p:nvCxnSpPr>
        <p:spPr>
          <a:xfrm flipV="1">
            <a:off x="4308850" y="4823977"/>
            <a:ext cx="237794" cy="8315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C4AED93A-6F98-135F-1A38-ECDD78562F46}"/>
              </a:ext>
            </a:extLst>
          </p:cNvPr>
          <p:cNvCxnSpPr>
            <a:cxnSpLocks/>
          </p:cNvCxnSpPr>
          <p:nvPr/>
        </p:nvCxnSpPr>
        <p:spPr>
          <a:xfrm>
            <a:off x="3944447" y="4872315"/>
            <a:ext cx="16240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82402969-2971-240A-463C-88EAEF98D90C}"/>
              </a:ext>
            </a:extLst>
          </p:cNvPr>
          <p:cNvCxnSpPr>
            <a:cxnSpLocks/>
          </p:cNvCxnSpPr>
          <p:nvPr/>
        </p:nvCxnSpPr>
        <p:spPr>
          <a:xfrm flipV="1">
            <a:off x="4243917" y="4772814"/>
            <a:ext cx="0" cy="4942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BC8BE78B-FB07-041A-E638-8B0C511C41F6}"/>
              </a:ext>
            </a:extLst>
          </p:cNvPr>
          <p:cNvCxnSpPr>
            <a:cxnSpLocks/>
          </p:cNvCxnSpPr>
          <p:nvPr/>
        </p:nvCxnSpPr>
        <p:spPr>
          <a:xfrm>
            <a:off x="4242008" y="4770097"/>
            <a:ext cx="30575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FD765585-F09B-3D30-239D-D668A355890C}"/>
              </a:ext>
            </a:extLst>
          </p:cNvPr>
          <p:cNvCxnSpPr>
            <a:cxnSpLocks/>
          </p:cNvCxnSpPr>
          <p:nvPr/>
        </p:nvCxnSpPr>
        <p:spPr>
          <a:xfrm flipV="1">
            <a:off x="4547763" y="4769384"/>
            <a:ext cx="0" cy="11704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4EADE688-1A95-EB3E-D4C2-E7AB92DD1751}"/>
              </a:ext>
            </a:extLst>
          </p:cNvPr>
          <p:cNvCxnSpPr>
            <a:cxnSpLocks/>
          </p:cNvCxnSpPr>
          <p:nvPr/>
        </p:nvCxnSpPr>
        <p:spPr>
          <a:xfrm flipV="1">
            <a:off x="4241483" y="4702582"/>
            <a:ext cx="195035" cy="6820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931F9C2B-E607-2A3A-DF30-D7F9E6992D33}"/>
              </a:ext>
            </a:extLst>
          </p:cNvPr>
          <p:cNvCxnSpPr>
            <a:cxnSpLocks/>
          </p:cNvCxnSpPr>
          <p:nvPr/>
        </p:nvCxnSpPr>
        <p:spPr>
          <a:xfrm flipV="1">
            <a:off x="4546663" y="4702851"/>
            <a:ext cx="194265" cy="679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328B2393-E089-907E-EA29-B74B8403BAD5}"/>
              </a:ext>
            </a:extLst>
          </p:cNvPr>
          <p:cNvCxnSpPr>
            <a:cxnSpLocks/>
          </p:cNvCxnSpPr>
          <p:nvPr/>
        </p:nvCxnSpPr>
        <p:spPr>
          <a:xfrm flipV="1">
            <a:off x="4546663" y="4767164"/>
            <a:ext cx="194265" cy="679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9AC38999-0F7B-AD30-BE78-777C1EF3528F}"/>
              </a:ext>
            </a:extLst>
          </p:cNvPr>
          <p:cNvCxnSpPr>
            <a:cxnSpLocks/>
          </p:cNvCxnSpPr>
          <p:nvPr/>
        </p:nvCxnSpPr>
        <p:spPr>
          <a:xfrm>
            <a:off x="4243717" y="4821428"/>
            <a:ext cx="300798" cy="12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45827D36-30B7-E01D-ABAD-F5DB68476F3D}"/>
              </a:ext>
            </a:extLst>
          </p:cNvPr>
          <p:cNvCxnSpPr>
            <a:cxnSpLocks/>
          </p:cNvCxnSpPr>
          <p:nvPr/>
        </p:nvCxnSpPr>
        <p:spPr>
          <a:xfrm>
            <a:off x="4546377" y="4836018"/>
            <a:ext cx="30575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14BE9913-44A0-9092-2AD8-5B0ED944643D}"/>
              </a:ext>
            </a:extLst>
          </p:cNvPr>
          <p:cNvCxnSpPr>
            <a:cxnSpLocks/>
          </p:cNvCxnSpPr>
          <p:nvPr/>
        </p:nvCxnSpPr>
        <p:spPr>
          <a:xfrm flipV="1">
            <a:off x="4852133" y="4835098"/>
            <a:ext cx="0" cy="5076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FF419141-48AE-BD98-C8DF-1E31548D0B5A}"/>
              </a:ext>
            </a:extLst>
          </p:cNvPr>
          <p:cNvCxnSpPr>
            <a:cxnSpLocks/>
          </p:cNvCxnSpPr>
          <p:nvPr/>
        </p:nvCxnSpPr>
        <p:spPr>
          <a:xfrm>
            <a:off x="4547647" y="4885862"/>
            <a:ext cx="30428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E2FB3789-F660-2107-03F3-771A04678794}"/>
              </a:ext>
            </a:extLst>
          </p:cNvPr>
          <p:cNvCxnSpPr>
            <a:cxnSpLocks/>
          </p:cNvCxnSpPr>
          <p:nvPr/>
        </p:nvCxnSpPr>
        <p:spPr>
          <a:xfrm>
            <a:off x="4356938" y="5024909"/>
            <a:ext cx="29098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F8EA5CE4-1841-B51B-1908-658E97AC4DC7}"/>
              </a:ext>
            </a:extLst>
          </p:cNvPr>
          <p:cNvCxnSpPr/>
          <p:nvPr/>
        </p:nvCxnSpPr>
        <p:spPr>
          <a:xfrm flipV="1">
            <a:off x="4356331" y="4940796"/>
            <a:ext cx="244594" cy="855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67B1BFFE-713F-31AB-BDC6-CC7923A85AD1}"/>
              </a:ext>
            </a:extLst>
          </p:cNvPr>
          <p:cNvCxnSpPr>
            <a:cxnSpLocks/>
          </p:cNvCxnSpPr>
          <p:nvPr/>
        </p:nvCxnSpPr>
        <p:spPr>
          <a:xfrm flipV="1">
            <a:off x="4646898" y="4976295"/>
            <a:ext cx="0" cy="4942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6F18E705-195F-26AE-A198-C20E6D0690DF}"/>
              </a:ext>
            </a:extLst>
          </p:cNvPr>
          <p:cNvCxnSpPr>
            <a:cxnSpLocks/>
          </p:cNvCxnSpPr>
          <p:nvPr/>
        </p:nvCxnSpPr>
        <p:spPr>
          <a:xfrm>
            <a:off x="4644988" y="4973579"/>
            <a:ext cx="30575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Straight Connector 96">
            <a:extLst>
              <a:ext uri="{FF2B5EF4-FFF2-40B4-BE49-F238E27FC236}">
                <a16:creationId xmlns:a16="http://schemas.microsoft.com/office/drawing/2014/main" id="{88B2B330-DFFA-6593-49E4-20B0312C1597}"/>
              </a:ext>
            </a:extLst>
          </p:cNvPr>
          <p:cNvCxnSpPr/>
          <p:nvPr/>
        </p:nvCxnSpPr>
        <p:spPr>
          <a:xfrm flipV="1">
            <a:off x="4644463" y="4888733"/>
            <a:ext cx="244594" cy="855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24346D05-3C19-D3A6-3599-9D677FBA360E}"/>
              </a:ext>
            </a:extLst>
          </p:cNvPr>
          <p:cNvCxnSpPr/>
          <p:nvPr/>
        </p:nvCxnSpPr>
        <p:spPr>
          <a:xfrm flipV="1">
            <a:off x="4949644" y="4888733"/>
            <a:ext cx="244594" cy="855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56133B96-DA25-7DA7-B459-F079746F93ED}"/>
              </a:ext>
            </a:extLst>
          </p:cNvPr>
          <p:cNvCxnSpPr/>
          <p:nvPr/>
        </p:nvCxnSpPr>
        <p:spPr>
          <a:xfrm flipV="1">
            <a:off x="4949644" y="4943615"/>
            <a:ext cx="244594" cy="855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39637FE7-0550-3814-FBCE-18805CFDA199}"/>
              </a:ext>
            </a:extLst>
          </p:cNvPr>
          <p:cNvCxnSpPr>
            <a:cxnSpLocks/>
          </p:cNvCxnSpPr>
          <p:nvPr/>
        </p:nvCxnSpPr>
        <p:spPr>
          <a:xfrm>
            <a:off x="4646698" y="5024909"/>
            <a:ext cx="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Connector 100">
            <a:extLst>
              <a:ext uri="{FF2B5EF4-FFF2-40B4-BE49-F238E27FC236}">
                <a16:creationId xmlns:a16="http://schemas.microsoft.com/office/drawing/2014/main" id="{FEBC1199-46B9-EE0E-C84E-D509B6F01DC6}"/>
              </a:ext>
            </a:extLst>
          </p:cNvPr>
          <p:cNvCxnSpPr>
            <a:cxnSpLocks/>
          </p:cNvCxnSpPr>
          <p:nvPr/>
        </p:nvCxnSpPr>
        <p:spPr>
          <a:xfrm>
            <a:off x="4599354" y="4940553"/>
            <a:ext cx="13744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id="{E0AB54BA-D056-8849-F608-E575DC8B0282}"/>
              </a:ext>
            </a:extLst>
          </p:cNvPr>
          <p:cNvCxnSpPr>
            <a:cxnSpLocks/>
          </p:cNvCxnSpPr>
          <p:nvPr/>
        </p:nvCxnSpPr>
        <p:spPr>
          <a:xfrm flipV="1">
            <a:off x="4702111" y="4816262"/>
            <a:ext cx="350627" cy="12261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Connector 102">
            <a:extLst>
              <a:ext uri="{FF2B5EF4-FFF2-40B4-BE49-F238E27FC236}">
                <a16:creationId xmlns:a16="http://schemas.microsoft.com/office/drawing/2014/main" id="{95E52D28-775C-528D-90A2-2C453670872F}"/>
              </a:ext>
            </a:extLst>
          </p:cNvPr>
          <p:cNvCxnSpPr>
            <a:cxnSpLocks/>
          </p:cNvCxnSpPr>
          <p:nvPr/>
        </p:nvCxnSpPr>
        <p:spPr>
          <a:xfrm>
            <a:off x="4888483" y="4888733"/>
            <a:ext cx="30575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id="{030CC11C-8303-7E92-031A-506CCEFB4145}"/>
              </a:ext>
            </a:extLst>
          </p:cNvPr>
          <p:cNvCxnSpPr>
            <a:cxnSpLocks/>
          </p:cNvCxnSpPr>
          <p:nvPr/>
        </p:nvCxnSpPr>
        <p:spPr>
          <a:xfrm>
            <a:off x="4949559" y="5026581"/>
            <a:ext cx="300798" cy="12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Connector 104">
            <a:extLst>
              <a:ext uri="{FF2B5EF4-FFF2-40B4-BE49-F238E27FC236}">
                <a16:creationId xmlns:a16="http://schemas.microsoft.com/office/drawing/2014/main" id="{3A481C60-7786-6E00-18A2-B11B185D855F}"/>
              </a:ext>
            </a:extLst>
          </p:cNvPr>
          <p:cNvCxnSpPr>
            <a:cxnSpLocks/>
          </p:cNvCxnSpPr>
          <p:nvPr/>
        </p:nvCxnSpPr>
        <p:spPr>
          <a:xfrm>
            <a:off x="5247111" y="5072554"/>
            <a:ext cx="91559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Connector 105">
            <a:extLst>
              <a:ext uri="{FF2B5EF4-FFF2-40B4-BE49-F238E27FC236}">
                <a16:creationId xmlns:a16="http://schemas.microsoft.com/office/drawing/2014/main" id="{5DF2BCAD-EE07-6208-0AD0-89AAD2EBA3FA}"/>
              </a:ext>
            </a:extLst>
          </p:cNvPr>
          <p:cNvCxnSpPr/>
          <p:nvPr/>
        </p:nvCxnSpPr>
        <p:spPr>
          <a:xfrm flipV="1">
            <a:off x="5245491" y="4941900"/>
            <a:ext cx="244594" cy="855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A277FC13-2BA8-17DF-DE75-F06B796F794B}"/>
              </a:ext>
            </a:extLst>
          </p:cNvPr>
          <p:cNvCxnSpPr>
            <a:cxnSpLocks/>
          </p:cNvCxnSpPr>
          <p:nvPr/>
        </p:nvCxnSpPr>
        <p:spPr>
          <a:xfrm flipV="1">
            <a:off x="5245491" y="4471739"/>
            <a:ext cx="1714164" cy="60028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Connector 107">
            <a:extLst>
              <a:ext uri="{FF2B5EF4-FFF2-40B4-BE49-F238E27FC236}">
                <a16:creationId xmlns:a16="http://schemas.microsoft.com/office/drawing/2014/main" id="{1FF3A86D-D114-8851-19D0-D8AABD92CCE9}"/>
              </a:ext>
            </a:extLst>
          </p:cNvPr>
          <p:cNvCxnSpPr>
            <a:cxnSpLocks/>
          </p:cNvCxnSpPr>
          <p:nvPr/>
        </p:nvCxnSpPr>
        <p:spPr>
          <a:xfrm flipH="1" flipV="1">
            <a:off x="5194244" y="4887723"/>
            <a:ext cx="0" cy="5285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Connector 108">
            <a:extLst>
              <a:ext uri="{FF2B5EF4-FFF2-40B4-BE49-F238E27FC236}">
                <a16:creationId xmlns:a16="http://schemas.microsoft.com/office/drawing/2014/main" id="{50DB2F12-7F9E-3F8D-3F48-A807FC926240}"/>
              </a:ext>
            </a:extLst>
          </p:cNvPr>
          <p:cNvCxnSpPr>
            <a:cxnSpLocks/>
          </p:cNvCxnSpPr>
          <p:nvPr/>
        </p:nvCxnSpPr>
        <p:spPr>
          <a:xfrm>
            <a:off x="5191641" y="4942461"/>
            <a:ext cx="29471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Connector 109">
            <a:extLst>
              <a:ext uri="{FF2B5EF4-FFF2-40B4-BE49-F238E27FC236}">
                <a16:creationId xmlns:a16="http://schemas.microsoft.com/office/drawing/2014/main" id="{3CDF8CB3-9B40-F756-7580-5316C0C6B2AD}"/>
              </a:ext>
            </a:extLst>
          </p:cNvPr>
          <p:cNvCxnSpPr>
            <a:cxnSpLocks/>
          </p:cNvCxnSpPr>
          <p:nvPr/>
        </p:nvCxnSpPr>
        <p:spPr>
          <a:xfrm flipH="1" flipV="1">
            <a:off x="5487961" y="4941899"/>
            <a:ext cx="0" cy="4241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Connector 110">
            <a:extLst>
              <a:ext uri="{FF2B5EF4-FFF2-40B4-BE49-F238E27FC236}">
                <a16:creationId xmlns:a16="http://schemas.microsoft.com/office/drawing/2014/main" id="{947BDE52-F419-08E5-6014-1F2BDED9B180}"/>
              </a:ext>
            </a:extLst>
          </p:cNvPr>
          <p:cNvCxnSpPr>
            <a:cxnSpLocks/>
          </p:cNvCxnSpPr>
          <p:nvPr/>
        </p:nvCxnSpPr>
        <p:spPr>
          <a:xfrm flipV="1">
            <a:off x="6162658" y="4984013"/>
            <a:ext cx="0" cy="4942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530D9F05-47DE-8EAD-0149-F43238A1330F}"/>
              </a:ext>
            </a:extLst>
          </p:cNvPr>
          <p:cNvCxnSpPr>
            <a:cxnSpLocks/>
          </p:cNvCxnSpPr>
          <p:nvPr/>
        </p:nvCxnSpPr>
        <p:spPr>
          <a:xfrm>
            <a:off x="6160748" y="4981296"/>
            <a:ext cx="30575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Straight Connector 112">
            <a:extLst>
              <a:ext uri="{FF2B5EF4-FFF2-40B4-BE49-F238E27FC236}">
                <a16:creationId xmlns:a16="http://schemas.microsoft.com/office/drawing/2014/main" id="{D725F4B5-D552-6FDA-A0E4-00645F1EDBC5}"/>
              </a:ext>
            </a:extLst>
          </p:cNvPr>
          <p:cNvCxnSpPr>
            <a:cxnSpLocks/>
          </p:cNvCxnSpPr>
          <p:nvPr/>
        </p:nvCxnSpPr>
        <p:spPr>
          <a:xfrm flipV="1">
            <a:off x="6160223" y="4894843"/>
            <a:ext cx="244594" cy="855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Connector 113">
            <a:extLst>
              <a:ext uri="{FF2B5EF4-FFF2-40B4-BE49-F238E27FC236}">
                <a16:creationId xmlns:a16="http://schemas.microsoft.com/office/drawing/2014/main" id="{AFAF8D1B-F06D-923F-D19D-F38F82A2D05D}"/>
              </a:ext>
            </a:extLst>
          </p:cNvPr>
          <p:cNvCxnSpPr>
            <a:cxnSpLocks/>
          </p:cNvCxnSpPr>
          <p:nvPr/>
        </p:nvCxnSpPr>
        <p:spPr>
          <a:xfrm>
            <a:off x="6464554" y="4926781"/>
            <a:ext cx="30575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Straight Connector 114">
            <a:extLst>
              <a:ext uri="{FF2B5EF4-FFF2-40B4-BE49-F238E27FC236}">
                <a16:creationId xmlns:a16="http://schemas.microsoft.com/office/drawing/2014/main" id="{14BE191C-B256-E0FE-32DF-4EB283532CD6}"/>
              </a:ext>
            </a:extLst>
          </p:cNvPr>
          <p:cNvCxnSpPr/>
          <p:nvPr/>
        </p:nvCxnSpPr>
        <p:spPr>
          <a:xfrm flipV="1">
            <a:off x="6464029" y="4841935"/>
            <a:ext cx="244594" cy="855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Straight Connector 115">
            <a:extLst>
              <a:ext uri="{FF2B5EF4-FFF2-40B4-BE49-F238E27FC236}">
                <a16:creationId xmlns:a16="http://schemas.microsoft.com/office/drawing/2014/main" id="{46578D63-4877-4887-2813-11EE49FE8DB9}"/>
              </a:ext>
            </a:extLst>
          </p:cNvPr>
          <p:cNvCxnSpPr/>
          <p:nvPr/>
        </p:nvCxnSpPr>
        <p:spPr>
          <a:xfrm flipV="1">
            <a:off x="6769210" y="4841935"/>
            <a:ext cx="244594" cy="855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Straight Connector 116">
            <a:extLst>
              <a:ext uri="{FF2B5EF4-FFF2-40B4-BE49-F238E27FC236}">
                <a16:creationId xmlns:a16="http://schemas.microsoft.com/office/drawing/2014/main" id="{65BC505E-59F1-F7DE-D64F-E693A65EAE91}"/>
              </a:ext>
            </a:extLst>
          </p:cNvPr>
          <p:cNvCxnSpPr>
            <a:cxnSpLocks/>
          </p:cNvCxnSpPr>
          <p:nvPr/>
        </p:nvCxnSpPr>
        <p:spPr>
          <a:xfrm>
            <a:off x="6403523" y="4895389"/>
            <a:ext cx="14573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Straight Connector 117">
            <a:extLst>
              <a:ext uri="{FF2B5EF4-FFF2-40B4-BE49-F238E27FC236}">
                <a16:creationId xmlns:a16="http://schemas.microsoft.com/office/drawing/2014/main" id="{819CFB9B-5A2A-7545-3571-F5D22D97150E}"/>
              </a:ext>
            </a:extLst>
          </p:cNvPr>
          <p:cNvCxnSpPr>
            <a:cxnSpLocks/>
          </p:cNvCxnSpPr>
          <p:nvPr/>
        </p:nvCxnSpPr>
        <p:spPr>
          <a:xfrm>
            <a:off x="5485736" y="4987658"/>
            <a:ext cx="67448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Straight Connector 118">
            <a:extLst>
              <a:ext uri="{FF2B5EF4-FFF2-40B4-BE49-F238E27FC236}">
                <a16:creationId xmlns:a16="http://schemas.microsoft.com/office/drawing/2014/main" id="{65E96199-2161-FC07-BBE2-FB6F241587D0}"/>
              </a:ext>
            </a:extLst>
          </p:cNvPr>
          <p:cNvCxnSpPr>
            <a:cxnSpLocks/>
          </p:cNvCxnSpPr>
          <p:nvPr/>
        </p:nvCxnSpPr>
        <p:spPr>
          <a:xfrm flipV="1">
            <a:off x="5549861" y="4469668"/>
            <a:ext cx="1717852" cy="60493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Straight Connector 119">
            <a:extLst>
              <a:ext uri="{FF2B5EF4-FFF2-40B4-BE49-F238E27FC236}">
                <a16:creationId xmlns:a16="http://schemas.microsoft.com/office/drawing/2014/main" id="{65018EB6-1617-3292-73C4-D28F4B7B813E}"/>
              </a:ext>
            </a:extLst>
          </p:cNvPr>
          <p:cNvCxnSpPr>
            <a:cxnSpLocks/>
          </p:cNvCxnSpPr>
          <p:nvPr/>
        </p:nvCxnSpPr>
        <p:spPr>
          <a:xfrm>
            <a:off x="5191641" y="4902762"/>
            <a:ext cx="118777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Straight Connector 120">
            <a:extLst>
              <a:ext uri="{FF2B5EF4-FFF2-40B4-BE49-F238E27FC236}">
                <a16:creationId xmlns:a16="http://schemas.microsoft.com/office/drawing/2014/main" id="{DE467D78-F62A-56DE-2DCF-CC77763AAFB8}"/>
              </a:ext>
            </a:extLst>
          </p:cNvPr>
          <p:cNvCxnSpPr>
            <a:cxnSpLocks/>
          </p:cNvCxnSpPr>
          <p:nvPr/>
        </p:nvCxnSpPr>
        <p:spPr>
          <a:xfrm flipV="1">
            <a:off x="5307171" y="4678191"/>
            <a:ext cx="754124" cy="26370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Straight Connector 121">
            <a:extLst>
              <a:ext uri="{FF2B5EF4-FFF2-40B4-BE49-F238E27FC236}">
                <a16:creationId xmlns:a16="http://schemas.microsoft.com/office/drawing/2014/main" id="{EED4422A-355F-0175-E022-652A5EBCA406}"/>
              </a:ext>
            </a:extLst>
          </p:cNvPr>
          <p:cNvCxnSpPr>
            <a:cxnSpLocks/>
          </p:cNvCxnSpPr>
          <p:nvPr/>
        </p:nvCxnSpPr>
        <p:spPr>
          <a:xfrm flipV="1">
            <a:off x="5854230" y="4385421"/>
            <a:ext cx="1957092" cy="68917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Straight Connector 122">
            <a:extLst>
              <a:ext uri="{FF2B5EF4-FFF2-40B4-BE49-F238E27FC236}">
                <a16:creationId xmlns:a16="http://schemas.microsoft.com/office/drawing/2014/main" id="{CC74FF45-CC29-7575-F4F7-EA86DB8CA777}"/>
              </a:ext>
            </a:extLst>
          </p:cNvPr>
          <p:cNvCxnSpPr>
            <a:cxnSpLocks/>
          </p:cNvCxnSpPr>
          <p:nvPr/>
        </p:nvCxnSpPr>
        <p:spPr>
          <a:xfrm>
            <a:off x="6768923" y="4978233"/>
            <a:ext cx="60659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Straight Connector 123">
            <a:extLst>
              <a:ext uri="{FF2B5EF4-FFF2-40B4-BE49-F238E27FC236}">
                <a16:creationId xmlns:a16="http://schemas.microsoft.com/office/drawing/2014/main" id="{3F6DAAD4-1271-0373-B0E3-9F388A287C73}"/>
              </a:ext>
            </a:extLst>
          </p:cNvPr>
          <p:cNvCxnSpPr>
            <a:cxnSpLocks/>
          </p:cNvCxnSpPr>
          <p:nvPr/>
        </p:nvCxnSpPr>
        <p:spPr>
          <a:xfrm flipV="1">
            <a:off x="6768398" y="4811226"/>
            <a:ext cx="479549" cy="16769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Straight Connector 124">
            <a:extLst>
              <a:ext uri="{FF2B5EF4-FFF2-40B4-BE49-F238E27FC236}">
                <a16:creationId xmlns:a16="http://schemas.microsoft.com/office/drawing/2014/main" id="{AA9F232A-E4D8-D78D-4D54-03BA3130739D}"/>
              </a:ext>
            </a:extLst>
          </p:cNvPr>
          <p:cNvCxnSpPr>
            <a:cxnSpLocks/>
          </p:cNvCxnSpPr>
          <p:nvPr/>
        </p:nvCxnSpPr>
        <p:spPr>
          <a:xfrm flipV="1">
            <a:off x="7073579" y="4809942"/>
            <a:ext cx="483220" cy="16897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Straight Connector 125">
            <a:extLst>
              <a:ext uri="{FF2B5EF4-FFF2-40B4-BE49-F238E27FC236}">
                <a16:creationId xmlns:a16="http://schemas.microsoft.com/office/drawing/2014/main" id="{022CD39C-1AB4-1FFB-E28F-9C73040018A1}"/>
              </a:ext>
            </a:extLst>
          </p:cNvPr>
          <p:cNvCxnSpPr>
            <a:cxnSpLocks/>
          </p:cNvCxnSpPr>
          <p:nvPr/>
        </p:nvCxnSpPr>
        <p:spPr>
          <a:xfrm flipV="1">
            <a:off x="7009459" y="4844602"/>
            <a:ext cx="0" cy="4942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Straight Connector 126">
            <a:extLst>
              <a:ext uri="{FF2B5EF4-FFF2-40B4-BE49-F238E27FC236}">
                <a16:creationId xmlns:a16="http://schemas.microsoft.com/office/drawing/2014/main" id="{AB955D62-9241-6328-99BB-C8122A93FBAE}"/>
              </a:ext>
            </a:extLst>
          </p:cNvPr>
          <p:cNvCxnSpPr>
            <a:cxnSpLocks/>
          </p:cNvCxnSpPr>
          <p:nvPr/>
        </p:nvCxnSpPr>
        <p:spPr>
          <a:xfrm>
            <a:off x="7009258" y="4893216"/>
            <a:ext cx="60530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Straight Connector 127">
            <a:extLst>
              <a:ext uri="{FF2B5EF4-FFF2-40B4-BE49-F238E27FC236}">
                <a16:creationId xmlns:a16="http://schemas.microsoft.com/office/drawing/2014/main" id="{2D15A8A1-1208-FAEF-05FA-1AA6EA44DDF8}"/>
              </a:ext>
            </a:extLst>
          </p:cNvPr>
          <p:cNvCxnSpPr>
            <a:cxnSpLocks/>
          </p:cNvCxnSpPr>
          <p:nvPr/>
        </p:nvCxnSpPr>
        <p:spPr>
          <a:xfrm>
            <a:off x="7377906" y="5022306"/>
            <a:ext cx="30376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Straight Connector 128">
            <a:extLst>
              <a:ext uri="{FF2B5EF4-FFF2-40B4-BE49-F238E27FC236}">
                <a16:creationId xmlns:a16="http://schemas.microsoft.com/office/drawing/2014/main" id="{51382D78-2F25-67E3-60C9-1A26F34369C1}"/>
              </a:ext>
            </a:extLst>
          </p:cNvPr>
          <p:cNvCxnSpPr>
            <a:cxnSpLocks/>
          </p:cNvCxnSpPr>
          <p:nvPr/>
        </p:nvCxnSpPr>
        <p:spPr>
          <a:xfrm flipV="1">
            <a:off x="7378479" y="4894431"/>
            <a:ext cx="237090" cy="8416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Straight Connector 129">
            <a:extLst>
              <a:ext uri="{FF2B5EF4-FFF2-40B4-BE49-F238E27FC236}">
                <a16:creationId xmlns:a16="http://schemas.microsoft.com/office/drawing/2014/main" id="{F96F16EF-B4D4-A0D5-94BB-C625A6839754}"/>
              </a:ext>
            </a:extLst>
          </p:cNvPr>
          <p:cNvCxnSpPr>
            <a:cxnSpLocks/>
          </p:cNvCxnSpPr>
          <p:nvPr/>
        </p:nvCxnSpPr>
        <p:spPr>
          <a:xfrm>
            <a:off x="7554889" y="4854492"/>
            <a:ext cx="59902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Straight Connector 130">
            <a:extLst>
              <a:ext uri="{FF2B5EF4-FFF2-40B4-BE49-F238E27FC236}">
                <a16:creationId xmlns:a16="http://schemas.microsoft.com/office/drawing/2014/main" id="{5C5CCB26-A50D-76A0-C22C-1F43B34704A8}"/>
              </a:ext>
            </a:extLst>
          </p:cNvPr>
          <p:cNvCxnSpPr>
            <a:cxnSpLocks/>
          </p:cNvCxnSpPr>
          <p:nvPr/>
        </p:nvCxnSpPr>
        <p:spPr>
          <a:xfrm>
            <a:off x="6704862" y="4841536"/>
            <a:ext cx="30587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Straight Connector 131">
            <a:extLst>
              <a:ext uri="{FF2B5EF4-FFF2-40B4-BE49-F238E27FC236}">
                <a16:creationId xmlns:a16="http://schemas.microsoft.com/office/drawing/2014/main" id="{E8DCB538-1552-A938-02D7-A81ECEE85771}"/>
              </a:ext>
            </a:extLst>
          </p:cNvPr>
          <p:cNvCxnSpPr>
            <a:cxnSpLocks/>
          </p:cNvCxnSpPr>
          <p:nvPr/>
        </p:nvCxnSpPr>
        <p:spPr>
          <a:xfrm flipV="1">
            <a:off x="7612789" y="4892410"/>
            <a:ext cx="0" cy="437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Straight Connector 132">
            <a:extLst>
              <a:ext uri="{FF2B5EF4-FFF2-40B4-BE49-F238E27FC236}">
                <a16:creationId xmlns:a16="http://schemas.microsoft.com/office/drawing/2014/main" id="{B0FE006C-8BB4-3B3B-6D04-47C64C886B1F}"/>
              </a:ext>
            </a:extLst>
          </p:cNvPr>
          <p:cNvCxnSpPr>
            <a:cxnSpLocks/>
          </p:cNvCxnSpPr>
          <p:nvPr/>
        </p:nvCxnSpPr>
        <p:spPr>
          <a:xfrm>
            <a:off x="7611821" y="4939083"/>
            <a:ext cx="30575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Straight Connector 133">
            <a:extLst>
              <a:ext uri="{FF2B5EF4-FFF2-40B4-BE49-F238E27FC236}">
                <a16:creationId xmlns:a16="http://schemas.microsoft.com/office/drawing/2014/main" id="{FF69D67C-B5E3-E775-B12F-94BB6FC4F965}"/>
              </a:ext>
            </a:extLst>
          </p:cNvPr>
          <p:cNvCxnSpPr>
            <a:cxnSpLocks/>
          </p:cNvCxnSpPr>
          <p:nvPr/>
        </p:nvCxnSpPr>
        <p:spPr>
          <a:xfrm flipV="1">
            <a:off x="7378301" y="4854237"/>
            <a:ext cx="477589" cy="16700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Straight Connector 134">
            <a:extLst>
              <a:ext uri="{FF2B5EF4-FFF2-40B4-BE49-F238E27FC236}">
                <a16:creationId xmlns:a16="http://schemas.microsoft.com/office/drawing/2014/main" id="{CACDB468-4727-536A-A759-A3020A47A9E2}"/>
              </a:ext>
            </a:extLst>
          </p:cNvPr>
          <p:cNvCxnSpPr>
            <a:cxnSpLocks/>
          </p:cNvCxnSpPr>
          <p:nvPr/>
        </p:nvCxnSpPr>
        <p:spPr>
          <a:xfrm flipV="1">
            <a:off x="7679015" y="4854237"/>
            <a:ext cx="482056" cy="16857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Straight Connector 135">
            <a:extLst>
              <a:ext uri="{FF2B5EF4-FFF2-40B4-BE49-F238E27FC236}">
                <a16:creationId xmlns:a16="http://schemas.microsoft.com/office/drawing/2014/main" id="{0A518F24-0532-4736-9128-295CF3CEA282}"/>
              </a:ext>
            </a:extLst>
          </p:cNvPr>
          <p:cNvCxnSpPr>
            <a:cxnSpLocks/>
          </p:cNvCxnSpPr>
          <p:nvPr/>
        </p:nvCxnSpPr>
        <p:spPr>
          <a:xfrm flipH="1" flipV="1">
            <a:off x="7554563" y="4810986"/>
            <a:ext cx="0" cy="4469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Straight Connector 136">
            <a:extLst>
              <a:ext uri="{FF2B5EF4-FFF2-40B4-BE49-F238E27FC236}">
                <a16:creationId xmlns:a16="http://schemas.microsoft.com/office/drawing/2014/main" id="{DD69AD69-3CC8-2152-C325-D591D6EF3161}"/>
              </a:ext>
            </a:extLst>
          </p:cNvPr>
          <p:cNvCxnSpPr>
            <a:cxnSpLocks/>
          </p:cNvCxnSpPr>
          <p:nvPr/>
        </p:nvCxnSpPr>
        <p:spPr>
          <a:xfrm flipV="1">
            <a:off x="7446633" y="4854663"/>
            <a:ext cx="109758" cy="3838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Straight Connector 137">
            <a:extLst>
              <a:ext uri="{FF2B5EF4-FFF2-40B4-BE49-F238E27FC236}">
                <a16:creationId xmlns:a16="http://schemas.microsoft.com/office/drawing/2014/main" id="{15C7F9EB-A9AD-8395-E3E9-2480307F35BB}"/>
              </a:ext>
            </a:extLst>
          </p:cNvPr>
          <p:cNvCxnSpPr>
            <a:cxnSpLocks/>
          </p:cNvCxnSpPr>
          <p:nvPr/>
        </p:nvCxnSpPr>
        <p:spPr>
          <a:xfrm flipV="1">
            <a:off x="8160264" y="4649385"/>
            <a:ext cx="731480" cy="25456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Straight Connector 138">
            <a:extLst>
              <a:ext uri="{FF2B5EF4-FFF2-40B4-BE49-F238E27FC236}">
                <a16:creationId xmlns:a16="http://schemas.microsoft.com/office/drawing/2014/main" id="{27843A03-37E5-70F3-FB7B-7089BB3559C0}"/>
              </a:ext>
            </a:extLst>
          </p:cNvPr>
          <p:cNvCxnSpPr>
            <a:cxnSpLocks/>
          </p:cNvCxnSpPr>
          <p:nvPr/>
        </p:nvCxnSpPr>
        <p:spPr>
          <a:xfrm flipV="1">
            <a:off x="7676309" y="4879310"/>
            <a:ext cx="971940" cy="33802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Straight Connector 139">
            <a:extLst>
              <a:ext uri="{FF2B5EF4-FFF2-40B4-BE49-F238E27FC236}">
                <a16:creationId xmlns:a16="http://schemas.microsoft.com/office/drawing/2014/main" id="{FCCE6672-F92F-0F2A-EFAF-31F0C72936C8}"/>
              </a:ext>
            </a:extLst>
          </p:cNvPr>
          <p:cNvCxnSpPr>
            <a:cxnSpLocks/>
          </p:cNvCxnSpPr>
          <p:nvPr/>
        </p:nvCxnSpPr>
        <p:spPr>
          <a:xfrm>
            <a:off x="6948083" y="4810986"/>
            <a:ext cx="60647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Straight Connector 140">
            <a:extLst>
              <a:ext uri="{FF2B5EF4-FFF2-40B4-BE49-F238E27FC236}">
                <a16:creationId xmlns:a16="http://schemas.microsoft.com/office/drawing/2014/main" id="{B344D473-5B29-3D18-3FB3-3AFF2411CAEC}"/>
              </a:ext>
            </a:extLst>
          </p:cNvPr>
          <p:cNvCxnSpPr>
            <a:cxnSpLocks/>
          </p:cNvCxnSpPr>
          <p:nvPr/>
        </p:nvCxnSpPr>
        <p:spPr>
          <a:xfrm flipV="1">
            <a:off x="6869527" y="4813435"/>
            <a:ext cx="78556" cy="2747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Straight Connector 141">
            <a:extLst>
              <a:ext uri="{FF2B5EF4-FFF2-40B4-BE49-F238E27FC236}">
                <a16:creationId xmlns:a16="http://schemas.microsoft.com/office/drawing/2014/main" id="{6FFD09A9-0179-71DA-EBA8-522796EE4120}"/>
              </a:ext>
            </a:extLst>
          </p:cNvPr>
          <p:cNvCxnSpPr/>
          <p:nvPr/>
        </p:nvCxnSpPr>
        <p:spPr>
          <a:xfrm flipV="1">
            <a:off x="8648801" y="4732762"/>
            <a:ext cx="0" cy="112095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Straight Connector 142">
            <a:extLst>
              <a:ext uri="{FF2B5EF4-FFF2-40B4-BE49-F238E27FC236}">
                <a16:creationId xmlns:a16="http://schemas.microsoft.com/office/drawing/2014/main" id="{5B6CF838-76C9-F4C2-21C0-DF2D214B929C}"/>
              </a:ext>
            </a:extLst>
          </p:cNvPr>
          <p:cNvCxnSpPr>
            <a:cxnSpLocks/>
          </p:cNvCxnSpPr>
          <p:nvPr/>
        </p:nvCxnSpPr>
        <p:spPr>
          <a:xfrm flipV="1">
            <a:off x="8890857" y="4596519"/>
            <a:ext cx="0" cy="5272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Straight Connector 143">
            <a:extLst>
              <a:ext uri="{FF2B5EF4-FFF2-40B4-BE49-F238E27FC236}">
                <a16:creationId xmlns:a16="http://schemas.microsoft.com/office/drawing/2014/main" id="{B06215E4-D173-7704-6E5C-DF9DC842D198}"/>
              </a:ext>
            </a:extLst>
          </p:cNvPr>
          <p:cNvCxnSpPr>
            <a:cxnSpLocks/>
          </p:cNvCxnSpPr>
          <p:nvPr/>
        </p:nvCxnSpPr>
        <p:spPr>
          <a:xfrm flipV="1">
            <a:off x="7679351" y="5093158"/>
            <a:ext cx="970420" cy="3364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Straight Connector 144">
            <a:extLst>
              <a:ext uri="{FF2B5EF4-FFF2-40B4-BE49-F238E27FC236}">
                <a16:creationId xmlns:a16="http://schemas.microsoft.com/office/drawing/2014/main" id="{B39DD72D-8E65-C5CF-0629-18851DD5C4A0}"/>
              </a:ext>
            </a:extLst>
          </p:cNvPr>
          <p:cNvCxnSpPr>
            <a:cxnSpLocks/>
          </p:cNvCxnSpPr>
          <p:nvPr/>
        </p:nvCxnSpPr>
        <p:spPr>
          <a:xfrm flipV="1">
            <a:off x="7679453" y="5342379"/>
            <a:ext cx="970317" cy="33800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Straight Connector 145">
            <a:extLst>
              <a:ext uri="{FF2B5EF4-FFF2-40B4-BE49-F238E27FC236}">
                <a16:creationId xmlns:a16="http://schemas.microsoft.com/office/drawing/2014/main" id="{70B642AC-B390-376A-69D9-C349940DB2B1}"/>
              </a:ext>
            </a:extLst>
          </p:cNvPr>
          <p:cNvCxnSpPr>
            <a:cxnSpLocks/>
          </p:cNvCxnSpPr>
          <p:nvPr/>
        </p:nvCxnSpPr>
        <p:spPr>
          <a:xfrm>
            <a:off x="8648130" y="4880111"/>
            <a:ext cx="60457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Straight Connector 146">
            <a:extLst>
              <a:ext uri="{FF2B5EF4-FFF2-40B4-BE49-F238E27FC236}">
                <a16:creationId xmlns:a16="http://schemas.microsoft.com/office/drawing/2014/main" id="{AF0277EA-E16F-1F9B-1D4C-E9E67B0F602E}"/>
              </a:ext>
            </a:extLst>
          </p:cNvPr>
          <p:cNvCxnSpPr>
            <a:cxnSpLocks/>
          </p:cNvCxnSpPr>
          <p:nvPr/>
        </p:nvCxnSpPr>
        <p:spPr>
          <a:xfrm>
            <a:off x="8648129" y="5093865"/>
            <a:ext cx="60457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Straight Connector 147">
            <a:extLst>
              <a:ext uri="{FF2B5EF4-FFF2-40B4-BE49-F238E27FC236}">
                <a16:creationId xmlns:a16="http://schemas.microsoft.com/office/drawing/2014/main" id="{3D75387D-33CA-5439-4FA9-96673D496CF6}"/>
              </a:ext>
            </a:extLst>
          </p:cNvPr>
          <p:cNvCxnSpPr>
            <a:cxnSpLocks/>
          </p:cNvCxnSpPr>
          <p:nvPr/>
        </p:nvCxnSpPr>
        <p:spPr>
          <a:xfrm flipV="1">
            <a:off x="8951732" y="4732762"/>
            <a:ext cx="0" cy="110090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Straight Connector 148">
            <a:extLst>
              <a:ext uri="{FF2B5EF4-FFF2-40B4-BE49-F238E27FC236}">
                <a16:creationId xmlns:a16="http://schemas.microsoft.com/office/drawing/2014/main" id="{FCA7BD3A-B200-6A93-2FD7-C3A4B99A786F}"/>
              </a:ext>
            </a:extLst>
          </p:cNvPr>
          <p:cNvCxnSpPr>
            <a:cxnSpLocks/>
          </p:cNvCxnSpPr>
          <p:nvPr/>
        </p:nvCxnSpPr>
        <p:spPr>
          <a:xfrm>
            <a:off x="5600144" y="4732762"/>
            <a:ext cx="334822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Straight Connector 149">
            <a:extLst>
              <a:ext uri="{FF2B5EF4-FFF2-40B4-BE49-F238E27FC236}">
                <a16:creationId xmlns:a16="http://schemas.microsoft.com/office/drawing/2014/main" id="{2BBEE48A-CF38-60ED-7EC4-923F8DCD425F}"/>
              </a:ext>
            </a:extLst>
          </p:cNvPr>
          <p:cNvCxnSpPr>
            <a:cxnSpLocks/>
          </p:cNvCxnSpPr>
          <p:nvPr/>
        </p:nvCxnSpPr>
        <p:spPr>
          <a:xfrm>
            <a:off x="8648129" y="5341479"/>
            <a:ext cx="60457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Straight Connector 150">
            <a:extLst>
              <a:ext uri="{FF2B5EF4-FFF2-40B4-BE49-F238E27FC236}">
                <a16:creationId xmlns:a16="http://schemas.microsoft.com/office/drawing/2014/main" id="{EC056C8C-4752-C063-5A41-6486992FC7F1}"/>
              </a:ext>
            </a:extLst>
          </p:cNvPr>
          <p:cNvCxnSpPr>
            <a:cxnSpLocks/>
          </p:cNvCxnSpPr>
          <p:nvPr/>
        </p:nvCxnSpPr>
        <p:spPr>
          <a:xfrm flipV="1">
            <a:off x="9252705" y="4680650"/>
            <a:ext cx="0" cy="116304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Straight Connector 151">
            <a:extLst>
              <a:ext uri="{FF2B5EF4-FFF2-40B4-BE49-F238E27FC236}">
                <a16:creationId xmlns:a16="http://schemas.microsoft.com/office/drawing/2014/main" id="{50F76C15-40BD-7D3C-F9CF-5B35D2A9342E}"/>
              </a:ext>
            </a:extLst>
          </p:cNvPr>
          <p:cNvCxnSpPr>
            <a:cxnSpLocks/>
          </p:cNvCxnSpPr>
          <p:nvPr/>
        </p:nvCxnSpPr>
        <p:spPr>
          <a:xfrm flipV="1">
            <a:off x="7679333" y="5573135"/>
            <a:ext cx="970317" cy="33800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Straight Connector 152">
            <a:extLst>
              <a:ext uri="{FF2B5EF4-FFF2-40B4-BE49-F238E27FC236}">
                <a16:creationId xmlns:a16="http://schemas.microsoft.com/office/drawing/2014/main" id="{CDC15FB1-078E-79E3-FD38-C59C1B6D466B}"/>
              </a:ext>
            </a:extLst>
          </p:cNvPr>
          <p:cNvCxnSpPr>
            <a:cxnSpLocks/>
          </p:cNvCxnSpPr>
          <p:nvPr/>
        </p:nvCxnSpPr>
        <p:spPr>
          <a:xfrm flipV="1">
            <a:off x="8950803" y="4684080"/>
            <a:ext cx="0" cy="4942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Straight Connector 153">
            <a:extLst>
              <a:ext uri="{FF2B5EF4-FFF2-40B4-BE49-F238E27FC236}">
                <a16:creationId xmlns:a16="http://schemas.microsoft.com/office/drawing/2014/main" id="{176E1861-512C-5274-426F-CD5BF244870E}"/>
              </a:ext>
            </a:extLst>
          </p:cNvPr>
          <p:cNvCxnSpPr>
            <a:cxnSpLocks/>
          </p:cNvCxnSpPr>
          <p:nvPr/>
        </p:nvCxnSpPr>
        <p:spPr>
          <a:xfrm>
            <a:off x="8948894" y="4681364"/>
            <a:ext cx="30575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Straight Connector 154">
            <a:extLst>
              <a:ext uri="{FF2B5EF4-FFF2-40B4-BE49-F238E27FC236}">
                <a16:creationId xmlns:a16="http://schemas.microsoft.com/office/drawing/2014/main" id="{65A912C7-66F2-9B55-3A2E-6E86CB2F07F5}"/>
              </a:ext>
            </a:extLst>
          </p:cNvPr>
          <p:cNvCxnSpPr/>
          <p:nvPr/>
        </p:nvCxnSpPr>
        <p:spPr>
          <a:xfrm flipV="1">
            <a:off x="8948368" y="4596518"/>
            <a:ext cx="244594" cy="855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Straight Connector 155">
            <a:extLst>
              <a:ext uri="{FF2B5EF4-FFF2-40B4-BE49-F238E27FC236}">
                <a16:creationId xmlns:a16="http://schemas.microsoft.com/office/drawing/2014/main" id="{91CCABAE-3340-0A52-286A-647DB233C41D}"/>
              </a:ext>
            </a:extLst>
          </p:cNvPr>
          <p:cNvCxnSpPr/>
          <p:nvPr/>
        </p:nvCxnSpPr>
        <p:spPr>
          <a:xfrm flipV="1">
            <a:off x="9253550" y="4596518"/>
            <a:ext cx="244594" cy="855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Straight Connector 156">
            <a:extLst>
              <a:ext uri="{FF2B5EF4-FFF2-40B4-BE49-F238E27FC236}">
                <a16:creationId xmlns:a16="http://schemas.microsoft.com/office/drawing/2014/main" id="{E0ACF64E-028C-2F6A-7D1D-41DEF3461147}"/>
              </a:ext>
            </a:extLst>
          </p:cNvPr>
          <p:cNvCxnSpPr/>
          <p:nvPr/>
        </p:nvCxnSpPr>
        <p:spPr>
          <a:xfrm flipV="1">
            <a:off x="9253550" y="4794289"/>
            <a:ext cx="244594" cy="855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Straight Connector 157">
            <a:extLst>
              <a:ext uri="{FF2B5EF4-FFF2-40B4-BE49-F238E27FC236}">
                <a16:creationId xmlns:a16="http://schemas.microsoft.com/office/drawing/2014/main" id="{6E746F6D-A34F-02DD-D2EA-75FB8D0559E5}"/>
              </a:ext>
            </a:extLst>
          </p:cNvPr>
          <p:cNvCxnSpPr>
            <a:cxnSpLocks/>
          </p:cNvCxnSpPr>
          <p:nvPr/>
        </p:nvCxnSpPr>
        <p:spPr>
          <a:xfrm flipV="1">
            <a:off x="8890580" y="4600630"/>
            <a:ext cx="0" cy="4942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" name="Straight Connector 158">
            <a:extLst>
              <a:ext uri="{FF2B5EF4-FFF2-40B4-BE49-F238E27FC236}">
                <a16:creationId xmlns:a16="http://schemas.microsoft.com/office/drawing/2014/main" id="{E0D38B63-31B2-EC08-F157-B610760C1679}"/>
              </a:ext>
            </a:extLst>
          </p:cNvPr>
          <p:cNvCxnSpPr>
            <a:cxnSpLocks/>
          </p:cNvCxnSpPr>
          <p:nvPr/>
        </p:nvCxnSpPr>
        <p:spPr>
          <a:xfrm>
            <a:off x="8888671" y="4597914"/>
            <a:ext cx="60947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" name="Straight Connector 159">
            <a:extLst>
              <a:ext uri="{FF2B5EF4-FFF2-40B4-BE49-F238E27FC236}">
                <a16:creationId xmlns:a16="http://schemas.microsoft.com/office/drawing/2014/main" id="{8158BF70-F01A-1084-5D9B-880736700188}"/>
              </a:ext>
            </a:extLst>
          </p:cNvPr>
          <p:cNvCxnSpPr/>
          <p:nvPr/>
        </p:nvCxnSpPr>
        <p:spPr>
          <a:xfrm flipV="1">
            <a:off x="8888146" y="4513068"/>
            <a:ext cx="244594" cy="855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" name="Straight Connector 160">
            <a:extLst>
              <a:ext uri="{FF2B5EF4-FFF2-40B4-BE49-F238E27FC236}">
                <a16:creationId xmlns:a16="http://schemas.microsoft.com/office/drawing/2014/main" id="{194F4DD7-4694-1309-329B-4D7CFEBADF88}"/>
              </a:ext>
            </a:extLst>
          </p:cNvPr>
          <p:cNvCxnSpPr/>
          <p:nvPr/>
        </p:nvCxnSpPr>
        <p:spPr>
          <a:xfrm flipV="1">
            <a:off x="9190283" y="4513068"/>
            <a:ext cx="244594" cy="855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" name="Straight Connector 161">
            <a:extLst>
              <a:ext uri="{FF2B5EF4-FFF2-40B4-BE49-F238E27FC236}">
                <a16:creationId xmlns:a16="http://schemas.microsoft.com/office/drawing/2014/main" id="{7D597B7D-F202-33EE-A42E-3550B533CC50}"/>
              </a:ext>
            </a:extLst>
          </p:cNvPr>
          <p:cNvCxnSpPr>
            <a:cxnSpLocks/>
          </p:cNvCxnSpPr>
          <p:nvPr/>
        </p:nvCxnSpPr>
        <p:spPr>
          <a:xfrm>
            <a:off x="8890381" y="4649244"/>
            <a:ext cx="15659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Straight Connector 162">
            <a:extLst>
              <a:ext uri="{FF2B5EF4-FFF2-40B4-BE49-F238E27FC236}">
                <a16:creationId xmlns:a16="http://schemas.microsoft.com/office/drawing/2014/main" id="{785569EE-990D-F800-400B-8BD6F847DCD3}"/>
              </a:ext>
            </a:extLst>
          </p:cNvPr>
          <p:cNvCxnSpPr>
            <a:cxnSpLocks/>
          </p:cNvCxnSpPr>
          <p:nvPr/>
        </p:nvCxnSpPr>
        <p:spPr>
          <a:xfrm>
            <a:off x="9132776" y="4513068"/>
            <a:ext cx="30514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" name="Straight Connector 163">
            <a:extLst>
              <a:ext uri="{FF2B5EF4-FFF2-40B4-BE49-F238E27FC236}">
                <a16:creationId xmlns:a16="http://schemas.microsoft.com/office/drawing/2014/main" id="{1D8DA3CB-CCE6-4C2C-B334-5FCB22ABE98E}"/>
              </a:ext>
            </a:extLst>
          </p:cNvPr>
          <p:cNvCxnSpPr/>
          <p:nvPr/>
        </p:nvCxnSpPr>
        <p:spPr>
          <a:xfrm flipV="1">
            <a:off x="9250866" y="5007626"/>
            <a:ext cx="244594" cy="855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" name="Straight Connector 164">
            <a:extLst>
              <a:ext uri="{FF2B5EF4-FFF2-40B4-BE49-F238E27FC236}">
                <a16:creationId xmlns:a16="http://schemas.microsoft.com/office/drawing/2014/main" id="{CA7A97FF-60A9-0D74-E2B6-BF0E67942B63}"/>
              </a:ext>
            </a:extLst>
          </p:cNvPr>
          <p:cNvCxnSpPr/>
          <p:nvPr/>
        </p:nvCxnSpPr>
        <p:spPr>
          <a:xfrm flipV="1">
            <a:off x="9250866" y="5255048"/>
            <a:ext cx="244594" cy="855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" name="Straight Connector 165">
            <a:extLst>
              <a:ext uri="{FF2B5EF4-FFF2-40B4-BE49-F238E27FC236}">
                <a16:creationId xmlns:a16="http://schemas.microsoft.com/office/drawing/2014/main" id="{F19A1BFD-3DD1-5D48-DF72-F1AD0F977630}"/>
              </a:ext>
            </a:extLst>
          </p:cNvPr>
          <p:cNvCxnSpPr>
            <a:cxnSpLocks/>
          </p:cNvCxnSpPr>
          <p:nvPr/>
        </p:nvCxnSpPr>
        <p:spPr>
          <a:xfrm>
            <a:off x="8646080" y="5573842"/>
            <a:ext cx="60457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7" name="Straight Connector 166">
            <a:extLst>
              <a:ext uri="{FF2B5EF4-FFF2-40B4-BE49-F238E27FC236}">
                <a16:creationId xmlns:a16="http://schemas.microsoft.com/office/drawing/2014/main" id="{3AC2A696-17E6-0C54-B664-DFB87746AD27}"/>
              </a:ext>
            </a:extLst>
          </p:cNvPr>
          <p:cNvCxnSpPr/>
          <p:nvPr/>
        </p:nvCxnSpPr>
        <p:spPr>
          <a:xfrm flipV="1">
            <a:off x="9252343" y="5488121"/>
            <a:ext cx="244594" cy="855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Straight Connector 167">
            <a:extLst>
              <a:ext uri="{FF2B5EF4-FFF2-40B4-BE49-F238E27FC236}">
                <a16:creationId xmlns:a16="http://schemas.microsoft.com/office/drawing/2014/main" id="{CE55053F-B623-589E-6DC5-93814A9FCE05}"/>
              </a:ext>
            </a:extLst>
          </p:cNvPr>
          <p:cNvCxnSpPr>
            <a:cxnSpLocks/>
          </p:cNvCxnSpPr>
          <p:nvPr/>
        </p:nvCxnSpPr>
        <p:spPr>
          <a:xfrm flipV="1">
            <a:off x="9496537" y="4599950"/>
            <a:ext cx="0" cy="88817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Straight Connector 168">
            <a:extLst>
              <a:ext uri="{FF2B5EF4-FFF2-40B4-BE49-F238E27FC236}">
                <a16:creationId xmlns:a16="http://schemas.microsoft.com/office/drawing/2014/main" id="{B7023407-6AED-B264-3829-E6CC0E2CE839}"/>
              </a:ext>
            </a:extLst>
          </p:cNvPr>
          <p:cNvCxnSpPr>
            <a:cxnSpLocks/>
          </p:cNvCxnSpPr>
          <p:nvPr/>
        </p:nvCxnSpPr>
        <p:spPr>
          <a:xfrm flipV="1">
            <a:off x="9435236" y="4513063"/>
            <a:ext cx="0" cy="8345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Straight Connector 169">
            <a:extLst>
              <a:ext uri="{FF2B5EF4-FFF2-40B4-BE49-F238E27FC236}">
                <a16:creationId xmlns:a16="http://schemas.microsoft.com/office/drawing/2014/main" id="{5D8BB72B-9706-24DF-E7E4-1560E636D5CC}"/>
              </a:ext>
            </a:extLst>
          </p:cNvPr>
          <p:cNvCxnSpPr>
            <a:cxnSpLocks/>
          </p:cNvCxnSpPr>
          <p:nvPr/>
        </p:nvCxnSpPr>
        <p:spPr>
          <a:xfrm>
            <a:off x="7554561" y="4818296"/>
            <a:ext cx="85318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Straight Connector 170">
            <a:extLst>
              <a:ext uri="{FF2B5EF4-FFF2-40B4-BE49-F238E27FC236}">
                <a16:creationId xmlns:a16="http://schemas.microsoft.com/office/drawing/2014/main" id="{B82B665F-7524-025D-9F0E-590934B07061}"/>
              </a:ext>
            </a:extLst>
          </p:cNvPr>
          <p:cNvCxnSpPr>
            <a:cxnSpLocks/>
          </p:cNvCxnSpPr>
          <p:nvPr/>
        </p:nvCxnSpPr>
        <p:spPr>
          <a:xfrm>
            <a:off x="5050829" y="4818296"/>
            <a:ext cx="187750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Straight Connector 171">
            <a:extLst>
              <a:ext uri="{FF2B5EF4-FFF2-40B4-BE49-F238E27FC236}">
                <a16:creationId xmlns:a16="http://schemas.microsoft.com/office/drawing/2014/main" id="{8406D89C-508E-E923-2D7A-2EE45D006DD4}"/>
              </a:ext>
            </a:extLst>
          </p:cNvPr>
          <p:cNvCxnSpPr>
            <a:cxnSpLocks/>
          </p:cNvCxnSpPr>
          <p:nvPr/>
        </p:nvCxnSpPr>
        <p:spPr>
          <a:xfrm flipV="1">
            <a:off x="7996898" y="4560424"/>
            <a:ext cx="828690" cy="29477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Straight Connector 172">
            <a:extLst>
              <a:ext uri="{FF2B5EF4-FFF2-40B4-BE49-F238E27FC236}">
                <a16:creationId xmlns:a16="http://schemas.microsoft.com/office/drawing/2014/main" id="{424D2609-E0FF-09A3-4B77-692100801CC7}"/>
              </a:ext>
            </a:extLst>
          </p:cNvPr>
          <p:cNvCxnSpPr>
            <a:cxnSpLocks/>
          </p:cNvCxnSpPr>
          <p:nvPr/>
        </p:nvCxnSpPr>
        <p:spPr>
          <a:xfrm flipV="1">
            <a:off x="5159474" y="4732994"/>
            <a:ext cx="443558" cy="15455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Straight Connector 173">
            <a:extLst>
              <a:ext uri="{FF2B5EF4-FFF2-40B4-BE49-F238E27FC236}">
                <a16:creationId xmlns:a16="http://schemas.microsoft.com/office/drawing/2014/main" id="{3EF69507-4C45-DDE6-CFF7-22B78D14B4DF}"/>
              </a:ext>
            </a:extLst>
          </p:cNvPr>
          <p:cNvCxnSpPr>
            <a:cxnSpLocks/>
          </p:cNvCxnSpPr>
          <p:nvPr/>
        </p:nvCxnSpPr>
        <p:spPr>
          <a:xfrm flipV="1">
            <a:off x="4741037" y="4653237"/>
            <a:ext cx="0" cy="11079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Straight Connector 174">
            <a:extLst>
              <a:ext uri="{FF2B5EF4-FFF2-40B4-BE49-F238E27FC236}">
                <a16:creationId xmlns:a16="http://schemas.microsoft.com/office/drawing/2014/main" id="{BA02DD8F-01D4-83E0-373D-F9A647A248EA}"/>
              </a:ext>
            </a:extLst>
          </p:cNvPr>
          <p:cNvCxnSpPr>
            <a:cxnSpLocks/>
          </p:cNvCxnSpPr>
          <p:nvPr/>
        </p:nvCxnSpPr>
        <p:spPr>
          <a:xfrm>
            <a:off x="4435647" y="4700357"/>
            <a:ext cx="30386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Straight Connector 175">
            <a:extLst>
              <a:ext uri="{FF2B5EF4-FFF2-40B4-BE49-F238E27FC236}">
                <a16:creationId xmlns:a16="http://schemas.microsoft.com/office/drawing/2014/main" id="{6A7F6212-1B5D-680D-4A4F-F829C5C0B7C2}"/>
              </a:ext>
            </a:extLst>
          </p:cNvPr>
          <p:cNvCxnSpPr>
            <a:cxnSpLocks/>
          </p:cNvCxnSpPr>
          <p:nvPr/>
        </p:nvCxnSpPr>
        <p:spPr>
          <a:xfrm>
            <a:off x="4736796" y="4766260"/>
            <a:ext cx="62285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7" name="Straight Connector 176">
            <a:extLst>
              <a:ext uri="{FF2B5EF4-FFF2-40B4-BE49-F238E27FC236}">
                <a16:creationId xmlns:a16="http://schemas.microsoft.com/office/drawing/2014/main" id="{696C1E5A-0C2B-971D-21E9-58C1152D83A5}"/>
              </a:ext>
            </a:extLst>
          </p:cNvPr>
          <p:cNvCxnSpPr>
            <a:cxnSpLocks/>
          </p:cNvCxnSpPr>
          <p:nvPr/>
        </p:nvCxnSpPr>
        <p:spPr>
          <a:xfrm flipH="1" flipV="1">
            <a:off x="5359650" y="4765547"/>
            <a:ext cx="0" cy="5285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8" name="Straight Connector 177">
            <a:extLst>
              <a:ext uri="{FF2B5EF4-FFF2-40B4-BE49-F238E27FC236}">
                <a16:creationId xmlns:a16="http://schemas.microsoft.com/office/drawing/2014/main" id="{86551B42-8F40-FB8D-43B3-BB0CA8772753}"/>
              </a:ext>
            </a:extLst>
          </p:cNvPr>
          <p:cNvCxnSpPr>
            <a:cxnSpLocks/>
          </p:cNvCxnSpPr>
          <p:nvPr/>
        </p:nvCxnSpPr>
        <p:spPr>
          <a:xfrm flipV="1">
            <a:off x="4852054" y="4679807"/>
            <a:ext cx="445910" cy="15592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" name="Straight Connector 178">
            <a:extLst>
              <a:ext uri="{FF2B5EF4-FFF2-40B4-BE49-F238E27FC236}">
                <a16:creationId xmlns:a16="http://schemas.microsoft.com/office/drawing/2014/main" id="{EB5D2480-1483-D1F4-1B79-6507B42703EC}"/>
              </a:ext>
            </a:extLst>
          </p:cNvPr>
          <p:cNvCxnSpPr/>
          <p:nvPr/>
        </p:nvCxnSpPr>
        <p:spPr>
          <a:xfrm flipV="1">
            <a:off x="5359030" y="4683008"/>
            <a:ext cx="244594" cy="855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Straight Connector 179">
            <a:extLst>
              <a:ext uri="{FF2B5EF4-FFF2-40B4-BE49-F238E27FC236}">
                <a16:creationId xmlns:a16="http://schemas.microsoft.com/office/drawing/2014/main" id="{C4845B58-1455-C134-3172-75526E148E69}"/>
              </a:ext>
            </a:extLst>
          </p:cNvPr>
          <p:cNvCxnSpPr>
            <a:cxnSpLocks/>
          </p:cNvCxnSpPr>
          <p:nvPr/>
        </p:nvCxnSpPr>
        <p:spPr>
          <a:xfrm>
            <a:off x="3700619" y="4960566"/>
            <a:ext cx="30575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1" name="Straight Connector 180">
            <a:extLst>
              <a:ext uri="{FF2B5EF4-FFF2-40B4-BE49-F238E27FC236}">
                <a16:creationId xmlns:a16="http://schemas.microsoft.com/office/drawing/2014/main" id="{ED723F7D-0EA7-200C-AD2E-FC9703262DEE}"/>
              </a:ext>
            </a:extLst>
          </p:cNvPr>
          <p:cNvCxnSpPr>
            <a:cxnSpLocks/>
          </p:cNvCxnSpPr>
          <p:nvPr/>
        </p:nvCxnSpPr>
        <p:spPr>
          <a:xfrm flipV="1">
            <a:off x="5602054" y="4684463"/>
            <a:ext cx="0" cy="4942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Straight Connector 181">
            <a:extLst>
              <a:ext uri="{FF2B5EF4-FFF2-40B4-BE49-F238E27FC236}">
                <a16:creationId xmlns:a16="http://schemas.microsoft.com/office/drawing/2014/main" id="{E0A1E4E4-A098-8C4F-2AF3-69001BF057EB}"/>
              </a:ext>
            </a:extLst>
          </p:cNvPr>
          <p:cNvCxnSpPr>
            <a:cxnSpLocks/>
          </p:cNvCxnSpPr>
          <p:nvPr/>
        </p:nvCxnSpPr>
        <p:spPr>
          <a:xfrm>
            <a:off x="5600144" y="4681746"/>
            <a:ext cx="30575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" name="Straight Connector 182">
            <a:extLst>
              <a:ext uri="{FF2B5EF4-FFF2-40B4-BE49-F238E27FC236}">
                <a16:creationId xmlns:a16="http://schemas.microsoft.com/office/drawing/2014/main" id="{FF761CB1-733D-0FA8-72EA-037F2146807A}"/>
              </a:ext>
            </a:extLst>
          </p:cNvPr>
          <p:cNvCxnSpPr>
            <a:cxnSpLocks/>
          </p:cNvCxnSpPr>
          <p:nvPr/>
        </p:nvCxnSpPr>
        <p:spPr>
          <a:xfrm flipH="1" flipV="1">
            <a:off x="5905900" y="4681033"/>
            <a:ext cx="0" cy="5285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" name="Straight Connector 183">
            <a:extLst>
              <a:ext uri="{FF2B5EF4-FFF2-40B4-BE49-F238E27FC236}">
                <a16:creationId xmlns:a16="http://schemas.microsoft.com/office/drawing/2014/main" id="{47ECE92B-C282-CB6D-75BF-A4C8BBC7B81A}"/>
              </a:ext>
            </a:extLst>
          </p:cNvPr>
          <p:cNvCxnSpPr/>
          <p:nvPr/>
        </p:nvCxnSpPr>
        <p:spPr>
          <a:xfrm flipV="1">
            <a:off x="5602663" y="4596900"/>
            <a:ext cx="244594" cy="855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5" name="Straight Connector 184">
            <a:extLst>
              <a:ext uri="{FF2B5EF4-FFF2-40B4-BE49-F238E27FC236}">
                <a16:creationId xmlns:a16="http://schemas.microsoft.com/office/drawing/2014/main" id="{8322B9C3-BD73-82BB-9ADE-210438B778A6}"/>
              </a:ext>
            </a:extLst>
          </p:cNvPr>
          <p:cNvCxnSpPr>
            <a:cxnSpLocks/>
          </p:cNvCxnSpPr>
          <p:nvPr/>
        </p:nvCxnSpPr>
        <p:spPr>
          <a:xfrm flipV="1">
            <a:off x="5904800" y="4510668"/>
            <a:ext cx="491190" cy="17176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6" name="Straight Connector 185">
            <a:extLst>
              <a:ext uri="{FF2B5EF4-FFF2-40B4-BE49-F238E27FC236}">
                <a16:creationId xmlns:a16="http://schemas.microsoft.com/office/drawing/2014/main" id="{A08D37EF-27E2-389A-3332-78695433B422}"/>
              </a:ext>
            </a:extLst>
          </p:cNvPr>
          <p:cNvCxnSpPr/>
          <p:nvPr/>
        </p:nvCxnSpPr>
        <p:spPr>
          <a:xfrm flipV="1">
            <a:off x="5904801" y="4648352"/>
            <a:ext cx="244594" cy="855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7" name="Straight Connector 186">
            <a:extLst>
              <a:ext uri="{FF2B5EF4-FFF2-40B4-BE49-F238E27FC236}">
                <a16:creationId xmlns:a16="http://schemas.microsoft.com/office/drawing/2014/main" id="{B701C47B-9040-381D-D901-59008F2FED86}"/>
              </a:ext>
            </a:extLst>
          </p:cNvPr>
          <p:cNvCxnSpPr>
            <a:cxnSpLocks/>
          </p:cNvCxnSpPr>
          <p:nvPr/>
        </p:nvCxnSpPr>
        <p:spPr>
          <a:xfrm flipV="1">
            <a:off x="6817283" y="4387478"/>
            <a:ext cx="1284090" cy="45218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8" name="Straight Connector 187">
            <a:extLst>
              <a:ext uri="{FF2B5EF4-FFF2-40B4-BE49-F238E27FC236}">
                <a16:creationId xmlns:a16="http://schemas.microsoft.com/office/drawing/2014/main" id="{EE436B6C-69F4-5DDE-1F5E-D3BA8669E81F}"/>
              </a:ext>
            </a:extLst>
          </p:cNvPr>
          <p:cNvCxnSpPr>
            <a:cxnSpLocks/>
          </p:cNvCxnSpPr>
          <p:nvPr/>
        </p:nvCxnSpPr>
        <p:spPr>
          <a:xfrm flipV="1">
            <a:off x="6149320" y="4598472"/>
            <a:ext cx="0" cy="4942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9" name="Straight Connector 188">
            <a:extLst>
              <a:ext uri="{FF2B5EF4-FFF2-40B4-BE49-F238E27FC236}">
                <a16:creationId xmlns:a16="http://schemas.microsoft.com/office/drawing/2014/main" id="{30877E8B-8DC8-D087-1BDE-A9C6C6530D37}"/>
              </a:ext>
            </a:extLst>
          </p:cNvPr>
          <p:cNvCxnSpPr>
            <a:cxnSpLocks/>
          </p:cNvCxnSpPr>
          <p:nvPr/>
        </p:nvCxnSpPr>
        <p:spPr>
          <a:xfrm>
            <a:off x="6147411" y="4595756"/>
            <a:ext cx="30575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Straight Connector 189">
            <a:extLst>
              <a:ext uri="{FF2B5EF4-FFF2-40B4-BE49-F238E27FC236}">
                <a16:creationId xmlns:a16="http://schemas.microsoft.com/office/drawing/2014/main" id="{D307B914-8DD3-9F49-CF64-D928B05F0B63}"/>
              </a:ext>
            </a:extLst>
          </p:cNvPr>
          <p:cNvCxnSpPr>
            <a:cxnSpLocks/>
          </p:cNvCxnSpPr>
          <p:nvPr/>
        </p:nvCxnSpPr>
        <p:spPr>
          <a:xfrm flipH="1" flipV="1">
            <a:off x="6453166" y="4595042"/>
            <a:ext cx="0" cy="5285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1" name="Straight Connector 190">
            <a:extLst>
              <a:ext uri="{FF2B5EF4-FFF2-40B4-BE49-F238E27FC236}">
                <a16:creationId xmlns:a16="http://schemas.microsoft.com/office/drawing/2014/main" id="{F1FCF4B2-43C7-46DA-45A2-4867EE94EF2B}"/>
              </a:ext>
            </a:extLst>
          </p:cNvPr>
          <p:cNvCxnSpPr/>
          <p:nvPr/>
        </p:nvCxnSpPr>
        <p:spPr>
          <a:xfrm flipV="1">
            <a:off x="6452067" y="4510910"/>
            <a:ext cx="244594" cy="855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2" name="Straight Connector 191">
            <a:extLst>
              <a:ext uri="{FF2B5EF4-FFF2-40B4-BE49-F238E27FC236}">
                <a16:creationId xmlns:a16="http://schemas.microsoft.com/office/drawing/2014/main" id="{A27270E8-92CF-DF9B-703C-E1766CC56AA9}"/>
              </a:ext>
            </a:extLst>
          </p:cNvPr>
          <p:cNvCxnSpPr>
            <a:cxnSpLocks/>
          </p:cNvCxnSpPr>
          <p:nvPr/>
        </p:nvCxnSpPr>
        <p:spPr>
          <a:xfrm>
            <a:off x="6149121" y="4647086"/>
            <a:ext cx="273902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3" name="Straight Connector 192">
            <a:extLst>
              <a:ext uri="{FF2B5EF4-FFF2-40B4-BE49-F238E27FC236}">
                <a16:creationId xmlns:a16="http://schemas.microsoft.com/office/drawing/2014/main" id="{40013F52-C070-84E1-161D-D1EB4A17C7AF}"/>
              </a:ext>
            </a:extLst>
          </p:cNvPr>
          <p:cNvCxnSpPr>
            <a:cxnSpLocks/>
          </p:cNvCxnSpPr>
          <p:nvPr/>
        </p:nvCxnSpPr>
        <p:spPr>
          <a:xfrm flipV="1">
            <a:off x="5845661" y="4548177"/>
            <a:ext cx="0" cy="4942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4" name="Straight Connector 193">
            <a:extLst>
              <a:ext uri="{FF2B5EF4-FFF2-40B4-BE49-F238E27FC236}">
                <a16:creationId xmlns:a16="http://schemas.microsoft.com/office/drawing/2014/main" id="{F86477A6-4E73-A211-388F-8723DEC31B7E}"/>
              </a:ext>
            </a:extLst>
          </p:cNvPr>
          <p:cNvCxnSpPr>
            <a:cxnSpLocks/>
          </p:cNvCxnSpPr>
          <p:nvPr/>
        </p:nvCxnSpPr>
        <p:spPr>
          <a:xfrm>
            <a:off x="5843752" y="4545460"/>
            <a:ext cx="30575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5" name="Straight Connector 194">
            <a:extLst>
              <a:ext uri="{FF2B5EF4-FFF2-40B4-BE49-F238E27FC236}">
                <a16:creationId xmlns:a16="http://schemas.microsoft.com/office/drawing/2014/main" id="{496AAAA1-5E15-7D4F-FF6B-C670B74D5741}"/>
              </a:ext>
            </a:extLst>
          </p:cNvPr>
          <p:cNvCxnSpPr>
            <a:cxnSpLocks/>
          </p:cNvCxnSpPr>
          <p:nvPr/>
        </p:nvCxnSpPr>
        <p:spPr>
          <a:xfrm flipH="1" flipV="1">
            <a:off x="6149508" y="4544747"/>
            <a:ext cx="0" cy="5285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6" name="Straight Connector 195">
            <a:extLst>
              <a:ext uri="{FF2B5EF4-FFF2-40B4-BE49-F238E27FC236}">
                <a16:creationId xmlns:a16="http://schemas.microsoft.com/office/drawing/2014/main" id="{7D051A07-218C-C374-3A7B-3E6A0D212C06}"/>
              </a:ext>
            </a:extLst>
          </p:cNvPr>
          <p:cNvCxnSpPr/>
          <p:nvPr/>
        </p:nvCxnSpPr>
        <p:spPr>
          <a:xfrm flipV="1">
            <a:off x="5843227" y="4460615"/>
            <a:ext cx="244594" cy="855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" name="Straight Connector 196">
            <a:extLst>
              <a:ext uri="{FF2B5EF4-FFF2-40B4-BE49-F238E27FC236}">
                <a16:creationId xmlns:a16="http://schemas.microsoft.com/office/drawing/2014/main" id="{69364049-F842-3EC9-76CE-E0CA2E7DC2B1}"/>
              </a:ext>
            </a:extLst>
          </p:cNvPr>
          <p:cNvCxnSpPr/>
          <p:nvPr/>
        </p:nvCxnSpPr>
        <p:spPr>
          <a:xfrm flipV="1">
            <a:off x="6148408" y="4460615"/>
            <a:ext cx="244594" cy="855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" name="Straight Connector 197">
            <a:extLst>
              <a:ext uri="{FF2B5EF4-FFF2-40B4-BE49-F238E27FC236}">
                <a16:creationId xmlns:a16="http://schemas.microsoft.com/office/drawing/2014/main" id="{D94AA85E-11F5-D1CB-4BBC-30B3B9410AAB}"/>
              </a:ext>
            </a:extLst>
          </p:cNvPr>
          <p:cNvCxnSpPr>
            <a:cxnSpLocks/>
          </p:cNvCxnSpPr>
          <p:nvPr/>
        </p:nvCxnSpPr>
        <p:spPr>
          <a:xfrm>
            <a:off x="5845462" y="4596791"/>
            <a:ext cx="30514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9" name="Straight Connector 198">
            <a:extLst>
              <a:ext uri="{FF2B5EF4-FFF2-40B4-BE49-F238E27FC236}">
                <a16:creationId xmlns:a16="http://schemas.microsoft.com/office/drawing/2014/main" id="{F75F67A0-2111-BD32-D036-982FDEDA0A6D}"/>
              </a:ext>
            </a:extLst>
          </p:cNvPr>
          <p:cNvCxnSpPr>
            <a:cxnSpLocks/>
          </p:cNvCxnSpPr>
          <p:nvPr/>
        </p:nvCxnSpPr>
        <p:spPr>
          <a:xfrm flipV="1">
            <a:off x="5299241" y="4631695"/>
            <a:ext cx="0" cy="4942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0" name="Straight Connector 199">
            <a:extLst>
              <a:ext uri="{FF2B5EF4-FFF2-40B4-BE49-F238E27FC236}">
                <a16:creationId xmlns:a16="http://schemas.microsoft.com/office/drawing/2014/main" id="{B1621546-EF82-61CF-90DC-3AD7C08368A8}"/>
              </a:ext>
            </a:extLst>
          </p:cNvPr>
          <p:cNvCxnSpPr>
            <a:cxnSpLocks/>
          </p:cNvCxnSpPr>
          <p:nvPr/>
        </p:nvCxnSpPr>
        <p:spPr>
          <a:xfrm>
            <a:off x="5297331" y="4628978"/>
            <a:ext cx="30575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1" name="Straight Connector 200">
            <a:extLst>
              <a:ext uri="{FF2B5EF4-FFF2-40B4-BE49-F238E27FC236}">
                <a16:creationId xmlns:a16="http://schemas.microsoft.com/office/drawing/2014/main" id="{27707CA1-B6DF-E4BE-3C88-0956DD0DC4BB}"/>
              </a:ext>
            </a:extLst>
          </p:cNvPr>
          <p:cNvCxnSpPr>
            <a:cxnSpLocks/>
          </p:cNvCxnSpPr>
          <p:nvPr/>
        </p:nvCxnSpPr>
        <p:spPr>
          <a:xfrm flipH="1" flipV="1">
            <a:off x="5603087" y="4628264"/>
            <a:ext cx="0" cy="5285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2" name="Straight Connector 201">
            <a:extLst>
              <a:ext uri="{FF2B5EF4-FFF2-40B4-BE49-F238E27FC236}">
                <a16:creationId xmlns:a16="http://schemas.microsoft.com/office/drawing/2014/main" id="{0D37DE83-FB7F-692C-8146-A03B4E28CDC3}"/>
              </a:ext>
            </a:extLst>
          </p:cNvPr>
          <p:cNvCxnSpPr/>
          <p:nvPr/>
        </p:nvCxnSpPr>
        <p:spPr>
          <a:xfrm flipV="1">
            <a:off x="5601987" y="4544133"/>
            <a:ext cx="244594" cy="855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3" name="Straight Connector 202">
            <a:extLst>
              <a:ext uri="{FF2B5EF4-FFF2-40B4-BE49-F238E27FC236}">
                <a16:creationId xmlns:a16="http://schemas.microsoft.com/office/drawing/2014/main" id="{DB2487EF-B02E-CE9B-9813-1E474F8D05CA}"/>
              </a:ext>
            </a:extLst>
          </p:cNvPr>
          <p:cNvCxnSpPr/>
          <p:nvPr/>
        </p:nvCxnSpPr>
        <p:spPr>
          <a:xfrm flipV="1">
            <a:off x="5601987" y="4595584"/>
            <a:ext cx="244594" cy="855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4" name="Straight Connector 203">
            <a:extLst>
              <a:ext uri="{FF2B5EF4-FFF2-40B4-BE49-F238E27FC236}">
                <a16:creationId xmlns:a16="http://schemas.microsoft.com/office/drawing/2014/main" id="{C71B463B-CDBB-CDCB-9D3B-84FABF293452}"/>
              </a:ext>
            </a:extLst>
          </p:cNvPr>
          <p:cNvCxnSpPr>
            <a:cxnSpLocks/>
          </p:cNvCxnSpPr>
          <p:nvPr/>
        </p:nvCxnSpPr>
        <p:spPr>
          <a:xfrm>
            <a:off x="5299041" y="4680309"/>
            <a:ext cx="300798" cy="12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" name="Straight Connector 204">
            <a:extLst>
              <a:ext uri="{FF2B5EF4-FFF2-40B4-BE49-F238E27FC236}">
                <a16:creationId xmlns:a16="http://schemas.microsoft.com/office/drawing/2014/main" id="{A1AD4954-D024-BD1F-7764-3381A5CDAA27}"/>
              </a:ext>
            </a:extLst>
          </p:cNvPr>
          <p:cNvCxnSpPr>
            <a:cxnSpLocks/>
          </p:cNvCxnSpPr>
          <p:nvPr/>
        </p:nvCxnSpPr>
        <p:spPr>
          <a:xfrm>
            <a:off x="3762598" y="5069549"/>
            <a:ext cx="300798" cy="12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" name="Straight Connector 205">
            <a:extLst>
              <a:ext uri="{FF2B5EF4-FFF2-40B4-BE49-F238E27FC236}">
                <a16:creationId xmlns:a16="http://schemas.microsoft.com/office/drawing/2014/main" id="{0CF95D8F-21B4-9837-BD3F-7A65DA7E426A}"/>
              </a:ext>
            </a:extLst>
          </p:cNvPr>
          <p:cNvCxnSpPr>
            <a:cxnSpLocks/>
          </p:cNvCxnSpPr>
          <p:nvPr/>
        </p:nvCxnSpPr>
        <p:spPr>
          <a:xfrm flipH="1" flipV="1">
            <a:off x="5052946" y="4763549"/>
            <a:ext cx="0" cy="5285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" name="Straight Connector 206">
            <a:extLst>
              <a:ext uri="{FF2B5EF4-FFF2-40B4-BE49-F238E27FC236}">
                <a16:creationId xmlns:a16="http://schemas.microsoft.com/office/drawing/2014/main" id="{6B7C3861-B246-BCAB-68B9-A802063EF6DD}"/>
              </a:ext>
            </a:extLst>
          </p:cNvPr>
          <p:cNvCxnSpPr>
            <a:cxnSpLocks/>
          </p:cNvCxnSpPr>
          <p:nvPr/>
        </p:nvCxnSpPr>
        <p:spPr>
          <a:xfrm flipV="1">
            <a:off x="4330301" y="4883554"/>
            <a:ext cx="218900" cy="7654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8" name="Straight Connector 207">
            <a:extLst>
              <a:ext uri="{FF2B5EF4-FFF2-40B4-BE49-F238E27FC236}">
                <a16:creationId xmlns:a16="http://schemas.microsoft.com/office/drawing/2014/main" id="{2894ADA3-3FB1-94F5-722A-A2CE11EF1A0E}"/>
              </a:ext>
            </a:extLst>
          </p:cNvPr>
          <p:cNvCxnSpPr>
            <a:cxnSpLocks/>
          </p:cNvCxnSpPr>
          <p:nvPr/>
        </p:nvCxnSpPr>
        <p:spPr>
          <a:xfrm>
            <a:off x="4002885" y="4985354"/>
            <a:ext cx="2407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9" name="Straight Connector 208">
            <a:extLst>
              <a:ext uri="{FF2B5EF4-FFF2-40B4-BE49-F238E27FC236}">
                <a16:creationId xmlns:a16="http://schemas.microsoft.com/office/drawing/2014/main" id="{F8F13973-2B33-C8A6-6375-937E0437ADC3}"/>
              </a:ext>
            </a:extLst>
          </p:cNvPr>
          <p:cNvCxnSpPr>
            <a:cxnSpLocks/>
          </p:cNvCxnSpPr>
          <p:nvPr/>
        </p:nvCxnSpPr>
        <p:spPr>
          <a:xfrm flipV="1">
            <a:off x="3948200" y="4822194"/>
            <a:ext cx="0" cy="4942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0" name="Straight Connector 209">
            <a:extLst>
              <a:ext uri="{FF2B5EF4-FFF2-40B4-BE49-F238E27FC236}">
                <a16:creationId xmlns:a16="http://schemas.microsoft.com/office/drawing/2014/main" id="{19EAA7C7-4BEC-F158-184A-9AD585C7F72F}"/>
              </a:ext>
            </a:extLst>
          </p:cNvPr>
          <p:cNvCxnSpPr>
            <a:cxnSpLocks/>
          </p:cNvCxnSpPr>
          <p:nvPr/>
        </p:nvCxnSpPr>
        <p:spPr>
          <a:xfrm>
            <a:off x="3947812" y="4821085"/>
            <a:ext cx="30575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1" name="Straight Connector 210">
            <a:extLst>
              <a:ext uri="{FF2B5EF4-FFF2-40B4-BE49-F238E27FC236}">
                <a16:creationId xmlns:a16="http://schemas.microsoft.com/office/drawing/2014/main" id="{F1C59F7B-C924-3002-9F37-97EF51D48363}"/>
              </a:ext>
            </a:extLst>
          </p:cNvPr>
          <p:cNvCxnSpPr/>
          <p:nvPr/>
        </p:nvCxnSpPr>
        <p:spPr>
          <a:xfrm flipV="1">
            <a:off x="3948809" y="4734632"/>
            <a:ext cx="244594" cy="855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2" name="Straight Connector 211">
            <a:extLst>
              <a:ext uri="{FF2B5EF4-FFF2-40B4-BE49-F238E27FC236}">
                <a16:creationId xmlns:a16="http://schemas.microsoft.com/office/drawing/2014/main" id="{12464C07-FC14-6DFD-F6CD-5C9643090FDF}"/>
              </a:ext>
            </a:extLst>
          </p:cNvPr>
          <p:cNvCxnSpPr>
            <a:cxnSpLocks/>
          </p:cNvCxnSpPr>
          <p:nvPr/>
        </p:nvCxnSpPr>
        <p:spPr>
          <a:xfrm flipV="1">
            <a:off x="7686407" y="4469668"/>
            <a:ext cx="1086450" cy="38645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3" name="Straight Connector 212">
            <a:extLst>
              <a:ext uri="{FF2B5EF4-FFF2-40B4-BE49-F238E27FC236}">
                <a16:creationId xmlns:a16="http://schemas.microsoft.com/office/drawing/2014/main" id="{DA48B0D4-55F5-B0AB-C184-428A44EF3D4E}"/>
              </a:ext>
            </a:extLst>
          </p:cNvPr>
          <p:cNvCxnSpPr>
            <a:cxnSpLocks/>
          </p:cNvCxnSpPr>
          <p:nvPr/>
        </p:nvCxnSpPr>
        <p:spPr>
          <a:xfrm flipV="1">
            <a:off x="7499584" y="4471269"/>
            <a:ext cx="959052" cy="3411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4" name="Straight Connector 213">
            <a:extLst>
              <a:ext uri="{FF2B5EF4-FFF2-40B4-BE49-F238E27FC236}">
                <a16:creationId xmlns:a16="http://schemas.microsoft.com/office/drawing/2014/main" id="{411F2E72-8283-D1B2-8D82-F52234A4E2CC}"/>
              </a:ext>
            </a:extLst>
          </p:cNvPr>
          <p:cNvCxnSpPr>
            <a:cxnSpLocks/>
          </p:cNvCxnSpPr>
          <p:nvPr/>
        </p:nvCxnSpPr>
        <p:spPr>
          <a:xfrm flipV="1">
            <a:off x="7215390" y="4470982"/>
            <a:ext cx="949083" cy="3389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5" name="Straight Connector 214">
            <a:extLst>
              <a:ext uri="{FF2B5EF4-FFF2-40B4-BE49-F238E27FC236}">
                <a16:creationId xmlns:a16="http://schemas.microsoft.com/office/drawing/2014/main" id="{B4382FAF-5F2A-DB79-077B-975A30AF7E0C}"/>
              </a:ext>
            </a:extLst>
          </p:cNvPr>
          <p:cNvCxnSpPr>
            <a:cxnSpLocks/>
          </p:cNvCxnSpPr>
          <p:nvPr/>
        </p:nvCxnSpPr>
        <p:spPr>
          <a:xfrm>
            <a:off x="4746732" y="4714836"/>
            <a:ext cx="30575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6" name="Straight Connector 215">
            <a:extLst>
              <a:ext uri="{FF2B5EF4-FFF2-40B4-BE49-F238E27FC236}">
                <a16:creationId xmlns:a16="http://schemas.microsoft.com/office/drawing/2014/main" id="{0345A185-0311-15FF-80F4-2B1879ED074E}"/>
              </a:ext>
            </a:extLst>
          </p:cNvPr>
          <p:cNvCxnSpPr>
            <a:cxnSpLocks/>
          </p:cNvCxnSpPr>
          <p:nvPr/>
        </p:nvCxnSpPr>
        <p:spPr>
          <a:xfrm flipH="1" flipV="1">
            <a:off x="5052488" y="4714123"/>
            <a:ext cx="0" cy="5285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7" name="Straight Connector 216">
            <a:extLst>
              <a:ext uri="{FF2B5EF4-FFF2-40B4-BE49-F238E27FC236}">
                <a16:creationId xmlns:a16="http://schemas.microsoft.com/office/drawing/2014/main" id="{809C521E-2FEA-66B1-5018-0FCD4A180793}"/>
              </a:ext>
            </a:extLst>
          </p:cNvPr>
          <p:cNvCxnSpPr>
            <a:cxnSpLocks/>
          </p:cNvCxnSpPr>
          <p:nvPr/>
        </p:nvCxnSpPr>
        <p:spPr>
          <a:xfrm flipV="1">
            <a:off x="4739498" y="4627610"/>
            <a:ext cx="254050" cy="888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8" name="Straight Connector 217">
            <a:extLst>
              <a:ext uri="{FF2B5EF4-FFF2-40B4-BE49-F238E27FC236}">
                <a16:creationId xmlns:a16="http://schemas.microsoft.com/office/drawing/2014/main" id="{68F09A2C-6CB6-4D25-F878-F335F95AB149}"/>
              </a:ext>
            </a:extLst>
          </p:cNvPr>
          <p:cNvCxnSpPr/>
          <p:nvPr/>
        </p:nvCxnSpPr>
        <p:spPr>
          <a:xfrm flipV="1">
            <a:off x="5051388" y="4629990"/>
            <a:ext cx="244594" cy="855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9" name="Straight Connector 218">
            <a:extLst>
              <a:ext uri="{FF2B5EF4-FFF2-40B4-BE49-F238E27FC236}">
                <a16:creationId xmlns:a16="http://schemas.microsoft.com/office/drawing/2014/main" id="{A8506C01-081C-6653-CF9E-59DEDD92915B}"/>
              </a:ext>
            </a:extLst>
          </p:cNvPr>
          <p:cNvCxnSpPr>
            <a:cxnSpLocks/>
          </p:cNvCxnSpPr>
          <p:nvPr/>
        </p:nvCxnSpPr>
        <p:spPr>
          <a:xfrm flipV="1">
            <a:off x="4995783" y="4516206"/>
            <a:ext cx="0" cy="11050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0" name="Straight Connector 219">
            <a:extLst>
              <a:ext uri="{FF2B5EF4-FFF2-40B4-BE49-F238E27FC236}">
                <a16:creationId xmlns:a16="http://schemas.microsoft.com/office/drawing/2014/main" id="{4E6C32DC-C9B6-B6A9-2345-7D712CAB6DA2}"/>
              </a:ext>
            </a:extLst>
          </p:cNvPr>
          <p:cNvCxnSpPr>
            <a:cxnSpLocks/>
          </p:cNvCxnSpPr>
          <p:nvPr/>
        </p:nvCxnSpPr>
        <p:spPr>
          <a:xfrm>
            <a:off x="4993874" y="4574575"/>
            <a:ext cx="30575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1" name="Straight Connector 220">
            <a:extLst>
              <a:ext uri="{FF2B5EF4-FFF2-40B4-BE49-F238E27FC236}">
                <a16:creationId xmlns:a16="http://schemas.microsoft.com/office/drawing/2014/main" id="{FB23C692-B8DC-3A97-1907-FBFFA1607EF8}"/>
              </a:ext>
            </a:extLst>
          </p:cNvPr>
          <p:cNvCxnSpPr>
            <a:cxnSpLocks/>
          </p:cNvCxnSpPr>
          <p:nvPr/>
        </p:nvCxnSpPr>
        <p:spPr>
          <a:xfrm flipH="1" flipV="1">
            <a:off x="5299629" y="4573862"/>
            <a:ext cx="0" cy="5285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2" name="Straight Connector 221">
            <a:extLst>
              <a:ext uri="{FF2B5EF4-FFF2-40B4-BE49-F238E27FC236}">
                <a16:creationId xmlns:a16="http://schemas.microsoft.com/office/drawing/2014/main" id="{4EC847FF-EB44-8310-2B9A-D2558B8F2526}"/>
              </a:ext>
            </a:extLst>
          </p:cNvPr>
          <p:cNvCxnSpPr/>
          <p:nvPr/>
        </p:nvCxnSpPr>
        <p:spPr>
          <a:xfrm flipV="1">
            <a:off x="4993348" y="4489730"/>
            <a:ext cx="244594" cy="855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3" name="Straight Connector 222">
            <a:extLst>
              <a:ext uri="{FF2B5EF4-FFF2-40B4-BE49-F238E27FC236}">
                <a16:creationId xmlns:a16="http://schemas.microsoft.com/office/drawing/2014/main" id="{FFFAE933-5F87-FD77-1988-1CB34439337A}"/>
              </a:ext>
            </a:extLst>
          </p:cNvPr>
          <p:cNvCxnSpPr>
            <a:cxnSpLocks/>
          </p:cNvCxnSpPr>
          <p:nvPr/>
        </p:nvCxnSpPr>
        <p:spPr>
          <a:xfrm flipV="1">
            <a:off x="5298530" y="4405511"/>
            <a:ext cx="485432" cy="16975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4" name="Straight Connector 223">
            <a:extLst>
              <a:ext uri="{FF2B5EF4-FFF2-40B4-BE49-F238E27FC236}">
                <a16:creationId xmlns:a16="http://schemas.microsoft.com/office/drawing/2014/main" id="{AE0E2712-270B-D160-E6BB-D8AE0872FE2F}"/>
              </a:ext>
            </a:extLst>
          </p:cNvPr>
          <p:cNvCxnSpPr/>
          <p:nvPr/>
        </p:nvCxnSpPr>
        <p:spPr>
          <a:xfrm flipV="1">
            <a:off x="5298530" y="4539574"/>
            <a:ext cx="244594" cy="855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5" name="Straight Connector 224">
            <a:extLst>
              <a:ext uri="{FF2B5EF4-FFF2-40B4-BE49-F238E27FC236}">
                <a16:creationId xmlns:a16="http://schemas.microsoft.com/office/drawing/2014/main" id="{F500C0FA-7F79-AC8D-3C89-54C85A43DEF3}"/>
              </a:ext>
            </a:extLst>
          </p:cNvPr>
          <p:cNvCxnSpPr>
            <a:cxnSpLocks/>
          </p:cNvCxnSpPr>
          <p:nvPr/>
        </p:nvCxnSpPr>
        <p:spPr>
          <a:xfrm>
            <a:off x="4995584" y="4625906"/>
            <a:ext cx="30514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6" name="Straight Connector 225">
            <a:extLst>
              <a:ext uri="{FF2B5EF4-FFF2-40B4-BE49-F238E27FC236}">
                <a16:creationId xmlns:a16="http://schemas.microsoft.com/office/drawing/2014/main" id="{12E6A0D3-D941-DFF5-3319-41C0103F094C}"/>
              </a:ext>
            </a:extLst>
          </p:cNvPr>
          <p:cNvCxnSpPr>
            <a:cxnSpLocks/>
          </p:cNvCxnSpPr>
          <p:nvPr/>
        </p:nvCxnSpPr>
        <p:spPr>
          <a:xfrm>
            <a:off x="5539909" y="4493732"/>
            <a:ext cx="30575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7" name="Straight Connector 226">
            <a:extLst>
              <a:ext uri="{FF2B5EF4-FFF2-40B4-BE49-F238E27FC236}">
                <a16:creationId xmlns:a16="http://schemas.microsoft.com/office/drawing/2014/main" id="{414CA0D6-7B62-739F-74B5-A94ADB9F8ECD}"/>
              </a:ext>
            </a:extLst>
          </p:cNvPr>
          <p:cNvCxnSpPr>
            <a:cxnSpLocks/>
          </p:cNvCxnSpPr>
          <p:nvPr/>
        </p:nvCxnSpPr>
        <p:spPr>
          <a:xfrm flipH="1" flipV="1">
            <a:off x="5845665" y="4493019"/>
            <a:ext cx="0" cy="5285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8" name="Straight Connector 227">
            <a:extLst>
              <a:ext uri="{FF2B5EF4-FFF2-40B4-BE49-F238E27FC236}">
                <a16:creationId xmlns:a16="http://schemas.microsoft.com/office/drawing/2014/main" id="{DE4A8322-E470-C65E-56D5-3C307E2C8231}"/>
              </a:ext>
            </a:extLst>
          </p:cNvPr>
          <p:cNvCxnSpPr/>
          <p:nvPr/>
        </p:nvCxnSpPr>
        <p:spPr>
          <a:xfrm flipV="1">
            <a:off x="5844565" y="4408887"/>
            <a:ext cx="244594" cy="855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9" name="Straight Connector 228">
            <a:extLst>
              <a:ext uri="{FF2B5EF4-FFF2-40B4-BE49-F238E27FC236}">
                <a16:creationId xmlns:a16="http://schemas.microsoft.com/office/drawing/2014/main" id="{7C72FD5C-B1D9-9035-4103-262C3BC60C61}"/>
              </a:ext>
            </a:extLst>
          </p:cNvPr>
          <p:cNvCxnSpPr>
            <a:cxnSpLocks/>
          </p:cNvCxnSpPr>
          <p:nvPr/>
        </p:nvCxnSpPr>
        <p:spPr>
          <a:xfrm>
            <a:off x="5539469" y="4545063"/>
            <a:ext cx="30729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0" name="Straight Connector 229">
            <a:extLst>
              <a:ext uri="{FF2B5EF4-FFF2-40B4-BE49-F238E27FC236}">
                <a16:creationId xmlns:a16="http://schemas.microsoft.com/office/drawing/2014/main" id="{C854A2FF-7A53-BCB9-32B2-C371BEA24E63}"/>
              </a:ext>
            </a:extLst>
          </p:cNvPr>
          <p:cNvCxnSpPr>
            <a:cxnSpLocks/>
          </p:cNvCxnSpPr>
          <p:nvPr/>
        </p:nvCxnSpPr>
        <p:spPr>
          <a:xfrm flipV="1">
            <a:off x="5239681" y="4359999"/>
            <a:ext cx="0" cy="1297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1" name="Straight Connector 230">
            <a:extLst>
              <a:ext uri="{FF2B5EF4-FFF2-40B4-BE49-F238E27FC236}">
                <a16:creationId xmlns:a16="http://schemas.microsoft.com/office/drawing/2014/main" id="{44FF9C6B-D21A-36A4-A0D2-F1738C5753E5}"/>
              </a:ext>
            </a:extLst>
          </p:cNvPr>
          <p:cNvCxnSpPr>
            <a:cxnSpLocks/>
          </p:cNvCxnSpPr>
          <p:nvPr/>
        </p:nvCxnSpPr>
        <p:spPr>
          <a:xfrm>
            <a:off x="4928898" y="4432769"/>
            <a:ext cx="61462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2" name="Straight Connector 231">
            <a:extLst>
              <a:ext uri="{FF2B5EF4-FFF2-40B4-BE49-F238E27FC236}">
                <a16:creationId xmlns:a16="http://schemas.microsoft.com/office/drawing/2014/main" id="{A166E86B-6048-C6CD-7770-DE95BE1330E3}"/>
              </a:ext>
            </a:extLst>
          </p:cNvPr>
          <p:cNvCxnSpPr>
            <a:cxnSpLocks/>
          </p:cNvCxnSpPr>
          <p:nvPr/>
        </p:nvCxnSpPr>
        <p:spPr>
          <a:xfrm flipV="1">
            <a:off x="5539469" y="4432767"/>
            <a:ext cx="0" cy="10662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3" name="Straight Connector 232">
            <a:extLst>
              <a:ext uri="{FF2B5EF4-FFF2-40B4-BE49-F238E27FC236}">
                <a16:creationId xmlns:a16="http://schemas.microsoft.com/office/drawing/2014/main" id="{87B7DF5D-905F-754C-68FD-A5461D563C38}"/>
              </a:ext>
            </a:extLst>
          </p:cNvPr>
          <p:cNvCxnSpPr>
            <a:cxnSpLocks/>
          </p:cNvCxnSpPr>
          <p:nvPr/>
        </p:nvCxnSpPr>
        <p:spPr>
          <a:xfrm flipV="1">
            <a:off x="5540906" y="4264711"/>
            <a:ext cx="489770" cy="16874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4" name="Straight Connector 233">
            <a:extLst>
              <a:ext uri="{FF2B5EF4-FFF2-40B4-BE49-F238E27FC236}">
                <a16:creationId xmlns:a16="http://schemas.microsoft.com/office/drawing/2014/main" id="{DD9DD799-28C6-7FD3-F7D0-991AE3D45C90}"/>
              </a:ext>
            </a:extLst>
          </p:cNvPr>
          <p:cNvCxnSpPr>
            <a:cxnSpLocks/>
          </p:cNvCxnSpPr>
          <p:nvPr/>
        </p:nvCxnSpPr>
        <p:spPr>
          <a:xfrm>
            <a:off x="5239482" y="4488922"/>
            <a:ext cx="30514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5" name="Straight Connector 234">
            <a:extLst>
              <a:ext uri="{FF2B5EF4-FFF2-40B4-BE49-F238E27FC236}">
                <a16:creationId xmlns:a16="http://schemas.microsoft.com/office/drawing/2014/main" id="{8ACB535E-9C40-3185-EA74-FEB6884D1C99}"/>
              </a:ext>
            </a:extLst>
          </p:cNvPr>
          <p:cNvCxnSpPr>
            <a:cxnSpLocks/>
          </p:cNvCxnSpPr>
          <p:nvPr/>
        </p:nvCxnSpPr>
        <p:spPr>
          <a:xfrm>
            <a:off x="6693689" y="4561333"/>
            <a:ext cx="228982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6" name="Straight Connector 235">
            <a:extLst>
              <a:ext uri="{FF2B5EF4-FFF2-40B4-BE49-F238E27FC236}">
                <a16:creationId xmlns:a16="http://schemas.microsoft.com/office/drawing/2014/main" id="{F8AC9C0C-E742-F963-3C2C-77A6A1601000}"/>
              </a:ext>
            </a:extLst>
          </p:cNvPr>
          <p:cNvCxnSpPr>
            <a:cxnSpLocks/>
          </p:cNvCxnSpPr>
          <p:nvPr/>
        </p:nvCxnSpPr>
        <p:spPr>
          <a:xfrm flipV="1">
            <a:off x="8827373" y="4516206"/>
            <a:ext cx="0" cy="4421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7" name="Straight Connector 236">
            <a:extLst>
              <a:ext uri="{FF2B5EF4-FFF2-40B4-BE49-F238E27FC236}">
                <a16:creationId xmlns:a16="http://schemas.microsoft.com/office/drawing/2014/main" id="{4056956B-85C9-EF72-4EF2-973E27ECBEC8}"/>
              </a:ext>
            </a:extLst>
          </p:cNvPr>
          <p:cNvCxnSpPr>
            <a:cxnSpLocks/>
          </p:cNvCxnSpPr>
          <p:nvPr/>
        </p:nvCxnSpPr>
        <p:spPr>
          <a:xfrm>
            <a:off x="8825464" y="4513489"/>
            <a:ext cx="30575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8" name="Straight Connector 237">
            <a:extLst>
              <a:ext uri="{FF2B5EF4-FFF2-40B4-BE49-F238E27FC236}">
                <a16:creationId xmlns:a16="http://schemas.microsoft.com/office/drawing/2014/main" id="{7ED20B00-C249-617C-3D62-71446E912C82}"/>
              </a:ext>
            </a:extLst>
          </p:cNvPr>
          <p:cNvCxnSpPr/>
          <p:nvPr/>
        </p:nvCxnSpPr>
        <p:spPr>
          <a:xfrm flipV="1">
            <a:off x="8824939" y="4428643"/>
            <a:ext cx="244594" cy="855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9" name="Straight Connector 238">
            <a:extLst>
              <a:ext uri="{FF2B5EF4-FFF2-40B4-BE49-F238E27FC236}">
                <a16:creationId xmlns:a16="http://schemas.microsoft.com/office/drawing/2014/main" id="{371FF867-AB00-6E59-594B-ED6639569D61}"/>
              </a:ext>
            </a:extLst>
          </p:cNvPr>
          <p:cNvCxnSpPr/>
          <p:nvPr/>
        </p:nvCxnSpPr>
        <p:spPr>
          <a:xfrm flipV="1">
            <a:off x="9130120" y="4428643"/>
            <a:ext cx="244594" cy="855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0" name="Straight Connector 239">
            <a:extLst>
              <a:ext uri="{FF2B5EF4-FFF2-40B4-BE49-F238E27FC236}">
                <a16:creationId xmlns:a16="http://schemas.microsoft.com/office/drawing/2014/main" id="{F507C2BD-FDDE-6207-95D2-3DFCE82F635B}"/>
              </a:ext>
            </a:extLst>
          </p:cNvPr>
          <p:cNvCxnSpPr>
            <a:cxnSpLocks/>
          </p:cNvCxnSpPr>
          <p:nvPr/>
        </p:nvCxnSpPr>
        <p:spPr>
          <a:xfrm flipV="1">
            <a:off x="9374714" y="4378398"/>
            <a:ext cx="0" cy="13780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1" name="Straight Connector 240">
            <a:extLst>
              <a:ext uri="{FF2B5EF4-FFF2-40B4-BE49-F238E27FC236}">
                <a16:creationId xmlns:a16="http://schemas.microsoft.com/office/drawing/2014/main" id="{4B2086FD-70CC-26AF-58FB-497D11551C8C}"/>
              </a:ext>
            </a:extLst>
          </p:cNvPr>
          <p:cNvCxnSpPr>
            <a:cxnSpLocks/>
          </p:cNvCxnSpPr>
          <p:nvPr/>
        </p:nvCxnSpPr>
        <p:spPr>
          <a:xfrm flipV="1">
            <a:off x="9070869" y="4381115"/>
            <a:ext cx="0" cy="4942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2" name="Straight Connector 241">
            <a:extLst>
              <a:ext uri="{FF2B5EF4-FFF2-40B4-BE49-F238E27FC236}">
                <a16:creationId xmlns:a16="http://schemas.microsoft.com/office/drawing/2014/main" id="{9CC3AB57-943F-9C1B-4C33-4DDCF1FD28FC}"/>
              </a:ext>
            </a:extLst>
          </p:cNvPr>
          <p:cNvCxnSpPr>
            <a:cxnSpLocks/>
          </p:cNvCxnSpPr>
          <p:nvPr/>
        </p:nvCxnSpPr>
        <p:spPr>
          <a:xfrm>
            <a:off x="9068960" y="4378398"/>
            <a:ext cx="30575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3" name="Straight Connector 242">
            <a:extLst>
              <a:ext uri="{FF2B5EF4-FFF2-40B4-BE49-F238E27FC236}">
                <a16:creationId xmlns:a16="http://schemas.microsoft.com/office/drawing/2014/main" id="{8DC4F860-C1B1-EE61-B95C-956F4F69BF0F}"/>
              </a:ext>
            </a:extLst>
          </p:cNvPr>
          <p:cNvCxnSpPr/>
          <p:nvPr/>
        </p:nvCxnSpPr>
        <p:spPr>
          <a:xfrm flipV="1">
            <a:off x="9068434" y="4293553"/>
            <a:ext cx="244594" cy="855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4" name="Straight Connector 243">
            <a:extLst>
              <a:ext uri="{FF2B5EF4-FFF2-40B4-BE49-F238E27FC236}">
                <a16:creationId xmlns:a16="http://schemas.microsoft.com/office/drawing/2014/main" id="{3A7C6BF6-C8D7-129D-6518-516465D266D0}"/>
              </a:ext>
            </a:extLst>
          </p:cNvPr>
          <p:cNvCxnSpPr/>
          <p:nvPr/>
        </p:nvCxnSpPr>
        <p:spPr>
          <a:xfrm flipV="1">
            <a:off x="9373615" y="4293553"/>
            <a:ext cx="244594" cy="855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5" name="Straight Connector 244">
            <a:extLst>
              <a:ext uri="{FF2B5EF4-FFF2-40B4-BE49-F238E27FC236}">
                <a16:creationId xmlns:a16="http://schemas.microsoft.com/office/drawing/2014/main" id="{2482A3E7-C406-A77D-0914-039606EC1284}"/>
              </a:ext>
            </a:extLst>
          </p:cNvPr>
          <p:cNvCxnSpPr>
            <a:cxnSpLocks/>
          </p:cNvCxnSpPr>
          <p:nvPr/>
        </p:nvCxnSpPr>
        <p:spPr>
          <a:xfrm flipV="1">
            <a:off x="9437921" y="4493018"/>
            <a:ext cx="180289" cy="6304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6" name="Straight Connector 245">
            <a:extLst>
              <a:ext uri="{FF2B5EF4-FFF2-40B4-BE49-F238E27FC236}">
                <a16:creationId xmlns:a16="http://schemas.microsoft.com/office/drawing/2014/main" id="{7F10CBCE-7020-3DF3-8DB5-D62C14ACFCDB}"/>
              </a:ext>
            </a:extLst>
          </p:cNvPr>
          <p:cNvCxnSpPr>
            <a:cxnSpLocks/>
          </p:cNvCxnSpPr>
          <p:nvPr/>
        </p:nvCxnSpPr>
        <p:spPr>
          <a:xfrm>
            <a:off x="8768013" y="4429729"/>
            <a:ext cx="60780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8" name="Straight Connector 247">
            <a:extLst>
              <a:ext uri="{FF2B5EF4-FFF2-40B4-BE49-F238E27FC236}">
                <a16:creationId xmlns:a16="http://schemas.microsoft.com/office/drawing/2014/main" id="{87676DAB-313E-67DD-C33A-113C7C8B5656}"/>
              </a:ext>
            </a:extLst>
          </p:cNvPr>
          <p:cNvCxnSpPr>
            <a:cxnSpLocks/>
          </p:cNvCxnSpPr>
          <p:nvPr/>
        </p:nvCxnSpPr>
        <p:spPr>
          <a:xfrm flipV="1">
            <a:off x="9495460" y="4661358"/>
            <a:ext cx="120809" cy="4224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9" name="Straight Connector 248">
            <a:extLst>
              <a:ext uri="{FF2B5EF4-FFF2-40B4-BE49-F238E27FC236}">
                <a16:creationId xmlns:a16="http://schemas.microsoft.com/office/drawing/2014/main" id="{7C9128CD-97B7-2307-7784-3465FAA19D03}"/>
              </a:ext>
            </a:extLst>
          </p:cNvPr>
          <p:cNvCxnSpPr>
            <a:cxnSpLocks/>
          </p:cNvCxnSpPr>
          <p:nvPr/>
        </p:nvCxnSpPr>
        <p:spPr>
          <a:xfrm>
            <a:off x="6959175" y="4471409"/>
            <a:ext cx="199255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0" name="Straight Connector 249">
            <a:extLst>
              <a:ext uri="{FF2B5EF4-FFF2-40B4-BE49-F238E27FC236}">
                <a16:creationId xmlns:a16="http://schemas.microsoft.com/office/drawing/2014/main" id="{6C62571A-CD04-004A-9D5C-7604533DF75D}"/>
              </a:ext>
            </a:extLst>
          </p:cNvPr>
          <p:cNvCxnSpPr>
            <a:cxnSpLocks/>
          </p:cNvCxnSpPr>
          <p:nvPr/>
        </p:nvCxnSpPr>
        <p:spPr>
          <a:xfrm flipV="1">
            <a:off x="8768013" y="4401223"/>
            <a:ext cx="0" cy="6743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1" name="Straight Connector 250">
            <a:extLst>
              <a:ext uri="{FF2B5EF4-FFF2-40B4-BE49-F238E27FC236}">
                <a16:creationId xmlns:a16="http://schemas.microsoft.com/office/drawing/2014/main" id="{415425FD-2FBD-B65B-9B5F-39287851D6A4}"/>
              </a:ext>
            </a:extLst>
          </p:cNvPr>
          <p:cNvCxnSpPr/>
          <p:nvPr/>
        </p:nvCxnSpPr>
        <p:spPr>
          <a:xfrm flipV="1">
            <a:off x="8768621" y="4342928"/>
            <a:ext cx="244594" cy="855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2" name="Straight Connector 251">
            <a:extLst>
              <a:ext uri="{FF2B5EF4-FFF2-40B4-BE49-F238E27FC236}">
                <a16:creationId xmlns:a16="http://schemas.microsoft.com/office/drawing/2014/main" id="{A1D2A82F-E21A-459C-F54C-478361D2ED88}"/>
              </a:ext>
            </a:extLst>
          </p:cNvPr>
          <p:cNvCxnSpPr>
            <a:cxnSpLocks/>
          </p:cNvCxnSpPr>
          <p:nvPr/>
        </p:nvCxnSpPr>
        <p:spPr>
          <a:xfrm flipV="1">
            <a:off x="8458636" y="4401224"/>
            <a:ext cx="0" cy="6725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3" name="Straight Connector 252">
            <a:extLst>
              <a:ext uri="{FF2B5EF4-FFF2-40B4-BE49-F238E27FC236}">
                <a16:creationId xmlns:a16="http://schemas.microsoft.com/office/drawing/2014/main" id="{6DA42E3F-A7FF-1B67-1597-33B7D9ABCEF0}"/>
              </a:ext>
            </a:extLst>
          </p:cNvPr>
          <p:cNvCxnSpPr>
            <a:cxnSpLocks/>
          </p:cNvCxnSpPr>
          <p:nvPr/>
        </p:nvCxnSpPr>
        <p:spPr>
          <a:xfrm flipV="1">
            <a:off x="8164473" y="4428459"/>
            <a:ext cx="0" cy="4001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4" name="Straight Connector 253">
            <a:extLst>
              <a:ext uri="{FF2B5EF4-FFF2-40B4-BE49-F238E27FC236}">
                <a16:creationId xmlns:a16="http://schemas.microsoft.com/office/drawing/2014/main" id="{5A1C4A62-B7F0-3052-E96B-74A6432FFC28}"/>
              </a:ext>
            </a:extLst>
          </p:cNvPr>
          <p:cNvCxnSpPr>
            <a:cxnSpLocks/>
          </p:cNvCxnSpPr>
          <p:nvPr/>
        </p:nvCxnSpPr>
        <p:spPr>
          <a:xfrm flipV="1">
            <a:off x="7567297" y="4431675"/>
            <a:ext cx="0" cy="4001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5" name="Straight Connector 254">
            <a:extLst>
              <a:ext uri="{FF2B5EF4-FFF2-40B4-BE49-F238E27FC236}">
                <a16:creationId xmlns:a16="http://schemas.microsoft.com/office/drawing/2014/main" id="{16FF7308-C0C5-C111-5E1A-519F9C57C7D0}"/>
              </a:ext>
            </a:extLst>
          </p:cNvPr>
          <p:cNvCxnSpPr>
            <a:cxnSpLocks/>
          </p:cNvCxnSpPr>
          <p:nvPr/>
        </p:nvCxnSpPr>
        <p:spPr>
          <a:xfrm>
            <a:off x="7266444" y="4433663"/>
            <a:ext cx="30123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6" name="Straight Connector 255">
            <a:extLst>
              <a:ext uri="{FF2B5EF4-FFF2-40B4-BE49-F238E27FC236}">
                <a16:creationId xmlns:a16="http://schemas.microsoft.com/office/drawing/2014/main" id="{917D1CD3-5707-A7C9-15EA-6A59C9C23528}"/>
              </a:ext>
            </a:extLst>
          </p:cNvPr>
          <p:cNvCxnSpPr>
            <a:cxnSpLocks/>
          </p:cNvCxnSpPr>
          <p:nvPr/>
        </p:nvCxnSpPr>
        <p:spPr>
          <a:xfrm>
            <a:off x="7811545" y="4385569"/>
            <a:ext cx="47532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7" name="Straight Connector 256">
            <a:extLst>
              <a:ext uri="{FF2B5EF4-FFF2-40B4-BE49-F238E27FC236}">
                <a16:creationId xmlns:a16="http://schemas.microsoft.com/office/drawing/2014/main" id="{23F9A068-B4F6-552C-E120-8EFB0A0D46A5}"/>
              </a:ext>
            </a:extLst>
          </p:cNvPr>
          <p:cNvCxnSpPr/>
          <p:nvPr/>
        </p:nvCxnSpPr>
        <p:spPr>
          <a:xfrm flipV="1">
            <a:off x="8164573" y="4344567"/>
            <a:ext cx="244594" cy="855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8" name="Straight Connector 257">
            <a:extLst>
              <a:ext uri="{FF2B5EF4-FFF2-40B4-BE49-F238E27FC236}">
                <a16:creationId xmlns:a16="http://schemas.microsoft.com/office/drawing/2014/main" id="{EC352AB9-5F2D-4DAA-6B7D-758165B13138}"/>
              </a:ext>
            </a:extLst>
          </p:cNvPr>
          <p:cNvCxnSpPr>
            <a:cxnSpLocks/>
          </p:cNvCxnSpPr>
          <p:nvPr/>
        </p:nvCxnSpPr>
        <p:spPr>
          <a:xfrm flipV="1">
            <a:off x="8100469" y="4323752"/>
            <a:ext cx="0" cy="6021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9" name="Straight Connector 258">
            <a:extLst>
              <a:ext uri="{FF2B5EF4-FFF2-40B4-BE49-F238E27FC236}">
                <a16:creationId xmlns:a16="http://schemas.microsoft.com/office/drawing/2014/main" id="{718316AF-D0B2-EEB7-0670-C8AF6BAAAAC8}"/>
              </a:ext>
            </a:extLst>
          </p:cNvPr>
          <p:cNvCxnSpPr>
            <a:cxnSpLocks/>
          </p:cNvCxnSpPr>
          <p:nvPr/>
        </p:nvCxnSpPr>
        <p:spPr>
          <a:xfrm flipV="1">
            <a:off x="7816194" y="4287591"/>
            <a:ext cx="0" cy="9723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0" name="Straight Connector 259">
            <a:extLst>
              <a:ext uri="{FF2B5EF4-FFF2-40B4-BE49-F238E27FC236}">
                <a16:creationId xmlns:a16="http://schemas.microsoft.com/office/drawing/2014/main" id="{9A9E23BF-C6C2-A1E9-463F-35A380021C0C}"/>
              </a:ext>
            </a:extLst>
          </p:cNvPr>
          <p:cNvCxnSpPr>
            <a:cxnSpLocks/>
          </p:cNvCxnSpPr>
          <p:nvPr/>
        </p:nvCxnSpPr>
        <p:spPr>
          <a:xfrm>
            <a:off x="8100120" y="4345275"/>
            <a:ext cx="51464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1" name="Straight Connector 260">
            <a:extLst>
              <a:ext uri="{FF2B5EF4-FFF2-40B4-BE49-F238E27FC236}">
                <a16:creationId xmlns:a16="http://schemas.microsoft.com/office/drawing/2014/main" id="{F7748564-D5B5-79D1-BBB5-6FFD2BCEFBC0}"/>
              </a:ext>
            </a:extLst>
          </p:cNvPr>
          <p:cNvCxnSpPr>
            <a:cxnSpLocks/>
          </p:cNvCxnSpPr>
          <p:nvPr/>
        </p:nvCxnSpPr>
        <p:spPr>
          <a:xfrm flipV="1">
            <a:off x="7566995" y="4347403"/>
            <a:ext cx="247070" cy="8639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2" name="Straight Connector 261">
            <a:extLst>
              <a:ext uri="{FF2B5EF4-FFF2-40B4-BE49-F238E27FC236}">
                <a16:creationId xmlns:a16="http://schemas.microsoft.com/office/drawing/2014/main" id="{6BE3F133-4E56-7DE3-B330-AA98CE001014}"/>
              </a:ext>
            </a:extLst>
          </p:cNvPr>
          <p:cNvCxnSpPr>
            <a:cxnSpLocks/>
          </p:cNvCxnSpPr>
          <p:nvPr/>
        </p:nvCxnSpPr>
        <p:spPr>
          <a:xfrm>
            <a:off x="8457115" y="4399467"/>
            <a:ext cx="31574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3" name="Straight Connector 262">
            <a:extLst>
              <a:ext uri="{FF2B5EF4-FFF2-40B4-BE49-F238E27FC236}">
                <a16:creationId xmlns:a16="http://schemas.microsoft.com/office/drawing/2014/main" id="{DBE98DF5-09F8-E018-0C64-2081145EFE27}"/>
              </a:ext>
            </a:extLst>
          </p:cNvPr>
          <p:cNvCxnSpPr>
            <a:cxnSpLocks/>
          </p:cNvCxnSpPr>
          <p:nvPr/>
        </p:nvCxnSpPr>
        <p:spPr>
          <a:xfrm>
            <a:off x="8163708" y="4428840"/>
            <a:ext cx="29340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4" name="Straight Connector 263">
            <a:extLst>
              <a:ext uri="{FF2B5EF4-FFF2-40B4-BE49-F238E27FC236}">
                <a16:creationId xmlns:a16="http://schemas.microsoft.com/office/drawing/2014/main" id="{EEDFF028-B095-BD3F-C768-208300CEA7A6}"/>
              </a:ext>
            </a:extLst>
          </p:cNvPr>
          <p:cNvCxnSpPr/>
          <p:nvPr/>
        </p:nvCxnSpPr>
        <p:spPr>
          <a:xfrm flipV="1">
            <a:off x="8767046" y="4313989"/>
            <a:ext cx="244594" cy="855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5" name="Straight Connector 264">
            <a:extLst>
              <a:ext uri="{FF2B5EF4-FFF2-40B4-BE49-F238E27FC236}">
                <a16:creationId xmlns:a16="http://schemas.microsoft.com/office/drawing/2014/main" id="{C5E4D4D0-A341-7EFE-6FEC-C729695AD2F8}"/>
              </a:ext>
            </a:extLst>
          </p:cNvPr>
          <p:cNvCxnSpPr>
            <a:cxnSpLocks/>
          </p:cNvCxnSpPr>
          <p:nvPr/>
        </p:nvCxnSpPr>
        <p:spPr>
          <a:xfrm>
            <a:off x="9008957" y="4342928"/>
            <a:ext cx="16334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6" name="Straight Connector 265">
            <a:extLst>
              <a:ext uri="{FF2B5EF4-FFF2-40B4-BE49-F238E27FC236}">
                <a16:creationId xmlns:a16="http://schemas.microsoft.com/office/drawing/2014/main" id="{05BA3738-1220-46AE-2C45-56327B485729}"/>
              </a:ext>
            </a:extLst>
          </p:cNvPr>
          <p:cNvCxnSpPr>
            <a:cxnSpLocks/>
          </p:cNvCxnSpPr>
          <p:nvPr/>
        </p:nvCxnSpPr>
        <p:spPr>
          <a:xfrm flipV="1">
            <a:off x="9012000" y="4249416"/>
            <a:ext cx="0" cy="925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7" name="Straight Connector 266">
            <a:extLst>
              <a:ext uri="{FF2B5EF4-FFF2-40B4-BE49-F238E27FC236}">
                <a16:creationId xmlns:a16="http://schemas.microsoft.com/office/drawing/2014/main" id="{B3CDB8D8-0164-AC62-2413-A4E76F6DB2B1}"/>
              </a:ext>
            </a:extLst>
          </p:cNvPr>
          <p:cNvCxnSpPr>
            <a:cxnSpLocks/>
          </p:cNvCxnSpPr>
          <p:nvPr/>
        </p:nvCxnSpPr>
        <p:spPr>
          <a:xfrm>
            <a:off x="9312580" y="4292493"/>
            <a:ext cx="30368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8" name="Straight Connector 267">
            <a:extLst>
              <a:ext uri="{FF2B5EF4-FFF2-40B4-BE49-F238E27FC236}">
                <a16:creationId xmlns:a16="http://schemas.microsoft.com/office/drawing/2014/main" id="{620B9DD5-2015-E7E1-FC1F-B5B9F17592A2}"/>
              </a:ext>
            </a:extLst>
          </p:cNvPr>
          <p:cNvCxnSpPr>
            <a:cxnSpLocks/>
          </p:cNvCxnSpPr>
          <p:nvPr/>
        </p:nvCxnSpPr>
        <p:spPr>
          <a:xfrm>
            <a:off x="8702942" y="4313989"/>
            <a:ext cx="30876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9" name="Straight Connector 268">
            <a:extLst>
              <a:ext uri="{FF2B5EF4-FFF2-40B4-BE49-F238E27FC236}">
                <a16:creationId xmlns:a16="http://schemas.microsoft.com/office/drawing/2014/main" id="{B9EEDE6B-BD94-E67A-87D0-81FAFC8441A3}"/>
              </a:ext>
            </a:extLst>
          </p:cNvPr>
          <p:cNvCxnSpPr/>
          <p:nvPr/>
        </p:nvCxnSpPr>
        <p:spPr>
          <a:xfrm flipV="1">
            <a:off x="8458349" y="4313810"/>
            <a:ext cx="244594" cy="855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0" name="Straight Connector 269">
            <a:extLst>
              <a:ext uri="{FF2B5EF4-FFF2-40B4-BE49-F238E27FC236}">
                <a16:creationId xmlns:a16="http://schemas.microsoft.com/office/drawing/2014/main" id="{122B1287-5211-91E5-D1C6-DAC0754633D4}"/>
              </a:ext>
            </a:extLst>
          </p:cNvPr>
          <p:cNvCxnSpPr>
            <a:cxnSpLocks/>
          </p:cNvCxnSpPr>
          <p:nvPr/>
        </p:nvCxnSpPr>
        <p:spPr>
          <a:xfrm>
            <a:off x="9008955" y="4250129"/>
            <a:ext cx="30575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1" name="Straight Connector 270">
            <a:extLst>
              <a:ext uri="{FF2B5EF4-FFF2-40B4-BE49-F238E27FC236}">
                <a16:creationId xmlns:a16="http://schemas.microsoft.com/office/drawing/2014/main" id="{A452D775-0602-AB20-C4D7-D42A8C68BC89}"/>
              </a:ext>
            </a:extLst>
          </p:cNvPr>
          <p:cNvCxnSpPr>
            <a:cxnSpLocks/>
          </p:cNvCxnSpPr>
          <p:nvPr/>
        </p:nvCxnSpPr>
        <p:spPr>
          <a:xfrm flipV="1">
            <a:off x="9314711" y="4249416"/>
            <a:ext cx="0" cy="4443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2" name="Straight Connector 271">
            <a:extLst>
              <a:ext uri="{FF2B5EF4-FFF2-40B4-BE49-F238E27FC236}">
                <a16:creationId xmlns:a16="http://schemas.microsoft.com/office/drawing/2014/main" id="{C1CE4B3B-9929-C9D9-9C8E-10B3AF79E8D0}"/>
              </a:ext>
            </a:extLst>
          </p:cNvPr>
          <p:cNvCxnSpPr>
            <a:cxnSpLocks/>
          </p:cNvCxnSpPr>
          <p:nvPr/>
        </p:nvCxnSpPr>
        <p:spPr>
          <a:xfrm flipV="1">
            <a:off x="9008430" y="4165284"/>
            <a:ext cx="244594" cy="855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3" name="Straight Connector 272">
            <a:extLst>
              <a:ext uri="{FF2B5EF4-FFF2-40B4-BE49-F238E27FC236}">
                <a16:creationId xmlns:a16="http://schemas.microsoft.com/office/drawing/2014/main" id="{9BEE201F-7C13-AF6B-19FE-16D045B468CA}"/>
              </a:ext>
            </a:extLst>
          </p:cNvPr>
          <p:cNvCxnSpPr>
            <a:cxnSpLocks/>
          </p:cNvCxnSpPr>
          <p:nvPr/>
        </p:nvCxnSpPr>
        <p:spPr>
          <a:xfrm flipV="1">
            <a:off x="9313611" y="4165284"/>
            <a:ext cx="244594" cy="855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4" name="Straight Connector 273">
            <a:extLst>
              <a:ext uri="{FF2B5EF4-FFF2-40B4-BE49-F238E27FC236}">
                <a16:creationId xmlns:a16="http://schemas.microsoft.com/office/drawing/2014/main" id="{7AD648D2-105C-BAC1-6B17-4879D09AA96F}"/>
              </a:ext>
            </a:extLst>
          </p:cNvPr>
          <p:cNvCxnSpPr>
            <a:cxnSpLocks/>
          </p:cNvCxnSpPr>
          <p:nvPr/>
        </p:nvCxnSpPr>
        <p:spPr>
          <a:xfrm flipV="1">
            <a:off x="9555864" y="4168273"/>
            <a:ext cx="0" cy="12739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5" name="Straight Connector 274">
            <a:extLst>
              <a:ext uri="{FF2B5EF4-FFF2-40B4-BE49-F238E27FC236}">
                <a16:creationId xmlns:a16="http://schemas.microsoft.com/office/drawing/2014/main" id="{E5C907B1-6B05-04F7-04D9-3CA098D00532}"/>
              </a:ext>
            </a:extLst>
          </p:cNvPr>
          <p:cNvCxnSpPr>
            <a:cxnSpLocks/>
          </p:cNvCxnSpPr>
          <p:nvPr/>
        </p:nvCxnSpPr>
        <p:spPr>
          <a:xfrm>
            <a:off x="9251044" y="4165283"/>
            <a:ext cx="30575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6" name="Straight Connector 275">
            <a:extLst>
              <a:ext uri="{FF2B5EF4-FFF2-40B4-BE49-F238E27FC236}">
                <a16:creationId xmlns:a16="http://schemas.microsoft.com/office/drawing/2014/main" id="{2414B8C0-66D0-4930-96E8-54D0903EAD52}"/>
              </a:ext>
            </a:extLst>
          </p:cNvPr>
          <p:cNvCxnSpPr>
            <a:cxnSpLocks/>
          </p:cNvCxnSpPr>
          <p:nvPr/>
        </p:nvCxnSpPr>
        <p:spPr>
          <a:xfrm flipV="1">
            <a:off x="8702345" y="4264254"/>
            <a:ext cx="0" cy="4942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7" name="Straight Connector 276">
            <a:extLst>
              <a:ext uri="{FF2B5EF4-FFF2-40B4-BE49-F238E27FC236}">
                <a16:creationId xmlns:a16="http://schemas.microsoft.com/office/drawing/2014/main" id="{568CDE4F-1005-AD48-1A7D-C99649EF30A9}"/>
              </a:ext>
            </a:extLst>
          </p:cNvPr>
          <p:cNvCxnSpPr>
            <a:cxnSpLocks/>
          </p:cNvCxnSpPr>
          <p:nvPr/>
        </p:nvCxnSpPr>
        <p:spPr>
          <a:xfrm>
            <a:off x="8700435" y="4261537"/>
            <a:ext cx="30978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8" name="Straight Connector 277">
            <a:extLst>
              <a:ext uri="{FF2B5EF4-FFF2-40B4-BE49-F238E27FC236}">
                <a16:creationId xmlns:a16="http://schemas.microsoft.com/office/drawing/2014/main" id="{B4D3DB28-8C8E-1160-3C46-8A9E3934C236}"/>
              </a:ext>
            </a:extLst>
          </p:cNvPr>
          <p:cNvCxnSpPr>
            <a:cxnSpLocks/>
          </p:cNvCxnSpPr>
          <p:nvPr/>
        </p:nvCxnSpPr>
        <p:spPr>
          <a:xfrm flipV="1">
            <a:off x="8699910" y="4176691"/>
            <a:ext cx="244594" cy="855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9" name="Straight Connector 278">
            <a:extLst>
              <a:ext uri="{FF2B5EF4-FFF2-40B4-BE49-F238E27FC236}">
                <a16:creationId xmlns:a16="http://schemas.microsoft.com/office/drawing/2014/main" id="{39A55544-D2CA-B9BC-9DD5-18DC219EA7F8}"/>
              </a:ext>
            </a:extLst>
          </p:cNvPr>
          <p:cNvCxnSpPr>
            <a:cxnSpLocks/>
          </p:cNvCxnSpPr>
          <p:nvPr/>
        </p:nvCxnSpPr>
        <p:spPr>
          <a:xfrm>
            <a:off x="8943841" y="4176691"/>
            <a:ext cx="27357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0" name="Straight Connector 279">
            <a:extLst>
              <a:ext uri="{FF2B5EF4-FFF2-40B4-BE49-F238E27FC236}">
                <a16:creationId xmlns:a16="http://schemas.microsoft.com/office/drawing/2014/main" id="{138AE96E-85C8-FE33-0E66-CDBDD100FFD8}"/>
              </a:ext>
            </a:extLst>
          </p:cNvPr>
          <p:cNvCxnSpPr>
            <a:cxnSpLocks/>
          </p:cNvCxnSpPr>
          <p:nvPr/>
        </p:nvCxnSpPr>
        <p:spPr>
          <a:xfrm flipV="1">
            <a:off x="8407832" y="4295871"/>
            <a:ext cx="0" cy="4942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1" name="Straight Connector 280">
            <a:extLst>
              <a:ext uri="{FF2B5EF4-FFF2-40B4-BE49-F238E27FC236}">
                <a16:creationId xmlns:a16="http://schemas.microsoft.com/office/drawing/2014/main" id="{0F282099-616B-6161-7FFF-85CD95851306}"/>
              </a:ext>
            </a:extLst>
          </p:cNvPr>
          <p:cNvCxnSpPr>
            <a:cxnSpLocks/>
          </p:cNvCxnSpPr>
          <p:nvPr/>
        </p:nvCxnSpPr>
        <p:spPr>
          <a:xfrm>
            <a:off x="8405923" y="4293155"/>
            <a:ext cx="29398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2" name="Straight Connector 281">
            <a:extLst>
              <a:ext uri="{FF2B5EF4-FFF2-40B4-BE49-F238E27FC236}">
                <a16:creationId xmlns:a16="http://schemas.microsoft.com/office/drawing/2014/main" id="{9AB5F7DF-F2E1-BFBC-ABB2-9CC863E8AF12}"/>
              </a:ext>
            </a:extLst>
          </p:cNvPr>
          <p:cNvCxnSpPr/>
          <p:nvPr/>
        </p:nvCxnSpPr>
        <p:spPr>
          <a:xfrm flipV="1">
            <a:off x="8405397" y="4208309"/>
            <a:ext cx="244594" cy="855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3" name="Straight Connector 282">
            <a:extLst>
              <a:ext uri="{FF2B5EF4-FFF2-40B4-BE49-F238E27FC236}">
                <a16:creationId xmlns:a16="http://schemas.microsoft.com/office/drawing/2014/main" id="{FF8249A9-5915-B787-4B0E-9844E704E0A9}"/>
              </a:ext>
            </a:extLst>
          </p:cNvPr>
          <p:cNvCxnSpPr>
            <a:cxnSpLocks/>
          </p:cNvCxnSpPr>
          <p:nvPr/>
        </p:nvCxnSpPr>
        <p:spPr>
          <a:xfrm>
            <a:off x="8649861" y="4209049"/>
            <a:ext cx="20231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4" name="Straight Connector 283">
            <a:extLst>
              <a:ext uri="{FF2B5EF4-FFF2-40B4-BE49-F238E27FC236}">
                <a16:creationId xmlns:a16="http://schemas.microsoft.com/office/drawing/2014/main" id="{342FD324-1442-B732-3C22-D684C4F3AADB}"/>
              </a:ext>
            </a:extLst>
          </p:cNvPr>
          <p:cNvCxnSpPr/>
          <p:nvPr/>
        </p:nvCxnSpPr>
        <p:spPr>
          <a:xfrm flipV="1">
            <a:off x="8100121" y="4260409"/>
            <a:ext cx="244594" cy="855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5" name="Straight Connector 284">
            <a:extLst>
              <a:ext uri="{FF2B5EF4-FFF2-40B4-BE49-F238E27FC236}">
                <a16:creationId xmlns:a16="http://schemas.microsoft.com/office/drawing/2014/main" id="{3E0DACA1-91F1-F487-FC97-067FEAE533BD}"/>
              </a:ext>
            </a:extLst>
          </p:cNvPr>
          <p:cNvCxnSpPr/>
          <p:nvPr/>
        </p:nvCxnSpPr>
        <p:spPr>
          <a:xfrm flipV="1">
            <a:off x="8100336" y="4238220"/>
            <a:ext cx="244594" cy="855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6" name="Straight Connector 285">
            <a:extLst>
              <a:ext uri="{FF2B5EF4-FFF2-40B4-BE49-F238E27FC236}">
                <a16:creationId xmlns:a16="http://schemas.microsoft.com/office/drawing/2014/main" id="{C927FF83-6090-1F20-9033-DBFEDBB2D464}"/>
              </a:ext>
            </a:extLst>
          </p:cNvPr>
          <p:cNvCxnSpPr>
            <a:cxnSpLocks/>
          </p:cNvCxnSpPr>
          <p:nvPr/>
        </p:nvCxnSpPr>
        <p:spPr>
          <a:xfrm>
            <a:off x="7814627" y="4322883"/>
            <a:ext cx="28549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7" name="Straight Connector 286">
            <a:extLst>
              <a:ext uri="{FF2B5EF4-FFF2-40B4-BE49-F238E27FC236}">
                <a16:creationId xmlns:a16="http://schemas.microsoft.com/office/drawing/2014/main" id="{B203E2E9-BC24-6B0C-AA93-1D12FDDD9AC7}"/>
              </a:ext>
            </a:extLst>
          </p:cNvPr>
          <p:cNvCxnSpPr/>
          <p:nvPr/>
        </p:nvCxnSpPr>
        <p:spPr>
          <a:xfrm flipV="1">
            <a:off x="7816194" y="4237624"/>
            <a:ext cx="244594" cy="855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8" name="Straight Connector 287">
            <a:extLst>
              <a:ext uri="{FF2B5EF4-FFF2-40B4-BE49-F238E27FC236}">
                <a16:creationId xmlns:a16="http://schemas.microsoft.com/office/drawing/2014/main" id="{10F20F87-D924-991F-92DA-67DB3C9D4247}"/>
              </a:ext>
            </a:extLst>
          </p:cNvPr>
          <p:cNvCxnSpPr>
            <a:cxnSpLocks/>
          </p:cNvCxnSpPr>
          <p:nvPr/>
        </p:nvCxnSpPr>
        <p:spPr>
          <a:xfrm flipH="1" flipV="1">
            <a:off x="8344617" y="4237940"/>
            <a:ext cx="0" cy="2323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9" name="Straight Connector 288">
            <a:extLst>
              <a:ext uri="{FF2B5EF4-FFF2-40B4-BE49-F238E27FC236}">
                <a16:creationId xmlns:a16="http://schemas.microsoft.com/office/drawing/2014/main" id="{8C52B32E-E2F0-9753-F1E1-35557CC753EB}"/>
              </a:ext>
            </a:extLst>
          </p:cNvPr>
          <p:cNvCxnSpPr>
            <a:cxnSpLocks/>
          </p:cNvCxnSpPr>
          <p:nvPr/>
        </p:nvCxnSpPr>
        <p:spPr>
          <a:xfrm>
            <a:off x="8344423" y="4260409"/>
            <a:ext cx="15316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0" name="Straight Connector 289">
            <a:extLst>
              <a:ext uri="{FF2B5EF4-FFF2-40B4-BE49-F238E27FC236}">
                <a16:creationId xmlns:a16="http://schemas.microsoft.com/office/drawing/2014/main" id="{9F899896-4225-77CB-F70E-BD751110582D}"/>
              </a:ext>
            </a:extLst>
          </p:cNvPr>
          <p:cNvCxnSpPr>
            <a:cxnSpLocks/>
          </p:cNvCxnSpPr>
          <p:nvPr/>
        </p:nvCxnSpPr>
        <p:spPr>
          <a:xfrm>
            <a:off x="8060789" y="4239231"/>
            <a:ext cx="28363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1" name="Straight Connector 290">
            <a:extLst>
              <a:ext uri="{FF2B5EF4-FFF2-40B4-BE49-F238E27FC236}">
                <a16:creationId xmlns:a16="http://schemas.microsoft.com/office/drawing/2014/main" id="{88EF2FDA-86A2-BEDD-0F78-07B16EFF1BBA}"/>
              </a:ext>
            </a:extLst>
          </p:cNvPr>
          <p:cNvCxnSpPr>
            <a:cxnSpLocks/>
          </p:cNvCxnSpPr>
          <p:nvPr/>
        </p:nvCxnSpPr>
        <p:spPr>
          <a:xfrm flipV="1">
            <a:off x="6697724" y="4484171"/>
            <a:ext cx="0" cy="7832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2" name="Straight Connector 291">
            <a:extLst>
              <a:ext uri="{FF2B5EF4-FFF2-40B4-BE49-F238E27FC236}">
                <a16:creationId xmlns:a16="http://schemas.microsoft.com/office/drawing/2014/main" id="{7F08B334-B9B9-73A4-8CC7-F81ED168469C}"/>
              </a:ext>
            </a:extLst>
          </p:cNvPr>
          <p:cNvCxnSpPr>
            <a:cxnSpLocks/>
          </p:cNvCxnSpPr>
          <p:nvPr/>
        </p:nvCxnSpPr>
        <p:spPr>
          <a:xfrm>
            <a:off x="6391817" y="4511382"/>
            <a:ext cx="30575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3" name="Straight Connector 292">
            <a:extLst>
              <a:ext uri="{FF2B5EF4-FFF2-40B4-BE49-F238E27FC236}">
                <a16:creationId xmlns:a16="http://schemas.microsoft.com/office/drawing/2014/main" id="{5F75F8FC-8610-D43D-B39C-CC8F0F640ADC}"/>
              </a:ext>
            </a:extLst>
          </p:cNvPr>
          <p:cNvCxnSpPr>
            <a:cxnSpLocks/>
          </p:cNvCxnSpPr>
          <p:nvPr/>
        </p:nvCxnSpPr>
        <p:spPr>
          <a:xfrm flipV="1">
            <a:off x="6392415" y="4426918"/>
            <a:ext cx="0" cy="8375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4" name="Straight Connector 293">
            <a:extLst>
              <a:ext uri="{FF2B5EF4-FFF2-40B4-BE49-F238E27FC236}">
                <a16:creationId xmlns:a16="http://schemas.microsoft.com/office/drawing/2014/main" id="{108BF897-A0E4-B977-96B2-B4730A4D2E5E}"/>
              </a:ext>
            </a:extLst>
          </p:cNvPr>
          <p:cNvCxnSpPr>
            <a:cxnSpLocks/>
          </p:cNvCxnSpPr>
          <p:nvPr/>
        </p:nvCxnSpPr>
        <p:spPr>
          <a:xfrm flipV="1">
            <a:off x="6959175" y="4357706"/>
            <a:ext cx="0" cy="11160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5" name="Straight Connector 294">
            <a:extLst>
              <a:ext uri="{FF2B5EF4-FFF2-40B4-BE49-F238E27FC236}">
                <a16:creationId xmlns:a16="http://schemas.microsoft.com/office/drawing/2014/main" id="{079D8178-ED8A-D7C6-C741-27538EBD423B}"/>
              </a:ext>
            </a:extLst>
          </p:cNvPr>
          <p:cNvCxnSpPr>
            <a:cxnSpLocks/>
          </p:cNvCxnSpPr>
          <p:nvPr/>
        </p:nvCxnSpPr>
        <p:spPr>
          <a:xfrm>
            <a:off x="6636871" y="4392538"/>
            <a:ext cx="62615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6" name="Straight Connector 295">
            <a:extLst>
              <a:ext uri="{FF2B5EF4-FFF2-40B4-BE49-F238E27FC236}">
                <a16:creationId xmlns:a16="http://schemas.microsoft.com/office/drawing/2014/main" id="{A8711998-EA22-B3B7-3A2D-34A273130676}"/>
              </a:ext>
            </a:extLst>
          </p:cNvPr>
          <p:cNvCxnSpPr>
            <a:cxnSpLocks/>
          </p:cNvCxnSpPr>
          <p:nvPr/>
        </p:nvCxnSpPr>
        <p:spPr>
          <a:xfrm flipV="1">
            <a:off x="7263021" y="4391825"/>
            <a:ext cx="0" cy="7748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7" name="Straight Connector 296">
            <a:extLst>
              <a:ext uri="{FF2B5EF4-FFF2-40B4-BE49-F238E27FC236}">
                <a16:creationId xmlns:a16="http://schemas.microsoft.com/office/drawing/2014/main" id="{3824134D-9750-2A12-01C1-40962C9DB5B8}"/>
              </a:ext>
            </a:extLst>
          </p:cNvPr>
          <p:cNvCxnSpPr>
            <a:cxnSpLocks/>
          </p:cNvCxnSpPr>
          <p:nvPr/>
        </p:nvCxnSpPr>
        <p:spPr>
          <a:xfrm flipV="1">
            <a:off x="6696661" y="4307692"/>
            <a:ext cx="504674" cy="17647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8" name="Straight Connector 297">
            <a:extLst>
              <a:ext uri="{FF2B5EF4-FFF2-40B4-BE49-F238E27FC236}">
                <a16:creationId xmlns:a16="http://schemas.microsoft.com/office/drawing/2014/main" id="{0D10EA99-C99B-38B7-F937-B2FD03311CFC}"/>
              </a:ext>
            </a:extLst>
          </p:cNvPr>
          <p:cNvCxnSpPr/>
          <p:nvPr/>
        </p:nvCxnSpPr>
        <p:spPr>
          <a:xfrm flipV="1">
            <a:off x="7261922" y="4307693"/>
            <a:ext cx="244594" cy="855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9" name="Straight Connector 298">
            <a:extLst>
              <a:ext uri="{FF2B5EF4-FFF2-40B4-BE49-F238E27FC236}">
                <a16:creationId xmlns:a16="http://schemas.microsoft.com/office/drawing/2014/main" id="{205F7696-E268-9DB9-5EB4-695858CD3DDE}"/>
              </a:ext>
            </a:extLst>
          </p:cNvPr>
          <p:cNvCxnSpPr/>
          <p:nvPr/>
        </p:nvCxnSpPr>
        <p:spPr>
          <a:xfrm flipV="1">
            <a:off x="7263894" y="4348980"/>
            <a:ext cx="244594" cy="855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0" name="Straight Connector 299">
            <a:extLst>
              <a:ext uri="{FF2B5EF4-FFF2-40B4-BE49-F238E27FC236}">
                <a16:creationId xmlns:a16="http://schemas.microsoft.com/office/drawing/2014/main" id="{FC3BD569-3BCD-ACEE-29A1-78F15375A880}"/>
              </a:ext>
            </a:extLst>
          </p:cNvPr>
          <p:cNvCxnSpPr>
            <a:cxnSpLocks/>
          </p:cNvCxnSpPr>
          <p:nvPr/>
        </p:nvCxnSpPr>
        <p:spPr>
          <a:xfrm flipV="1">
            <a:off x="7507279" y="4254517"/>
            <a:ext cx="0" cy="9421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1" name="Straight Connector 300">
            <a:extLst>
              <a:ext uri="{FF2B5EF4-FFF2-40B4-BE49-F238E27FC236}">
                <a16:creationId xmlns:a16="http://schemas.microsoft.com/office/drawing/2014/main" id="{042A4D4E-B8E7-41EF-E552-B72E81375AC1}"/>
              </a:ext>
            </a:extLst>
          </p:cNvPr>
          <p:cNvCxnSpPr>
            <a:cxnSpLocks/>
          </p:cNvCxnSpPr>
          <p:nvPr/>
        </p:nvCxnSpPr>
        <p:spPr>
          <a:xfrm>
            <a:off x="7505558" y="4347923"/>
            <a:ext cx="30514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2" name="Straight Connector 301">
            <a:extLst>
              <a:ext uri="{FF2B5EF4-FFF2-40B4-BE49-F238E27FC236}">
                <a16:creationId xmlns:a16="http://schemas.microsoft.com/office/drawing/2014/main" id="{0B53F4FD-3CDC-52D8-F40A-B86572B3AE42}"/>
              </a:ext>
            </a:extLst>
          </p:cNvPr>
          <p:cNvCxnSpPr>
            <a:cxnSpLocks/>
          </p:cNvCxnSpPr>
          <p:nvPr/>
        </p:nvCxnSpPr>
        <p:spPr>
          <a:xfrm>
            <a:off x="7505509" y="4287591"/>
            <a:ext cx="31068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3" name="Straight Connector 302">
            <a:extLst>
              <a:ext uri="{FF2B5EF4-FFF2-40B4-BE49-F238E27FC236}">
                <a16:creationId xmlns:a16="http://schemas.microsoft.com/office/drawing/2014/main" id="{B2A956E3-AE25-EAF8-0505-D67CFEDCA727}"/>
              </a:ext>
            </a:extLst>
          </p:cNvPr>
          <p:cNvCxnSpPr/>
          <p:nvPr/>
        </p:nvCxnSpPr>
        <p:spPr>
          <a:xfrm flipV="1">
            <a:off x="7504984" y="4202746"/>
            <a:ext cx="244594" cy="855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4" name="Straight Connector 303">
            <a:extLst>
              <a:ext uri="{FF2B5EF4-FFF2-40B4-BE49-F238E27FC236}">
                <a16:creationId xmlns:a16="http://schemas.microsoft.com/office/drawing/2014/main" id="{A5A61B1A-883B-EEE6-17ED-FEB6FE189DEB}"/>
              </a:ext>
            </a:extLst>
          </p:cNvPr>
          <p:cNvCxnSpPr/>
          <p:nvPr/>
        </p:nvCxnSpPr>
        <p:spPr>
          <a:xfrm flipV="1">
            <a:off x="7815733" y="4202784"/>
            <a:ext cx="244594" cy="855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5" name="Straight Connector 304">
            <a:extLst>
              <a:ext uri="{FF2B5EF4-FFF2-40B4-BE49-F238E27FC236}">
                <a16:creationId xmlns:a16="http://schemas.microsoft.com/office/drawing/2014/main" id="{0261254C-AC43-4D70-4B87-F3BF5E478364}"/>
              </a:ext>
            </a:extLst>
          </p:cNvPr>
          <p:cNvCxnSpPr>
            <a:cxnSpLocks/>
          </p:cNvCxnSpPr>
          <p:nvPr/>
        </p:nvCxnSpPr>
        <p:spPr>
          <a:xfrm flipH="1" flipV="1">
            <a:off x="8059886" y="4202144"/>
            <a:ext cx="0" cy="3539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6" name="Straight Connector 305">
            <a:extLst>
              <a:ext uri="{FF2B5EF4-FFF2-40B4-BE49-F238E27FC236}">
                <a16:creationId xmlns:a16="http://schemas.microsoft.com/office/drawing/2014/main" id="{180E143A-0B94-0605-BFC3-5F1617820038}"/>
              </a:ext>
            </a:extLst>
          </p:cNvPr>
          <p:cNvCxnSpPr>
            <a:cxnSpLocks/>
          </p:cNvCxnSpPr>
          <p:nvPr/>
        </p:nvCxnSpPr>
        <p:spPr>
          <a:xfrm>
            <a:off x="7752583" y="4202813"/>
            <a:ext cx="30575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7" name="Straight Connector 306">
            <a:extLst>
              <a:ext uri="{FF2B5EF4-FFF2-40B4-BE49-F238E27FC236}">
                <a16:creationId xmlns:a16="http://schemas.microsoft.com/office/drawing/2014/main" id="{E5F94F25-0629-A352-DEF3-CAEAD2C675FA}"/>
              </a:ext>
            </a:extLst>
          </p:cNvPr>
          <p:cNvCxnSpPr>
            <a:cxnSpLocks/>
          </p:cNvCxnSpPr>
          <p:nvPr/>
        </p:nvCxnSpPr>
        <p:spPr>
          <a:xfrm>
            <a:off x="7200241" y="4307455"/>
            <a:ext cx="30514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8" name="Straight Connector 307">
            <a:extLst>
              <a:ext uri="{FF2B5EF4-FFF2-40B4-BE49-F238E27FC236}">
                <a16:creationId xmlns:a16="http://schemas.microsoft.com/office/drawing/2014/main" id="{E3E2A36B-3C18-83F2-53D6-DC947719597B}"/>
              </a:ext>
            </a:extLst>
          </p:cNvPr>
          <p:cNvCxnSpPr>
            <a:cxnSpLocks/>
          </p:cNvCxnSpPr>
          <p:nvPr/>
        </p:nvCxnSpPr>
        <p:spPr>
          <a:xfrm flipV="1">
            <a:off x="7200440" y="4221508"/>
            <a:ext cx="0" cy="8514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9" name="Straight Connector 308">
            <a:extLst>
              <a:ext uri="{FF2B5EF4-FFF2-40B4-BE49-F238E27FC236}">
                <a16:creationId xmlns:a16="http://schemas.microsoft.com/office/drawing/2014/main" id="{8B7F1781-78A7-2206-5672-092863ECE3C6}"/>
              </a:ext>
            </a:extLst>
          </p:cNvPr>
          <p:cNvCxnSpPr>
            <a:cxnSpLocks/>
          </p:cNvCxnSpPr>
          <p:nvPr/>
        </p:nvCxnSpPr>
        <p:spPr>
          <a:xfrm>
            <a:off x="7201574" y="4254517"/>
            <a:ext cx="30645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0" name="Straight Connector 309">
            <a:extLst>
              <a:ext uri="{FF2B5EF4-FFF2-40B4-BE49-F238E27FC236}">
                <a16:creationId xmlns:a16="http://schemas.microsoft.com/office/drawing/2014/main" id="{DB045D14-D328-2304-AFA3-548BC504825C}"/>
              </a:ext>
            </a:extLst>
          </p:cNvPr>
          <p:cNvCxnSpPr/>
          <p:nvPr/>
        </p:nvCxnSpPr>
        <p:spPr>
          <a:xfrm flipV="1">
            <a:off x="7199527" y="4169672"/>
            <a:ext cx="244594" cy="855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1" name="Straight Connector 310">
            <a:extLst>
              <a:ext uri="{FF2B5EF4-FFF2-40B4-BE49-F238E27FC236}">
                <a16:creationId xmlns:a16="http://schemas.microsoft.com/office/drawing/2014/main" id="{C34C701E-53FE-E1C6-FDE8-A38BBF7AA721}"/>
              </a:ext>
            </a:extLst>
          </p:cNvPr>
          <p:cNvCxnSpPr/>
          <p:nvPr/>
        </p:nvCxnSpPr>
        <p:spPr>
          <a:xfrm flipV="1">
            <a:off x="7505153" y="4168614"/>
            <a:ext cx="244594" cy="855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2" name="Straight Connector 311">
            <a:extLst>
              <a:ext uri="{FF2B5EF4-FFF2-40B4-BE49-F238E27FC236}">
                <a16:creationId xmlns:a16="http://schemas.microsoft.com/office/drawing/2014/main" id="{4F0F905D-D6B7-6266-4029-5F2B7D09A5CE}"/>
              </a:ext>
            </a:extLst>
          </p:cNvPr>
          <p:cNvCxnSpPr>
            <a:cxnSpLocks/>
          </p:cNvCxnSpPr>
          <p:nvPr/>
        </p:nvCxnSpPr>
        <p:spPr>
          <a:xfrm flipH="1" flipV="1">
            <a:off x="7749554" y="4171362"/>
            <a:ext cx="0" cy="3410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3" name="Straight Connector 312">
            <a:extLst>
              <a:ext uri="{FF2B5EF4-FFF2-40B4-BE49-F238E27FC236}">
                <a16:creationId xmlns:a16="http://schemas.microsoft.com/office/drawing/2014/main" id="{DC583A6A-A981-502A-D433-88EE2DD8F413}"/>
              </a:ext>
            </a:extLst>
          </p:cNvPr>
          <p:cNvCxnSpPr>
            <a:cxnSpLocks/>
          </p:cNvCxnSpPr>
          <p:nvPr/>
        </p:nvCxnSpPr>
        <p:spPr>
          <a:xfrm>
            <a:off x="7440923" y="4169671"/>
            <a:ext cx="30575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4" name="Straight Connector 313">
            <a:extLst>
              <a:ext uri="{FF2B5EF4-FFF2-40B4-BE49-F238E27FC236}">
                <a16:creationId xmlns:a16="http://schemas.microsoft.com/office/drawing/2014/main" id="{ECD923CB-6576-1EFC-41FF-9C4B24B566FC}"/>
              </a:ext>
            </a:extLst>
          </p:cNvPr>
          <p:cNvCxnSpPr>
            <a:cxnSpLocks/>
          </p:cNvCxnSpPr>
          <p:nvPr/>
        </p:nvCxnSpPr>
        <p:spPr>
          <a:xfrm>
            <a:off x="4191881" y="4734370"/>
            <a:ext cx="14811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5" name="Straight Connector 314">
            <a:extLst>
              <a:ext uri="{FF2B5EF4-FFF2-40B4-BE49-F238E27FC236}">
                <a16:creationId xmlns:a16="http://schemas.microsoft.com/office/drawing/2014/main" id="{BBD83FA9-B252-5EF6-8FB0-CCD78257FD6B}"/>
              </a:ext>
            </a:extLst>
          </p:cNvPr>
          <p:cNvCxnSpPr>
            <a:cxnSpLocks/>
          </p:cNvCxnSpPr>
          <p:nvPr/>
        </p:nvCxnSpPr>
        <p:spPr>
          <a:xfrm flipV="1">
            <a:off x="4437383" y="4653238"/>
            <a:ext cx="0" cy="4942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6" name="Straight Connector 315">
            <a:extLst>
              <a:ext uri="{FF2B5EF4-FFF2-40B4-BE49-F238E27FC236}">
                <a16:creationId xmlns:a16="http://schemas.microsoft.com/office/drawing/2014/main" id="{A5E461AA-532D-ACF6-8394-A2D236D1229F}"/>
              </a:ext>
            </a:extLst>
          </p:cNvPr>
          <p:cNvCxnSpPr>
            <a:cxnSpLocks/>
          </p:cNvCxnSpPr>
          <p:nvPr/>
        </p:nvCxnSpPr>
        <p:spPr>
          <a:xfrm>
            <a:off x="4435474" y="4650521"/>
            <a:ext cx="30575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7" name="Straight Connector 316">
            <a:extLst>
              <a:ext uri="{FF2B5EF4-FFF2-40B4-BE49-F238E27FC236}">
                <a16:creationId xmlns:a16="http://schemas.microsoft.com/office/drawing/2014/main" id="{5F57CC97-0D69-B713-0E2D-2C446299DD58}"/>
              </a:ext>
            </a:extLst>
          </p:cNvPr>
          <p:cNvCxnSpPr/>
          <p:nvPr/>
        </p:nvCxnSpPr>
        <p:spPr>
          <a:xfrm flipV="1">
            <a:off x="4437993" y="4565675"/>
            <a:ext cx="244594" cy="855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8" name="Straight Connector 317">
            <a:extLst>
              <a:ext uri="{FF2B5EF4-FFF2-40B4-BE49-F238E27FC236}">
                <a16:creationId xmlns:a16="http://schemas.microsoft.com/office/drawing/2014/main" id="{218582F5-AC88-F066-2E06-120F0AE8510C}"/>
              </a:ext>
            </a:extLst>
          </p:cNvPr>
          <p:cNvCxnSpPr>
            <a:cxnSpLocks/>
          </p:cNvCxnSpPr>
          <p:nvPr/>
        </p:nvCxnSpPr>
        <p:spPr>
          <a:xfrm flipV="1">
            <a:off x="4740130" y="4565390"/>
            <a:ext cx="254219" cy="8581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9" name="Straight Connector 318">
            <a:extLst>
              <a:ext uri="{FF2B5EF4-FFF2-40B4-BE49-F238E27FC236}">
                <a16:creationId xmlns:a16="http://schemas.microsoft.com/office/drawing/2014/main" id="{4FE19E5A-1E17-3883-689A-C2668A900DB4}"/>
              </a:ext>
            </a:extLst>
          </p:cNvPr>
          <p:cNvCxnSpPr>
            <a:cxnSpLocks/>
          </p:cNvCxnSpPr>
          <p:nvPr/>
        </p:nvCxnSpPr>
        <p:spPr>
          <a:xfrm flipV="1">
            <a:off x="4683695" y="4516741"/>
            <a:ext cx="0" cy="4942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0" name="Straight Connector 319">
            <a:extLst>
              <a:ext uri="{FF2B5EF4-FFF2-40B4-BE49-F238E27FC236}">
                <a16:creationId xmlns:a16="http://schemas.microsoft.com/office/drawing/2014/main" id="{45281339-0BEB-401E-DB69-07D8C41EF7FF}"/>
              </a:ext>
            </a:extLst>
          </p:cNvPr>
          <p:cNvCxnSpPr>
            <a:cxnSpLocks/>
          </p:cNvCxnSpPr>
          <p:nvPr/>
        </p:nvCxnSpPr>
        <p:spPr>
          <a:xfrm>
            <a:off x="4681785" y="4515632"/>
            <a:ext cx="31134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1" name="Straight Connector 320">
            <a:extLst>
              <a:ext uri="{FF2B5EF4-FFF2-40B4-BE49-F238E27FC236}">
                <a16:creationId xmlns:a16="http://schemas.microsoft.com/office/drawing/2014/main" id="{4668F5C7-CCCC-DB41-2C2D-931BF74423DC}"/>
              </a:ext>
            </a:extLst>
          </p:cNvPr>
          <p:cNvCxnSpPr/>
          <p:nvPr/>
        </p:nvCxnSpPr>
        <p:spPr>
          <a:xfrm flipV="1">
            <a:off x="4684304" y="4430787"/>
            <a:ext cx="244594" cy="855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2" name="Straight Connector 321">
            <a:extLst>
              <a:ext uri="{FF2B5EF4-FFF2-40B4-BE49-F238E27FC236}">
                <a16:creationId xmlns:a16="http://schemas.microsoft.com/office/drawing/2014/main" id="{ABAC5ECB-29E5-4D8D-31F4-D9C15FA00508}"/>
              </a:ext>
            </a:extLst>
          </p:cNvPr>
          <p:cNvCxnSpPr>
            <a:cxnSpLocks/>
          </p:cNvCxnSpPr>
          <p:nvPr/>
        </p:nvCxnSpPr>
        <p:spPr>
          <a:xfrm flipV="1">
            <a:off x="4995571" y="4348879"/>
            <a:ext cx="487204" cy="16904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3" name="Straight Connector 322">
            <a:extLst>
              <a:ext uri="{FF2B5EF4-FFF2-40B4-BE49-F238E27FC236}">
                <a16:creationId xmlns:a16="http://schemas.microsoft.com/office/drawing/2014/main" id="{EFB4343C-4474-B6D9-661F-DE21DE181FF1}"/>
              </a:ext>
            </a:extLst>
          </p:cNvPr>
          <p:cNvCxnSpPr>
            <a:cxnSpLocks/>
          </p:cNvCxnSpPr>
          <p:nvPr/>
        </p:nvCxnSpPr>
        <p:spPr>
          <a:xfrm>
            <a:off x="4681785" y="4565675"/>
            <a:ext cx="31134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4" name="Straight Connector 323">
            <a:extLst>
              <a:ext uri="{FF2B5EF4-FFF2-40B4-BE49-F238E27FC236}">
                <a16:creationId xmlns:a16="http://schemas.microsoft.com/office/drawing/2014/main" id="{C38BFBDB-89C8-7057-2300-C73B39E7D495}"/>
              </a:ext>
            </a:extLst>
          </p:cNvPr>
          <p:cNvCxnSpPr>
            <a:cxnSpLocks/>
          </p:cNvCxnSpPr>
          <p:nvPr/>
        </p:nvCxnSpPr>
        <p:spPr>
          <a:xfrm flipV="1">
            <a:off x="4191881" y="4661358"/>
            <a:ext cx="0" cy="7140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5" name="Straight Connector 324">
            <a:extLst>
              <a:ext uri="{FF2B5EF4-FFF2-40B4-BE49-F238E27FC236}">
                <a16:creationId xmlns:a16="http://schemas.microsoft.com/office/drawing/2014/main" id="{D99BE89E-8A3E-F13B-F4B5-64C12A8312C7}"/>
              </a:ext>
            </a:extLst>
          </p:cNvPr>
          <p:cNvCxnSpPr>
            <a:cxnSpLocks/>
          </p:cNvCxnSpPr>
          <p:nvPr/>
        </p:nvCxnSpPr>
        <p:spPr>
          <a:xfrm>
            <a:off x="4192336" y="4662903"/>
            <a:ext cx="24313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6" name="Straight Connector 325">
            <a:extLst>
              <a:ext uri="{FF2B5EF4-FFF2-40B4-BE49-F238E27FC236}">
                <a16:creationId xmlns:a16="http://schemas.microsoft.com/office/drawing/2014/main" id="{14C81D27-9EF3-C9B9-3B9F-3DE9F88BAB91}"/>
              </a:ext>
            </a:extLst>
          </p:cNvPr>
          <p:cNvCxnSpPr/>
          <p:nvPr/>
        </p:nvCxnSpPr>
        <p:spPr>
          <a:xfrm flipV="1">
            <a:off x="4194855" y="4576450"/>
            <a:ext cx="244594" cy="855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7" name="Straight Connector 326">
            <a:extLst>
              <a:ext uri="{FF2B5EF4-FFF2-40B4-BE49-F238E27FC236}">
                <a16:creationId xmlns:a16="http://schemas.microsoft.com/office/drawing/2014/main" id="{11D6E32B-D441-84CB-50A1-C51252AAE54A}"/>
              </a:ext>
            </a:extLst>
          </p:cNvPr>
          <p:cNvCxnSpPr>
            <a:cxnSpLocks/>
          </p:cNvCxnSpPr>
          <p:nvPr/>
        </p:nvCxnSpPr>
        <p:spPr>
          <a:xfrm>
            <a:off x="4440389" y="4577077"/>
            <a:ext cx="20260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8" name="Straight Connector 327">
            <a:extLst>
              <a:ext uri="{FF2B5EF4-FFF2-40B4-BE49-F238E27FC236}">
                <a16:creationId xmlns:a16="http://schemas.microsoft.com/office/drawing/2014/main" id="{D50BDC6B-B209-8F23-B4F6-AFA188864586}"/>
              </a:ext>
            </a:extLst>
          </p:cNvPr>
          <p:cNvCxnSpPr>
            <a:cxnSpLocks/>
          </p:cNvCxnSpPr>
          <p:nvPr/>
        </p:nvCxnSpPr>
        <p:spPr>
          <a:xfrm flipV="1">
            <a:off x="4927436" y="4359999"/>
            <a:ext cx="0" cy="6996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9" name="Straight Connector 328">
            <a:extLst>
              <a:ext uri="{FF2B5EF4-FFF2-40B4-BE49-F238E27FC236}">
                <a16:creationId xmlns:a16="http://schemas.microsoft.com/office/drawing/2014/main" id="{FEAE3DF6-F732-DBEC-82EF-AB5373C3A05B}"/>
              </a:ext>
            </a:extLst>
          </p:cNvPr>
          <p:cNvCxnSpPr>
            <a:cxnSpLocks/>
          </p:cNvCxnSpPr>
          <p:nvPr/>
        </p:nvCxnSpPr>
        <p:spPr>
          <a:xfrm>
            <a:off x="4686403" y="4377825"/>
            <a:ext cx="24103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0" name="Straight Connector 329">
            <a:extLst>
              <a:ext uri="{FF2B5EF4-FFF2-40B4-BE49-F238E27FC236}">
                <a16:creationId xmlns:a16="http://schemas.microsoft.com/office/drawing/2014/main" id="{45A39819-EA69-6008-645C-B5DDADB960C4}"/>
              </a:ext>
            </a:extLst>
          </p:cNvPr>
          <p:cNvCxnSpPr/>
          <p:nvPr/>
        </p:nvCxnSpPr>
        <p:spPr>
          <a:xfrm flipV="1">
            <a:off x="4928045" y="4275294"/>
            <a:ext cx="244594" cy="855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1" name="Straight Connector 330">
            <a:extLst>
              <a:ext uri="{FF2B5EF4-FFF2-40B4-BE49-F238E27FC236}">
                <a16:creationId xmlns:a16="http://schemas.microsoft.com/office/drawing/2014/main" id="{687E8CFF-1513-2AFE-1EDB-783197D16376}"/>
              </a:ext>
            </a:extLst>
          </p:cNvPr>
          <p:cNvCxnSpPr/>
          <p:nvPr/>
        </p:nvCxnSpPr>
        <p:spPr>
          <a:xfrm flipV="1">
            <a:off x="5239313" y="4275294"/>
            <a:ext cx="244594" cy="855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2" name="Straight Connector 331">
            <a:extLst>
              <a:ext uri="{FF2B5EF4-FFF2-40B4-BE49-F238E27FC236}">
                <a16:creationId xmlns:a16="http://schemas.microsoft.com/office/drawing/2014/main" id="{1EA9F9AB-7898-35CE-FD17-EF75A5BA2C34}"/>
              </a:ext>
            </a:extLst>
          </p:cNvPr>
          <p:cNvCxnSpPr>
            <a:cxnSpLocks/>
          </p:cNvCxnSpPr>
          <p:nvPr/>
        </p:nvCxnSpPr>
        <p:spPr>
          <a:xfrm flipV="1">
            <a:off x="4441576" y="4527663"/>
            <a:ext cx="0" cy="4942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3" name="Straight Connector 332">
            <a:extLst>
              <a:ext uri="{FF2B5EF4-FFF2-40B4-BE49-F238E27FC236}">
                <a16:creationId xmlns:a16="http://schemas.microsoft.com/office/drawing/2014/main" id="{FF999197-197F-E73B-8DE7-EAE878F8ED98}"/>
              </a:ext>
            </a:extLst>
          </p:cNvPr>
          <p:cNvCxnSpPr>
            <a:cxnSpLocks/>
          </p:cNvCxnSpPr>
          <p:nvPr/>
        </p:nvCxnSpPr>
        <p:spPr>
          <a:xfrm>
            <a:off x="4439667" y="4524947"/>
            <a:ext cx="24211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4" name="Straight Connector 333">
            <a:extLst>
              <a:ext uri="{FF2B5EF4-FFF2-40B4-BE49-F238E27FC236}">
                <a16:creationId xmlns:a16="http://schemas.microsoft.com/office/drawing/2014/main" id="{5FA75D9E-1347-3D3B-5CA9-0446AA810CBF}"/>
              </a:ext>
            </a:extLst>
          </p:cNvPr>
          <p:cNvCxnSpPr>
            <a:cxnSpLocks/>
          </p:cNvCxnSpPr>
          <p:nvPr/>
        </p:nvCxnSpPr>
        <p:spPr>
          <a:xfrm flipV="1">
            <a:off x="4442185" y="4440101"/>
            <a:ext cx="244594" cy="855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5" name="Straight Connector 334">
            <a:extLst>
              <a:ext uri="{FF2B5EF4-FFF2-40B4-BE49-F238E27FC236}">
                <a16:creationId xmlns:a16="http://schemas.microsoft.com/office/drawing/2014/main" id="{98424B18-6D10-03CE-BD84-B3FAF6802B8C}"/>
              </a:ext>
            </a:extLst>
          </p:cNvPr>
          <p:cNvCxnSpPr>
            <a:cxnSpLocks/>
          </p:cNvCxnSpPr>
          <p:nvPr/>
        </p:nvCxnSpPr>
        <p:spPr>
          <a:xfrm>
            <a:off x="4683151" y="4440100"/>
            <a:ext cx="21678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6" name="Straight Connector 335">
            <a:extLst>
              <a:ext uri="{FF2B5EF4-FFF2-40B4-BE49-F238E27FC236}">
                <a16:creationId xmlns:a16="http://schemas.microsoft.com/office/drawing/2014/main" id="{F425C9E5-D92D-8ED5-9668-BF843C6C8BE2}"/>
              </a:ext>
            </a:extLst>
          </p:cNvPr>
          <p:cNvCxnSpPr>
            <a:cxnSpLocks/>
          </p:cNvCxnSpPr>
          <p:nvPr/>
        </p:nvCxnSpPr>
        <p:spPr>
          <a:xfrm flipV="1">
            <a:off x="4688983" y="4376903"/>
            <a:ext cx="0" cy="6438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7" name="Straight Connector 336">
            <a:extLst>
              <a:ext uri="{FF2B5EF4-FFF2-40B4-BE49-F238E27FC236}">
                <a16:creationId xmlns:a16="http://schemas.microsoft.com/office/drawing/2014/main" id="{B9A70027-07BC-5E5C-F414-F83DD02EBA3D}"/>
              </a:ext>
            </a:extLst>
          </p:cNvPr>
          <p:cNvCxnSpPr/>
          <p:nvPr/>
        </p:nvCxnSpPr>
        <p:spPr>
          <a:xfrm flipV="1">
            <a:off x="4689593" y="4293052"/>
            <a:ext cx="244594" cy="855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8" name="Straight Connector 337">
            <a:extLst>
              <a:ext uri="{FF2B5EF4-FFF2-40B4-BE49-F238E27FC236}">
                <a16:creationId xmlns:a16="http://schemas.microsoft.com/office/drawing/2014/main" id="{FEAE2F6A-B059-FA2B-6D5E-F5AF0EE74FDD}"/>
              </a:ext>
            </a:extLst>
          </p:cNvPr>
          <p:cNvCxnSpPr>
            <a:cxnSpLocks/>
          </p:cNvCxnSpPr>
          <p:nvPr/>
        </p:nvCxnSpPr>
        <p:spPr>
          <a:xfrm>
            <a:off x="6390978" y="4480337"/>
            <a:ext cx="30575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9" name="Straight Connector 338">
            <a:extLst>
              <a:ext uri="{FF2B5EF4-FFF2-40B4-BE49-F238E27FC236}">
                <a16:creationId xmlns:a16="http://schemas.microsoft.com/office/drawing/2014/main" id="{9DA1DF48-9D93-4ED1-674D-5C34BEC34B09}"/>
              </a:ext>
            </a:extLst>
          </p:cNvPr>
          <p:cNvCxnSpPr>
            <a:cxnSpLocks/>
          </p:cNvCxnSpPr>
          <p:nvPr/>
        </p:nvCxnSpPr>
        <p:spPr>
          <a:xfrm>
            <a:off x="6085223" y="4460615"/>
            <a:ext cx="30575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0" name="Straight Connector 339">
            <a:extLst>
              <a:ext uri="{FF2B5EF4-FFF2-40B4-BE49-F238E27FC236}">
                <a16:creationId xmlns:a16="http://schemas.microsoft.com/office/drawing/2014/main" id="{86757E5E-7172-EE0F-6969-AA05F19273E8}"/>
              </a:ext>
            </a:extLst>
          </p:cNvPr>
          <p:cNvCxnSpPr>
            <a:cxnSpLocks/>
          </p:cNvCxnSpPr>
          <p:nvPr/>
        </p:nvCxnSpPr>
        <p:spPr>
          <a:xfrm>
            <a:off x="6087621" y="4426918"/>
            <a:ext cx="30575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1" name="Straight Connector 340">
            <a:extLst>
              <a:ext uri="{FF2B5EF4-FFF2-40B4-BE49-F238E27FC236}">
                <a16:creationId xmlns:a16="http://schemas.microsoft.com/office/drawing/2014/main" id="{DB647EF4-AEC2-AA6A-90A3-7BBB308C0569}"/>
              </a:ext>
            </a:extLst>
          </p:cNvPr>
          <p:cNvCxnSpPr/>
          <p:nvPr/>
        </p:nvCxnSpPr>
        <p:spPr>
          <a:xfrm flipV="1">
            <a:off x="6087095" y="4342072"/>
            <a:ext cx="244594" cy="855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2" name="Straight Connector 341">
            <a:extLst>
              <a:ext uri="{FF2B5EF4-FFF2-40B4-BE49-F238E27FC236}">
                <a16:creationId xmlns:a16="http://schemas.microsoft.com/office/drawing/2014/main" id="{A07807CD-0DB1-DE4D-40D6-A4EA7FDC4615}"/>
              </a:ext>
            </a:extLst>
          </p:cNvPr>
          <p:cNvCxnSpPr/>
          <p:nvPr/>
        </p:nvCxnSpPr>
        <p:spPr>
          <a:xfrm flipV="1">
            <a:off x="6392277" y="4342072"/>
            <a:ext cx="244594" cy="855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3" name="Straight Connector 342">
            <a:extLst>
              <a:ext uri="{FF2B5EF4-FFF2-40B4-BE49-F238E27FC236}">
                <a16:creationId xmlns:a16="http://schemas.microsoft.com/office/drawing/2014/main" id="{A31C1D04-A967-F25A-9DF2-105FF5DE41B1}"/>
              </a:ext>
            </a:extLst>
          </p:cNvPr>
          <p:cNvCxnSpPr>
            <a:cxnSpLocks/>
          </p:cNvCxnSpPr>
          <p:nvPr/>
        </p:nvCxnSpPr>
        <p:spPr>
          <a:xfrm flipV="1">
            <a:off x="6088267" y="4353631"/>
            <a:ext cx="0" cy="1055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4" name="Straight Connector 343">
            <a:extLst>
              <a:ext uri="{FF2B5EF4-FFF2-40B4-BE49-F238E27FC236}">
                <a16:creationId xmlns:a16="http://schemas.microsoft.com/office/drawing/2014/main" id="{8BF7DCB0-4A6C-7ED6-CF57-7D1C78A5B77B}"/>
              </a:ext>
            </a:extLst>
          </p:cNvPr>
          <p:cNvCxnSpPr>
            <a:cxnSpLocks/>
          </p:cNvCxnSpPr>
          <p:nvPr/>
        </p:nvCxnSpPr>
        <p:spPr>
          <a:xfrm flipV="1">
            <a:off x="6638450" y="4292384"/>
            <a:ext cx="0" cy="10459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5" name="Straight Connector 344">
            <a:extLst>
              <a:ext uri="{FF2B5EF4-FFF2-40B4-BE49-F238E27FC236}">
                <a16:creationId xmlns:a16="http://schemas.microsoft.com/office/drawing/2014/main" id="{F364A450-ED1E-144F-CF3F-612C086F11CB}"/>
              </a:ext>
            </a:extLst>
          </p:cNvPr>
          <p:cNvCxnSpPr>
            <a:cxnSpLocks/>
          </p:cNvCxnSpPr>
          <p:nvPr/>
        </p:nvCxnSpPr>
        <p:spPr>
          <a:xfrm>
            <a:off x="6636871" y="4357705"/>
            <a:ext cx="31954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6" name="Straight Connector 345">
            <a:extLst>
              <a:ext uri="{FF2B5EF4-FFF2-40B4-BE49-F238E27FC236}">
                <a16:creationId xmlns:a16="http://schemas.microsoft.com/office/drawing/2014/main" id="{7F33F18A-E7A9-3676-1D0E-1B47231861E7}"/>
              </a:ext>
            </a:extLst>
          </p:cNvPr>
          <p:cNvCxnSpPr/>
          <p:nvPr/>
        </p:nvCxnSpPr>
        <p:spPr>
          <a:xfrm flipV="1">
            <a:off x="6639058" y="4271252"/>
            <a:ext cx="244594" cy="855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7" name="Straight Connector 346">
            <a:extLst>
              <a:ext uri="{FF2B5EF4-FFF2-40B4-BE49-F238E27FC236}">
                <a16:creationId xmlns:a16="http://schemas.microsoft.com/office/drawing/2014/main" id="{E6FE31C5-E510-1450-708A-013DB0362911}"/>
              </a:ext>
            </a:extLst>
          </p:cNvPr>
          <p:cNvCxnSpPr/>
          <p:nvPr/>
        </p:nvCxnSpPr>
        <p:spPr>
          <a:xfrm flipV="1">
            <a:off x="6956413" y="4274467"/>
            <a:ext cx="244594" cy="855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8" name="Straight Connector 347">
            <a:extLst>
              <a:ext uri="{FF2B5EF4-FFF2-40B4-BE49-F238E27FC236}">
                <a16:creationId xmlns:a16="http://schemas.microsoft.com/office/drawing/2014/main" id="{AB42223A-5B5E-BBBA-19C7-42D5B578BF4F}"/>
              </a:ext>
            </a:extLst>
          </p:cNvPr>
          <p:cNvCxnSpPr/>
          <p:nvPr/>
        </p:nvCxnSpPr>
        <p:spPr>
          <a:xfrm flipV="1">
            <a:off x="6392520" y="4394084"/>
            <a:ext cx="244594" cy="855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9" name="Straight Connector 348">
            <a:extLst>
              <a:ext uri="{FF2B5EF4-FFF2-40B4-BE49-F238E27FC236}">
                <a16:creationId xmlns:a16="http://schemas.microsoft.com/office/drawing/2014/main" id="{985BB87D-142A-427F-FCF2-5D7E375CC3B2}"/>
              </a:ext>
            </a:extLst>
          </p:cNvPr>
          <p:cNvCxnSpPr>
            <a:cxnSpLocks/>
          </p:cNvCxnSpPr>
          <p:nvPr/>
        </p:nvCxnSpPr>
        <p:spPr>
          <a:xfrm flipV="1">
            <a:off x="6885070" y="4150654"/>
            <a:ext cx="0" cy="1229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0" name="Straight Connector 349">
            <a:extLst>
              <a:ext uri="{FF2B5EF4-FFF2-40B4-BE49-F238E27FC236}">
                <a16:creationId xmlns:a16="http://schemas.microsoft.com/office/drawing/2014/main" id="{70BBC16E-B574-FC61-6A45-1247B88A49AD}"/>
              </a:ext>
            </a:extLst>
          </p:cNvPr>
          <p:cNvCxnSpPr>
            <a:cxnSpLocks/>
          </p:cNvCxnSpPr>
          <p:nvPr/>
        </p:nvCxnSpPr>
        <p:spPr>
          <a:xfrm>
            <a:off x="6883160" y="4221508"/>
            <a:ext cx="31708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1" name="Straight Connector 350">
            <a:extLst>
              <a:ext uri="{FF2B5EF4-FFF2-40B4-BE49-F238E27FC236}">
                <a16:creationId xmlns:a16="http://schemas.microsoft.com/office/drawing/2014/main" id="{8E07B5FD-DFBA-45A6-76F1-E13416E0F635}"/>
              </a:ext>
            </a:extLst>
          </p:cNvPr>
          <p:cNvCxnSpPr/>
          <p:nvPr/>
        </p:nvCxnSpPr>
        <p:spPr>
          <a:xfrm flipV="1">
            <a:off x="6882635" y="4136662"/>
            <a:ext cx="244594" cy="855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2" name="Straight Connector 351">
            <a:extLst>
              <a:ext uri="{FF2B5EF4-FFF2-40B4-BE49-F238E27FC236}">
                <a16:creationId xmlns:a16="http://schemas.microsoft.com/office/drawing/2014/main" id="{C22A6F79-7EA5-650B-9E85-16A833B8CA1F}"/>
              </a:ext>
            </a:extLst>
          </p:cNvPr>
          <p:cNvCxnSpPr/>
          <p:nvPr/>
        </p:nvCxnSpPr>
        <p:spPr>
          <a:xfrm flipV="1">
            <a:off x="7199989" y="4136662"/>
            <a:ext cx="244594" cy="855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3" name="Straight Connector 352">
            <a:extLst>
              <a:ext uri="{FF2B5EF4-FFF2-40B4-BE49-F238E27FC236}">
                <a16:creationId xmlns:a16="http://schemas.microsoft.com/office/drawing/2014/main" id="{6260B15D-8938-67DA-29EB-0DFF853C3D9E}"/>
              </a:ext>
            </a:extLst>
          </p:cNvPr>
          <p:cNvCxnSpPr>
            <a:cxnSpLocks/>
          </p:cNvCxnSpPr>
          <p:nvPr/>
        </p:nvCxnSpPr>
        <p:spPr>
          <a:xfrm>
            <a:off x="6882635" y="4271252"/>
            <a:ext cx="31735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4" name="Straight Connector 353">
            <a:extLst>
              <a:ext uri="{FF2B5EF4-FFF2-40B4-BE49-F238E27FC236}">
                <a16:creationId xmlns:a16="http://schemas.microsoft.com/office/drawing/2014/main" id="{9D9DBD84-D9F7-2A16-A243-01A1D6EB800D}"/>
              </a:ext>
            </a:extLst>
          </p:cNvPr>
          <p:cNvCxnSpPr>
            <a:cxnSpLocks/>
          </p:cNvCxnSpPr>
          <p:nvPr/>
        </p:nvCxnSpPr>
        <p:spPr>
          <a:xfrm flipH="1" flipV="1">
            <a:off x="7442265" y="4137958"/>
            <a:ext cx="0" cy="3269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5" name="Straight Connector 354">
            <a:extLst>
              <a:ext uri="{FF2B5EF4-FFF2-40B4-BE49-F238E27FC236}">
                <a16:creationId xmlns:a16="http://schemas.microsoft.com/office/drawing/2014/main" id="{2B973DB1-B512-0257-25FA-606F0A7C68B5}"/>
              </a:ext>
            </a:extLst>
          </p:cNvPr>
          <p:cNvCxnSpPr>
            <a:cxnSpLocks/>
          </p:cNvCxnSpPr>
          <p:nvPr/>
        </p:nvCxnSpPr>
        <p:spPr>
          <a:xfrm flipV="1">
            <a:off x="6331970" y="4213149"/>
            <a:ext cx="0" cy="13068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6" name="Straight Connector 355">
            <a:extLst>
              <a:ext uri="{FF2B5EF4-FFF2-40B4-BE49-F238E27FC236}">
                <a16:creationId xmlns:a16="http://schemas.microsoft.com/office/drawing/2014/main" id="{4AA7ACCA-3AEE-7DFC-606F-F871120136BA}"/>
              </a:ext>
            </a:extLst>
          </p:cNvPr>
          <p:cNvCxnSpPr>
            <a:cxnSpLocks/>
          </p:cNvCxnSpPr>
          <p:nvPr/>
        </p:nvCxnSpPr>
        <p:spPr>
          <a:xfrm>
            <a:off x="6330060" y="4291698"/>
            <a:ext cx="30575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7" name="Straight Connector 356">
            <a:extLst>
              <a:ext uri="{FF2B5EF4-FFF2-40B4-BE49-F238E27FC236}">
                <a16:creationId xmlns:a16="http://schemas.microsoft.com/office/drawing/2014/main" id="{9DF27BAE-6A39-3F3D-1245-41966BEC24E0}"/>
              </a:ext>
            </a:extLst>
          </p:cNvPr>
          <p:cNvCxnSpPr>
            <a:cxnSpLocks/>
          </p:cNvCxnSpPr>
          <p:nvPr/>
        </p:nvCxnSpPr>
        <p:spPr>
          <a:xfrm flipV="1">
            <a:off x="6331057" y="4204505"/>
            <a:ext cx="251303" cy="8787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8" name="Straight Connector 357">
            <a:extLst>
              <a:ext uri="{FF2B5EF4-FFF2-40B4-BE49-F238E27FC236}">
                <a16:creationId xmlns:a16="http://schemas.microsoft.com/office/drawing/2014/main" id="{021A4789-70EE-1E1B-6DCE-C8D17BFB2858}"/>
              </a:ext>
            </a:extLst>
          </p:cNvPr>
          <p:cNvCxnSpPr>
            <a:cxnSpLocks/>
          </p:cNvCxnSpPr>
          <p:nvPr/>
        </p:nvCxnSpPr>
        <p:spPr>
          <a:xfrm flipV="1">
            <a:off x="6634716" y="4205258"/>
            <a:ext cx="249151" cy="8712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9" name="Straight Connector 358">
            <a:extLst>
              <a:ext uri="{FF2B5EF4-FFF2-40B4-BE49-F238E27FC236}">
                <a16:creationId xmlns:a16="http://schemas.microsoft.com/office/drawing/2014/main" id="{2A52F921-06D2-644B-B4D0-9F0FAC601202}"/>
              </a:ext>
            </a:extLst>
          </p:cNvPr>
          <p:cNvCxnSpPr>
            <a:cxnSpLocks/>
          </p:cNvCxnSpPr>
          <p:nvPr/>
        </p:nvCxnSpPr>
        <p:spPr>
          <a:xfrm>
            <a:off x="6328962" y="4341915"/>
            <a:ext cx="30575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0" name="Straight Connector 359">
            <a:extLst>
              <a:ext uri="{FF2B5EF4-FFF2-40B4-BE49-F238E27FC236}">
                <a16:creationId xmlns:a16="http://schemas.microsoft.com/office/drawing/2014/main" id="{5719C90A-DFE4-0508-D562-E724B8E6A71E}"/>
              </a:ext>
            </a:extLst>
          </p:cNvPr>
          <p:cNvCxnSpPr>
            <a:cxnSpLocks/>
          </p:cNvCxnSpPr>
          <p:nvPr/>
        </p:nvCxnSpPr>
        <p:spPr>
          <a:xfrm>
            <a:off x="6576880" y="4204505"/>
            <a:ext cx="30575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1" name="Straight Connector 360">
            <a:extLst>
              <a:ext uri="{FF2B5EF4-FFF2-40B4-BE49-F238E27FC236}">
                <a16:creationId xmlns:a16="http://schemas.microsoft.com/office/drawing/2014/main" id="{DDBA6AE5-0BFE-336C-BC74-C563E60826DC}"/>
              </a:ext>
            </a:extLst>
          </p:cNvPr>
          <p:cNvCxnSpPr>
            <a:cxnSpLocks/>
          </p:cNvCxnSpPr>
          <p:nvPr/>
        </p:nvCxnSpPr>
        <p:spPr>
          <a:xfrm flipV="1">
            <a:off x="6581057" y="4038392"/>
            <a:ext cx="0" cy="16440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2" name="Straight Connector 361">
            <a:extLst>
              <a:ext uri="{FF2B5EF4-FFF2-40B4-BE49-F238E27FC236}">
                <a16:creationId xmlns:a16="http://schemas.microsoft.com/office/drawing/2014/main" id="{39868042-5FD2-D434-AA2C-D0319CA35E69}"/>
              </a:ext>
            </a:extLst>
          </p:cNvPr>
          <p:cNvCxnSpPr>
            <a:cxnSpLocks/>
          </p:cNvCxnSpPr>
          <p:nvPr/>
        </p:nvCxnSpPr>
        <p:spPr>
          <a:xfrm>
            <a:off x="6579148" y="4150654"/>
            <a:ext cx="30575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3" name="Straight Connector 362">
            <a:extLst>
              <a:ext uri="{FF2B5EF4-FFF2-40B4-BE49-F238E27FC236}">
                <a16:creationId xmlns:a16="http://schemas.microsoft.com/office/drawing/2014/main" id="{255B1218-85A0-2094-49CD-AC8480BA4252}"/>
              </a:ext>
            </a:extLst>
          </p:cNvPr>
          <p:cNvCxnSpPr/>
          <p:nvPr/>
        </p:nvCxnSpPr>
        <p:spPr>
          <a:xfrm flipV="1">
            <a:off x="6580144" y="4065809"/>
            <a:ext cx="244594" cy="855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4" name="Straight Connector 363">
            <a:extLst>
              <a:ext uri="{FF2B5EF4-FFF2-40B4-BE49-F238E27FC236}">
                <a16:creationId xmlns:a16="http://schemas.microsoft.com/office/drawing/2014/main" id="{DCBAA6EA-0F2E-CB0C-F80B-FD703BCE2594}"/>
              </a:ext>
            </a:extLst>
          </p:cNvPr>
          <p:cNvCxnSpPr/>
          <p:nvPr/>
        </p:nvCxnSpPr>
        <p:spPr>
          <a:xfrm flipV="1">
            <a:off x="6883803" y="4065809"/>
            <a:ext cx="244594" cy="855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5" name="Straight Connector 364">
            <a:extLst>
              <a:ext uri="{FF2B5EF4-FFF2-40B4-BE49-F238E27FC236}">
                <a16:creationId xmlns:a16="http://schemas.microsoft.com/office/drawing/2014/main" id="{5F6396A8-6587-6D28-D94B-D259C929165D}"/>
              </a:ext>
            </a:extLst>
          </p:cNvPr>
          <p:cNvCxnSpPr>
            <a:cxnSpLocks/>
          </p:cNvCxnSpPr>
          <p:nvPr/>
        </p:nvCxnSpPr>
        <p:spPr>
          <a:xfrm flipH="1" flipV="1">
            <a:off x="7127339" y="4065808"/>
            <a:ext cx="0" cy="7110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6" name="Straight Connector 365">
            <a:extLst>
              <a:ext uri="{FF2B5EF4-FFF2-40B4-BE49-F238E27FC236}">
                <a16:creationId xmlns:a16="http://schemas.microsoft.com/office/drawing/2014/main" id="{D883C08C-0D47-A7B2-36F4-460CB096AB7C}"/>
              </a:ext>
            </a:extLst>
          </p:cNvPr>
          <p:cNvCxnSpPr>
            <a:cxnSpLocks/>
          </p:cNvCxnSpPr>
          <p:nvPr/>
        </p:nvCxnSpPr>
        <p:spPr>
          <a:xfrm>
            <a:off x="7127229" y="4137602"/>
            <a:ext cx="31369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7" name="Straight Connector 366">
            <a:extLst>
              <a:ext uri="{FF2B5EF4-FFF2-40B4-BE49-F238E27FC236}">
                <a16:creationId xmlns:a16="http://schemas.microsoft.com/office/drawing/2014/main" id="{851EED26-EAF9-FB66-BE85-F9859F306F09}"/>
              </a:ext>
            </a:extLst>
          </p:cNvPr>
          <p:cNvCxnSpPr>
            <a:cxnSpLocks/>
          </p:cNvCxnSpPr>
          <p:nvPr/>
        </p:nvCxnSpPr>
        <p:spPr>
          <a:xfrm flipV="1">
            <a:off x="5786130" y="4320795"/>
            <a:ext cx="0" cy="8428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8" name="Straight Connector 367">
            <a:extLst>
              <a:ext uri="{FF2B5EF4-FFF2-40B4-BE49-F238E27FC236}">
                <a16:creationId xmlns:a16="http://schemas.microsoft.com/office/drawing/2014/main" id="{15EBD152-633C-A173-3D30-CC70EE959C3A}"/>
              </a:ext>
            </a:extLst>
          </p:cNvPr>
          <p:cNvCxnSpPr>
            <a:cxnSpLocks/>
          </p:cNvCxnSpPr>
          <p:nvPr/>
        </p:nvCxnSpPr>
        <p:spPr>
          <a:xfrm>
            <a:off x="5481094" y="4351337"/>
            <a:ext cx="60888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9" name="Straight Connector 368">
            <a:extLst>
              <a:ext uri="{FF2B5EF4-FFF2-40B4-BE49-F238E27FC236}">
                <a16:creationId xmlns:a16="http://schemas.microsoft.com/office/drawing/2014/main" id="{659B3C5F-8843-E821-3D2A-570ACB955374}"/>
              </a:ext>
            </a:extLst>
          </p:cNvPr>
          <p:cNvCxnSpPr/>
          <p:nvPr/>
        </p:nvCxnSpPr>
        <p:spPr>
          <a:xfrm flipV="1">
            <a:off x="6088876" y="4268099"/>
            <a:ext cx="244594" cy="855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0" name="Straight Connector 369">
            <a:extLst>
              <a:ext uri="{FF2B5EF4-FFF2-40B4-BE49-F238E27FC236}">
                <a16:creationId xmlns:a16="http://schemas.microsoft.com/office/drawing/2014/main" id="{48044788-635C-7F57-94DD-7C5BF325B6A4}"/>
              </a:ext>
            </a:extLst>
          </p:cNvPr>
          <p:cNvCxnSpPr>
            <a:cxnSpLocks/>
          </p:cNvCxnSpPr>
          <p:nvPr/>
        </p:nvCxnSpPr>
        <p:spPr>
          <a:xfrm>
            <a:off x="5785930" y="4404275"/>
            <a:ext cx="30514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1" name="Straight Connector 370">
            <a:extLst>
              <a:ext uri="{FF2B5EF4-FFF2-40B4-BE49-F238E27FC236}">
                <a16:creationId xmlns:a16="http://schemas.microsoft.com/office/drawing/2014/main" id="{E063E180-2561-D2E3-7981-07970DFCC015}"/>
              </a:ext>
            </a:extLst>
          </p:cNvPr>
          <p:cNvCxnSpPr>
            <a:cxnSpLocks/>
          </p:cNvCxnSpPr>
          <p:nvPr/>
        </p:nvCxnSpPr>
        <p:spPr>
          <a:xfrm flipV="1">
            <a:off x="6029367" y="4215866"/>
            <a:ext cx="0" cy="4942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2" name="Straight Connector 371">
            <a:extLst>
              <a:ext uri="{FF2B5EF4-FFF2-40B4-BE49-F238E27FC236}">
                <a16:creationId xmlns:a16="http://schemas.microsoft.com/office/drawing/2014/main" id="{B21B83C3-ADA6-54D2-4B89-53AB7DE77B94}"/>
              </a:ext>
            </a:extLst>
          </p:cNvPr>
          <p:cNvCxnSpPr>
            <a:cxnSpLocks/>
          </p:cNvCxnSpPr>
          <p:nvPr/>
        </p:nvCxnSpPr>
        <p:spPr>
          <a:xfrm>
            <a:off x="6027457" y="4213149"/>
            <a:ext cx="30575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3" name="Straight Connector 372">
            <a:extLst>
              <a:ext uri="{FF2B5EF4-FFF2-40B4-BE49-F238E27FC236}">
                <a16:creationId xmlns:a16="http://schemas.microsoft.com/office/drawing/2014/main" id="{F32118B0-83B5-A3DF-76EB-0AA174D6E48B}"/>
              </a:ext>
            </a:extLst>
          </p:cNvPr>
          <p:cNvCxnSpPr/>
          <p:nvPr/>
        </p:nvCxnSpPr>
        <p:spPr>
          <a:xfrm flipV="1">
            <a:off x="6026932" y="4126696"/>
            <a:ext cx="244594" cy="855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4" name="Straight Connector 373">
            <a:extLst>
              <a:ext uri="{FF2B5EF4-FFF2-40B4-BE49-F238E27FC236}">
                <a16:creationId xmlns:a16="http://schemas.microsoft.com/office/drawing/2014/main" id="{DBED5A2F-0645-1FA0-DE0C-4007C0B96791}"/>
              </a:ext>
            </a:extLst>
          </p:cNvPr>
          <p:cNvCxnSpPr>
            <a:cxnSpLocks/>
          </p:cNvCxnSpPr>
          <p:nvPr/>
        </p:nvCxnSpPr>
        <p:spPr>
          <a:xfrm flipV="1">
            <a:off x="6332113" y="4127008"/>
            <a:ext cx="248298" cy="8682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5" name="Straight Connector 374">
            <a:extLst>
              <a:ext uri="{FF2B5EF4-FFF2-40B4-BE49-F238E27FC236}">
                <a16:creationId xmlns:a16="http://schemas.microsoft.com/office/drawing/2014/main" id="{39958CDA-DC85-D0D5-32A4-DD2F6FCBDE34}"/>
              </a:ext>
            </a:extLst>
          </p:cNvPr>
          <p:cNvCxnSpPr>
            <a:cxnSpLocks/>
          </p:cNvCxnSpPr>
          <p:nvPr/>
        </p:nvCxnSpPr>
        <p:spPr>
          <a:xfrm>
            <a:off x="6029167" y="4264480"/>
            <a:ext cx="30514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6" name="Straight Connector 375">
            <a:extLst>
              <a:ext uri="{FF2B5EF4-FFF2-40B4-BE49-F238E27FC236}">
                <a16:creationId xmlns:a16="http://schemas.microsoft.com/office/drawing/2014/main" id="{D60B29D1-DD92-2ADE-457E-4FDE42F057E3}"/>
              </a:ext>
            </a:extLst>
          </p:cNvPr>
          <p:cNvCxnSpPr>
            <a:cxnSpLocks/>
          </p:cNvCxnSpPr>
          <p:nvPr/>
        </p:nvCxnSpPr>
        <p:spPr>
          <a:xfrm flipV="1">
            <a:off x="6271050" y="4038393"/>
            <a:ext cx="0" cy="8785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7" name="Straight Connector 376">
            <a:extLst>
              <a:ext uri="{FF2B5EF4-FFF2-40B4-BE49-F238E27FC236}">
                <a16:creationId xmlns:a16="http://schemas.microsoft.com/office/drawing/2014/main" id="{288DC407-9DAC-38F1-F4E4-2B556C2089DF}"/>
              </a:ext>
            </a:extLst>
          </p:cNvPr>
          <p:cNvCxnSpPr>
            <a:cxnSpLocks/>
          </p:cNvCxnSpPr>
          <p:nvPr/>
        </p:nvCxnSpPr>
        <p:spPr>
          <a:xfrm>
            <a:off x="6271526" y="4041954"/>
            <a:ext cx="30945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8" name="Straight Connector 377">
            <a:extLst>
              <a:ext uri="{FF2B5EF4-FFF2-40B4-BE49-F238E27FC236}">
                <a16:creationId xmlns:a16="http://schemas.microsoft.com/office/drawing/2014/main" id="{B4FC7238-A788-9424-87FC-C6A615C0ABDF}"/>
              </a:ext>
            </a:extLst>
          </p:cNvPr>
          <p:cNvCxnSpPr/>
          <p:nvPr/>
        </p:nvCxnSpPr>
        <p:spPr>
          <a:xfrm flipV="1">
            <a:off x="6270973" y="3955314"/>
            <a:ext cx="244594" cy="855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9" name="Straight Connector 378">
            <a:extLst>
              <a:ext uri="{FF2B5EF4-FFF2-40B4-BE49-F238E27FC236}">
                <a16:creationId xmlns:a16="http://schemas.microsoft.com/office/drawing/2014/main" id="{843F2057-F33F-C3EE-DE32-21E3070F76C8}"/>
              </a:ext>
            </a:extLst>
          </p:cNvPr>
          <p:cNvCxnSpPr/>
          <p:nvPr/>
        </p:nvCxnSpPr>
        <p:spPr>
          <a:xfrm flipV="1">
            <a:off x="6580981" y="3955682"/>
            <a:ext cx="244594" cy="855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0" name="Straight Connector 379">
            <a:extLst>
              <a:ext uri="{FF2B5EF4-FFF2-40B4-BE49-F238E27FC236}">
                <a16:creationId xmlns:a16="http://schemas.microsoft.com/office/drawing/2014/main" id="{45B2A23A-BE41-45B8-9B1A-ECE23648FC75}"/>
              </a:ext>
            </a:extLst>
          </p:cNvPr>
          <p:cNvCxnSpPr>
            <a:cxnSpLocks/>
          </p:cNvCxnSpPr>
          <p:nvPr/>
        </p:nvCxnSpPr>
        <p:spPr>
          <a:xfrm>
            <a:off x="6269328" y="4125439"/>
            <a:ext cx="30982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1" name="Straight Connector 380">
            <a:extLst>
              <a:ext uri="{FF2B5EF4-FFF2-40B4-BE49-F238E27FC236}">
                <a16:creationId xmlns:a16="http://schemas.microsoft.com/office/drawing/2014/main" id="{941AD7CE-670D-AC62-5A1F-8C5796C99859}"/>
              </a:ext>
            </a:extLst>
          </p:cNvPr>
          <p:cNvCxnSpPr>
            <a:cxnSpLocks/>
          </p:cNvCxnSpPr>
          <p:nvPr/>
        </p:nvCxnSpPr>
        <p:spPr>
          <a:xfrm flipH="1" flipV="1">
            <a:off x="6824187" y="3958481"/>
            <a:ext cx="0" cy="10747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2" name="Straight Connector 381">
            <a:extLst>
              <a:ext uri="{FF2B5EF4-FFF2-40B4-BE49-F238E27FC236}">
                <a16:creationId xmlns:a16="http://schemas.microsoft.com/office/drawing/2014/main" id="{99813AFB-94B3-41F6-BE5A-F528155FDFCE}"/>
              </a:ext>
            </a:extLst>
          </p:cNvPr>
          <p:cNvCxnSpPr>
            <a:cxnSpLocks/>
          </p:cNvCxnSpPr>
          <p:nvPr/>
        </p:nvCxnSpPr>
        <p:spPr>
          <a:xfrm>
            <a:off x="6512137" y="3956921"/>
            <a:ext cx="31205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3" name="Straight Connector 382">
            <a:extLst>
              <a:ext uri="{FF2B5EF4-FFF2-40B4-BE49-F238E27FC236}">
                <a16:creationId xmlns:a16="http://schemas.microsoft.com/office/drawing/2014/main" id="{B9738E9D-A660-9C03-0A94-D50B040F80B9}"/>
              </a:ext>
            </a:extLst>
          </p:cNvPr>
          <p:cNvCxnSpPr>
            <a:cxnSpLocks/>
          </p:cNvCxnSpPr>
          <p:nvPr/>
        </p:nvCxnSpPr>
        <p:spPr>
          <a:xfrm>
            <a:off x="6824187" y="4065809"/>
            <a:ext cx="30304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4" name="Straight Connector 383">
            <a:extLst>
              <a:ext uri="{FF2B5EF4-FFF2-40B4-BE49-F238E27FC236}">
                <a16:creationId xmlns:a16="http://schemas.microsoft.com/office/drawing/2014/main" id="{1FE11822-E6BE-B3BE-D3C4-66712511AD10}"/>
              </a:ext>
            </a:extLst>
          </p:cNvPr>
          <p:cNvCxnSpPr>
            <a:cxnSpLocks/>
          </p:cNvCxnSpPr>
          <p:nvPr/>
        </p:nvCxnSpPr>
        <p:spPr>
          <a:xfrm>
            <a:off x="4927437" y="4359999"/>
            <a:ext cx="31224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5" name="Straight Connector 384">
            <a:extLst>
              <a:ext uri="{FF2B5EF4-FFF2-40B4-BE49-F238E27FC236}">
                <a16:creationId xmlns:a16="http://schemas.microsoft.com/office/drawing/2014/main" id="{81F9FE85-8578-68C2-DA11-7072BECDA84D}"/>
              </a:ext>
            </a:extLst>
          </p:cNvPr>
          <p:cNvCxnSpPr>
            <a:cxnSpLocks/>
          </p:cNvCxnSpPr>
          <p:nvPr/>
        </p:nvCxnSpPr>
        <p:spPr>
          <a:xfrm flipV="1">
            <a:off x="5483003" y="4227191"/>
            <a:ext cx="0" cy="1216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6" name="Straight Connector 385">
            <a:extLst>
              <a:ext uri="{FF2B5EF4-FFF2-40B4-BE49-F238E27FC236}">
                <a16:creationId xmlns:a16="http://schemas.microsoft.com/office/drawing/2014/main" id="{501A1518-C7A4-469D-B798-4A8E1FAC9F82}"/>
              </a:ext>
            </a:extLst>
          </p:cNvPr>
          <p:cNvCxnSpPr>
            <a:cxnSpLocks/>
          </p:cNvCxnSpPr>
          <p:nvPr/>
        </p:nvCxnSpPr>
        <p:spPr>
          <a:xfrm>
            <a:off x="5481094" y="4320795"/>
            <a:ext cx="30575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7" name="Straight Connector 386">
            <a:extLst>
              <a:ext uri="{FF2B5EF4-FFF2-40B4-BE49-F238E27FC236}">
                <a16:creationId xmlns:a16="http://schemas.microsoft.com/office/drawing/2014/main" id="{0BBB38A8-1260-BFC6-73C4-E78E714F8E16}"/>
              </a:ext>
            </a:extLst>
          </p:cNvPr>
          <p:cNvCxnSpPr/>
          <p:nvPr/>
        </p:nvCxnSpPr>
        <p:spPr>
          <a:xfrm flipV="1">
            <a:off x="5481299" y="4236517"/>
            <a:ext cx="244594" cy="855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8" name="Straight Connector 387">
            <a:extLst>
              <a:ext uri="{FF2B5EF4-FFF2-40B4-BE49-F238E27FC236}">
                <a16:creationId xmlns:a16="http://schemas.microsoft.com/office/drawing/2014/main" id="{C45AF7D1-3833-E6CB-7AD9-5ECD01E45AAE}"/>
              </a:ext>
            </a:extLst>
          </p:cNvPr>
          <p:cNvCxnSpPr/>
          <p:nvPr/>
        </p:nvCxnSpPr>
        <p:spPr>
          <a:xfrm flipV="1">
            <a:off x="5785750" y="4235949"/>
            <a:ext cx="244594" cy="855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9" name="Straight Connector 388">
            <a:extLst>
              <a:ext uri="{FF2B5EF4-FFF2-40B4-BE49-F238E27FC236}">
                <a16:creationId xmlns:a16="http://schemas.microsoft.com/office/drawing/2014/main" id="{9458BB36-63FD-06CE-BD3C-14581D9E1AA2}"/>
              </a:ext>
            </a:extLst>
          </p:cNvPr>
          <p:cNvCxnSpPr>
            <a:cxnSpLocks/>
          </p:cNvCxnSpPr>
          <p:nvPr/>
        </p:nvCxnSpPr>
        <p:spPr>
          <a:xfrm>
            <a:off x="5724458" y="4236791"/>
            <a:ext cx="300798" cy="12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0" name="Straight Connector 389">
            <a:extLst>
              <a:ext uri="{FF2B5EF4-FFF2-40B4-BE49-F238E27FC236}">
                <a16:creationId xmlns:a16="http://schemas.microsoft.com/office/drawing/2014/main" id="{535FA639-D08F-A560-9513-A9C94FCDB124}"/>
              </a:ext>
            </a:extLst>
          </p:cNvPr>
          <p:cNvCxnSpPr>
            <a:cxnSpLocks/>
          </p:cNvCxnSpPr>
          <p:nvPr/>
        </p:nvCxnSpPr>
        <p:spPr>
          <a:xfrm>
            <a:off x="5172613" y="4274791"/>
            <a:ext cx="30885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1" name="Straight Connector 390">
            <a:extLst>
              <a:ext uri="{FF2B5EF4-FFF2-40B4-BE49-F238E27FC236}">
                <a16:creationId xmlns:a16="http://schemas.microsoft.com/office/drawing/2014/main" id="{52AE52AA-AD47-7596-44EC-86836B54A9BA}"/>
              </a:ext>
            </a:extLst>
          </p:cNvPr>
          <p:cNvCxnSpPr>
            <a:cxnSpLocks/>
          </p:cNvCxnSpPr>
          <p:nvPr/>
        </p:nvCxnSpPr>
        <p:spPr>
          <a:xfrm flipV="1">
            <a:off x="5171407" y="4227191"/>
            <a:ext cx="0" cy="4942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2" name="Straight Connector 391">
            <a:extLst>
              <a:ext uri="{FF2B5EF4-FFF2-40B4-BE49-F238E27FC236}">
                <a16:creationId xmlns:a16="http://schemas.microsoft.com/office/drawing/2014/main" id="{C21FE940-0ECB-536F-5E47-66A099687B54}"/>
              </a:ext>
            </a:extLst>
          </p:cNvPr>
          <p:cNvCxnSpPr>
            <a:cxnSpLocks/>
          </p:cNvCxnSpPr>
          <p:nvPr/>
        </p:nvCxnSpPr>
        <p:spPr>
          <a:xfrm>
            <a:off x="5169497" y="4224474"/>
            <a:ext cx="31623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3" name="Straight Connector 392">
            <a:extLst>
              <a:ext uri="{FF2B5EF4-FFF2-40B4-BE49-F238E27FC236}">
                <a16:creationId xmlns:a16="http://schemas.microsoft.com/office/drawing/2014/main" id="{95962979-FE8F-F4F0-F88E-F0308C168882}"/>
              </a:ext>
            </a:extLst>
          </p:cNvPr>
          <p:cNvCxnSpPr/>
          <p:nvPr/>
        </p:nvCxnSpPr>
        <p:spPr>
          <a:xfrm flipV="1">
            <a:off x="5172016" y="4139629"/>
            <a:ext cx="244594" cy="855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4" name="Straight Connector 393">
            <a:extLst>
              <a:ext uri="{FF2B5EF4-FFF2-40B4-BE49-F238E27FC236}">
                <a16:creationId xmlns:a16="http://schemas.microsoft.com/office/drawing/2014/main" id="{49B9EA50-EE5F-C8E8-414E-5FB4B66F7BEE}"/>
              </a:ext>
            </a:extLst>
          </p:cNvPr>
          <p:cNvCxnSpPr/>
          <p:nvPr/>
        </p:nvCxnSpPr>
        <p:spPr>
          <a:xfrm flipV="1">
            <a:off x="5483283" y="4139629"/>
            <a:ext cx="244594" cy="855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5" name="Straight Connector 394">
            <a:extLst>
              <a:ext uri="{FF2B5EF4-FFF2-40B4-BE49-F238E27FC236}">
                <a16:creationId xmlns:a16="http://schemas.microsoft.com/office/drawing/2014/main" id="{C460EFCC-9BE6-5C1E-106A-4A9A8A2C9936}"/>
              </a:ext>
            </a:extLst>
          </p:cNvPr>
          <p:cNvCxnSpPr>
            <a:cxnSpLocks/>
          </p:cNvCxnSpPr>
          <p:nvPr/>
        </p:nvCxnSpPr>
        <p:spPr>
          <a:xfrm flipH="1" flipV="1">
            <a:off x="5725883" y="4138507"/>
            <a:ext cx="0" cy="9651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6" name="Straight Connector 395">
            <a:extLst>
              <a:ext uri="{FF2B5EF4-FFF2-40B4-BE49-F238E27FC236}">
                <a16:creationId xmlns:a16="http://schemas.microsoft.com/office/drawing/2014/main" id="{CFA1A78A-AB03-B353-3948-5EC8A1468F0E}"/>
              </a:ext>
            </a:extLst>
          </p:cNvPr>
          <p:cNvCxnSpPr>
            <a:cxnSpLocks/>
          </p:cNvCxnSpPr>
          <p:nvPr/>
        </p:nvCxnSpPr>
        <p:spPr>
          <a:xfrm>
            <a:off x="5416027" y="4140043"/>
            <a:ext cx="31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7" name="Straight Connector 396">
            <a:extLst>
              <a:ext uri="{FF2B5EF4-FFF2-40B4-BE49-F238E27FC236}">
                <a16:creationId xmlns:a16="http://schemas.microsoft.com/office/drawing/2014/main" id="{24B77894-7AD7-0C49-ACE3-BB10E0EADAF5}"/>
              </a:ext>
            </a:extLst>
          </p:cNvPr>
          <p:cNvCxnSpPr>
            <a:cxnSpLocks/>
          </p:cNvCxnSpPr>
          <p:nvPr/>
        </p:nvCxnSpPr>
        <p:spPr>
          <a:xfrm>
            <a:off x="5725392" y="4223254"/>
            <a:ext cx="30575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8" name="Straight Connector 397">
            <a:extLst>
              <a:ext uri="{FF2B5EF4-FFF2-40B4-BE49-F238E27FC236}">
                <a16:creationId xmlns:a16="http://schemas.microsoft.com/office/drawing/2014/main" id="{F4EB157F-056F-67C5-C20B-25D493AD13B6}"/>
              </a:ext>
            </a:extLst>
          </p:cNvPr>
          <p:cNvCxnSpPr/>
          <p:nvPr/>
        </p:nvCxnSpPr>
        <p:spPr>
          <a:xfrm flipV="1">
            <a:off x="5723346" y="4138408"/>
            <a:ext cx="244594" cy="855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9" name="Straight Connector 398">
            <a:extLst>
              <a:ext uri="{FF2B5EF4-FFF2-40B4-BE49-F238E27FC236}">
                <a16:creationId xmlns:a16="http://schemas.microsoft.com/office/drawing/2014/main" id="{0EAF89D7-5379-C135-91B7-4246454CB69A}"/>
              </a:ext>
            </a:extLst>
          </p:cNvPr>
          <p:cNvCxnSpPr>
            <a:cxnSpLocks/>
          </p:cNvCxnSpPr>
          <p:nvPr/>
        </p:nvCxnSpPr>
        <p:spPr>
          <a:xfrm flipV="1">
            <a:off x="5969038" y="4088014"/>
            <a:ext cx="0" cy="4942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0" name="Straight Connector 399">
            <a:extLst>
              <a:ext uri="{FF2B5EF4-FFF2-40B4-BE49-F238E27FC236}">
                <a16:creationId xmlns:a16="http://schemas.microsoft.com/office/drawing/2014/main" id="{7621F573-7541-9ED2-EE09-FD6F1392A1FF}"/>
              </a:ext>
            </a:extLst>
          </p:cNvPr>
          <p:cNvCxnSpPr>
            <a:cxnSpLocks/>
          </p:cNvCxnSpPr>
          <p:nvPr/>
        </p:nvCxnSpPr>
        <p:spPr>
          <a:xfrm>
            <a:off x="5968650" y="4086905"/>
            <a:ext cx="30575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1" name="Straight Connector 400">
            <a:extLst>
              <a:ext uri="{FF2B5EF4-FFF2-40B4-BE49-F238E27FC236}">
                <a16:creationId xmlns:a16="http://schemas.microsoft.com/office/drawing/2014/main" id="{A5250491-37D7-CC90-3E93-AA148A2A64B1}"/>
              </a:ext>
            </a:extLst>
          </p:cNvPr>
          <p:cNvCxnSpPr/>
          <p:nvPr/>
        </p:nvCxnSpPr>
        <p:spPr>
          <a:xfrm flipV="1">
            <a:off x="5969647" y="4000451"/>
            <a:ext cx="244594" cy="855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2" name="Straight Connector 401">
            <a:extLst>
              <a:ext uri="{FF2B5EF4-FFF2-40B4-BE49-F238E27FC236}">
                <a16:creationId xmlns:a16="http://schemas.microsoft.com/office/drawing/2014/main" id="{FCF90605-230B-B227-7121-549F023A7265}"/>
              </a:ext>
            </a:extLst>
          </p:cNvPr>
          <p:cNvCxnSpPr>
            <a:cxnSpLocks/>
          </p:cNvCxnSpPr>
          <p:nvPr/>
        </p:nvCxnSpPr>
        <p:spPr>
          <a:xfrm>
            <a:off x="5968296" y="4138074"/>
            <a:ext cx="26980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3" name="Straight Connector 402">
            <a:extLst>
              <a:ext uri="{FF2B5EF4-FFF2-40B4-BE49-F238E27FC236}">
                <a16:creationId xmlns:a16="http://schemas.microsoft.com/office/drawing/2014/main" id="{05AE2368-1387-6F83-17D7-575ECEAE3646}"/>
              </a:ext>
            </a:extLst>
          </p:cNvPr>
          <p:cNvCxnSpPr>
            <a:cxnSpLocks/>
          </p:cNvCxnSpPr>
          <p:nvPr/>
        </p:nvCxnSpPr>
        <p:spPr>
          <a:xfrm>
            <a:off x="6212720" y="3999688"/>
            <a:ext cx="16669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4" name="Straight Connector 403">
            <a:extLst>
              <a:ext uri="{FF2B5EF4-FFF2-40B4-BE49-F238E27FC236}">
                <a16:creationId xmlns:a16="http://schemas.microsoft.com/office/drawing/2014/main" id="{13C60E5F-EF97-A432-CD7A-91516C418EE7}"/>
              </a:ext>
            </a:extLst>
          </p:cNvPr>
          <p:cNvCxnSpPr/>
          <p:nvPr/>
        </p:nvCxnSpPr>
        <p:spPr>
          <a:xfrm flipV="1">
            <a:off x="5728198" y="4119910"/>
            <a:ext cx="244594" cy="855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5" name="Straight Connector 404">
            <a:extLst>
              <a:ext uri="{FF2B5EF4-FFF2-40B4-BE49-F238E27FC236}">
                <a16:creationId xmlns:a16="http://schemas.microsoft.com/office/drawing/2014/main" id="{036D29CB-C717-0647-CC7C-049562DCCFD1}"/>
              </a:ext>
            </a:extLst>
          </p:cNvPr>
          <p:cNvCxnSpPr>
            <a:cxnSpLocks/>
          </p:cNvCxnSpPr>
          <p:nvPr/>
        </p:nvCxnSpPr>
        <p:spPr>
          <a:xfrm>
            <a:off x="5663893" y="4119910"/>
            <a:ext cx="30575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6" name="Straight Connector 405">
            <a:extLst>
              <a:ext uri="{FF2B5EF4-FFF2-40B4-BE49-F238E27FC236}">
                <a16:creationId xmlns:a16="http://schemas.microsoft.com/office/drawing/2014/main" id="{AB11D490-F980-79E0-C3D2-751521E24EE2}"/>
              </a:ext>
            </a:extLst>
          </p:cNvPr>
          <p:cNvCxnSpPr>
            <a:cxnSpLocks/>
          </p:cNvCxnSpPr>
          <p:nvPr/>
        </p:nvCxnSpPr>
        <p:spPr>
          <a:xfrm flipV="1">
            <a:off x="5666403" y="4012216"/>
            <a:ext cx="0" cy="10662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7" name="Straight Connector 406">
            <a:extLst>
              <a:ext uri="{FF2B5EF4-FFF2-40B4-BE49-F238E27FC236}">
                <a16:creationId xmlns:a16="http://schemas.microsoft.com/office/drawing/2014/main" id="{2680511A-B6B6-B3A8-1619-0CBA5FE62D39}"/>
              </a:ext>
            </a:extLst>
          </p:cNvPr>
          <p:cNvCxnSpPr>
            <a:cxnSpLocks/>
          </p:cNvCxnSpPr>
          <p:nvPr/>
        </p:nvCxnSpPr>
        <p:spPr>
          <a:xfrm>
            <a:off x="5663892" y="4100462"/>
            <a:ext cx="30635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8" name="Straight Connector 407">
            <a:extLst>
              <a:ext uri="{FF2B5EF4-FFF2-40B4-BE49-F238E27FC236}">
                <a16:creationId xmlns:a16="http://schemas.microsoft.com/office/drawing/2014/main" id="{E612F36A-B7D6-39CE-60C2-445915C62CA4}"/>
              </a:ext>
            </a:extLst>
          </p:cNvPr>
          <p:cNvCxnSpPr/>
          <p:nvPr/>
        </p:nvCxnSpPr>
        <p:spPr>
          <a:xfrm flipV="1">
            <a:off x="5667013" y="3981855"/>
            <a:ext cx="244594" cy="855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9" name="Straight Connector 408">
            <a:extLst>
              <a:ext uri="{FF2B5EF4-FFF2-40B4-BE49-F238E27FC236}">
                <a16:creationId xmlns:a16="http://schemas.microsoft.com/office/drawing/2014/main" id="{290C4688-5FD0-0BE4-7F46-E82D4717A8CA}"/>
              </a:ext>
            </a:extLst>
          </p:cNvPr>
          <p:cNvCxnSpPr>
            <a:cxnSpLocks/>
          </p:cNvCxnSpPr>
          <p:nvPr/>
        </p:nvCxnSpPr>
        <p:spPr>
          <a:xfrm flipV="1">
            <a:off x="4935295" y="4240900"/>
            <a:ext cx="0" cy="5213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0" name="Straight Connector 409">
            <a:extLst>
              <a:ext uri="{FF2B5EF4-FFF2-40B4-BE49-F238E27FC236}">
                <a16:creationId xmlns:a16="http://schemas.microsoft.com/office/drawing/2014/main" id="{62BB9CD3-56B3-81BB-A4D7-1297675920D8}"/>
              </a:ext>
            </a:extLst>
          </p:cNvPr>
          <p:cNvCxnSpPr>
            <a:cxnSpLocks/>
          </p:cNvCxnSpPr>
          <p:nvPr/>
        </p:nvCxnSpPr>
        <p:spPr>
          <a:xfrm>
            <a:off x="4933386" y="4240900"/>
            <a:ext cx="23611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1" name="Straight Connector 410">
            <a:extLst>
              <a:ext uri="{FF2B5EF4-FFF2-40B4-BE49-F238E27FC236}">
                <a16:creationId xmlns:a16="http://schemas.microsoft.com/office/drawing/2014/main" id="{20A02A11-8437-B561-473D-947AF4E0EAC5}"/>
              </a:ext>
            </a:extLst>
          </p:cNvPr>
          <p:cNvCxnSpPr/>
          <p:nvPr/>
        </p:nvCxnSpPr>
        <p:spPr>
          <a:xfrm flipV="1">
            <a:off x="4932861" y="4156054"/>
            <a:ext cx="244594" cy="855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2" name="Straight Connector 411">
            <a:extLst>
              <a:ext uri="{FF2B5EF4-FFF2-40B4-BE49-F238E27FC236}">
                <a16:creationId xmlns:a16="http://schemas.microsoft.com/office/drawing/2014/main" id="{C5E232A7-0BEF-3552-C95D-1B80C7F23254}"/>
              </a:ext>
            </a:extLst>
          </p:cNvPr>
          <p:cNvCxnSpPr>
            <a:cxnSpLocks/>
          </p:cNvCxnSpPr>
          <p:nvPr/>
        </p:nvCxnSpPr>
        <p:spPr>
          <a:xfrm>
            <a:off x="4935095" y="4292230"/>
            <a:ext cx="19007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3" name="Straight Connector 412">
            <a:extLst>
              <a:ext uri="{FF2B5EF4-FFF2-40B4-BE49-F238E27FC236}">
                <a16:creationId xmlns:a16="http://schemas.microsoft.com/office/drawing/2014/main" id="{1757089A-39D5-9202-75F2-FEF94F670DAF}"/>
              </a:ext>
            </a:extLst>
          </p:cNvPr>
          <p:cNvCxnSpPr>
            <a:cxnSpLocks/>
          </p:cNvCxnSpPr>
          <p:nvPr/>
        </p:nvCxnSpPr>
        <p:spPr>
          <a:xfrm flipV="1">
            <a:off x="5180170" y="4106605"/>
            <a:ext cx="0" cy="4942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4" name="Straight Connector 413">
            <a:extLst>
              <a:ext uri="{FF2B5EF4-FFF2-40B4-BE49-F238E27FC236}">
                <a16:creationId xmlns:a16="http://schemas.microsoft.com/office/drawing/2014/main" id="{03EA0FEE-BE44-1094-A210-0632E06C243C}"/>
              </a:ext>
            </a:extLst>
          </p:cNvPr>
          <p:cNvCxnSpPr>
            <a:cxnSpLocks/>
          </p:cNvCxnSpPr>
          <p:nvPr/>
        </p:nvCxnSpPr>
        <p:spPr>
          <a:xfrm flipV="1">
            <a:off x="5178068" y="4015318"/>
            <a:ext cx="257556" cy="9006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5" name="Straight Connector 414">
            <a:extLst>
              <a:ext uri="{FF2B5EF4-FFF2-40B4-BE49-F238E27FC236}">
                <a16:creationId xmlns:a16="http://schemas.microsoft.com/office/drawing/2014/main" id="{6D7ACEC7-6F36-B933-095F-EEE379A7ECC7}"/>
              </a:ext>
            </a:extLst>
          </p:cNvPr>
          <p:cNvCxnSpPr>
            <a:cxnSpLocks/>
          </p:cNvCxnSpPr>
          <p:nvPr/>
        </p:nvCxnSpPr>
        <p:spPr>
          <a:xfrm>
            <a:off x="5180303" y="4156027"/>
            <a:ext cx="18831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6" name="Straight Connector 415">
            <a:extLst>
              <a:ext uri="{FF2B5EF4-FFF2-40B4-BE49-F238E27FC236}">
                <a16:creationId xmlns:a16="http://schemas.microsoft.com/office/drawing/2014/main" id="{A012F2C8-2B13-38E1-9FB5-5776C9136E2C}"/>
              </a:ext>
            </a:extLst>
          </p:cNvPr>
          <p:cNvCxnSpPr>
            <a:cxnSpLocks/>
          </p:cNvCxnSpPr>
          <p:nvPr/>
        </p:nvCxnSpPr>
        <p:spPr>
          <a:xfrm flipV="1">
            <a:off x="5413841" y="4016042"/>
            <a:ext cx="253061" cy="8849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7" name="Straight Connector 416">
            <a:extLst>
              <a:ext uri="{FF2B5EF4-FFF2-40B4-BE49-F238E27FC236}">
                <a16:creationId xmlns:a16="http://schemas.microsoft.com/office/drawing/2014/main" id="{3FF3CDEE-FF53-3508-7963-E3FFA3C8CDB5}"/>
              </a:ext>
            </a:extLst>
          </p:cNvPr>
          <p:cNvCxnSpPr>
            <a:cxnSpLocks/>
          </p:cNvCxnSpPr>
          <p:nvPr/>
        </p:nvCxnSpPr>
        <p:spPr>
          <a:xfrm flipV="1">
            <a:off x="5413454" y="4105200"/>
            <a:ext cx="0" cy="3484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8" name="Straight Connector 417">
            <a:extLst>
              <a:ext uri="{FF2B5EF4-FFF2-40B4-BE49-F238E27FC236}">
                <a16:creationId xmlns:a16="http://schemas.microsoft.com/office/drawing/2014/main" id="{1E42345D-766E-3709-2FC9-8776636BEA9D}"/>
              </a:ext>
            </a:extLst>
          </p:cNvPr>
          <p:cNvCxnSpPr>
            <a:cxnSpLocks/>
          </p:cNvCxnSpPr>
          <p:nvPr/>
        </p:nvCxnSpPr>
        <p:spPr>
          <a:xfrm>
            <a:off x="5180035" y="4103678"/>
            <a:ext cx="23341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9" name="Straight Connector 418">
            <a:extLst>
              <a:ext uri="{FF2B5EF4-FFF2-40B4-BE49-F238E27FC236}">
                <a16:creationId xmlns:a16="http://schemas.microsoft.com/office/drawing/2014/main" id="{CEB33061-50FF-79ED-E01B-0B9DE787F2EE}"/>
              </a:ext>
            </a:extLst>
          </p:cNvPr>
          <p:cNvCxnSpPr>
            <a:cxnSpLocks/>
          </p:cNvCxnSpPr>
          <p:nvPr/>
        </p:nvCxnSpPr>
        <p:spPr>
          <a:xfrm flipV="1">
            <a:off x="5612753" y="4122108"/>
            <a:ext cx="53547" cy="1872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0" name="Straight Connector 419">
            <a:extLst>
              <a:ext uri="{FF2B5EF4-FFF2-40B4-BE49-F238E27FC236}">
                <a16:creationId xmlns:a16="http://schemas.microsoft.com/office/drawing/2014/main" id="{725D7DCA-3C90-DEE6-9823-3BB4692EF16E}"/>
              </a:ext>
            </a:extLst>
          </p:cNvPr>
          <p:cNvCxnSpPr>
            <a:cxnSpLocks/>
          </p:cNvCxnSpPr>
          <p:nvPr/>
        </p:nvCxnSpPr>
        <p:spPr>
          <a:xfrm>
            <a:off x="5605580" y="3981730"/>
            <a:ext cx="30575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1" name="Straight Connector 420">
            <a:extLst>
              <a:ext uri="{FF2B5EF4-FFF2-40B4-BE49-F238E27FC236}">
                <a16:creationId xmlns:a16="http://schemas.microsoft.com/office/drawing/2014/main" id="{242E5F19-58FD-B93C-DC93-A5AB66B8DA0F}"/>
              </a:ext>
            </a:extLst>
          </p:cNvPr>
          <p:cNvCxnSpPr>
            <a:cxnSpLocks/>
          </p:cNvCxnSpPr>
          <p:nvPr/>
        </p:nvCxnSpPr>
        <p:spPr>
          <a:xfrm>
            <a:off x="5435624" y="4014902"/>
            <a:ext cx="22979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2" name="Straight Connector 421">
            <a:extLst>
              <a:ext uri="{FF2B5EF4-FFF2-40B4-BE49-F238E27FC236}">
                <a16:creationId xmlns:a16="http://schemas.microsoft.com/office/drawing/2014/main" id="{F212C94B-D716-D6E4-E559-671ECA2DBB61}"/>
              </a:ext>
            </a:extLst>
          </p:cNvPr>
          <p:cNvCxnSpPr>
            <a:cxnSpLocks/>
          </p:cNvCxnSpPr>
          <p:nvPr/>
        </p:nvCxnSpPr>
        <p:spPr>
          <a:xfrm flipV="1">
            <a:off x="5517449" y="3982194"/>
            <a:ext cx="91287" cy="3192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3" name="Straight Connector 422">
            <a:extLst>
              <a:ext uri="{FF2B5EF4-FFF2-40B4-BE49-F238E27FC236}">
                <a16:creationId xmlns:a16="http://schemas.microsoft.com/office/drawing/2014/main" id="{1D2B108F-5A42-0E6A-CCB8-316A0B75D9AE}"/>
              </a:ext>
            </a:extLst>
          </p:cNvPr>
          <p:cNvCxnSpPr>
            <a:cxnSpLocks/>
          </p:cNvCxnSpPr>
          <p:nvPr/>
        </p:nvCxnSpPr>
        <p:spPr>
          <a:xfrm flipV="1">
            <a:off x="5664099" y="4013131"/>
            <a:ext cx="251281" cy="8787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4" name="Straight Connector 423">
            <a:extLst>
              <a:ext uri="{FF2B5EF4-FFF2-40B4-BE49-F238E27FC236}">
                <a16:creationId xmlns:a16="http://schemas.microsoft.com/office/drawing/2014/main" id="{05CB1842-9A65-B314-673D-8F78188C8CAC}"/>
              </a:ext>
            </a:extLst>
          </p:cNvPr>
          <p:cNvCxnSpPr>
            <a:cxnSpLocks/>
          </p:cNvCxnSpPr>
          <p:nvPr/>
        </p:nvCxnSpPr>
        <p:spPr>
          <a:xfrm flipV="1">
            <a:off x="5912215" y="3981129"/>
            <a:ext cx="0" cy="3529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5" name="Straight Connector 424">
            <a:extLst>
              <a:ext uri="{FF2B5EF4-FFF2-40B4-BE49-F238E27FC236}">
                <a16:creationId xmlns:a16="http://schemas.microsoft.com/office/drawing/2014/main" id="{615D4DBF-0FE4-B919-2D82-CD3FCED7251F}"/>
              </a:ext>
            </a:extLst>
          </p:cNvPr>
          <p:cNvCxnSpPr>
            <a:cxnSpLocks/>
          </p:cNvCxnSpPr>
          <p:nvPr/>
        </p:nvCxnSpPr>
        <p:spPr>
          <a:xfrm>
            <a:off x="5911334" y="4012216"/>
            <a:ext cx="269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6" name="Straight Connector 425">
            <a:extLst>
              <a:ext uri="{FF2B5EF4-FFF2-40B4-BE49-F238E27FC236}">
                <a16:creationId xmlns:a16="http://schemas.microsoft.com/office/drawing/2014/main" id="{40B7C4DE-CC53-5197-A407-AC4FF20EAA04}"/>
              </a:ext>
            </a:extLst>
          </p:cNvPr>
          <p:cNvCxnSpPr>
            <a:cxnSpLocks/>
          </p:cNvCxnSpPr>
          <p:nvPr/>
        </p:nvCxnSpPr>
        <p:spPr>
          <a:xfrm>
            <a:off x="4842872" y="4887470"/>
            <a:ext cx="5706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7" name="Parallelogram 426">
            <a:extLst>
              <a:ext uri="{FF2B5EF4-FFF2-40B4-BE49-F238E27FC236}">
                <a16:creationId xmlns:a16="http://schemas.microsoft.com/office/drawing/2014/main" id="{ED2BBF9E-0454-F650-6E56-7C56C9653F16}"/>
              </a:ext>
            </a:extLst>
          </p:cNvPr>
          <p:cNvSpPr/>
          <p:nvPr/>
        </p:nvSpPr>
        <p:spPr>
          <a:xfrm>
            <a:off x="7567998" y="4381251"/>
            <a:ext cx="735315" cy="89670"/>
          </a:xfrm>
          <a:prstGeom prst="parallelogram">
            <a:avLst>
              <a:gd name="adj" fmla="val 285864"/>
            </a:avLst>
          </a:prstGeom>
          <a:solidFill>
            <a:schemeClr val="accent1">
              <a:alpha val="2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3543" tIns="21771" rIns="43543" bIns="21771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857"/>
          </a:p>
        </p:txBody>
      </p:sp>
      <p:sp>
        <p:nvSpPr>
          <p:cNvPr id="428" name="Parallelogram 427">
            <a:extLst>
              <a:ext uri="{FF2B5EF4-FFF2-40B4-BE49-F238E27FC236}">
                <a16:creationId xmlns:a16="http://schemas.microsoft.com/office/drawing/2014/main" id="{78FDB27C-35C1-D4BA-6CD7-7DF27B1511B0}"/>
              </a:ext>
            </a:extLst>
          </p:cNvPr>
          <p:cNvSpPr/>
          <p:nvPr/>
        </p:nvSpPr>
        <p:spPr>
          <a:xfrm>
            <a:off x="6711808" y="4471314"/>
            <a:ext cx="2231818" cy="89670"/>
          </a:xfrm>
          <a:prstGeom prst="parallelogram">
            <a:avLst>
              <a:gd name="adj" fmla="val 282070"/>
            </a:avLst>
          </a:prstGeom>
          <a:solidFill>
            <a:schemeClr val="accent1">
              <a:alpha val="2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3543" tIns="21771" rIns="43543" bIns="21771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857"/>
          </a:p>
        </p:txBody>
      </p:sp>
      <p:sp>
        <p:nvSpPr>
          <p:cNvPr id="429" name="Parallelogram 428">
            <a:extLst>
              <a:ext uri="{FF2B5EF4-FFF2-40B4-BE49-F238E27FC236}">
                <a16:creationId xmlns:a16="http://schemas.microsoft.com/office/drawing/2014/main" id="{ACEBFD31-8503-B7BB-0E04-DD365BA9F00C}"/>
              </a:ext>
            </a:extLst>
          </p:cNvPr>
          <p:cNvSpPr/>
          <p:nvPr/>
        </p:nvSpPr>
        <p:spPr>
          <a:xfrm>
            <a:off x="5987828" y="4562154"/>
            <a:ext cx="3006279" cy="248075"/>
          </a:xfrm>
          <a:prstGeom prst="parallelogram">
            <a:avLst>
              <a:gd name="adj" fmla="val 288574"/>
            </a:avLst>
          </a:prstGeom>
          <a:solidFill>
            <a:schemeClr val="accent1">
              <a:alpha val="2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3543" tIns="21771" rIns="43543" bIns="21771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857"/>
          </a:p>
        </p:txBody>
      </p:sp>
      <p:sp>
        <p:nvSpPr>
          <p:cNvPr id="430" name="Parallelogram 429">
            <a:extLst>
              <a:ext uri="{FF2B5EF4-FFF2-40B4-BE49-F238E27FC236}">
                <a16:creationId xmlns:a16="http://schemas.microsoft.com/office/drawing/2014/main" id="{5BF9CDB8-5171-11C4-1EB2-5E773C7A7C7D}"/>
              </a:ext>
            </a:extLst>
          </p:cNvPr>
          <p:cNvSpPr/>
          <p:nvPr/>
        </p:nvSpPr>
        <p:spPr>
          <a:xfrm>
            <a:off x="5916356" y="4810030"/>
            <a:ext cx="1041934" cy="30870"/>
          </a:xfrm>
          <a:prstGeom prst="parallelogram">
            <a:avLst>
              <a:gd name="adj" fmla="val 303567"/>
            </a:avLst>
          </a:prstGeom>
          <a:solidFill>
            <a:schemeClr val="accent1">
              <a:alpha val="2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3543" tIns="21771" rIns="43543" bIns="21771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857"/>
          </a:p>
        </p:txBody>
      </p:sp>
      <p:sp>
        <p:nvSpPr>
          <p:cNvPr id="431" name="Parallelogram 430">
            <a:extLst>
              <a:ext uri="{FF2B5EF4-FFF2-40B4-BE49-F238E27FC236}">
                <a16:creationId xmlns:a16="http://schemas.microsoft.com/office/drawing/2014/main" id="{B2B2CB91-F401-AF8D-D3C2-BE4891D4955B}"/>
              </a:ext>
            </a:extLst>
          </p:cNvPr>
          <p:cNvSpPr/>
          <p:nvPr/>
        </p:nvSpPr>
        <p:spPr>
          <a:xfrm>
            <a:off x="5744040" y="4841364"/>
            <a:ext cx="967768" cy="53494"/>
          </a:xfrm>
          <a:prstGeom prst="parallelogram">
            <a:avLst>
              <a:gd name="adj" fmla="val 303567"/>
            </a:avLst>
          </a:prstGeom>
          <a:solidFill>
            <a:schemeClr val="accent1">
              <a:alpha val="2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3543" tIns="21771" rIns="43543" bIns="21771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857"/>
          </a:p>
        </p:txBody>
      </p:sp>
      <p:sp>
        <p:nvSpPr>
          <p:cNvPr id="432" name="Parallelogram 431">
            <a:extLst>
              <a:ext uri="{FF2B5EF4-FFF2-40B4-BE49-F238E27FC236}">
                <a16:creationId xmlns:a16="http://schemas.microsoft.com/office/drawing/2014/main" id="{49B245AA-5B3A-AC36-A48D-1F944F7D3662}"/>
              </a:ext>
            </a:extLst>
          </p:cNvPr>
          <p:cNvSpPr/>
          <p:nvPr/>
        </p:nvSpPr>
        <p:spPr>
          <a:xfrm>
            <a:off x="5240741" y="4894703"/>
            <a:ext cx="1164942" cy="176958"/>
          </a:xfrm>
          <a:prstGeom prst="parallelogram">
            <a:avLst>
              <a:gd name="adj" fmla="val 295023"/>
            </a:avLst>
          </a:prstGeom>
          <a:solidFill>
            <a:schemeClr val="accent1">
              <a:alpha val="2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3543" tIns="21771" rIns="43543" bIns="21771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857"/>
          </a:p>
        </p:txBody>
      </p:sp>
      <p:sp>
        <p:nvSpPr>
          <p:cNvPr id="433" name="Parallelogram 432">
            <a:extLst>
              <a:ext uri="{FF2B5EF4-FFF2-40B4-BE49-F238E27FC236}">
                <a16:creationId xmlns:a16="http://schemas.microsoft.com/office/drawing/2014/main" id="{A3AD818D-735B-8584-2D11-0C747AAE4E70}"/>
              </a:ext>
            </a:extLst>
          </p:cNvPr>
          <p:cNvSpPr/>
          <p:nvPr/>
        </p:nvSpPr>
        <p:spPr>
          <a:xfrm>
            <a:off x="5302471" y="4649575"/>
            <a:ext cx="1164032" cy="290443"/>
          </a:xfrm>
          <a:prstGeom prst="parallelogram">
            <a:avLst>
              <a:gd name="adj" fmla="val 286388"/>
            </a:avLst>
          </a:prstGeom>
          <a:solidFill>
            <a:schemeClr val="accent1">
              <a:alpha val="2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3543" tIns="21771" rIns="43543" bIns="21771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857"/>
          </a:p>
        </p:txBody>
      </p:sp>
      <p:sp>
        <p:nvSpPr>
          <p:cNvPr id="434" name="Partial Circle 433">
            <a:extLst>
              <a:ext uri="{FF2B5EF4-FFF2-40B4-BE49-F238E27FC236}">
                <a16:creationId xmlns:a16="http://schemas.microsoft.com/office/drawing/2014/main" id="{53CC4C30-0C12-3924-72FB-F9F85AEE1301}"/>
              </a:ext>
            </a:extLst>
          </p:cNvPr>
          <p:cNvSpPr/>
          <p:nvPr/>
        </p:nvSpPr>
        <p:spPr>
          <a:xfrm>
            <a:off x="8180450" y="4325029"/>
            <a:ext cx="64340" cy="45862"/>
          </a:xfrm>
          <a:prstGeom prst="pie">
            <a:avLst>
              <a:gd name="adj1" fmla="val 0"/>
              <a:gd name="adj2" fmla="val 10783131"/>
            </a:avLst>
          </a:prstGeom>
          <a:solidFill>
            <a:srgbClr val="00B0F0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57">
              <a:solidFill>
                <a:schemeClr val="tx1"/>
              </a:solidFill>
            </a:endParaRPr>
          </a:p>
        </p:txBody>
      </p:sp>
      <p:sp>
        <p:nvSpPr>
          <p:cNvPr id="435" name="Parallelogram 434">
            <a:extLst>
              <a:ext uri="{FF2B5EF4-FFF2-40B4-BE49-F238E27FC236}">
                <a16:creationId xmlns:a16="http://schemas.microsoft.com/office/drawing/2014/main" id="{43865CD1-EED2-B14F-6895-488B0C546E3F}"/>
              </a:ext>
            </a:extLst>
          </p:cNvPr>
          <p:cNvSpPr/>
          <p:nvPr/>
        </p:nvSpPr>
        <p:spPr>
          <a:xfrm>
            <a:off x="8181261" y="4265281"/>
            <a:ext cx="278422" cy="83747"/>
          </a:xfrm>
          <a:prstGeom prst="parallelogram">
            <a:avLst>
              <a:gd name="adj" fmla="val 270047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57"/>
          </a:p>
        </p:txBody>
      </p:sp>
      <p:sp>
        <p:nvSpPr>
          <p:cNvPr id="436" name="Isosceles Triangle 435">
            <a:extLst>
              <a:ext uri="{FF2B5EF4-FFF2-40B4-BE49-F238E27FC236}">
                <a16:creationId xmlns:a16="http://schemas.microsoft.com/office/drawing/2014/main" id="{DF0AE657-4D7E-8B66-9B75-84630C7C5D52}"/>
              </a:ext>
            </a:extLst>
          </p:cNvPr>
          <p:cNvSpPr/>
          <p:nvPr/>
        </p:nvSpPr>
        <p:spPr>
          <a:xfrm rot="16200000">
            <a:off x="8734459" y="4465515"/>
            <a:ext cx="47744" cy="140006"/>
          </a:xfrm>
          <a:prstGeom prst="triangle">
            <a:avLst>
              <a:gd name="adj" fmla="val 0"/>
            </a:avLst>
          </a:prstGeom>
          <a:solidFill>
            <a:schemeClr val="accent1">
              <a:alpha val="2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3543" tIns="21771" rIns="43543" bIns="21771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857"/>
          </a:p>
        </p:txBody>
      </p:sp>
      <p:sp>
        <p:nvSpPr>
          <p:cNvPr id="437" name="Isosceles Triangle 436">
            <a:extLst>
              <a:ext uri="{FF2B5EF4-FFF2-40B4-BE49-F238E27FC236}">
                <a16:creationId xmlns:a16="http://schemas.microsoft.com/office/drawing/2014/main" id="{4BD4AA6D-0402-3B53-9CE9-C2867BCDA755}"/>
              </a:ext>
            </a:extLst>
          </p:cNvPr>
          <p:cNvSpPr/>
          <p:nvPr/>
        </p:nvSpPr>
        <p:spPr>
          <a:xfrm rot="16200000">
            <a:off x="8791461" y="4550626"/>
            <a:ext cx="49420" cy="139622"/>
          </a:xfrm>
          <a:prstGeom prst="triangle">
            <a:avLst>
              <a:gd name="adj" fmla="val 0"/>
            </a:avLst>
          </a:prstGeom>
          <a:solidFill>
            <a:schemeClr val="accent1">
              <a:alpha val="2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3543" tIns="21771" rIns="43543" bIns="21771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857"/>
          </a:p>
        </p:txBody>
      </p:sp>
      <p:sp>
        <p:nvSpPr>
          <p:cNvPr id="438" name="Parallelogram 437">
            <a:extLst>
              <a:ext uri="{FF2B5EF4-FFF2-40B4-BE49-F238E27FC236}">
                <a16:creationId xmlns:a16="http://schemas.microsoft.com/office/drawing/2014/main" id="{871F11B8-B49B-F5EF-BA46-95A413CFDA55}"/>
              </a:ext>
            </a:extLst>
          </p:cNvPr>
          <p:cNvSpPr/>
          <p:nvPr/>
        </p:nvSpPr>
        <p:spPr>
          <a:xfrm>
            <a:off x="8497336" y="4650192"/>
            <a:ext cx="549637" cy="83792"/>
          </a:xfrm>
          <a:prstGeom prst="parallelogram">
            <a:avLst>
              <a:gd name="adj" fmla="val 285974"/>
            </a:avLst>
          </a:prstGeom>
          <a:solidFill>
            <a:schemeClr val="accent1">
              <a:alpha val="2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3543" tIns="21771" rIns="43543" bIns="21771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857"/>
          </a:p>
        </p:txBody>
      </p:sp>
      <p:sp>
        <p:nvSpPr>
          <p:cNvPr id="439" name="Isosceles Triangle 438">
            <a:extLst>
              <a:ext uri="{FF2B5EF4-FFF2-40B4-BE49-F238E27FC236}">
                <a16:creationId xmlns:a16="http://schemas.microsoft.com/office/drawing/2014/main" id="{4E2D9CBD-0061-24FF-7B34-ADD611090D3E}"/>
              </a:ext>
            </a:extLst>
          </p:cNvPr>
          <p:cNvSpPr/>
          <p:nvPr/>
        </p:nvSpPr>
        <p:spPr>
          <a:xfrm rot="16200000">
            <a:off x="8083678" y="4388634"/>
            <a:ext cx="41945" cy="123175"/>
          </a:xfrm>
          <a:prstGeom prst="triangle">
            <a:avLst>
              <a:gd name="adj" fmla="val 0"/>
            </a:avLst>
          </a:prstGeom>
          <a:solidFill>
            <a:schemeClr val="accent1">
              <a:alpha val="2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3543" tIns="21771" rIns="43543" bIns="21771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857"/>
          </a:p>
        </p:txBody>
      </p:sp>
      <p:sp>
        <p:nvSpPr>
          <p:cNvPr id="440" name="Isosceles Triangle 439">
            <a:extLst>
              <a:ext uri="{FF2B5EF4-FFF2-40B4-BE49-F238E27FC236}">
                <a16:creationId xmlns:a16="http://schemas.microsoft.com/office/drawing/2014/main" id="{D71C2754-CCF9-F874-2F28-189E323171DD}"/>
              </a:ext>
            </a:extLst>
          </p:cNvPr>
          <p:cNvSpPr/>
          <p:nvPr/>
        </p:nvSpPr>
        <p:spPr>
          <a:xfrm rot="16200000">
            <a:off x="8855973" y="4639901"/>
            <a:ext cx="48577" cy="136218"/>
          </a:xfrm>
          <a:prstGeom prst="triangle">
            <a:avLst>
              <a:gd name="adj" fmla="val 0"/>
            </a:avLst>
          </a:prstGeom>
          <a:solidFill>
            <a:schemeClr val="accent1">
              <a:alpha val="2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3543" tIns="21771" rIns="43543" bIns="21771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857"/>
          </a:p>
        </p:txBody>
      </p:sp>
      <p:sp>
        <p:nvSpPr>
          <p:cNvPr id="441" name="Parallelogram 440">
            <a:extLst>
              <a:ext uri="{FF2B5EF4-FFF2-40B4-BE49-F238E27FC236}">
                <a16:creationId xmlns:a16="http://schemas.microsoft.com/office/drawing/2014/main" id="{80D109BC-A54E-B5A0-0035-ECE248607DCE}"/>
              </a:ext>
            </a:extLst>
          </p:cNvPr>
          <p:cNvSpPr/>
          <p:nvPr/>
        </p:nvSpPr>
        <p:spPr>
          <a:xfrm>
            <a:off x="8266139" y="4734600"/>
            <a:ext cx="374346" cy="79876"/>
          </a:xfrm>
          <a:prstGeom prst="parallelogram">
            <a:avLst>
              <a:gd name="adj" fmla="val 282539"/>
            </a:avLst>
          </a:prstGeom>
          <a:solidFill>
            <a:schemeClr val="accent1">
              <a:alpha val="2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3543" tIns="21771" rIns="43543" bIns="21771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857"/>
          </a:p>
        </p:txBody>
      </p:sp>
      <p:sp>
        <p:nvSpPr>
          <p:cNvPr id="442" name="Isosceles Triangle 441">
            <a:extLst>
              <a:ext uri="{FF2B5EF4-FFF2-40B4-BE49-F238E27FC236}">
                <a16:creationId xmlns:a16="http://schemas.microsoft.com/office/drawing/2014/main" id="{902EC551-7AE6-7415-9F9F-5BB7EA11C732}"/>
              </a:ext>
            </a:extLst>
          </p:cNvPr>
          <p:cNvSpPr/>
          <p:nvPr/>
        </p:nvSpPr>
        <p:spPr>
          <a:xfrm rot="5400000">
            <a:off x="8205419" y="4811056"/>
            <a:ext cx="47473" cy="136218"/>
          </a:xfrm>
          <a:prstGeom prst="triangle">
            <a:avLst>
              <a:gd name="adj" fmla="val 0"/>
            </a:avLst>
          </a:prstGeom>
          <a:solidFill>
            <a:schemeClr val="accent1">
              <a:alpha val="2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3543" tIns="21771" rIns="43543" bIns="21771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857"/>
          </a:p>
        </p:txBody>
      </p:sp>
      <p:sp>
        <p:nvSpPr>
          <p:cNvPr id="443" name="Rectangle 442">
            <a:extLst>
              <a:ext uri="{FF2B5EF4-FFF2-40B4-BE49-F238E27FC236}">
                <a16:creationId xmlns:a16="http://schemas.microsoft.com/office/drawing/2014/main" id="{4A25B14E-A06F-8FF0-6EDA-00EE73CDB8C8}"/>
              </a:ext>
            </a:extLst>
          </p:cNvPr>
          <p:cNvSpPr/>
          <p:nvPr/>
        </p:nvSpPr>
        <p:spPr>
          <a:xfrm>
            <a:off x="8649771" y="4732299"/>
            <a:ext cx="298797" cy="145029"/>
          </a:xfrm>
          <a:prstGeom prst="rect">
            <a:avLst/>
          </a:prstGeom>
          <a:solidFill>
            <a:schemeClr val="accent1">
              <a:alpha val="2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3543" tIns="21771" rIns="43543" bIns="21771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857"/>
          </a:p>
        </p:txBody>
      </p:sp>
      <p:sp>
        <p:nvSpPr>
          <p:cNvPr id="444" name="Parallelogram 443">
            <a:extLst>
              <a:ext uri="{FF2B5EF4-FFF2-40B4-BE49-F238E27FC236}">
                <a16:creationId xmlns:a16="http://schemas.microsoft.com/office/drawing/2014/main" id="{743A6049-5835-798D-EC5C-7C03E368B940}"/>
              </a:ext>
            </a:extLst>
          </p:cNvPr>
          <p:cNvSpPr/>
          <p:nvPr/>
        </p:nvSpPr>
        <p:spPr>
          <a:xfrm rot="16200000" flipH="1">
            <a:off x="8303636" y="4835716"/>
            <a:ext cx="444751" cy="245574"/>
          </a:xfrm>
          <a:prstGeom prst="parallelogram">
            <a:avLst>
              <a:gd name="adj" fmla="val 33274"/>
            </a:avLst>
          </a:prstGeom>
          <a:solidFill>
            <a:schemeClr val="accent1">
              <a:alpha val="2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3543" tIns="21771" rIns="43543" bIns="21771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857"/>
          </a:p>
        </p:txBody>
      </p:sp>
      <p:sp>
        <p:nvSpPr>
          <p:cNvPr id="445" name="Parallelogram 444">
            <a:extLst>
              <a:ext uri="{FF2B5EF4-FFF2-40B4-BE49-F238E27FC236}">
                <a16:creationId xmlns:a16="http://schemas.microsoft.com/office/drawing/2014/main" id="{C5CE82D4-130B-40C5-C0B3-D5DAA06ED0FF}"/>
              </a:ext>
            </a:extLst>
          </p:cNvPr>
          <p:cNvSpPr/>
          <p:nvPr/>
        </p:nvSpPr>
        <p:spPr>
          <a:xfrm rot="16200000" flipH="1">
            <a:off x="8169612" y="4813704"/>
            <a:ext cx="225411" cy="240987"/>
          </a:xfrm>
          <a:prstGeom prst="parallelogram">
            <a:avLst>
              <a:gd name="adj" fmla="val 36509"/>
            </a:avLst>
          </a:prstGeom>
          <a:solidFill>
            <a:schemeClr val="accent1">
              <a:alpha val="2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3543" tIns="21771" rIns="43543" bIns="21771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857"/>
          </a:p>
        </p:txBody>
      </p:sp>
      <p:sp>
        <p:nvSpPr>
          <p:cNvPr id="446" name="Parallelogram 445">
            <a:extLst>
              <a:ext uri="{FF2B5EF4-FFF2-40B4-BE49-F238E27FC236}">
                <a16:creationId xmlns:a16="http://schemas.microsoft.com/office/drawing/2014/main" id="{EEE84EEC-2C44-07A8-C6A9-E0B7441BA19C}"/>
              </a:ext>
            </a:extLst>
          </p:cNvPr>
          <p:cNvSpPr/>
          <p:nvPr/>
        </p:nvSpPr>
        <p:spPr>
          <a:xfrm>
            <a:off x="7553026" y="4809941"/>
            <a:ext cx="871717" cy="45445"/>
          </a:xfrm>
          <a:prstGeom prst="parallelogram">
            <a:avLst>
              <a:gd name="adj" fmla="val 281110"/>
            </a:avLst>
          </a:prstGeom>
          <a:solidFill>
            <a:schemeClr val="accent1">
              <a:alpha val="2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3543" tIns="21771" rIns="43543" bIns="21771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857"/>
          </a:p>
        </p:txBody>
      </p:sp>
      <p:sp>
        <p:nvSpPr>
          <p:cNvPr id="447" name="Isosceles Triangle 446">
            <a:extLst>
              <a:ext uri="{FF2B5EF4-FFF2-40B4-BE49-F238E27FC236}">
                <a16:creationId xmlns:a16="http://schemas.microsoft.com/office/drawing/2014/main" id="{E9B6D57F-60EE-C6BA-101C-C7D5A77EF597}"/>
              </a:ext>
            </a:extLst>
          </p:cNvPr>
          <p:cNvSpPr/>
          <p:nvPr/>
        </p:nvSpPr>
        <p:spPr>
          <a:xfrm rot="5400000">
            <a:off x="7593890" y="4767449"/>
            <a:ext cx="45444" cy="130114"/>
          </a:xfrm>
          <a:prstGeom prst="triangle">
            <a:avLst>
              <a:gd name="adj" fmla="val 0"/>
            </a:avLst>
          </a:prstGeom>
          <a:solidFill>
            <a:schemeClr val="accent1">
              <a:alpha val="2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3543" tIns="21771" rIns="43543" bIns="21771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857"/>
          </a:p>
        </p:txBody>
      </p:sp>
      <p:sp>
        <p:nvSpPr>
          <p:cNvPr id="448" name="Isosceles Triangle 447">
            <a:extLst>
              <a:ext uri="{FF2B5EF4-FFF2-40B4-BE49-F238E27FC236}">
                <a16:creationId xmlns:a16="http://schemas.microsoft.com/office/drawing/2014/main" id="{CEE83F74-E3CA-0201-3D1E-07FDF1E90D28}"/>
              </a:ext>
            </a:extLst>
          </p:cNvPr>
          <p:cNvSpPr/>
          <p:nvPr/>
        </p:nvSpPr>
        <p:spPr>
          <a:xfrm rot="5400000">
            <a:off x="5531013" y="4895749"/>
            <a:ext cx="47473" cy="136218"/>
          </a:xfrm>
          <a:prstGeom prst="triangle">
            <a:avLst>
              <a:gd name="adj" fmla="val 0"/>
            </a:avLst>
          </a:prstGeom>
          <a:solidFill>
            <a:schemeClr val="accent1">
              <a:alpha val="2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3543" tIns="21771" rIns="43543" bIns="21771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857"/>
          </a:p>
        </p:txBody>
      </p:sp>
      <p:sp>
        <p:nvSpPr>
          <p:cNvPr id="449" name="Isosceles Triangle 448">
            <a:extLst>
              <a:ext uri="{FF2B5EF4-FFF2-40B4-BE49-F238E27FC236}">
                <a16:creationId xmlns:a16="http://schemas.microsoft.com/office/drawing/2014/main" id="{F4974C03-8891-02E1-B84D-91EB936CF419}"/>
              </a:ext>
            </a:extLst>
          </p:cNvPr>
          <p:cNvSpPr/>
          <p:nvPr/>
        </p:nvSpPr>
        <p:spPr>
          <a:xfrm rot="16200000">
            <a:off x="5975693" y="4887820"/>
            <a:ext cx="93405" cy="275658"/>
          </a:xfrm>
          <a:prstGeom prst="triangle">
            <a:avLst>
              <a:gd name="adj" fmla="val 0"/>
            </a:avLst>
          </a:prstGeom>
          <a:solidFill>
            <a:schemeClr val="accent1">
              <a:alpha val="2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3543" tIns="21771" rIns="43543" bIns="21771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857" dirty="0"/>
          </a:p>
        </p:txBody>
      </p:sp>
      <p:sp>
        <p:nvSpPr>
          <p:cNvPr id="450" name="Rectangle 449">
            <a:extLst>
              <a:ext uri="{FF2B5EF4-FFF2-40B4-BE49-F238E27FC236}">
                <a16:creationId xmlns:a16="http://schemas.microsoft.com/office/drawing/2014/main" id="{646EB2AE-E6A2-E1B7-8FD8-0139A959F7FB}"/>
              </a:ext>
            </a:extLst>
          </p:cNvPr>
          <p:cNvSpPr/>
          <p:nvPr/>
        </p:nvSpPr>
        <p:spPr>
          <a:xfrm>
            <a:off x="5549861" y="5074400"/>
            <a:ext cx="303395" cy="352890"/>
          </a:xfrm>
          <a:prstGeom prst="rect">
            <a:avLst/>
          </a:prstGeom>
          <a:solidFill>
            <a:schemeClr val="accent1">
              <a:alpha val="2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3543" tIns="21771" rIns="43543" bIns="21771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857"/>
          </a:p>
        </p:txBody>
      </p:sp>
      <p:sp>
        <p:nvSpPr>
          <p:cNvPr id="451" name="Rectangle 450">
            <a:extLst>
              <a:ext uri="{FF2B5EF4-FFF2-40B4-BE49-F238E27FC236}">
                <a16:creationId xmlns:a16="http://schemas.microsoft.com/office/drawing/2014/main" id="{2ED0E445-183E-B91C-449F-66EB61DE321F}"/>
              </a:ext>
            </a:extLst>
          </p:cNvPr>
          <p:cNvSpPr/>
          <p:nvPr/>
        </p:nvSpPr>
        <p:spPr>
          <a:xfrm>
            <a:off x="5857336" y="5075009"/>
            <a:ext cx="303395" cy="141259"/>
          </a:xfrm>
          <a:prstGeom prst="rect">
            <a:avLst/>
          </a:prstGeom>
          <a:solidFill>
            <a:schemeClr val="accent1">
              <a:alpha val="2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3543" tIns="21771" rIns="43543" bIns="21771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857"/>
          </a:p>
        </p:txBody>
      </p:sp>
      <p:sp>
        <p:nvSpPr>
          <p:cNvPr id="452" name="Rectangle 451">
            <a:extLst>
              <a:ext uri="{FF2B5EF4-FFF2-40B4-BE49-F238E27FC236}">
                <a16:creationId xmlns:a16="http://schemas.microsoft.com/office/drawing/2014/main" id="{7BD0E86F-D874-2770-AECB-A61615D0FDD4}"/>
              </a:ext>
            </a:extLst>
          </p:cNvPr>
          <p:cNvSpPr/>
          <p:nvPr/>
        </p:nvSpPr>
        <p:spPr>
          <a:xfrm>
            <a:off x="5246941" y="5074241"/>
            <a:ext cx="303395" cy="145298"/>
          </a:xfrm>
          <a:prstGeom prst="rect">
            <a:avLst/>
          </a:prstGeom>
          <a:solidFill>
            <a:schemeClr val="accent1">
              <a:alpha val="2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3543" tIns="21771" rIns="43543" bIns="21771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857"/>
          </a:p>
        </p:txBody>
      </p:sp>
      <p:sp>
        <p:nvSpPr>
          <p:cNvPr id="453" name="Parallelogram 452">
            <a:extLst>
              <a:ext uri="{FF2B5EF4-FFF2-40B4-BE49-F238E27FC236}">
                <a16:creationId xmlns:a16="http://schemas.microsoft.com/office/drawing/2014/main" id="{D87F200D-908A-FFF7-AF9F-49A185FAFFF6}"/>
              </a:ext>
            </a:extLst>
          </p:cNvPr>
          <p:cNvSpPr/>
          <p:nvPr/>
        </p:nvSpPr>
        <p:spPr>
          <a:xfrm>
            <a:off x="5189038" y="4889303"/>
            <a:ext cx="283134" cy="54376"/>
          </a:xfrm>
          <a:prstGeom prst="parallelogram">
            <a:avLst>
              <a:gd name="adj" fmla="val 278543"/>
            </a:avLst>
          </a:prstGeom>
          <a:solidFill>
            <a:schemeClr val="accent1">
              <a:alpha val="2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3543" tIns="21771" rIns="43543" bIns="21771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857"/>
          </a:p>
        </p:txBody>
      </p:sp>
      <p:sp>
        <p:nvSpPr>
          <p:cNvPr id="454" name="Parallelogram 453">
            <a:extLst>
              <a:ext uri="{FF2B5EF4-FFF2-40B4-BE49-F238E27FC236}">
                <a16:creationId xmlns:a16="http://schemas.microsoft.com/office/drawing/2014/main" id="{8A43DFA0-CF36-2ABC-1105-450FF1BE35D1}"/>
              </a:ext>
            </a:extLst>
          </p:cNvPr>
          <p:cNvSpPr/>
          <p:nvPr/>
        </p:nvSpPr>
        <p:spPr>
          <a:xfrm>
            <a:off x="5146401" y="4734977"/>
            <a:ext cx="765204" cy="154454"/>
          </a:xfrm>
          <a:prstGeom prst="parallelogram">
            <a:avLst>
              <a:gd name="adj" fmla="val 303567"/>
            </a:avLst>
          </a:prstGeom>
          <a:solidFill>
            <a:schemeClr val="accent1">
              <a:alpha val="2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3543" tIns="21771" rIns="43543" bIns="21771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857"/>
          </a:p>
        </p:txBody>
      </p:sp>
      <p:sp>
        <p:nvSpPr>
          <p:cNvPr id="455" name="Parallelogram 454">
            <a:extLst>
              <a:ext uri="{FF2B5EF4-FFF2-40B4-BE49-F238E27FC236}">
                <a16:creationId xmlns:a16="http://schemas.microsoft.com/office/drawing/2014/main" id="{43FC2FD1-9E7B-0AC0-AA3C-7A4E596B1EAB}"/>
              </a:ext>
            </a:extLst>
          </p:cNvPr>
          <p:cNvSpPr/>
          <p:nvPr/>
        </p:nvSpPr>
        <p:spPr>
          <a:xfrm>
            <a:off x="4849790" y="4819227"/>
            <a:ext cx="502450" cy="67194"/>
          </a:xfrm>
          <a:prstGeom prst="parallelogram">
            <a:avLst>
              <a:gd name="adj" fmla="val 303567"/>
            </a:avLst>
          </a:prstGeom>
          <a:solidFill>
            <a:schemeClr val="accent1">
              <a:alpha val="2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3543" tIns="21771" rIns="43543" bIns="21771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857"/>
          </a:p>
        </p:txBody>
      </p:sp>
      <p:sp>
        <p:nvSpPr>
          <p:cNvPr id="456" name="Isosceles Triangle 455">
            <a:extLst>
              <a:ext uri="{FF2B5EF4-FFF2-40B4-BE49-F238E27FC236}">
                <a16:creationId xmlns:a16="http://schemas.microsoft.com/office/drawing/2014/main" id="{71464412-D461-B2A4-0AF8-0F1DC68FDCCD}"/>
              </a:ext>
            </a:extLst>
          </p:cNvPr>
          <p:cNvSpPr/>
          <p:nvPr/>
        </p:nvSpPr>
        <p:spPr>
          <a:xfrm rot="5400000">
            <a:off x="5239964" y="4840215"/>
            <a:ext cx="54443" cy="152911"/>
          </a:xfrm>
          <a:prstGeom prst="triangle">
            <a:avLst>
              <a:gd name="adj" fmla="val 0"/>
            </a:avLst>
          </a:prstGeom>
          <a:solidFill>
            <a:schemeClr val="accent1">
              <a:alpha val="2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3543" tIns="21771" rIns="43543" bIns="21771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857" dirty="0"/>
          </a:p>
        </p:txBody>
      </p:sp>
      <p:sp>
        <p:nvSpPr>
          <p:cNvPr id="457" name="Parallelogram 456">
            <a:extLst>
              <a:ext uri="{FF2B5EF4-FFF2-40B4-BE49-F238E27FC236}">
                <a16:creationId xmlns:a16="http://schemas.microsoft.com/office/drawing/2014/main" id="{0D1AB76B-220D-4D53-E6F4-727E7A229E11}"/>
              </a:ext>
            </a:extLst>
          </p:cNvPr>
          <p:cNvSpPr/>
          <p:nvPr/>
        </p:nvSpPr>
        <p:spPr>
          <a:xfrm>
            <a:off x="4700989" y="4886748"/>
            <a:ext cx="188760" cy="53804"/>
          </a:xfrm>
          <a:prstGeom prst="parallelogram">
            <a:avLst>
              <a:gd name="adj" fmla="val 303567"/>
            </a:avLst>
          </a:prstGeom>
          <a:solidFill>
            <a:schemeClr val="accent1">
              <a:alpha val="2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3543" tIns="21771" rIns="43543" bIns="21771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857"/>
          </a:p>
        </p:txBody>
      </p:sp>
      <p:sp>
        <p:nvSpPr>
          <p:cNvPr id="458" name="Partial Circle 457">
            <a:extLst>
              <a:ext uri="{FF2B5EF4-FFF2-40B4-BE49-F238E27FC236}">
                <a16:creationId xmlns:a16="http://schemas.microsoft.com/office/drawing/2014/main" id="{E4F73A1A-9BD7-4317-CE4B-4525119C0C9E}"/>
              </a:ext>
            </a:extLst>
          </p:cNvPr>
          <p:cNvSpPr/>
          <p:nvPr/>
        </p:nvSpPr>
        <p:spPr>
          <a:xfrm>
            <a:off x="3585528" y="5068846"/>
            <a:ext cx="64340" cy="45862"/>
          </a:xfrm>
          <a:prstGeom prst="pie">
            <a:avLst>
              <a:gd name="adj1" fmla="val 0"/>
              <a:gd name="adj2" fmla="val 10783131"/>
            </a:avLst>
          </a:prstGeom>
          <a:solidFill>
            <a:srgbClr val="00B0F0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57">
              <a:solidFill>
                <a:schemeClr val="tx1"/>
              </a:solidFill>
            </a:endParaRPr>
          </a:p>
        </p:txBody>
      </p:sp>
      <p:sp>
        <p:nvSpPr>
          <p:cNvPr id="459" name="Parallelogram 458">
            <a:extLst>
              <a:ext uri="{FF2B5EF4-FFF2-40B4-BE49-F238E27FC236}">
                <a16:creationId xmlns:a16="http://schemas.microsoft.com/office/drawing/2014/main" id="{A89F4B77-865B-99BE-E402-D77D3BD5DD03}"/>
              </a:ext>
            </a:extLst>
          </p:cNvPr>
          <p:cNvSpPr/>
          <p:nvPr/>
        </p:nvSpPr>
        <p:spPr>
          <a:xfrm>
            <a:off x="4290344" y="4918142"/>
            <a:ext cx="278422" cy="82975"/>
          </a:xfrm>
          <a:prstGeom prst="parallelogram">
            <a:avLst>
              <a:gd name="adj" fmla="val 270047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57"/>
          </a:p>
        </p:txBody>
      </p:sp>
      <p:sp>
        <p:nvSpPr>
          <p:cNvPr id="460" name="Parallelogram 459">
            <a:extLst>
              <a:ext uri="{FF2B5EF4-FFF2-40B4-BE49-F238E27FC236}">
                <a16:creationId xmlns:a16="http://schemas.microsoft.com/office/drawing/2014/main" id="{399F863F-97C8-BF5E-78AC-A2744CCF60B3}"/>
              </a:ext>
            </a:extLst>
          </p:cNvPr>
          <p:cNvSpPr/>
          <p:nvPr/>
        </p:nvSpPr>
        <p:spPr>
          <a:xfrm rot="20391582" flipH="1">
            <a:off x="4166354" y="4977863"/>
            <a:ext cx="184147" cy="54616"/>
          </a:xfrm>
          <a:prstGeom prst="parallelogram">
            <a:avLst>
              <a:gd name="adj" fmla="val 270047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57"/>
          </a:p>
        </p:txBody>
      </p:sp>
      <p:sp>
        <p:nvSpPr>
          <p:cNvPr id="461" name="Parallelogram 460">
            <a:extLst>
              <a:ext uri="{FF2B5EF4-FFF2-40B4-BE49-F238E27FC236}">
                <a16:creationId xmlns:a16="http://schemas.microsoft.com/office/drawing/2014/main" id="{B569E843-05A7-DC54-E187-67DC65F33C19}"/>
              </a:ext>
            </a:extLst>
          </p:cNvPr>
          <p:cNvSpPr/>
          <p:nvPr/>
        </p:nvSpPr>
        <p:spPr>
          <a:xfrm rot="20423049" flipH="1">
            <a:off x="4493433" y="4877910"/>
            <a:ext cx="277016" cy="82337"/>
          </a:xfrm>
          <a:prstGeom prst="parallelogram">
            <a:avLst>
              <a:gd name="adj" fmla="val 270047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57"/>
          </a:p>
        </p:txBody>
      </p:sp>
      <p:sp>
        <p:nvSpPr>
          <p:cNvPr id="462" name="Parallelogram 461">
            <a:extLst>
              <a:ext uri="{FF2B5EF4-FFF2-40B4-BE49-F238E27FC236}">
                <a16:creationId xmlns:a16="http://schemas.microsoft.com/office/drawing/2014/main" id="{157AC1E6-0A1B-7CBA-6094-541203EE4E9E}"/>
              </a:ext>
            </a:extLst>
          </p:cNvPr>
          <p:cNvSpPr/>
          <p:nvPr/>
        </p:nvSpPr>
        <p:spPr>
          <a:xfrm rot="20391582" flipH="1">
            <a:off x="3883382" y="4986771"/>
            <a:ext cx="252856" cy="76062"/>
          </a:xfrm>
          <a:prstGeom prst="parallelogram">
            <a:avLst>
              <a:gd name="adj" fmla="val 270047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57"/>
          </a:p>
        </p:txBody>
      </p:sp>
      <p:sp>
        <p:nvSpPr>
          <p:cNvPr id="463" name="Parallelogram 462">
            <a:extLst>
              <a:ext uri="{FF2B5EF4-FFF2-40B4-BE49-F238E27FC236}">
                <a16:creationId xmlns:a16="http://schemas.microsoft.com/office/drawing/2014/main" id="{7632948A-2FD1-7A74-AC97-BA803FD1205F}"/>
              </a:ext>
            </a:extLst>
          </p:cNvPr>
          <p:cNvSpPr/>
          <p:nvPr/>
        </p:nvSpPr>
        <p:spPr>
          <a:xfrm rot="20391582" flipH="1">
            <a:off x="3676433" y="5025638"/>
            <a:ext cx="169121" cy="43441"/>
          </a:xfrm>
          <a:prstGeom prst="parallelogram">
            <a:avLst>
              <a:gd name="adj" fmla="val 270047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57"/>
          </a:p>
        </p:txBody>
      </p:sp>
      <p:sp>
        <p:nvSpPr>
          <p:cNvPr id="464" name="Parallelogram 463">
            <a:extLst>
              <a:ext uri="{FF2B5EF4-FFF2-40B4-BE49-F238E27FC236}">
                <a16:creationId xmlns:a16="http://schemas.microsoft.com/office/drawing/2014/main" id="{24118BA2-B7FE-9B1D-3915-387406F3974A}"/>
              </a:ext>
            </a:extLst>
          </p:cNvPr>
          <p:cNvSpPr/>
          <p:nvPr/>
        </p:nvSpPr>
        <p:spPr>
          <a:xfrm>
            <a:off x="3582502" y="5038542"/>
            <a:ext cx="191204" cy="49833"/>
          </a:xfrm>
          <a:prstGeom prst="parallelogram">
            <a:avLst>
              <a:gd name="adj" fmla="val 270047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57"/>
          </a:p>
        </p:txBody>
      </p:sp>
      <p:cxnSp>
        <p:nvCxnSpPr>
          <p:cNvPr id="465" name="Straight Arrow Connector 464">
            <a:extLst>
              <a:ext uri="{FF2B5EF4-FFF2-40B4-BE49-F238E27FC236}">
                <a16:creationId xmlns:a16="http://schemas.microsoft.com/office/drawing/2014/main" id="{FE3BC166-240F-3651-94F6-FDD45223E397}"/>
              </a:ext>
            </a:extLst>
          </p:cNvPr>
          <p:cNvCxnSpPr>
            <a:cxnSpLocks/>
          </p:cNvCxnSpPr>
          <p:nvPr/>
        </p:nvCxnSpPr>
        <p:spPr>
          <a:xfrm flipH="1">
            <a:off x="5175922" y="5120700"/>
            <a:ext cx="132354" cy="0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6" name="Straight Arrow Connector 465">
            <a:extLst>
              <a:ext uri="{FF2B5EF4-FFF2-40B4-BE49-F238E27FC236}">
                <a16:creationId xmlns:a16="http://schemas.microsoft.com/office/drawing/2014/main" id="{8CE6DCAA-C130-18C1-A172-44023D5A2A02}"/>
              </a:ext>
            </a:extLst>
          </p:cNvPr>
          <p:cNvCxnSpPr>
            <a:cxnSpLocks/>
          </p:cNvCxnSpPr>
          <p:nvPr/>
        </p:nvCxnSpPr>
        <p:spPr>
          <a:xfrm>
            <a:off x="5185749" y="5160465"/>
            <a:ext cx="142878" cy="0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7" name="Straight Arrow Connector 466">
            <a:extLst>
              <a:ext uri="{FF2B5EF4-FFF2-40B4-BE49-F238E27FC236}">
                <a16:creationId xmlns:a16="http://schemas.microsoft.com/office/drawing/2014/main" id="{1E29DC28-C956-B332-4B82-AA217910D5FE}"/>
              </a:ext>
            </a:extLst>
          </p:cNvPr>
          <p:cNvCxnSpPr>
            <a:cxnSpLocks/>
          </p:cNvCxnSpPr>
          <p:nvPr/>
        </p:nvCxnSpPr>
        <p:spPr>
          <a:xfrm rot="16200000" flipH="1">
            <a:off x="5316141" y="5234678"/>
            <a:ext cx="139835" cy="0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8" name="Straight Arrow Connector 467">
            <a:extLst>
              <a:ext uri="{FF2B5EF4-FFF2-40B4-BE49-F238E27FC236}">
                <a16:creationId xmlns:a16="http://schemas.microsoft.com/office/drawing/2014/main" id="{AF0E36C4-8D01-061B-1E46-85A413B0C6AA}"/>
              </a:ext>
            </a:extLst>
          </p:cNvPr>
          <p:cNvCxnSpPr>
            <a:cxnSpLocks/>
          </p:cNvCxnSpPr>
          <p:nvPr/>
        </p:nvCxnSpPr>
        <p:spPr>
          <a:xfrm rot="16200000">
            <a:off x="5350697" y="5225424"/>
            <a:ext cx="150955" cy="0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9" name="Straight Arrow Connector 468">
            <a:extLst>
              <a:ext uri="{FF2B5EF4-FFF2-40B4-BE49-F238E27FC236}">
                <a16:creationId xmlns:a16="http://schemas.microsoft.com/office/drawing/2014/main" id="{5A7CF5D8-051A-24F5-CB07-25815F1E3EEC}"/>
              </a:ext>
            </a:extLst>
          </p:cNvPr>
          <p:cNvCxnSpPr>
            <a:cxnSpLocks/>
          </p:cNvCxnSpPr>
          <p:nvPr/>
        </p:nvCxnSpPr>
        <p:spPr>
          <a:xfrm flipH="1">
            <a:off x="5479473" y="5321933"/>
            <a:ext cx="132354" cy="0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0" name="Straight Arrow Connector 469">
            <a:extLst>
              <a:ext uri="{FF2B5EF4-FFF2-40B4-BE49-F238E27FC236}">
                <a16:creationId xmlns:a16="http://schemas.microsoft.com/office/drawing/2014/main" id="{8703B9FC-B343-2813-FBB0-952B17031E4D}"/>
              </a:ext>
            </a:extLst>
          </p:cNvPr>
          <p:cNvCxnSpPr>
            <a:cxnSpLocks/>
          </p:cNvCxnSpPr>
          <p:nvPr/>
        </p:nvCxnSpPr>
        <p:spPr>
          <a:xfrm>
            <a:off x="5489300" y="5361699"/>
            <a:ext cx="142878" cy="0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1" name="Straight Arrow Connector 470">
            <a:extLst>
              <a:ext uri="{FF2B5EF4-FFF2-40B4-BE49-F238E27FC236}">
                <a16:creationId xmlns:a16="http://schemas.microsoft.com/office/drawing/2014/main" id="{1C2E4E47-545C-9441-45C2-3DEA8AA33F0B}"/>
              </a:ext>
            </a:extLst>
          </p:cNvPr>
          <p:cNvCxnSpPr>
            <a:cxnSpLocks/>
          </p:cNvCxnSpPr>
          <p:nvPr/>
        </p:nvCxnSpPr>
        <p:spPr>
          <a:xfrm flipH="1">
            <a:off x="5774135" y="5321933"/>
            <a:ext cx="132354" cy="0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2" name="Straight Arrow Connector 471">
            <a:extLst>
              <a:ext uri="{FF2B5EF4-FFF2-40B4-BE49-F238E27FC236}">
                <a16:creationId xmlns:a16="http://schemas.microsoft.com/office/drawing/2014/main" id="{FC2EB3D6-47C6-7E82-52EC-D62F96263D8E}"/>
              </a:ext>
            </a:extLst>
          </p:cNvPr>
          <p:cNvCxnSpPr>
            <a:cxnSpLocks/>
          </p:cNvCxnSpPr>
          <p:nvPr/>
        </p:nvCxnSpPr>
        <p:spPr>
          <a:xfrm>
            <a:off x="5783962" y="5361699"/>
            <a:ext cx="142878" cy="0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3" name="Straight Arrow Connector 472">
            <a:extLst>
              <a:ext uri="{FF2B5EF4-FFF2-40B4-BE49-F238E27FC236}">
                <a16:creationId xmlns:a16="http://schemas.microsoft.com/office/drawing/2014/main" id="{DB5B88A4-9381-23AE-81A4-392BA742AEEB}"/>
              </a:ext>
            </a:extLst>
          </p:cNvPr>
          <p:cNvCxnSpPr>
            <a:cxnSpLocks/>
          </p:cNvCxnSpPr>
          <p:nvPr/>
        </p:nvCxnSpPr>
        <p:spPr>
          <a:xfrm flipH="1">
            <a:off x="6085395" y="5120700"/>
            <a:ext cx="132354" cy="0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4" name="Straight Arrow Connector 473">
            <a:extLst>
              <a:ext uri="{FF2B5EF4-FFF2-40B4-BE49-F238E27FC236}">
                <a16:creationId xmlns:a16="http://schemas.microsoft.com/office/drawing/2014/main" id="{CEBC097E-A254-AD8B-DA6D-F4F5B191F175}"/>
              </a:ext>
            </a:extLst>
          </p:cNvPr>
          <p:cNvCxnSpPr>
            <a:cxnSpLocks/>
          </p:cNvCxnSpPr>
          <p:nvPr/>
        </p:nvCxnSpPr>
        <p:spPr>
          <a:xfrm>
            <a:off x="6095222" y="5160465"/>
            <a:ext cx="142878" cy="0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5" name="Straight Arrow Connector 474">
            <a:extLst>
              <a:ext uri="{FF2B5EF4-FFF2-40B4-BE49-F238E27FC236}">
                <a16:creationId xmlns:a16="http://schemas.microsoft.com/office/drawing/2014/main" id="{64D21284-73AE-CA67-F849-BB98E1C61CE7}"/>
              </a:ext>
            </a:extLst>
          </p:cNvPr>
          <p:cNvCxnSpPr>
            <a:cxnSpLocks/>
          </p:cNvCxnSpPr>
          <p:nvPr/>
        </p:nvCxnSpPr>
        <p:spPr>
          <a:xfrm rot="16200000" flipH="1">
            <a:off x="5913382" y="5234540"/>
            <a:ext cx="139835" cy="0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6" name="Straight Arrow Connector 475">
            <a:extLst>
              <a:ext uri="{FF2B5EF4-FFF2-40B4-BE49-F238E27FC236}">
                <a16:creationId xmlns:a16="http://schemas.microsoft.com/office/drawing/2014/main" id="{43061D57-043E-F4AD-B881-679FC81FEC2B}"/>
              </a:ext>
            </a:extLst>
          </p:cNvPr>
          <p:cNvCxnSpPr>
            <a:cxnSpLocks/>
          </p:cNvCxnSpPr>
          <p:nvPr/>
        </p:nvCxnSpPr>
        <p:spPr>
          <a:xfrm rot="16200000">
            <a:off x="5947938" y="5225287"/>
            <a:ext cx="150955" cy="0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7" name="Straight Arrow Connector 476">
            <a:extLst>
              <a:ext uri="{FF2B5EF4-FFF2-40B4-BE49-F238E27FC236}">
                <a16:creationId xmlns:a16="http://schemas.microsoft.com/office/drawing/2014/main" id="{E644BFBA-237B-6AD3-132F-BF4F45141CDC}"/>
              </a:ext>
            </a:extLst>
          </p:cNvPr>
          <p:cNvCxnSpPr>
            <a:cxnSpLocks/>
          </p:cNvCxnSpPr>
          <p:nvPr/>
        </p:nvCxnSpPr>
        <p:spPr>
          <a:xfrm rot="16200000" flipH="1">
            <a:off x="5615101" y="5443413"/>
            <a:ext cx="139835" cy="0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8" name="Straight Arrow Connector 477">
            <a:extLst>
              <a:ext uri="{FF2B5EF4-FFF2-40B4-BE49-F238E27FC236}">
                <a16:creationId xmlns:a16="http://schemas.microsoft.com/office/drawing/2014/main" id="{2351B161-247E-F40B-85C5-ACC2C70E8A45}"/>
              </a:ext>
            </a:extLst>
          </p:cNvPr>
          <p:cNvCxnSpPr>
            <a:cxnSpLocks/>
          </p:cNvCxnSpPr>
          <p:nvPr/>
        </p:nvCxnSpPr>
        <p:spPr>
          <a:xfrm rot="16200000">
            <a:off x="5649656" y="5434159"/>
            <a:ext cx="150955" cy="0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9" name="Straight Arrow Connector 478">
            <a:extLst>
              <a:ext uri="{FF2B5EF4-FFF2-40B4-BE49-F238E27FC236}">
                <a16:creationId xmlns:a16="http://schemas.microsoft.com/office/drawing/2014/main" id="{56FB39CA-9303-5EBA-CF3B-2B03DB17450B}"/>
              </a:ext>
            </a:extLst>
          </p:cNvPr>
          <p:cNvCxnSpPr>
            <a:cxnSpLocks/>
          </p:cNvCxnSpPr>
          <p:nvPr/>
        </p:nvCxnSpPr>
        <p:spPr>
          <a:xfrm flipH="1">
            <a:off x="8880554" y="4788246"/>
            <a:ext cx="132354" cy="0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0" name="Straight Arrow Connector 479">
            <a:extLst>
              <a:ext uri="{FF2B5EF4-FFF2-40B4-BE49-F238E27FC236}">
                <a16:creationId xmlns:a16="http://schemas.microsoft.com/office/drawing/2014/main" id="{9CBA6A2F-0720-0ABB-F911-D4ED8F33513C}"/>
              </a:ext>
            </a:extLst>
          </p:cNvPr>
          <p:cNvCxnSpPr>
            <a:cxnSpLocks/>
          </p:cNvCxnSpPr>
          <p:nvPr/>
        </p:nvCxnSpPr>
        <p:spPr>
          <a:xfrm>
            <a:off x="8890381" y="4828012"/>
            <a:ext cx="142878" cy="0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1" name="Straight Arrow Connector 480">
            <a:extLst>
              <a:ext uri="{FF2B5EF4-FFF2-40B4-BE49-F238E27FC236}">
                <a16:creationId xmlns:a16="http://schemas.microsoft.com/office/drawing/2014/main" id="{259CD5CA-CE43-86B8-42AB-0D07650D3044}"/>
              </a:ext>
            </a:extLst>
          </p:cNvPr>
          <p:cNvCxnSpPr>
            <a:cxnSpLocks/>
          </p:cNvCxnSpPr>
          <p:nvPr/>
        </p:nvCxnSpPr>
        <p:spPr>
          <a:xfrm rot="16200000" flipH="1">
            <a:off x="8714906" y="4898166"/>
            <a:ext cx="139835" cy="0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2" name="Straight Arrow Connector 481">
            <a:extLst>
              <a:ext uri="{FF2B5EF4-FFF2-40B4-BE49-F238E27FC236}">
                <a16:creationId xmlns:a16="http://schemas.microsoft.com/office/drawing/2014/main" id="{87043DFA-36C7-DE94-D685-29681CEE9A18}"/>
              </a:ext>
            </a:extLst>
          </p:cNvPr>
          <p:cNvCxnSpPr>
            <a:cxnSpLocks/>
          </p:cNvCxnSpPr>
          <p:nvPr/>
        </p:nvCxnSpPr>
        <p:spPr>
          <a:xfrm rot="16200000">
            <a:off x="8749462" y="4888912"/>
            <a:ext cx="150955" cy="0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3" name="Straight Arrow Connector 482">
            <a:extLst>
              <a:ext uri="{FF2B5EF4-FFF2-40B4-BE49-F238E27FC236}">
                <a16:creationId xmlns:a16="http://schemas.microsoft.com/office/drawing/2014/main" id="{4AA412FB-E98B-081C-00EB-78528B502802}"/>
              </a:ext>
            </a:extLst>
          </p:cNvPr>
          <p:cNvCxnSpPr>
            <a:cxnSpLocks/>
          </p:cNvCxnSpPr>
          <p:nvPr/>
        </p:nvCxnSpPr>
        <p:spPr>
          <a:xfrm rot="16200000" flipH="1">
            <a:off x="8450626" y="5153424"/>
            <a:ext cx="139835" cy="0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4" name="Straight Arrow Connector 483">
            <a:extLst>
              <a:ext uri="{FF2B5EF4-FFF2-40B4-BE49-F238E27FC236}">
                <a16:creationId xmlns:a16="http://schemas.microsoft.com/office/drawing/2014/main" id="{90A433D0-20DE-E8B7-FA92-061130574E5B}"/>
              </a:ext>
            </a:extLst>
          </p:cNvPr>
          <p:cNvCxnSpPr>
            <a:cxnSpLocks/>
          </p:cNvCxnSpPr>
          <p:nvPr/>
        </p:nvCxnSpPr>
        <p:spPr>
          <a:xfrm rot="16200000">
            <a:off x="8488592" y="5101945"/>
            <a:ext cx="150955" cy="0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5" name="Straight Arrow Connector 484">
            <a:extLst>
              <a:ext uri="{FF2B5EF4-FFF2-40B4-BE49-F238E27FC236}">
                <a16:creationId xmlns:a16="http://schemas.microsoft.com/office/drawing/2014/main" id="{0E4AF8E8-6B7B-E564-B8FC-5F0293763CEE}"/>
              </a:ext>
            </a:extLst>
          </p:cNvPr>
          <p:cNvCxnSpPr>
            <a:cxnSpLocks/>
          </p:cNvCxnSpPr>
          <p:nvPr/>
        </p:nvCxnSpPr>
        <p:spPr>
          <a:xfrm rot="16200000" flipH="1">
            <a:off x="8198083" y="5033428"/>
            <a:ext cx="139835" cy="0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6" name="Straight Arrow Connector 485">
            <a:extLst>
              <a:ext uri="{FF2B5EF4-FFF2-40B4-BE49-F238E27FC236}">
                <a16:creationId xmlns:a16="http://schemas.microsoft.com/office/drawing/2014/main" id="{2BB4E529-E09B-E887-6A4F-02FB2CAA2DFD}"/>
              </a:ext>
            </a:extLst>
          </p:cNvPr>
          <p:cNvCxnSpPr>
            <a:cxnSpLocks/>
          </p:cNvCxnSpPr>
          <p:nvPr/>
        </p:nvCxnSpPr>
        <p:spPr>
          <a:xfrm rot="16200000">
            <a:off x="8236049" y="4981949"/>
            <a:ext cx="150955" cy="0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7" name="Straight Arrow Connector 486">
            <a:extLst>
              <a:ext uri="{FF2B5EF4-FFF2-40B4-BE49-F238E27FC236}">
                <a16:creationId xmlns:a16="http://schemas.microsoft.com/office/drawing/2014/main" id="{12F17FAA-538F-F712-4A8F-811F3D616403}"/>
              </a:ext>
            </a:extLst>
          </p:cNvPr>
          <p:cNvCxnSpPr>
            <a:cxnSpLocks/>
          </p:cNvCxnSpPr>
          <p:nvPr/>
        </p:nvCxnSpPr>
        <p:spPr>
          <a:xfrm flipH="1">
            <a:off x="8331874" y="5029375"/>
            <a:ext cx="114308" cy="47879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8" name="Straight Arrow Connector 487">
            <a:extLst>
              <a:ext uri="{FF2B5EF4-FFF2-40B4-BE49-F238E27FC236}">
                <a16:creationId xmlns:a16="http://schemas.microsoft.com/office/drawing/2014/main" id="{0656630E-23F0-DEF3-8601-F170C35A9223}"/>
              </a:ext>
            </a:extLst>
          </p:cNvPr>
          <p:cNvCxnSpPr>
            <a:cxnSpLocks/>
          </p:cNvCxnSpPr>
          <p:nvPr/>
        </p:nvCxnSpPr>
        <p:spPr>
          <a:xfrm flipV="1">
            <a:off x="8365323" y="5064169"/>
            <a:ext cx="115291" cy="46951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9" name="Straight Arrow Connector 488">
            <a:extLst>
              <a:ext uri="{FF2B5EF4-FFF2-40B4-BE49-F238E27FC236}">
                <a16:creationId xmlns:a16="http://schemas.microsoft.com/office/drawing/2014/main" id="{C5A104CE-267C-6081-D164-AC68CEBF2C61}"/>
              </a:ext>
            </a:extLst>
          </p:cNvPr>
          <p:cNvCxnSpPr>
            <a:cxnSpLocks/>
          </p:cNvCxnSpPr>
          <p:nvPr/>
        </p:nvCxnSpPr>
        <p:spPr>
          <a:xfrm flipH="1">
            <a:off x="8080465" y="4946584"/>
            <a:ext cx="114308" cy="47879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0" name="Straight Arrow Connector 489">
            <a:extLst>
              <a:ext uri="{FF2B5EF4-FFF2-40B4-BE49-F238E27FC236}">
                <a16:creationId xmlns:a16="http://schemas.microsoft.com/office/drawing/2014/main" id="{17FD9548-9B79-0D4E-D2CF-A09E11C9B087}"/>
              </a:ext>
            </a:extLst>
          </p:cNvPr>
          <p:cNvCxnSpPr>
            <a:cxnSpLocks/>
          </p:cNvCxnSpPr>
          <p:nvPr/>
        </p:nvCxnSpPr>
        <p:spPr>
          <a:xfrm flipV="1">
            <a:off x="8113914" y="4981377"/>
            <a:ext cx="115291" cy="46951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1" name="Oval 490">
            <a:extLst>
              <a:ext uri="{FF2B5EF4-FFF2-40B4-BE49-F238E27FC236}">
                <a16:creationId xmlns:a16="http://schemas.microsoft.com/office/drawing/2014/main" id="{20E99A91-6299-4E81-C8B7-254179B19CCE}"/>
              </a:ext>
            </a:extLst>
          </p:cNvPr>
          <p:cNvSpPr/>
          <p:nvPr/>
        </p:nvSpPr>
        <p:spPr>
          <a:xfrm>
            <a:off x="6039513" y="4555200"/>
            <a:ext cx="982480" cy="977868"/>
          </a:xfrm>
          <a:prstGeom prst="ellipse">
            <a:avLst/>
          </a:prstGeom>
          <a:noFill/>
          <a:ln w="222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57"/>
          </a:p>
        </p:txBody>
      </p:sp>
      <p:cxnSp>
        <p:nvCxnSpPr>
          <p:cNvPr id="493" name="Straight Connector 492">
            <a:extLst>
              <a:ext uri="{FF2B5EF4-FFF2-40B4-BE49-F238E27FC236}">
                <a16:creationId xmlns:a16="http://schemas.microsoft.com/office/drawing/2014/main" id="{F5F79233-CC5B-F27B-99AD-E4C49E5C84CB}"/>
              </a:ext>
            </a:extLst>
          </p:cNvPr>
          <p:cNvCxnSpPr>
            <a:cxnSpLocks/>
          </p:cNvCxnSpPr>
          <p:nvPr/>
        </p:nvCxnSpPr>
        <p:spPr>
          <a:xfrm>
            <a:off x="4710327" y="3502257"/>
            <a:ext cx="1421293" cy="1823686"/>
          </a:xfrm>
          <a:prstGeom prst="line">
            <a:avLst/>
          </a:prstGeom>
          <a:noFill/>
          <a:ln w="222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494" name="Straight Connector 493">
            <a:extLst>
              <a:ext uri="{FF2B5EF4-FFF2-40B4-BE49-F238E27FC236}">
                <a16:creationId xmlns:a16="http://schemas.microsoft.com/office/drawing/2014/main" id="{19F234A0-C282-4627-7EB0-0C21BC4781B7}"/>
              </a:ext>
            </a:extLst>
          </p:cNvPr>
          <p:cNvCxnSpPr>
            <a:cxnSpLocks/>
          </p:cNvCxnSpPr>
          <p:nvPr/>
        </p:nvCxnSpPr>
        <p:spPr>
          <a:xfrm>
            <a:off x="6379174" y="2694746"/>
            <a:ext cx="637147" cy="2249593"/>
          </a:xfrm>
          <a:prstGeom prst="line">
            <a:avLst/>
          </a:prstGeom>
          <a:noFill/>
          <a:ln w="222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495" name="Straight Connector 494">
            <a:extLst>
              <a:ext uri="{FF2B5EF4-FFF2-40B4-BE49-F238E27FC236}">
                <a16:creationId xmlns:a16="http://schemas.microsoft.com/office/drawing/2014/main" id="{FF823F72-BC6C-FE16-80D4-1C6EEB8D7454}"/>
              </a:ext>
            </a:extLst>
          </p:cNvPr>
          <p:cNvCxnSpPr/>
          <p:nvPr/>
        </p:nvCxnSpPr>
        <p:spPr>
          <a:xfrm>
            <a:off x="4566017" y="3152195"/>
            <a:ext cx="31661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6" name="Straight Connector 495">
            <a:extLst>
              <a:ext uri="{FF2B5EF4-FFF2-40B4-BE49-F238E27FC236}">
                <a16:creationId xmlns:a16="http://schemas.microsoft.com/office/drawing/2014/main" id="{AAE47795-2D60-66E2-0EE9-4C1ED7DD32AE}"/>
              </a:ext>
            </a:extLst>
          </p:cNvPr>
          <p:cNvCxnSpPr>
            <a:cxnSpLocks/>
          </p:cNvCxnSpPr>
          <p:nvPr/>
        </p:nvCxnSpPr>
        <p:spPr>
          <a:xfrm>
            <a:off x="4878675" y="2960859"/>
            <a:ext cx="0" cy="73558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7" name="Straight Connector 496">
            <a:extLst>
              <a:ext uri="{FF2B5EF4-FFF2-40B4-BE49-F238E27FC236}">
                <a16:creationId xmlns:a16="http://schemas.microsoft.com/office/drawing/2014/main" id="{659E9E79-F784-10CA-6B17-F6DB1545729F}"/>
              </a:ext>
            </a:extLst>
          </p:cNvPr>
          <p:cNvCxnSpPr>
            <a:cxnSpLocks/>
          </p:cNvCxnSpPr>
          <p:nvPr/>
        </p:nvCxnSpPr>
        <p:spPr>
          <a:xfrm>
            <a:off x="4880306" y="2962780"/>
            <a:ext cx="46663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8" name="Straight Connector 497">
            <a:extLst>
              <a:ext uri="{FF2B5EF4-FFF2-40B4-BE49-F238E27FC236}">
                <a16:creationId xmlns:a16="http://schemas.microsoft.com/office/drawing/2014/main" id="{339E89B9-5097-0E64-3CE1-F3BAFE233268}"/>
              </a:ext>
            </a:extLst>
          </p:cNvPr>
          <p:cNvCxnSpPr>
            <a:cxnSpLocks/>
          </p:cNvCxnSpPr>
          <p:nvPr/>
        </p:nvCxnSpPr>
        <p:spPr>
          <a:xfrm>
            <a:off x="5345597" y="2782126"/>
            <a:ext cx="46663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9" name="Straight Connector 498">
            <a:extLst>
              <a:ext uri="{FF2B5EF4-FFF2-40B4-BE49-F238E27FC236}">
                <a16:creationId xmlns:a16="http://schemas.microsoft.com/office/drawing/2014/main" id="{08D14127-2433-31F4-1EE8-7A89E737836C}"/>
              </a:ext>
            </a:extLst>
          </p:cNvPr>
          <p:cNvCxnSpPr>
            <a:cxnSpLocks/>
          </p:cNvCxnSpPr>
          <p:nvPr/>
        </p:nvCxnSpPr>
        <p:spPr>
          <a:xfrm>
            <a:off x="5345598" y="2784404"/>
            <a:ext cx="0" cy="112621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0" name="Straight Connector 499">
            <a:extLst>
              <a:ext uri="{FF2B5EF4-FFF2-40B4-BE49-F238E27FC236}">
                <a16:creationId xmlns:a16="http://schemas.microsoft.com/office/drawing/2014/main" id="{9D9F2AFB-1132-AFF8-1795-3E750F53781A}"/>
              </a:ext>
            </a:extLst>
          </p:cNvPr>
          <p:cNvCxnSpPr>
            <a:cxnSpLocks/>
          </p:cNvCxnSpPr>
          <p:nvPr/>
        </p:nvCxnSpPr>
        <p:spPr>
          <a:xfrm>
            <a:off x="5807866" y="2638061"/>
            <a:ext cx="46663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1" name="Straight Connector 500">
            <a:extLst>
              <a:ext uri="{FF2B5EF4-FFF2-40B4-BE49-F238E27FC236}">
                <a16:creationId xmlns:a16="http://schemas.microsoft.com/office/drawing/2014/main" id="{9C0B709E-53AF-F683-CC7E-1801325D2732}"/>
              </a:ext>
            </a:extLst>
          </p:cNvPr>
          <p:cNvCxnSpPr>
            <a:cxnSpLocks/>
          </p:cNvCxnSpPr>
          <p:nvPr/>
        </p:nvCxnSpPr>
        <p:spPr>
          <a:xfrm>
            <a:off x="5807867" y="2638061"/>
            <a:ext cx="0" cy="121159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2" name="Straight Connector 501">
            <a:extLst>
              <a:ext uri="{FF2B5EF4-FFF2-40B4-BE49-F238E27FC236}">
                <a16:creationId xmlns:a16="http://schemas.microsoft.com/office/drawing/2014/main" id="{5886E221-98A3-EBBF-0453-E1658C7CF30D}"/>
              </a:ext>
            </a:extLst>
          </p:cNvPr>
          <p:cNvCxnSpPr>
            <a:cxnSpLocks/>
          </p:cNvCxnSpPr>
          <p:nvPr/>
        </p:nvCxnSpPr>
        <p:spPr>
          <a:xfrm>
            <a:off x="6272994" y="2525625"/>
            <a:ext cx="0" cy="94214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3" name="Straight Connector 502">
            <a:extLst>
              <a:ext uri="{FF2B5EF4-FFF2-40B4-BE49-F238E27FC236}">
                <a16:creationId xmlns:a16="http://schemas.microsoft.com/office/drawing/2014/main" id="{02B03F3B-2607-93AD-690B-62ABF2A371C5}"/>
              </a:ext>
            </a:extLst>
          </p:cNvPr>
          <p:cNvCxnSpPr>
            <a:cxnSpLocks/>
          </p:cNvCxnSpPr>
          <p:nvPr/>
        </p:nvCxnSpPr>
        <p:spPr>
          <a:xfrm>
            <a:off x="6272994" y="2526010"/>
            <a:ext cx="4284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4" name="Straight Connector 503">
            <a:extLst>
              <a:ext uri="{FF2B5EF4-FFF2-40B4-BE49-F238E27FC236}">
                <a16:creationId xmlns:a16="http://schemas.microsoft.com/office/drawing/2014/main" id="{0E11606D-BDA9-203B-8C69-4C183B16D506}"/>
              </a:ext>
            </a:extLst>
          </p:cNvPr>
          <p:cNvCxnSpPr/>
          <p:nvPr/>
        </p:nvCxnSpPr>
        <p:spPr>
          <a:xfrm>
            <a:off x="4878676" y="3122468"/>
            <a:ext cx="466922" cy="0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5" name="Straight Connector 504">
            <a:extLst>
              <a:ext uri="{FF2B5EF4-FFF2-40B4-BE49-F238E27FC236}">
                <a16:creationId xmlns:a16="http://schemas.microsoft.com/office/drawing/2014/main" id="{D270AFA5-5C62-2CCA-7329-48728F395478}"/>
              </a:ext>
            </a:extLst>
          </p:cNvPr>
          <p:cNvCxnSpPr/>
          <p:nvPr/>
        </p:nvCxnSpPr>
        <p:spPr>
          <a:xfrm>
            <a:off x="5340945" y="3067586"/>
            <a:ext cx="466922" cy="0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6" name="Straight Connector 505">
            <a:extLst>
              <a:ext uri="{FF2B5EF4-FFF2-40B4-BE49-F238E27FC236}">
                <a16:creationId xmlns:a16="http://schemas.microsoft.com/office/drawing/2014/main" id="{4E458918-03E8-525C-6A6C-EFA395E0E83A}"/>
              </a:ext>
            </a:extLst>
          </p:cNvPr>
          <p:cNvCxnSpPr/>
          <p:nvPr/>
        </p:nvCxnSpPr>
        <p:spPr>
          <a:xfrm>
            <a:off x="5806072" y="3012704"/>
            <a:ext cx="466922" cy="0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7" name="Isosceles Triangle 506">
            <a:extLst>
              <a:ext uri="{FF2B5EF4-FFF2-40B4-BE49-F238E27FC236}">
                <a16:creationId xmlns:a16="http://schemas.microsoft.com/office/drawing/2014/main" id="{4C0B29D9-C110-FEB2-43D1-74D3488EF9E9}"/>
              </a:ext>
            </a:extLst>
          </p:cNvPr>
          <p:cNvSpPr/>
          <p:nvPr/>
        </p:nvSpPr>
        <p:spPr>
          <a:xfrm flipV="1">
            <a:off x="5172572" y="3051365"/>
            <a:ext cx="74703" cy="56703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57"/>
          </a:p>
        </p:txBody>
      </p:sp>
      <p:cxnSp>
        <p:nvCxnSpPr>
          <p:cNvPr id="508" name="Straight Connector 507">
            <a:extLst>
              <a:ext uri="{FF2B5EF4-FFF2-40B4-BE49-F238E27FC236}">
                <a16:creationId xmlns:a16="http://schemas.microsoft.com/office/drawing/2014/main" id="{7ACF5CE4-34F6-3C55-68D4-020488DD8749}"/>
              </a:ext>
            </a:extLst>
          </p:cNvPr>
          <p:cNvCxnSpPr>
            <a:cxnSpLocks/>
          </p:cNvCxnSpPr>
          <p:nvPr/>
        </p:nvCxnSpPr>
        <p:spPr>
          <a:xfrm>
            <a:off x="4702489" y="3460907"/>
            <a:ext cx="17215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9" name="Straight Connector 508">
            <a:extLst>
              <a:ext uri="{FF2B5EF4-FFF2-40B4-BE49-F238E27FC236}">
                <a16:creationId xmlns:a16="http://schemas.microsoft.com/office/drawing/2014/main" id="{37682F12-286B-A2B4-9D42-F711CDE72498}"/>
              </a:ext>
            </a:extLst>
          </p:cNvPr>
          <p:cNvCxnSpPr>
            <a:cxnSpLocks/>
          </p:cNvCxnSpPr>
          <p:nvPr/>
        </p:nvCxnSpPr>
        <p:spPr>
          <a:xfrm>
            <a:off x="4981209" y="3755898"/>
            <a:ext cx="100426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0" name="Freeform: Shape 509">
            <a:extLst>
              <a:ext uri="{FF2B5EF4-FFF2-40B4-BE49-F238E27FC236}">
                <a16:creationId xmlns:a16="http://schemas.microsoft.com/office/drawing/2014/main" id="{15F5EAF3-DE09-F291-CFAA-15B0E441EAE4}"/>
              </a:ext>
            </a:extLst>
          </p:cNvPr>
          <p:cNvSpPr/>
          <p:nvPr/>
        </p:nvSpPr>
        <p:spPr>
          <a:xfrm>
            <a:off x="7620010" y="4386201"/>
            <a:ext cx="169095" cy="31234"/>
          </a:xfrm>
          <a:custGeom>
            <a:avLst/>
            <a:gdLst>
              <a:gd name="connsiteX0" fmla="*/ 0 w 264584"/>
              <a:gd name="connsiteY0" fmla="*/ 10275 h 46258"/>
              <a:gd name="connsiteX1" fmla="*/ 136525 w 264584"/>
              <a:gd name="connsiteY1" fmla="*/ 750 h 46258"/>
              <a:gd name="connsiteX2" fmla="*/ 190500 w 264584"/>
              <a:gd name="connsiteY2" fmla="*/ 1808 h 46258"/>
              <a:gd name="connsiteX3" fmla="*/ 232834 w 264584"/>
              <a:gd name="connsiteY3" fmla="*/ 11333 h 46258"/>
              <a:gd name="connsiteX4" fmla="*/ 264584 w 264584"/>
              <a:gd name="connsiteY4" fmla="*/ 46258 h 462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64584" h="46258">
                <a:moveTo>
                  <a:pt x="0" y="10275"/>
                </a:moveTo>
                <a:lnTo>
                  <a:pt x="136525" y="750"/>
                </a:lnTo>
                <a:cubicBezTo>
                  <a:pt x="168275" y="-661"/>
                  <a:pt x="174449" y="44"/>
                  <a:pt x="190500" y="1808"/>
                </a:cubicBezTo>
                <a:cubicBezTo>
                  <a:pt x="206551" y="3572"/>
                  <a:pt x="220487" y="3925"/>
                  <a:pt x="232834" y="11333"/>
                </a:cubicBezTo>
                <a:cubicBezTo>
                  <a:pt x="245181" y="18741"/>
                  <a:pt x="254882" y="32499"/>
                  <a:pt x="264584" y="46258"/>
                </a:cubicBezTo>
              </a:path>
            </a:pathLst>
          </a:custGeom>
          <a:noFill/>
          <a:ln>
            <a:solidFill>
              <a:srgbClr val="00B050"/>
            </a:solidFill>
            <a:tailEnd type="triangle" w="sm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57"/>
          </a:p>
        </p:txBody>
      </p:sp>
      <p:sp>
        <p:nvSpPr>
          <p:cNvPr id="511" name="Freeform: Shape 510">
            <a:extLst>
              <a:ext uri="{FF2B5EF4-FFF2-40B4-BE49-F238E27FC236}">
                <a16:creationId xmlns:a16="http://schemas.microsoft.com/office/drawing/2014/main" id="{FA493C8F-CFA5-A32C-5187-5B94502CEC6A}"/>
              </a:ext>
            </a:extLst>
          </p:cNvPr>
          <p:cNvSpPr/>
          <p:nvPr/>
        </p:nvSpPr>
        <p:spPr>
          <a:xfrm rot="20092440" flipH="1">
            <a:off x="7349704" y="4430268"/>
            <a:ext cx="169095" cy="31234"/>
          </a:xfrm>
          <a:custGeom>
            <a:avLst/>
            <a:gdLst>
              <a:gd name="connsiteX0" fmla="*/ 0 w 264584"/>
              <a:gd name="connsiteY0" fmla="*/ 10275 h 46258"/>
              <a:gd name="connsiteX1" fmla="*/ 136525 w 264584"/>
              <a:gd name="connsiteY1" fmla="*/ 750 h 46258"/>
              <a:gd name="connsiteX2" fmla="*/ 190500 w 264584"/>
              <a:gd name="connsiteY2" fmla="*/ 1808 h 46258"/>
              <a:gd name="connsiteX3" fmla="*/ 232834 w 264584"/>
              <a:gd name="connsiteY3" fmla="*/ 11333 h 46258"/>
              <a:gd name="connsiteX4" fmla="*/ 264584 w 264584"/>
              <a:gd name="connsiteY4" fmla="*/ 46258 h 462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64584" h="46258">
                <a:moveTo>
                  <a:pt x="0" y="10275"/>
                </a:moveTo>
                <a:lnTo>
                  <a:pt x="136525" y="750"/>
                </a:lnTo>
                <a:cubicBezTo>
                  <a:pt x="168275" y="-661"/>
                  <a:pt x="174449" y="44"/>
                  <a:pt x="190500" y="1808"/>
                </a:cubicBezTo>
                <a:cubicBezTo>
                  <a:pt x="206551" y="3572"/>
                  <a:pt x="220487" y="3925"/>
                  <a:pt x="232834" y="11333"/>
                </a:cubicBezTo>
                <a:cubicBezTo>
                  <a:pt x="245181" y="18741"/>
                  <a:pt x="254882" y="32499"/>
                  <a:pt x="264584" y="46258"/>
                </a:cubicBezTo>
              </a:path>
            </a:pathLst>
          </a:custGeom>
          <a:noFill/>
          <a:ln>
            <a:solidFill>
              <a:srgbClr val="00B050"/>
            </a:solidFill>
            <a:tailEnd type="triangle" w="sm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57"/>
          </a:p>
        </p:txBody>
      </p:sp>
      <p:sp>
        <p:nvSpPr>
          <p:cNvPr id="512" name="Freeform: Shape 511">
            <a:extLst>
              <a:ext uri="{FF2B5EF4-FFF2-40B4-BE49-F238E27FC236}">
                <a16:creationId xmlns:a16="http://schemas.microsoft.com/office/drawing/2014/main" id="{DE376ACC-B6C7-CD77-46B0-C2CC2969260A}"/>
              </a:ext>
            </a:extLst>
          </p:cNvPr>
          <p:cNvSpPr/>
          <p:nvPr/>
        </p:nvSpPr>
        <p:spPr>
          <a:xfrm rot="356134">
            <a:off x="8253354" y="4212675"/>
            <a:ext cx="169095" cy="31234"/>
          </a:xfrm>
          <a:custGeom>
            <a:avLst/>
            <a:gdLst>
              <a:gd name="connsiteX0" fmla="*/ 0 w 264584"/>
              <a:gd name="connsiteY0" fmla="*/ 10275 h 46258"/>
              <a:gd name="connsiteX1" fmla="*/ 136525 w 264584"/>
              <a:gd name="connsiteY1" fmla="*/ 750 h 46258"/>
              <a:gd name="connsiteX2" fmla="*/ 190500 w 264584"/>
              <a:gd name="connsiteY2" fmla="*/ 1808 h 46258"/>
              <a:gd name="connsiteX3" fmla="*/ 232834 w 264584"/>
              <a:gd name="connsiteY3" fmla="*/ 11333 h 46258"/>
              <a:gd name="connsiteX4" fmla="*/ 264584 w 264584"/>
              <a:gd name="connsiteY4" fmla="*/ 46258 h 462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64584" h="46258">
                <a:moveTo>
                  <a:pt x="0" y="10275"/>
                </a:moveTo>
                <a:lnTo>
                  <a:pt x="136525" y="750"/>
                </a:lnTo>
                <a:cubicBezTo>
                  <a:pt x="168275" y="-661"/>
                  <a:pt x="174449" y="44"/>
                  <a:pt x="190500" y="1808"/>
                </a:cubicBezTo>
                <a:cubicBezTo>
                  <a:pt x="206551" y="3572"/>
                  <a:pt x="220487" y="3925"/>
                  <a:pt x="232834" y="11333"/>
                </a:cubicBezTo>
                <a:cubicBezTo>
                  <a:pt x="245181" y="18741"/>
                  <a:pt x="254882" y="32499"/>
                  <a:pt x="264584" y="46258"/>
                </a:cubicBezTo>
              </a:path>
            </a:pathLst>
          </a:custGeom>
          <a:noFill/>
          <a:ln>
            <a:solidFill>
              <a:srgbClr val="00B050"/>
            </a:solidFill>
            <a:tailEnd type="triangle" w="sm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57"/>
          </a:p>
        </p:txBody>
      </p:sp>
      <p:cxnSp>
        <p:nvCxnSpPr>
          <p:cNvPr id="513" name="Straight Arrow Connector 512">
            <a:extLst>
              <a:ext uri="{FF2B5EF4-FFF2-40B4-BE49-F238E27FC236}">
                <a16:creationId xmlns:a16="http://schemas.microsoft.com/office/drawing/2014/main" id="{40DEA919-422D-E9FA-E7CB-4F5D631AE3B8}"/>
              </a:ext>
            </a:extLst>
          </p:cNvPr>
          <p:cNvCxnSpPr>
            <a:cxnSpLocks/>
          </p:cNvCxnSpPr>
          <p:nvPr/>
        </p:nvCxnSpPr>
        <p:spPr>
          <a:xfrm>
            <a:off x="5112296" y="2525625"/>
            <a:ext cx="0" cy="409428"/>
          </a:xfrm>
          <a:prstGeom prst="straightConnector1">
            <a:avLst/>
          </a:prstGeom>
          <a:ln w="25400">
            <a:solidFill>
              <a:srgbClr val="DEA9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4" name="Straight Arrow Connector 513">
            <a:extLst>
              <a:ext uri="{FF2B5EF4-FFF2-40B4-BE49-F238E27FC236}">
                <a16:creationId xmlns:a16="http://schemas.microsoft.com/office/drawing/2014/main" id="{3F9D142A-901D-3FAF-1E6E-0FF7AE3EA890}"/>
              </a:ext>
            </a:extLst>
          </p:cNvPr>
          <p:cNvCxnSpPr/>
          <p:nvPr/>
        </p:nvCxnSpPr>
        <p:spPr>
          <a:xfrm>
            <a:off x="5578912" y="2525625"/>
            <a:ext cx="0" cy="228675"/>
          </a:xfrm>
          <a:prstGeom prst="straightConnector1">
            <a:avLst/>
          </a:prstGeom>
          <a:ln w="25400">
            <a:solidFill>
              <a:srgbClr val="DEA9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5" name="Straight Arrow Connector 514">
            <a:extLst>
              <a:ext uri="{FF2B5EF4-FFF2-40B4-BE49-F238E27FC236}">
                <a16:creationId xmlns:a16="http://schemas.microsoft.com/office/drawing/2014/main" id="{28E793B8-F911-288D-64F2-1454FB739D17}"/>
              </a:ext>
            </a:extLst>
          </p:cNvPr>
          <p:cNvCxnSpPr/>
          <p:nvPr/>
        </p:nvCxnSpPr>
        <p:spPr>
          <a:xfrm>
            <a:off x="6064634" y="2383660"/>
            <a:ext cx="0" cy="228675"/>
          </a:xfrm>
          <a:prstGeom prst="straightConnector1">
            <a:avLst/>
          </a:prstGeom>
          <a:ln w="25400">
            <a:solidFill>
              <a:srgbClr val="DEA9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6" name="Freeform: Shape 515">
            <a:extLst>
              <a:ext uri="{FF2B5EF4-FFF2-40B4-BE49-F238E27FC236}">
                <a16:creationId xmlns:a16="http://schemas.microsoft.com/office/drawing/2014/main" id="{FDEDF545-87EB-2ED5-7E0F-900C6D4F9C08}"/>
              </a:ext>
            </a:extLst>
          </p:cNvPr>
          <p:cNvSpPr/>
          <p:nvPr/>
        </p:nvSpPr>
        <p:spPr>
          <a:xfrm>
            <a:off x="4774161" y="2930048"/>
            <a:ext cx="207885" cy="145780"/>
          </a:xfrm>
          <a:custGeom>
            <a:avLst/>
            <a:gdLst>
              <a:gd name="connsiteX0" fmla="*/ 325280 w 325280"/>
              <a:gd name="connsiteY0" fmla="*/ 0 h 215900"/>
              <a:gd name="connsiteX1" fmla="*/ 204630 w 325280"/>
              <a:gd name="connsiteY1" fmla="*/ 12700 h 215900"/>
              <a:gd name="connsiteX2" fmla="*/ 75513 w 325280"/>
              <a:gd name="connsiteY2" fmla="*/ 38100 h 215900"/>
              <a:gd name="connsiteX3" fmla="*/ 9896 w 325280"/>
              <a:gd name="connsiteY3" fmla="*/ 110067 h 215900"/>
              <a:gd name="connsiteX4" fmla="*/ 1430 w 325280"/>
              <a:gd name="connsiteY4" fmla="*/ 215900 h 215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5280" h="215900">
                <a:moveTo>
                  <a:pt x="325280" y="0"/>
                </a:moveTo>
                <a:cubicBezTo>
                  <a:pt x="285769" y="3175"/>
                  <a:pt x="246258" y="6350"/>
                  <a:pt x="204630" y="12700"/>
                </a:cubicBezTo>
                <a:cubicBezTo>
                  <a:pt x="163002" y="19050"/>
                  <a:pt x="107969" y="21872"/>
                  <a:pt x="75513" y="38100"/>
                </a:cubicBezTo>
                <a:cubicBezTo>
                  <a:pt x="43057" y="54328"/>
                  <a:pt x="22243" y="80434"/>
                  <a:pt x="9896" y="110067"/>
                </a:cubicBezTo>
                <a:cubicBezTo>
                  <a:pt x="-2451" y="139700"/>
                  <a:pt x="-511" y="177800"/>
                  <a:pt x="1430" y="215900"/>
                </a:cubicBezTo>
              </a:path>
            </a:pathLst>
          </a:custGeom>
          <a:ln w="12700">
            <a:solidFill>
              <a:srgbClr val="00B050"/>
            </a:solidFill>
            <a:prstDash val="solid"/>
            <a:headEnd w="lg" len="med"/>
            <a:tailEnd type="stealth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43543" tIns="21771" rIns="43543" bIns="21771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857"/>
          </a:p>
        </p:txBody>
      </p:sp>
      <p:sp>
        <p:nvSpPr>
          <p:cNvPr id="517" name="Freeform: Shape 516">
            <a:extLst>
              <a:ext uri="{FF2B5EF4-FFF2-40B4-BE49-F238E27FC236}">
                <a16:creationId xmlns:a16="http://schemas.microsoft.com/office/drawing/2014/main" id="{2BFA96FB-AABA-9B31-47D3-ADD135D6CFC7}"/>
              </a:ext>
            </a:extLst>
          </p:cNvPr>
          <p:cNvSpPr/>
          <p:nvPr/>
        </p:nvSpPr>
        <p:spPr>
          <a:xfrm>
            <a:off x="5269273" y="2723696"/>
            <a:ext cx="207885" cy="145780"/>
          </a:xfrm>
          <a:custGeom>
            <a:avLst/>
            <a:gdLst>
              <a:gd name="connsiteX0" fmla="*/ 325280 w 325280"/>
              <a:gd name="connsiteY0" fmla="*/ 0 h 215900"/>
              <a:gd name="connsiteX1" fmla="*/ 204630 w 325280"/>
              <a:gd name="connsiteY1" fmla="*/ 12700 h 215900"/>
              <a:gd name="connsiteX2" fmla="*/ 75513 w 325280"/>
              <a:gd name="connsiteY2" fmla="*/ 38100 h 215900"/>
              <a:gd name="connsiteX3" fmla="*/ 9896 w 325280"/>
              <a:gd name="connsiteY3" fmla="*/ 110067 h 215900"/>
              <a:gd name="connsiteX4" fmla="*/ 1430 w 325280"/>
              <a:gd name="connsiteY4" fmla="*/ 215900 h 215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5280" h="215900">
                <a:moveTo>
                  <a:pt x="325280" y="0"/>
                </a:moveTo>
                <a:cubicBezTo>
                  <a:pt x="285769" y="3175"/>
                  <a:pt x="246258" y="6350"/>
                  <a:pt x="204630" y="12700"/>
                </a:cubicBezTo>
                <a:cubicBezTo>
                  <a:pt x="163002" y="19050"/>
                  <a:pt x="107969" y="21872"/>
                  <a:pt x="75513" y="38100"/>
                </a:cubicBezTo>
                <a:cubicBezTo>
                  <a:pt x="43057" y="54328"/>
                  <a:pt x="22243" y="80434"/>
                  <a:pt x="9896" y="110067"/>
                </a:cubicBezTo>
                <a:cubicBezTo>
                  <a:pt x="-2451" y="139700"/>
                  <a:pt x="-511" y="177800"/>
                  <a:pt x="1430" y="215900"/>
                </a:cubicBezTo>
              </a:path>
            </a:pathLst>
          </a:custGeom>
          <a:ln w="12700">
            <a:solidFill>
              <a:srgbClr val="00B050"/>
            </a:solidFill>
            <a:prstDash val="solid"/>
            <a:headEnd w="lg" len="med"/>
            <a:tailEnd type="stealth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43543" tIns="21771" rIns="43543" bIns="21771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857"/>
          </a:p>
        </p:txBody>
      </p:sp>
      <p:sp>
        <p:nvSpPr>
          <p:cNvPr id="519" name="Freeform: Shape 518">
            <a:extLst>
              <a:ext uri="{FF2B5EF4-FFF2-40B4-BE49-F238E27FC236}">
                <a16:creationId xmlns:a16="http://schemas.microsoft.com/office/drawing/2014/main" id="{4353396D-A49D-7724-8F92-52A29E78B828}"/>
              </a:ext>
            </a:extLst>
          </p:cNvPr>
          <p:cNvSpPr/>
          <p:nvPr/>
        </p:nvSpPr>
        <p:spPr>
          <a:xfrm>
            <a:off x="4563754" y="3152767"/>
            <a:ext cx="317199" cy="313158"/>
          </a:xfrm>
          <a:custGeom>
            <a:avLst/>
            <a:gdLst>
              <a:gd name="connsiteX0" fmla="*/ 0 w 496324"/>
              <a:gd name="connsiteY0" fmla="*/ 2117 h 463785"/>
              <a:gd name="connsiteX1" fmla="*/ 25400 w 496324"/>
              <a:gd name="connsiteY1" fmla="*/ 103717 h 463785"/>
              <a:gd name="connsiteX2" fmla="*/ 67733 w 496324"/>
              <a:gd name="connsiteY2" fmla="*/ 194733 h 463785"/>
              <a:gd name="connsiteX3" fmla="*/ 116417 w 496324"/>
              <a:gd name="connsiteY3" fmla="*/ 309033 h 463785"/>
              <a:gd name="connsiteX4" fmla="*/ 169333 w 496324"/>
              <a:gd name="connsiteY4" fmla="*/ 421217 h 463785"/>
              <a:gd name="connsiteX5" fmla="*/ 184150 w 496324"/>
              <a:gd name="connsiteY5" fmla="*/ 431800 h 463785"/>
              <a:gd name="connsiteX6" fmla="*/ 203200 w 496324"/>
              <a:gd name="connsiteY6" fmla="*/ 457200 h 463785"/>
              <a:gd name="connsiteX7" fmla="*/ 211667 w 496324"/>
              <a:gd name="connsiteY7" fmla="*/ 461433 h 463785"/>
              <a:gd name="connsiteX8" fmla="*/ 245533 w 496324"/>
              <a:gd name="connsiteY8" fmla="*/ 459317 h 463785"/>
              <a:gd name="connsiteX9" fmla="*/ 408517 w 496324"/>
              <a:gd name="connsiteY9" fmla="*/ 459317 h 463785"/>
              <a:gd name="connsiteX10" fmla="*/ 472017 w 496324"/>
              <a:gd name="connsiteY10" fmla="*/ 461433 h 463785"/>
              <a:gd name="connsiteX11" fmla="*/ 482600 w 496324"/>
              <a:gd name="connsiteY11" fmla="*/ 461433 h 463785"/>
              <a:gd name="connsiteX12" fmla="*/ 495300 w 496324"/>
              <a:gd name="connsiteY12" fmla="*/ 461433 h 463785"/>
              <a:gd name="connsiteX13" fmla="*/ 495300 w 496324"/>
              <a:gd name="connsiteY13" fmla="*/ 429683 h 463785"/>
              <a:gd name="connsiteX14" fmla="*/ 493183 w 496324"/>
              <a:gd name="connsiteY14" fmla="*/ 162983 h 463785"/>
              <a:gd name="connsiteX15" fmla="*/ 488950 w 496324"/>
              <a:gd name="connsiteY15" fmla="*/ 27517 h 463785"/>
              <a:gd name="connsiteX16" fmla="*/ 491067 w 496324"/>
              <a:gd name="connsiteY16" fmla="*/ 2117 h 463785"/>
              <a:gd name="connsiteX17" fmla="*/ 469900 w 496324"/>
              <a:gd name="connsiteY17" fmla="*/ 2117 h 463785"/>
              <a:gd name="connsiteX18" fmla="*/ 452967 w 496324"/>
              <a:gd name="connsiteY18" fmla="*/ 0 h 463785"/>
              <a:gd name="connsiteX19" fmla="*/ 0 w 496324"/>
              <a:gd name="connsiteY19" fmla="*/ 2117 h 4637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496324" h="463785">
                <a:moveTo>
                  <a:pt x="0" y="2117"/>
                </a:moveTo>
                <a:cubicBezTo>
                  <a:pt x="7055" y="36865"/>
                  <a:pt x="14111" y="71614"/>
                  <a:pt x="25400" y="103717"/>
                </a:cubicBezTo>
                <a:cubicBezTo>
                  <a:pt x="36689" y="135820"/>
                  <a:pt x="52564" y="160514"/>
                  <a:pt x="67733" y="194733"/>
                </a:cubicBezTo>
                <a:cubicBezTo>
                  <a:pt x="82902" y="228952"/>
                  <a:pt x="99484" y="271286"/>
                  <a:pt x="116417" y="309033"/>
                </a:cubicBezTo>
                <a:cubicBezTo>
                  <a:pt x="133350" y="346780"/>
                  <a:pt x="158044" y="400756"/>
                  <a:pt x="169333" y="421217"/>
                </a:cubicBezTo>
                <a:cubicBezTo>
                  <a:pt x="180622" y="441678"/>
                  <a:pt x="178506" y="425803"/>
                  <a:pt x="184150" y="431800"/>
                </a:cubicBezTo>
                <a:cubicBezTo>
                  <a:pt x="189795" y="437797"/>
                  <a:pt x="203200" y="457200"/>
                  <a:pt x="203200" y="457200"/>
                </a:cubicBezTo>
                <a:cubicBezTo>
                  <a:pt x="207786" y="462139"/>
                  <a:pt x="204612" y="461080"/>
                  <a:pt x="211667" y="461433"/>
                </a:cubicBezTo>
                <a:cubicBezTo>
                  <a:pt x="218722" y="461786"/>
                  <a:pt x="212725" y="459670"/>
                  <a:pt x="245533" y="459317"/>
                </a:cubicBezTo>
                <a:cubicBezTo>
                  <a:pt x="278341" y="458964"/>
                  <a:pt x="370770" y="458964"/>
                  <a:pt x="408517" y="459317"/>
                </a:cubicBezTo>
                <a:cubicBezTo>
                  <a:pt x="446264" y="459670"/>
                  <a:pt x="459670" y="461080"/>
                  <a:pt x="472017" y="461433"/>
                </a:cubicBezTo>
                <a:cubicBezTo>
                  <a:pt x="484364" y="461786"/>
                  <a:pt x="482600" y="461433"/>
                  <a:pt x="482600" y="461433"/>
                </a:cubicBezTo>
                <a:cubicBezTo>
                  <a:pt x="486480" y="461433"/>
                  <a:pt x="493183" y="466725"/>
                  <a:pt x="495300" y="461433"/>
                </a:cubicBezTo>
                <a:cubicBezTo>
                  <a:pt x="497417" y="456141"/>
                  <a:pt x="495653" y="479425"/>
                  <a:pt x="495300" y="429683"/>
                </a:cubicBezTo>
                <a:cubicBezTo>
                  <a:pt x="494947" y="379941"/>
                  <a:pt x="494241" y="230011"/>
                  <a:pt x="493183" y="162983"/>
                </a:cubicBezTo>
                <a:cubicBezTo>
                  <a:pt x="492125" y="95955"/>
                  <a:pt x="489303" y="54328"/>
                  <a:pt x="488950" y="27517"/>
                </a:cubicBezTo>
                <a:cubicBezTo>
                  <a:pt x="488597" y="706"/>
                  <a:pt x="494242" y="6350"/>
                  <a:pt x="491067" y="2117"/>
                </a:cubicBezTo>
                <a:cubicBezTo>
                  <a:pt x="487892" y="-2116"/>
                  <a:pt x="476250" y="2470"/>
                  <a:pt x="469900" y="2117"/>
                </a:cubicBezTo>
                <a:cubicBezTo>
                  <a:pt x="463550" y="1764"/>
                  <a:pt x="452967" y="0"/>
                  <a:pt x="452967" y="0"/>
                </a:cubicBezTo>
                <a:lnTo>
                  <a:pt x="0" y="2117"/>
                </a:lnTo>
                <a:close/>
              </a:path>
            </a:pathLst>
          </a:custGeom>
          <a:solidFill>
            <a:schemeClr val="accent1">
              <a:alpha val="2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3543" tIns="21771" rIns="43543" bIns="21771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857" dirty="0"/>
          </a:p>
        </p:txBody>
      </p:sp>
      <p:cxnSp>
        <p:nvCxnSpPr>
          <p:cNvPr id="522" name="Straight Arrow Connector 521">
            <a:extLst>
              <a:ext uri="{FF2B5EF4-FFF2-40B4-BE49-F238E27FC236}">
                <a16:creationId xmlns:a16="http://schemas.microsoft.com/office/drawing/2014/main" id="{FCF11899-BC85-8D4A-D904-64444FE74D01}"/>
              </a:ext>
            </a:extLst>
          </p:cNvPr>
          <p:cNvCxnSpPr>
            <a:cxnSpLocks/>
          </p:cNvCxnSpPr>
          <p:nvPr/>
        </p:nvCxnSpPr>
        <p:spPr>
          <a:xfrm flipV="1">
            <a:off x="3524414" y="5120700"/>
            <a:ext cx="76724" cy="95567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3" name="Straight Arrow Connector 522">
            <a:extLst>
              <a:ext uri="{FF2B5EF4-FFF2-40B4-BE49-F238E27FC236}">
                <a16:creationId xmlns:a16="http://schemas.microsoft.com/office/drawing/2014/main" id="{B6C7C892-88D1-F613-9B97-FCF4DA2C1B02}"/>
              </a:ext>
            </a:extLst>
          </p:cNvPr>
          <p:cNvCxnSpPr>
            <a:cxnSpLocks/>
          </p:cNvCxnSpPr>
          <p:nvPr/>
        </p:nvCxnSpPr>
        <p:spPr>
          <a:xfrm>
            <a:off x="3623458" y="5126566"/>
            <a:ext cx="83127" cy="85866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6" name="Straight Connector 525">
            <a:extLst>
              <a:ext uri="{FF2B5EF4-FFF2-40B4-BE49-F238E27FC236}">
                <a16:creationId xmlns:a16="http://schemas.microsoft.com/office/drawing/2014/main" id="{1C2CCB2D-DA1C-27FB-397B-5604C4B6AA0C}"/>
              </a:ext>
            </a:extLst>
          </p:cNvPr>
          <p:cNvCxnSpPr>
            <a:cxnSpLocks/>
          </p:cNvCxnSpPr>
          <p:nvPr/>
        </p:nvCxnSpPr>
        <p:spPr>
          <a:xfrm>
            <a:off x="4877424" y="3366149"/>
            <a:ext cx="46621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8" name="Straight Connector 527">
            <a:extLst>
              <a:ext uri="{FF2B5EF4-FFF2-40B4-BE49-F238E27FC236}">
                <a16:creationId xmlns:a16="http://schemas.microsoft.com/office/drawing/2014/main" id="{7562DED5-F40E-1223-24D7-D59EE85DAADA}"/>
              </a:ext>
            </a:extLst>
          </p:cNvPr>
          <p:cNvCxnSpPr>
            <a:cxnSpLocks/>
          </p:cNvCxnSpPr>
          <p:nvPr/>
        </p:nvCxnSpPr>
        <p:spPr>
          <a:xfrm>
            <a:off x="5343641" y="3317876"/>
            <a:ext cx="46243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0" name="Straight Connector 529">
            <a:extLst>
              <a:ext uri="{FF2B5EF4-FFF2-40B4-BE49-F238E27FC236}">
                <a16:creationId xmlns:a16="http://schemas.microsoft.com/office/drawing/2014/main" id="{7B20A7D3-D28E-6597-8301-2AB5D3460A19}"/>
              </a:ext>
            </a:extLst>
          </p:cNvPr>
          <p:cNvCxnSpPr>
            <a:cxnSpLocks/>
          </p:cNvCxnSpPr>
          <p:nvPr/>
        </p:nvCxnSpPr>
        <p:spPr>
          <a:xfrm>
            <a:off x="5806072" y="3274141"/>
            <a:ext cx="46243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1" name="Straight Connector 530">
            <a:extLst>
              <a:ext uri="{FF2B5EF4-FFF2-40B4-BE49-F238E27FC236}">
                <a16:creationId xmlns:a16="http://schemas.microsoft.com/office/drawing/2014/main" id="{6F134F75-C373-3361-241C-AAF52815D8C4}"/>
              </a:ext>
            </a:extLst>
          </p:cNvPr>
          <p:cNvCxnSpPr>
            <a:cxnSpLocks/>
          </p:cNvCxnSpPr>
          <p:nvPr/>
        </p:nvCxnSpPr>
        <p:spPr>
          <a:xfrm>
            <a:off x="6272994" y="3234266"/>
            <a:ext cx="10618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73" name="Group 572">
            <a:extLst>
              <a:ext uri="{FF2B5EF4-FFF2-40B4-BE49-F238E27FC236}">
                <a16:creationId xmlns:a16="http://schemas.microsoft.com/office/drawing/2014/main" id="{D46F9DD0-3D31-F409-8573-C779A28BE5CA}"/>
              </a:ext>
            </a:extLst>
          </p:cNvPr>
          <p:cNvGrpSpPr/>
          <p:nvPr/>
        </p:nvGrpSpPr>
        <p:grpSpPr>
          <a:xfrm>
            <a:off x="7883665" y="3953605"/>
            <a:ext cx="3328283" cy="1453430"/>
            <a:chOff x="18776153" y="19856450"/>
            <a:chExt cx="5207797" cy="2152521"/>
          </a:xfrm>
        </p:grpSpPr>
        <p:pic>
          <p:nvPicPr>
            <p:cNvPr id="575" name="Picture 574" descr="A picture containing nature&#10;&#10;Description automatically generated">
              <a:extLst>
                <a:ext uri="{FF2B5EF4-FFF2-40B4-BE49-F238E27FC236}">
                  <a16:creationId xmlns:a16="http://schemas.microsoft.com/office/drawing/2014/main" id="{9D8DDA3B-3BA7-9FDD-70A2-C97ACCBA2A5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9079" r="16864"/>
            <a:stretch/>
          </p:blipFill>
          <p:spPr>
            <a:xfrm rot="20408435">
              <a:off x="22245670" y="19927514"/>
              <a:ext cx="1197750" cy="1186524"/>
            </a:xfrm>
            <a:prstGeom prst="rect">
              <a:avLst/>
            </a:prstGeom>
          </p:spPr>
        </p:pic>
        <p:pic>
          <p:nvPicPr>
            <p:cNvPr id="576" name="Picture 575" descr="A picture containing nature&#10;&#10;Description automatically generated">
              <a:extLst>
                <a:ext uri="{FF2B5EF4-FFF2-40B4-BE49-F238E27FC236}">
                  <a16:creationId xmlns:a16="http://schemas.microsoft.com/office/drawing/2014/main" id="{1817556D-C617-BBBD-6E09-FE1F3BFC9B3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9080"/>
            <a:stretch/>
          </p:blipFill>
          <p:spPr>
            <a:xfrm rot="20408435">
              <a:off x="22183014" y="19987098"/>
              <a:ext cx="1470494" cy="1480010"/>
            </a:xfrm>
            <a:prstGeom prst="rect">
              <a:avLst/>
            </a:prstGeom>
          </p:spPr>
        </p:pic>
        <p:sp>
          <p:nvSpPr>
            <p:cNvPr id="578" name="Parallelogram 577">
              <a:extLst>
                <a:ext uri="{FF2B5EF4-FFF2-40B4-BE49-F238E27FC236}">
                  <a16:creationId xmlns:a16="http://schemas.microsoft.com/office/drawing/2014/main" id="{2F9C18DE-F059-A064-3B2D-C0CF3C391E49}"/>
                </a:ext>
              </a:extLst>
            </p:cNvPr>
            <p:cNvSpPr/>
            <p:nvPr/>
          </p:nvSpPr>
          <p:spPr>
            <a:xfrm rot="20386307">
              <a:off x="22131525" y="21236325"/>
              <a:ext cx="1612240" cy="562650"/>
            </a:xfrm>
            <a:prstGeom prst="parallelogram">
              <a:avLst>
                <a:gd name="adj" fmla="val 38372"/>
              </a:avLst>
            </a:prstGeom>
            <a:solidFill>
              <a:srgbClr val="CDD9E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57"/>
            </a:p>
          </p:txBody>
        </p:sp>
        <p:pic>
          <p:nvPicPr>
            <p:cNvPr id="574" name="Picture 573" descr="A picture containing nature&#10;&#10;Description automatically generated">
              <a:extLst>
                <a:ext uri="{FF2B5EF4-FFF2-40B4-BE49-F238E27FC236}">
                  <a16:creationId xmlns:a16="http://schemas.microsoft.com/office/drawing/2014/main" id="{35D3224E-9DDE-A6FD-03AB-D3BE20A5206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9080" t="23553" b="65286"/>
            <a:stretch/>
          </p:blipFill>
          <p:spPr>
            <a:xfrm rot="20408435">
              <a:off x="21848004" y="20141959"/>
              <a:ext cx="1427514" cy="153916"/>
            </a:xfrm>
            <a:prstGeom prst="rect">
              <a:avLst/>
            </a:prstGeom>
          </p:spPr>
        </p:pic>
        <p:sp>
          <p:nvSpPr>
            <p:cNvPr id="577" name="Freeform: Shape 576">
              <a:extLst>
                <a:ext uri="{FF2B5EF4-FFF2-40B4-BE49-F238E27FC236}">
                  <a16:creationId xmlns:a16="http://schemas.microsoft.com/office/drawing/2014/main" id="{108CB879-B209-472D-4E0F-1AF4BC54731E}"/>
                </a:ext>
              </a:extLst>
            </p:cNvPr>
            <p:cNvSpPr/>
            <p:nvPr/>
          </p:nvSpPr>
          <p:spPr>
            <a:xfrm>
              <a:off x="22853650" y="19856450"/>
              <a:ext cx="1130300" cy="1428750"/>
            </a:xfrm>
            <a:custGeom>
              <a:avLst/>
              <a:gdLst>
                <a:gd name="connsiteX0" fmla="*/ 0 w 1581150"/>
                <a:gd name="connsiteY0" fmla="*/ 139700 h 1892300"/>
                <a:gd name="connsiteX1" fmla="*/ 184150 w 1581150"/>
                <a:gd name="connsiteY1" fmla="*/ 203200 h 1892300"/>
                <a:gd name="connsiteX2" fmla="*/ 317500 w 1581150"/>
                <a:gd name="connsiteY2" fmla="*/ 254000 h 1892300"/>
                <a:gd name="connsiteX3" fmla="*/ 501650 w 1581150"/>
                <a:gd name="connsiteY3" fmla="*/ 381000 h 1892300"/>
                <a:gd name="connsiteX4" fmla="*/ 666750 w 1581150"/>
                <a:gd name="connsiteY4" fmla="*/ 539750 h 1892300"/>
                <a:gd name="connsiteX5" fmla="*/ 742950 w 1581150"/>
                <a:gd name="connsiteY5" fmla="*/ 666750 h 1892300"/>
                <a:gd name="connsiteX6" fmla="*/ 812800 w 1581150"/>
                <a:gd name="connsiteY6" fmla="*/ 806450 h 1892300"/>
                <a:gd name="connsiteX7" fmla="*/ 844550 w 1581150"/>
                <a:gd name="connsiteY7" fmla="*/ 958850 h 1892300"/>
                <a:gd name="connsiteX8" fmla="*/ 857250 w 1581150"/>
                <a:gd name="connsiteY8" fmla="*/ 1149350 h 1892300"/>
                <a:gd name="connsiteX9" fmla="*/ 838200 w 1581150"/>
                <a:gd name="connsiteY9" fmla="*/ 1320800 h 1892300"/>
                <a:gd name="connsiteX10" fmla="*/ 812800 w 1581150"/>
                <a:gd name="connsiteY10" fmla="*/ 1428750 h 1892300"/>
                <a:gd name="connsiteX11" fmla="*/ 755650 w 1581150"/>
                <a:gd name="connsiteY11" fmla="*/ 1530350 h 1892300"/>
                <a:gd name="connsiteX12" fmla="*/ 971550 w 1581150"/>
                <a:gd name="connsiteY12" fmla="*/ 1892300 h 1892300"/>
                <a:gd name="connsiteX13" fmla="*/ 1568450 w 1581150"/>
                <a:gd name="connsiteY13" fmla="*/ 1612900 h 1892300"/>
                <a:gd name="connsiteX14" fmla="*/ 1581150 w 1581150"/>
                <a:gd name="connsiteY14" fmla="*/ 1524000 h 1892300"/>
                <a:gd name="connsiteX15" fmla="*/ 1568450 w 1581150"/>
                <a:gd name="connsiteY15" fmla="*/ 476250 h 1892300"/>
                <a:gd name="connsiteX16" fmla="*/ 1498600 w 1581150"/>
                <a:gd name="connsiteY16" fmla="*/ 330200 h 1892300"/>
                <a:gd name="connsiteX17" fmla="*/ 698500 w 1581150"/>
                <a:gd name="connsiteY17" fmla="*/ 0 h 1892300"/>
                <a:gd name="connsiteX18" fmla="*/ 254000 w 1581150"/>
                <a:gd name="connsiteY18" fmla="*/ 63500 h 1892300"/>
                <a:gd name="connsiteX0" fmla="*/ 0 w 1581150"/>
                <a:gd name="connsiteY0" fmla="*/ 139700 h 1892300"/>
                <a:gd name="connsiteX1" fmla="*/ 184150 w 1581150"/>
                <a:gd name="connsiteY1" fmla="*/ 203200 h 1892300"/>
                <a:gd name="connsiteX2" fmla="*/ 317500 w 1581150"/>
                <a:gd name="connsiteY2" fmla="*/ 254000 h 1892300"/>
                <a:gd name="connsiteX3" fmla="*/ 501650 w 1581150"/>
                <a:gd name="connsiteY3" fmla="*/ 381000 h 1892300"/>
                <a:gd name="connsiteX4" fmla="*/ 666750 w 1581150"/>
                <a:gd name="connsiteY4" fmla="*/ 539750 h 1892300"/>
                <a:gd name="connsiteX5" fmla="*/ 742950 w 1581150"/>
                <a:gd name="connsiteY5" fmla="*/ 666750 h 1892300"/>
                <a:gd name="connsiteX6" fmla="*/ 812800 w 1581150"/>
                <a:gd name="connsiteY6" fmla="*/ 806450 h 1892300"/>
                <a:gd name="connsiteX7" fmla="*/ 844550 w 1581150"/>
                <a:gd name="connsiteY7" fmla="*/ 958850 h 1892300"/>
                <a:gd name="connsiteX8" fmla="*/ 857250 w 1581150"/>
                <a:gd name="connsiteY8" fmla="*/ 1149350 h 1892300"/>
                <a:gd name="connsiteX9" fmla="*/ 838200 w 1581150"/>
                <a:gd name="connsiteY9" fmla="*/ 1320800 h 1892300"/>
                <a:gd name="connsiteX10" fmla="*/ 812800 w 1581150"/>
                <a:gd name="connsiteY10" fmla="*/ 1428750 h 1892300"/>
                <a:gd name="connsiteX11" fmla="*/ 755650 w 1581150"/>
                <a:gd name="connsiteY11" fmla="*/ 1530350 h 1892300"/>
                <a:gd name="connsiteX12" fmla="*/ 971550 w 1581150"/>
                <a:gd name="connsiteY12" fmla="*/ 1892300 h 1892300"/>
                <a:gd name="connsiteX13" fmla="*/ 1568450 w 1581150"/>
                <a:gd name="connsiteY13" fmla="*/ 1612900 h 1892300"/>
                <a:gd name="connsiteX14" fmla="*/ 1581150 w 1581150"/>
                <a:gd name="connsiteY14" fmla="*/ 1524000 h 1892300"/>
                <a:gd name="connsiteX15" fmla="*/ 1568450 w 1581150"/>
                <a:gd name="connsiteY15" fmla="*/ 476250 h 1892300"/>
                <a:gd name="connsiteX16" fmla="*/ 1498600 w 1581150"/>
                <a:gd name="connsiteY16" fmla="*/ 330200 h 1892300"/>
                <a:gd name="connsiteX17" fmla="*/ 698500 w 1581150"/>
                <a:gd name="connsiteY17" fmla="*/ 0 h 1892300"/>
                <a:gd name="connsiteX18" fmla="*/ 12700 w 1581150"/>
                <a:gd name="connsiteY18" fmla="*/ 133350 h 1892300"/>
                <a:gd name="connsiteX0" fmla="*/ 0 w 1581150"/>
                <a:gd name="connsiteY0" fmla="*/ 139700 h 1892300"/>
                <a:gd name="connsiteX1" fmla="*/ 184150 w 1581150"/>
                <a:gd name="connsiteY1" fmla="*/ 203200 h 1892300"/>
                <a:gd name="connsiteX2" fmla="*/ 317500 w 1581150"/>
                <a:gd name="connsiteY2" fmla="*/ 254000 h 1892300"/>
                <a:gd name="connsiteX3" fmla="*/ 501650 w 1581150"/>
                <a:gd name="connsiteY3" fmla="*/ 381000 h 1892300"/>
                <a:gd name="connsiteX4" fmla="*/ 666750 w 1581150"/>
                <a:gd name="connsiteY4" fmla="*/ 539750 h 1892300"/>
                <a:gd name="connsiteX5" fmla="*/ 742950 w 1581150"/>
                <a:gd name="connsiteY5" fmla="*/ 666750 h 1892300"/>
                <a:gd name="connsiteX6" fmla="*/ 812800 w 1581150"/>
                <a:gd name="connsiteY6" fmla="*/ 806450 h 1892300"/>
                <a:gd name="connsiteX7" fmla="*/ 844550 w 1581150"/>
                <a:gd name="connsiteY7" fmla="*/ 958850 h 1892300"/>
                <a:gd name="connsiteX8" fmla="*/ 857250 w 1581150"/>
                <a:gd name="connsiteY8" fmla="*/ 1149350 h 1892300"/>
                <a:gd name="connsiteX9" fmla="*/ 838200 w 1581150"/>
                <a:gd name="connsiteY9" fmla="*/ 1320800 h 1892300"/>
                <a:gd name="connsiteX10" fmla="*/ 812800 w 1581150"/>
                <a:gd name="connsiteY10" fmla="*/ 1428750 h 1892300"/>
                <a:gd name="connsiteX11" fmla="*/ 755650 w 1581150"/>
                <a:gd name="connsiteY11" fmla="*/ 1530350 h 1892300"/>
                <a:gd name="connsiteX12" fmla="*/ 971550 w 1581150"/>
                <a:gd name="connsiteY12" fmla="*/ 1892300 h 1892300"/>
                <a:gd name="connsiteX13" fmla="*/ 1568450 w 1581150"/>
                <a:gd name="connsiteY13" fmla="*/ 1612900 h 1892300"/>
                <a:gd name="connsiteX14" fmla="*/ 1581150 w 1581150"/>
                <a:gd name="connsiteY14" fmla="*/ 1524000 h 1892300"/>
                <a:gd name="connsiteX15" fmla="*/ 1568450 w 1581150"/>
                <a:gd name="connsiteY15" fmla="*/ 476250 h 1892300"/>
                <a:gd name="connsiteX16" fmla="*/ 1498600 w 1581150"/>
                <a:gd name="connsiteY16" fmla="*/ 330200 h 1892300"/>
                <a:gd name="connsiteX17" fmla="*/ 698500 w 1581150"/>
                <a:gd name="connsiteY17" fmla="*/ 0 h 1892300"/>
                <a:gd name="connsiteX18" fmla="*/ 12700 w 1581150"/>
                <a:gd name="connsiteY18" fmla="*/ 133350 h 1892300"/>
                <a:gd name="connsiteX19" fmla="*/ 0 w 1581150"/>
                <a:gd name="connsiteY19" fmla="*/ 139700 h 1892300"/>
                <a:gd name="connsiteX0" fmla="*/ 0 w 1581150"/>
                <a:gd name="connsiteY0" fmla="*/ 139700 h 1612900"/>
                <a:gd name="connsiteX1" fmla="*/ 184150 w 1581150"/>
                <a:gd name="connsiteY1" fmla="*/ 203200 h 1612900"/>
                <a:gd name="connsiteX2" fmla="*/ 317500 w 1581150"/>
                <a:gd name="connsiteY2" fmla="*/ 254000 h 1612900"/>
                <a:gd name="connsiteX3" fmla="*/ 501650 w 1581150"/>
                <a:gd name="connsiteY3" fmla="*/ 381000 h 1612900"/>
                <a:gd name="connsiteX4" fmla="*/ 666750 w 1581150"/>
                <a:gd name="connsiteY4" fmla="*/ 539750 h 1612900"/>
                <a:gd name="connsiteX5" fmla="*/ 742950 w 1581150"/>
                <a:gd name="connsiteY5" fmla="*/ 666750 h 1612900"/>
                <a:gd name="connsiteX6" fmla="*/ 812800 w 1581150"/>
                <a:gd name="connsiteY6" fmla="*/ 806450 h 1612900"/>
                <a:gd name="connsiteX7" fmla="*/ 844550 w 1581150"/>
                <a:gd name="connsiteY7" fmla="*/ 958850 h 1612900"/>
                <a:gd name="connsiteX8" fmla="*/ 857250 w 1581150"/>
                <a:gd name="connsiteY8" fmla="*/ 1149350 h 1612900"/>
                <a:gd name="connsiteX9" fmla="*/ 838200 w 1581150"/>
                <a:gd name="connsiteY9" fmla="*/ 1320800 h 1612900"/>
                <a:gd name="connsiteX10" fmla="*/ 812800 w 1581150"/>
                <a:gd name="connsiteY10" fmla="*/ 1428750 h 1612900"/>
                <a:gd name="connsiteX11" fmla="*/ 755650 w 1581150"/>
                <a:gd name="connsiteY11" fmla="*/ 1530350 h 1612900"/>
                <a:gd name="connsiteX12" fmla="*/ 1060450 w 1581150"/>
                <a:gd name="connsiteY12" fmla="*/ 1530350 h 1612900"/>
                <a:gd name="connsiteX13" fmla="*/ 1568450 w 1581150"/>
                <a:gd name="connsiteY13" fmla="*/ 1612900 h 1612900"/>
                <a:gd name="connsiteX14" fmla="*/ 1581150 w 1581150"/>
                <a:gd name="connsiteY14" fmla="*/ 1524000 h 1612900"/>
                <a:gd name="connsiteX15" fmla="*/ 1568450 w 1581150"/>
                <a:gd name="connsiteY15" fmla="*/ 476250 h 1612900"/>
                <a:gd name="connsiteX16" fmla="*/ 1498600 w 1581150"/>
                <a:gd name="connsiteY16" fmla="*/ 330200 h 1612900"/>
                <a:gd name="connsiteX17" fmla="*/ 698500 w 1581150"/>
                <a:gd name="connsiteY17" fmla="*/ 0 h 1612900"/>
                <a:gd name="connsiteX18" fmla="*/ 12700 w 1581150"/>
                <a:gd name="connsiteY18" fmla="*/ 133350 h 1612900"/>
                <a:gd name="connsiteX19" fmla="*/ 0 w 1581150"/>
                <a:gd name="connsiteY19" fmla="*/ 139700 h 1612900"/>
                <a:gd name="connsiteX0" fmla="*/ 0 w 1581150"/>
                <a:gd name="connsiteY0" fmla="*/ 139700 h 1530350"/>
                <a:gd name="connsiteX1" fmla="*/ 184150 w 1581150"/>
                <a:gd name="connsiteY1" fmla="*/ 203200 h 1530350"/>
                <a:gd name="connsiteX2" fmla="*/ 317500 w 1581150"/>
                <a:gd name="connsiteY2" fmla="*/ 254000 h 1530350"/>
                <a:gd name="connsiteX3" fmla="*/ 501650 w 1581150"/>
                <a:gd name="connsiteY3" fmla="*/ 381000 h 1530350"/>
                <a:gd name="connsiteX4" fmla="*/ 666750 w 1581150"/>
                <a:gd name="connsiteY4" fmla="*/ 539750 h 1530350"/>
                <a:gd name="connsiteX5" fmla="*/ 742950 w 1581150"/>
                <a:gd name="connsiteY5" fmla="*/ 666750 h 1530350"/>
                <a:gd name="connsiteX6" fmla="*/ 812800 w 1581150"/>
                <a:gd name="connsiteY6" fmla="*/ 806450 h 1530350"/>
                <a:gd name="connsiteX7" fmla="*/ 844550 w 1581150"/>
                <a:gd name="connsiteY7" fmla="*/ 958850 h 1530350"/>
                <a:gd name="connsiteX8" fmla="*/ 857250 w 1581150"/>
                <a:gd name="connsiteY8" fmla="*/ 1149350 h 1530350"/>
                <a:gd name="connsiteX9" fmla="*/ 838200 w 1581150"/>
                <a:gd name="connsiteY9" fmla="*/ 1320800 h 1530350"/>
                <a:gd name="connsiteX10" fmla="*/ 812800 w 1581150"/>
                <a:gd name="connsiteY10" fmla="*/ 1428750 h 1530350"/>
                <a:gd name="connsiteX11" fmla="*/ 755650 w 1581150"/>
                <a:gd name="connsiteY11" fmla="*/ 1530350 h 1530350"/>
                <a:gd name="connsiteX12" fmla="*/ 1060450 w 1581150"/>
                <a:gd name="connsiteY12" fmla="*/ 1530350 h 1530350"/>
                <a:gd name="connsiteX13" fmla="*/ 1130300 w 1581150"/>
                <a:gd name="connsiteY13" fmla="*/ 1397000 h 1530350"/>
                <a:gd name="connsiteX14" fmla="*/ 1581150 w 1581150"/>
                <a:gd name="connsiteY14" fmla="*/ 1524000 h 1530350"/>
                <a:gd name="connsiteX15" fmla="*/ 1568450 w 1581150"/>
                <a:gd name="connsiteY15" fmla="*/ 476250 h 1530350"/>
                <a:gd name="connsiteX16" fmla="*/ 1498600 w 1581150"/>
                <a:gd name="connsiteY16" fmla="*/ 330200 h 1530350"/>
                <a:gd name="connsiteX17" fmla="*/ 698500 w 1581150"/>
                <a:gd name="connsiteY17" fmla="*/ 0 h 1530350"/>
                <a:gd name="connsiteX18" fmla="*/ 12700 w 1581150"/>
                <a:gd name="connsiteY18" fmla="*/ 133350 h 1530350"/>
                <a:gd name="connsiteX19" fmla="*/ 0 w 1581150"/>
                <a:gd name="connsiteY19" fmla="*/ 139700 h 1530350"/>
                <a:gd name="connsiteX0" fmla="*/ 0 w 1568450"/>
                <a:gd name="connsiteY0" fmla="*/ 139700 h 1530350"/>
                <a:gd name="connsiteX1" fmla="*/ 184150 w 1568450"/>
                <a:gd name="connsiteY1" fmla="*/ 203200 h 1530350"/>
                <a:gd name="connsiteX2" fmla="*/ 317500 w 1568450"/>
                <a:gd name="connsiteY2" fmla="*/ 254000 h 1530350"/>
                <a:gd name="connsiteX3" fmla="*/ 501650 w 1568450"/>
                <a:gd name="connsiteY3" fmla="*/ 381000 h 1530350"/>
                <a:gd name="connsiteX4" fmla="*/ 666750 w 1568450"/>
                <a:gd name="connsiteY4" fmla="*/ 539750 h 1530350"/>
                <a:gd name="connsiteX5" fmla="*/ 742950 w 1568450"/>
                <a:gd name="connsiteY5" fmla="*/ 666750 h 1530350"/>
                <a:gd name="connsiteX6" fmla="*/ 812800 w 1568450"/>
                <a:gd name="connsiteY6" fmla="*/ 806450 h 1530350"/>
                <a:gd name="connsiteX7" fmla="*/ 844550 w 1568450"/>
                <a:gd name="connsiteY7" fmla="*/ 958850 h 1530350"/>
                <a:gd name="connsiteX8" fmla="*/ 857250 w 1568450"/>
                <a:gd name="connsiteY8" fmla="*/ 1149350 h 1530350"/>
                <a:gd name="connsiteX9" fmla="*/ 838200 w 1568450"/>
                <a:gd name="connsiteY9" fmla="*/ 1320800 h 1530350"/>
                <a:gd name="connsiteX10" fmla="*/ 812800 w 1568450"/>
                <a:gd name="connsiteY10" fmla="*/ 1428750 h 1530350"/>
                <a:gd name="connsiteX11" fmla="*/ 755650 w 1568450"/>
                <a:gd name="connsiteY11" fmla="*/ 1530350 h 1530350"/>
                <a:gd name="connsiteX12" fmla="*/ 1060450 w 1568450"/>
                <a:gd name="connsiteY12" fmla="*/ 1530350 h 1530350"/>
                <a:gd name="connsiteX13" fmla="*/ 1130300 w 1568450"/>
                <a:gd name="connsiteY13" fmla="*/ 1397000 h 1530350"/>
                <a:gd name="connsiteX14" fmla="*/ 1054100 w 1568450"/>
                <a:gd name="connsiteY14" fmla="*/ 1028700 h 1530350"/>
                <a:gd name="connsiteX15" fmla="*/ 1568450 w 1568450"/>
                <a:gd name="connsiteY15" fmla="*/ 476250 h 1530350"/>
                <a:gd name="connsiteX16" fmla="*/ 1498600 w 1568450"/>
                <a:gd name="connsiteY16" fmla="*/ 330200 h 1530350"/>
                <a:gd name="connsiteX17" fmla="*/ 698500 w 1568450"/>
                <a:gd name="connsiteY17" fmla="*/ 0 h 1530350"/>
                <a:gd name="connsiteX18" fmla="*/ 12700 w 1568450"/>
                <a:gd name="connsiteY18" fmla="*/ 133350 h 1530350"/>
                <a:gd name="connsiteX19" fmla="*/ 0 w 1568450"/>
                <a:gd name="connsiteY19" fmla="*/ 139700 h 1530350"/>
                <a:gd name="connsiteX0" fmla="*/ 0 w 1499356"/>
                <a:gd name="connsiteY0" fmla="*/ 139700 h 1530350"/>
                <a:gd name="connsiteX1" fmla="*/ 184150 w 1499356"/>
                <a:gd name="connsiteY1" fmla="*/ 203200 h 1530350"/>
                <a:gd name="connsiteX2" fmla="*/ 317500 w 1499356"/>
                <a:gd name="connsiteY2" fmla="*/ 254000 h 1530350"/>
                <a:gd name="connsiteX3" fmla="*/ 501650 w 1499356"/>
                <a:gd name="connsiteY3" fmla="*/ 381000 h 1530350"/>
                <a:gd name="connsiteX4" fmla="*/ 666750 w 1499356"/>
                <a:gd name="connsiteY4" fmla="*/ 539750 h 1530350"/>
                <a:gd name="connsiteX5" fmla="*/ 742950 w 1499356"/>
                <a:gd name="connsiteY5" fmla="*/ 666750 h 1530350"/>
                <a:gd name="connsiteX6" fmla="*/ 812800 w 1499356"/>
                <a:gd name="connsiteY6" fmla="*/ 806450 h 1530350"/>
                <a:gd name="connsiteX7" fmla="*/ 844550 w 1499356"/>
                <a:gd name="connsiteY7" fmla="*/ 958850 h 1530350"/>
                <a:gd name="connsiteX8" fmla="*/ 857250 w 1499356"/>
                <a:gd name="connsiteY8" fmla="*/ 1149350 h 1530350"/>
                <a:gd name="connsiteX9" fmla="*/ 838200 w 1499356"/>
                <a:gd name="connsiteY9" fmla="*/ 1320800 h 1530350"/>
                <a:gd name="connsiteX10" fmla="*/ 812800 w 1499356"/>
                <a:gd name="connsiteY10" fmla="*/ 1428750 h 1530350"/>
                <a:gd name="connsiteX11" fmla="*/ 755650 w 1499356"/>
                <a:gd name="connsiteY11" fmla="*/ 1530350 h 1530350"/>
                <a:gd name="connsiteX12" fmla="*/ 1060450 w 1499356"/>
                <a:gd name="connsiteY12" fmla="*/ 1530350 h 1530350"/>
                <a:gd name="connsiteX13" fmla="*/ 1130300 w 1499356"/>
                <a:gd name="connsiteY13" fmla="*/ 1397000 h 1530350"/>
                <a:gd name="connsiteX14" fmla="*/ 1054100 w 1499356"/>
                <a:gd name="connsiteY14" fmla="*/ 1028700 h 1530350"/>
                <a:gd name="connsiteX15" fmla="*/ 812800 w 1499356"/>
                <a:gd name="connsiteY15" fmla="*/ 419100 h 1530350"/>
                <a:gd name="connsiteX16" fmla="*/ 1498600 w 1499356"/>
                <a:gd name="connsiteY16" fmla="*/ 330200 h 1530350"/>
                <a:gd name="connsiteX17" fmla="*/ 698500 w 1499356"/>
                <a:gd name="connsiteY17" fmla="*/ 0 h 1530350"/>
                <a:gd name="connsiteX18" fmla="*/ 12700 w 1499356"/>
                <a:gd name="connsiteY18" fmla="*/ 133350 h 1530350"/>
                <a:gd name="connsiteX19" fmla="*/ 0 w 1499356"/>
                <a:gd name="connsiteY19" fmla="*/ 139700 h 1530350"/>
                <a:gd name="connsiteX0" fmla="*/ 0 w 1130300"/>
                <a:gd name="connsiteY0" fmla="*/ 139700 h 1530350"/>
                <a:gd name="connsiteX1" fmla="*/ 184150 w 1130300"/>
                <a:gd name="connsiteY1" fmla="*/ 203200 h 1530350"/>
                <a:gd name="connsiteX2" fmla="*/ 317500 w 1130300"/>
                <a:gd name="connsiteY2" fmla="*/ 254000 h 1530350"/>
                <a:gd name="connsiteX3" fmla="*/ 501650 w 1130300"/>
                <a:gd name="connsiteY3" fmla="*/ 381000 h 1530350"/>
                <a:gd name="connsiteX4" fmla="*/ 666750 w 1130300"/>
                <a:gd name="connsiteY4" fmla="*/ 539750 h 1530350"/>
                <a:gd name="connsiteX5" fmla="*/ 742950 w 1130300"/>
                <a:gd name="connsiteY5" fmla="*/ 666750 h 1530350"/>
                <a:gd name="connsiteX6" fmla="*/ 812800 w 1130300"/>
                <a:gd name="connsiteY6" fmla="*/ 806450 h 1530350"/>
                <a:gd name="connsiteX7" fmla="*/ 844550 w 1130300"/>
                <a:gd name="connsiteY7" fmla="*/ 958850 h 1530350"/>
                <a:gd name="connsiteX8" fmla="*/ 857250 w 1130300"/>
                <a:gd name="connsiteY8" fmla="*/ 1149350 h 1530350"/>
                <a:gd name="connsiteX9" fmla="*/ 838200 w 1130300"/>
                <a:gd name="connsiteY9" fmla="*/ 1320800 h 1530350"/>
                <a:gd name="connsiteX10" fmla="*/ 812800 w 1130300"/>
                <a:gd name="connsiteY10" fmla="*/ 1428750 h 1530350"/>
                <a:gd name="connsiteX11" fmla="*/ 755650 w 1130300"/>
                <a:gd name="connsiteY11" fmla="*/ 1530350 h 1530350"/>
                <a:gd name="connsiteX12" fmla="*/ 1060450 w 1130300"/>
                <a:gd name="connsiteY12" fmla="*/ 1530350 h 1530350"/>
                <a:gd name="connsiteX13" fmla="*/ 1130300 w 1130300"/>
                <a:gd name="connsiteY13" fmla="*/ 1397000 h 1530350"/>
                <a:gd name="connsiteX14" fmla="*/ 1054100 w 1130300"/>
                <a:gd name="connsiteY14" fmla="*/ 1028700 h 1530350"/>
                <a:gd name="connsiteX15" fmla="*/ 812800 w 1130300"/>
                <a:gd name="connsiteY15" fmla="*/ 419100 h 1530350"/>
                <a:gd name="connsiteX16" fmla="*/ 615950 w 1130300"/>
                <a:gd name="connsiteY16" fmla="*/ 165100 h 1530350"/>
                <a:gd name="connsiteX17" fmla="*/ 698500 w 1130300"/>
                <a:gd name="connsiteY17" fmla="*/ 0 h 1530350"/>
                <a:gd name="connsiteX18" fmla="*/ 12700 w 1130300"/>
                <a:gd name="connsiteY18" fmla="*/ 133350 h 1530350"/>
                <a:gd name="connsiteX19" fmla="*/ 0 w 1130300"/>
                <a:gd name="connsiteY19" fmla="*/ 139700 h 1530350"/>
                <a:gd name="connsiteX0" fmla="*/ 0 w 1130300"/>
                <a:gd name="connsiteY0" fmla="*/ 38100 h 1428750"/>
                <a:gd name="connsiteX1" fmla="*/ 184150 w 1130300"/>
                <a:gd name="connsiteY1" fmla="*/ 101600 h 1428750"/>
                <a:gd name="connsiteX2" fmla="*/ 317500 w 1130300"/>
                <a:gd name="connsiteY2" fmla="*/ 152400 h 1428750"/>
                <a:gd name="connsiteX3" fmla="*/ 501650 w 1130300"/>
                <a:gd name="connsiteY3" fmla="*/ 279400 h 1428750"/>
                <a:gd name="connsiteX4" fmla="*/ 666750 w 1130300"/>
                <a:gd name="connsiteY4" fmla="*/ 438150 h 1428750"/>
                <a:gd name="connsiteX5" fmla="*/ 742950 w 1130300"/>
                <a:gd name="connsiteY5" fmla="*/ 565150 h 1428750"/>
                <a:gd name="connsiteX6" fmla="*/ 812800 w 1130300"/>
                <a:gd name="connsiteY6" fmla="*/ 704850 h 1428750"/>
                <a:gd name="connsiteX7" fmla="*/ 844550 w 1130300"/>
                <a:gd name="connsiteY7" fmla="*/ 857250 h 1428750"/>
                <a:gd name="connsiteX8" fmla="*/ 857250 w 1130300"/>
                <a:gd name="connsiteY8" fmla="*/ 1047750 h 1428750"/>
                <a:gd name="connsiteX9" fmla="*/ 838200 w 1130300"/>
                <a:gd name="connsiteY9" fmla="*/ 1219200 h 1428750"/>
                <a:gd name="connsiteX10" fmla="*/ 812800 w 1130300"/>
                <a:gd name="connsiteY10" fmla="*/ 1327150 h 1428750"/>
                <a:gd name="connsiteX11" fmla="*/ 755650 w 1130300"/>
                <a:gd name="connsiteY11" fmla="*/ 1428750 h 1428750"/>
                <a:gd name="connsiteX12" fmla="*/ 1060450 w 1130300"/>
                <a:gd name="connsiteY12" fmla="*/ 1428750 h 1428750"/>
                <a:gd name="connsiteX13" fmla="*/ 1130300 w 1130300"/>
                <a:gd name="connsiteY13" fmla="*/ 1295400 h 1428750"/>
                <a:gd name="connsiteX14" fmla="*/ 1054100 w 1130300"/>
                <a:gd name="connsiteY14" fmla="*/ 927100 h 1428750"/>
                <a:gd name="connsiteX15" fmla="*/ 812800 w 1130300"/>
                <a:gd name="connsiteY15" fmla="*/ 317500 h 1428750"/>
                <a:gd name="connsiteX16" fmla="*/ 615950 w 1130300"/>
                <a:gd name="connsiteY16" fmla="*/ 63500 h 1428750"/>
                <a:gd name="connsiteX17" fmla="*/ 368300 w 1130300"/>
                <a:gd name="connsiteY17" fmla="*/ 0 h 1428750"/>
                <a:gd name="connsiteX18" fmla="*/ 12700 w 1130300"/>
                <a:gd name="connsiteY18" fmla="*/ 31750 h 1428750"/>
                <a:gd name="connsiteX19" fmla="*/ 0 w 1130300"/>
                <a:gd name="connsiteY19" fmla="*/ 38100 h 1428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130300" h="1428750">
                  <a:moveTo>
                    <a:pt x="0" y="38100"/>
                  </a:moveTo>
                  <a:lnTo>
                    <a:pt x="184150" y="101600"/>
                  </a:lnTo>
                  <a:lnTo>
                    <a:pt x="317500" y="152400"/>
                  </a:lnTo>
                  <a:lnTo>
                    <a:pt x="501650" y="279400"/>
                  </a:lnTo>
                  <a:lnTo>
                    <a:pt x="666750" y="438150"/>
                  </a:lnTo>
                  <a:lnTo>
                    <a:pt x="742950" y="565150"/>
                  </a:lnTo>
                  <a:lnTo>
                    <a:pt x="812800" y="704850"/>
                  </a:lnTo>
                  <a:lnTo>
                    <a:pt x="844550" y="857250"/>
                  </a:lnTo>
                  <a:lnTo>
                    <a:pt x="857250" y="1047750"/>
                  </a:lnTo>
                  <a:lnTo>
                    <a:pt x="838200" y="1219200"/>
                  </a:lnTo>
                  <a:lnTo>
                    <a:pt x="812800" y="1327150"/>
                  </a:lnTo>
                  <a:lnTo>
                    <a:pt x="755650" y="1428750"/>
                  </a:lnTo>
                  <a:lnTo>
                    <a:pt x="1060450" y="1428750"/>
                  </a:lnTo>
                  <a:lnTo>
                    <a:pt x="1130300" y="1295400"/>
                  </a:lnTo>
                  <a:lnTo>
                    <a:pt x="1054100" y="927100"/>
                  </a:lnTo>
                  <a:lnTo>
                    <a:pt x="812800" y="317500"/>
                  </a:lnTo>
                  <a:cubicBezTo>
                    <a:pt x="747265" y="179877"/>
                    <a:pt x="644317" y="120235"/>
                    <a:pt x="615950" y="63500"/>
                  </a:cubicBezTo>
                  <a:lnTo>
                    <a:pt x="368300" y="0"/>
                  </a:lnTo>
                  <a:cubicBezTo>
                    <a:pt x="220133" y="21167"/>
                    <a:pt x="160867" y="10583"/>
                    <a:pt x="12700" y="31750"/>
                  </a:cubicBezTo>
                  <a:lnTo>
                    <a:pt x="0" y="3810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57"/>
            </a:p>
          </p:txBody>
        </p:sp>
        <p:sp>
          <p:nvSpPr>
            <p:cNvPr id="580" name="Oval 579">
              <a:extLst>
                <a:ext uri="{FF2B5EF4-FFF2-40B4-BE49-F238E27FC236}">
                  <a16:creationId xmlns:a16="http://schemas.microsoft.com/office/drawing/2014/main" id="{A654EEA5-EED7-F62C-E38F-7DC4D2CB44E8}"/>
                </a:ext>
              </a:extLst>
            </p:cNvPr>
            <p:cNvSpPr/>
            <p:nvPr/>
          </p:nvSpPr>
          <p:spPr>
            <a:xfrm>
              <a:off x="18776153" y="20911838"/>
              <a:ext cx="1164618" cy="1097133"/>
            </a:xfrm>
            <a:prstGeom prst="ellipse">
              <a:avLst/>
            </a:prstGeom>
            <a:noFill/>
            <a:ln w="222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57"/>
            </a:p>
          </p:txBody>
        </p:sp>
        <p:cxnSp>
          <p:nvCxnSpPr>
            <p:cNvPr id="581" name="Straight Connector 580">
              <a:extLst>
                <a:ext uri="{FF2B5EF4-FFF2-40B4-BE49-F238E27FC236}">
                  <a16:creationId xmlns:a16="http://schemas.microsoft.com/office/drawing/2014/main" id="{4F21BD14-A4B7-DC2C-EC66-5BE86824109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9152394" y="19920386"/>
              <a:ext cx="3312004" cy="1025089"/>
            </a:xfrm>
            <a:prstGeom prst="line">
              <a:avLst/>
            </a:prstGeom>
            <a:noFill/>
            <a:ln w="222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584" name="Straight Connector 583">
              <a:extLst>
                <a:ext uri="{FF2B5EF4-FFF2-40B4-BE49-F238E27FC236}">
                  <a16:creationId xmlns:a16="http://schemas.microsoft.com/office/drawing/2014/main" id="{D6509182-C3F7-FAD2-46D1-57B9AF9BE1CE}"/>
                </a:ext>
              </a:extLst>
            </p:cNvPr>
            <p:cNvCxnSpPr>
              <a:cxnSpLocks/>
            </p:cNvCxnSpPr>
            <p:nvPr/>
          </p:nvCxnSpPr>
          <p:spPr>
            <a:xfrm>
              <a:off x="21736407" y="20562716"/>
              <a:ext cx="0" cy="59538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6" name="Straight Connector 585">
              <a:extLst>
                <a:ext uri="{FF2B5EF4-FFF2-40B4-BE49-F238E27FC236}">
                  <a16:creationId xmlns:a16="http://schemas.microsoft.com/office/drawing/2014/main" id="{06F552D7-FC53-5445-9870-1A33F6EA6823}"/>
                </a:ext>
              </a:extLst>
            </p:cNvPr>
            <p:cNvCxnSpPr>
              <a:cxnSpLocks/>
            </p:cNvCxnSpPr>
            <p:nvPr/>
          </p:nvCxnSpPr>
          <p:spPr>
            <a:xfrm>
              <a:off x="23599497" y="20982772"/>
              <a:ext cx="0" cy="34394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87" name="Parallelogram 586">
              <a:extLst>
                <a:ext uri="{FF2B5EF4-FFF2-40B4-BE49-F238E27FC236}">
                  <a16:creationId xmlns:a16="http://schemas.microsoft.com/office/drawing/2014/main" id="{FFC7CB61-236E-E9A8-5DC6-DEA7EE57AC4F}"/>
                </a:ext>
              </a:extLst>
            </p:cNvPr>
            <p:cNvSpPr/>
            <p:nvPr/>
          </p:nvSpPr>
          <p:spPr>
            <a:xfrm rot="20363815">
              <a:off x="21547906" y="20495571"/>
              <a:ext cx="814807" cy="586917"/>
            </a:xfrm>
            <a:prstGeom prst="parallelogram">
              <a:avLst>
                <a:gd name="adj" fmla="val 37748"/>
              </a:avLst>
            </a:prstGeom>
            <a:solidFill>
              <a:srgbClr val="CBD7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57"/>
            </a:p>
          </p:txBody>
        </p:sp>
        <p:cxnSp>
          <p:nvCxnSpPr>
            <p:cNvPr id="588" name="Straight Connector 587">
              <a:extLst>
                <a:ext uri="{FF2B5EF4-FFF2-40B4-BE49-F238E27FC236}">
                  <a16:creationId xmlns:a16="http://schemas.microsoft.com/office/drawing/2014/main" id="{E29777BB-3878-6CB5-0B7B-567F2E115FF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1680863" y="20606428"/>
              <a:ext cx="549997" cy="185393"/>
            </a:xfrm>
            <a:prstGeom prst="line">
              <a:avLst/>
            </a:prstGeom>
            <a:ln w="25400">
              <a:solidFill>
                <a:srgbClr val="00B0F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89" name="Isosceles Triangle 588">
              <a:extLst>
                <a:ext uri="{FF2B5EF4-FFF2-40B4-BE49-F238E27FC236}">
                  <a16:creationId xmlns:a16="http://schemas.microsoft.com/office/drawing/2014/main" id="{002AE327-18C2-C34A-B631-D415B4959E79}"/>
                </a:ext>
              </a:extLst>
            </p:cNvPr>
            <p:cNvSpPr/>
            <p:nvPr/>
          </p:nvSpPr>
          <p:spPr>
            <a:xfrm rot="20476288" flipV="1">
              <a:off x="21875901" y="20598419"/>
              <a:ext cx="97546" cy="104113"/>
            </a:xfrm>
            <a:prstGeom prst="triangle">
              <a:avLst>
                <a:gd name="adj" fmla="val 15126"/>
              </a:avLst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57"/>
            </a:p>
          </p:txBody>
        </p:sp>
        <p:sp>
          <p:nvSpPr>
            <p:cNvPr id="591" name="TextBox 590">
              <a:extLst>
                <a:ext uri="{FF2B5EF4-FFF2-40B4-BE49-F238E27FC236}">
                  <a16:creationId xmlns:a16="http://schemas.microsoft.com/office/drawing/2014/main" id="{5FAA2FB2-DA10-3949-9903-9D7F0A2ED47B}"/>
                </a:ext>
              </a:extLst>
            </p:cNvPr>
            <p:cNvSpPr txBox="1"/>
            <p:nvPr/>
          </p:nvSpPr>
          <p:spPr>
            <a:xfrm>
              <a:off x="22671215" y="20496817"/>
              <a:ext cx="1030278" cy="483545"/>
            </a:xfrm>
            <a:prstGeom prst="rect">
              <a:avLst/>
            </a:prstGeom>
            <a:solidFill>
              <a:schemeClr val="bg1">
                <a:alpha val="52000"/>
              </a:schemeClr>
            </a:solidFill>
            <a:effectLst>
              <a:softEdge rad="63500"/>
            </a:effectLst>
          </p:spPr>
          <p:txBody>
            <a:bodyPr wrap="square" rtlCol="0">
              <a:spAutoFit/>
            </a:bodyPr>
            <a:lstStyle/>
            <a:p>
              <a:pPr algn="r">
                <a:lnSpc>
                  <a:spcPts val="619"/>
                </a:lnSpc>
              </a:pPr>
              <a:r>
                <a:rPr lang="en-US" sz="667" b="1" dirty="0"/>
                <a:t>Simulated lake temperature  </a:t>
              </a:r>
            </a:p>
          </p:txBody>
        </p:sp>
        <p:sp>
          <p:nvSpPr>
            <p:cNvPr id="595" name="Parallelogram 594">
              <a:extLst>
                <a:ext uri="{FF2B5EF4-FFF2-40B4-BE49-F238E27FC236}">
                  <a16:creationId xmlns:a16="http://schemas.microsoft.com/office/drawing/2014/main" id="{E925C7F8-49B2-0A16-381D-AB390327D012}"/>
                </a:ext>
              </a:extLst>
            </p:cNvPr>
            <p:cNvSpPr/>
            <p:nvPr/>
          </p:nvSpPr>
          <p:spPr>
            <a:xfrm>
              <a:off x="21392331" y="20398207"/>
              <a:ext cx="811308" cy="181514"/>
            </a:xfrm>
            <a:prstGeom prst="parallelogram">
              <a:avLst>
                <a:gd name="adj" fmla="val 276352"/>
              </a:avLst>
            </a:prstGeom>
            <a:solidFill>
              <a:srgbClr val="CAD7EE"/>
            </a:solidFill>
            <a:ln>
              <a:solidFill>
                <a:srgbClr val="CAD7E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57"/>
            </a:p>
          </p:txBody>
        </p:sp>
        <p:cxnSp>
          <p:nvCxnSpPr>
            <p:cNvPr id="597" name="Straight Connector 596">
              <a:extLst>
                <a:ext uri="{FF2B5EF4-FFF2-40B4-BE49-F238E27FC236}">
                  <a16:creationId xmlns:a16="http://schemas.microsoft.com/office/drawing/2014/main" id="{5B010FBB-C524-E9AF-4913-94B306323E30}"/>
                </a:ext>
              </a:extLst>
            </p:cNvPr>
            <p:cNvCxnSpPr/>
            <p:nvPr/>
          </p:nvCxnSpPr>
          <p:spPr>
            <a:xfrm>
              <a:off x="21808440" y="20392243"/>
              <a:ext cx="41529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79" name="Parallelogram 578">
              <a:extLst>
                <a:ext uri="{FF2B5EF4-FFF2-40B4-BE49-F238E27FC236}">
                  <a16:creationId xmlns:a16="http://schemas.microsoft.com/office/drawing/2014/main" id="{D4CFA517-3AC0-6E2C-4869-766AE76DBF7B}"/>
                </a:ext>
              </a:extLst>
            </p:cNvPr>
            <p:cNvSpPr/>
            <p:nvPr/>
          </p:nvSpPr>
          <p:spPr>
            <a:xfrm rot="20386307">
              <a:off x="21515432" y="20972013"/>
              <a:ext cx="1552147" cy="780435"/>
            </a:xfrm>
            <a:prstGeom prst="parallelogram">
              <a:avLst>
                <a:gd name="adj" fmla="val 37754"/>
              </a:avLst>
            </a:prstGeom>
            <a:solidFill>
              <a:srgbClr val="CCD8E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57" dirty="0"/>
            </a:p>
          </p:txBody>
        </p:sp>
        <p:cxnSp>
          <p:nvCxnSpPr>
            <p:cNvPr id="598" name="Straight Connector 597">
              <a:extLst>
                <a:ext uri="{FF2B5EF4-FFF2-40B4-BE49-F238E27FC236}">
                  <a16:creationId xmlns:a16="http://schemas.microsoft.com/office/drawing/2014/main" id="{545530F6-7FB7-9A19-9B44-057DC88FEFA0}"/>
                </a:ext>
              </a:extLst>
            </p:cNvPr>
            <p:cNvCxnSpPr>
              <a:cxnSpLocks/>
              <a:endCxn id="596" idx="3"/>
            </p:cNvCxnSpPr>
            <p:nvPr/>
          </p:nvCxnSpPr>
          <p:spPr>
            <a:xfrm flipH="1">
              <a:off x="21977747" y="20980400"/>
              <a:ext cx="1612503" cy="57408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96" name="Oval 595">
              <a:extLst>
                <a:ext uri="{FF2B5EF4-FFF2-40B4-BE49-F238E27FC236}">
                  <a16:creationId xmlns:a16="http://schemas.microsoft.com/office/drawing/2014/main" id="{51BB99E7-231A-6C98-BFA9-58D5FEE61856}"/>
                </a:ext>
              </a:extLst>
            </p:cNvPr>
            <p:cNvSpPr/>
            <p:nvPr/>
          </p:nvSpPr>
          <p:spPr>
            <a:xfrm>
              <a:off x="21680863" y="19897214"/>
              <a:ext cx="2027250" cy="1941614"/>
            </a:xfrm>
            <a:prstGeom prst="ellipse">
              <a:avLst/>
            </a:prstGeom>
            <a:noFill/>
            <a:ln w="222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57"/>
            </a:p>
          </p:txBody>
        </p:sp>
        <p:cxnSp>
          <p:nvCxnSpPr>
            <p:cNvPr id="593" name="Straight Connector 592">
              <a:extLst>
                <a:ext uri="{FF2B5EF4-FFF2-40B4-BE49-F238E27FC236}">
                  <a16:creationId xmlns:a16="http://schemas.microsoft.com/office/drawing/2014/main" id="{ED5CCD06-8E70-6648-7A48-C1A6867608FC}"/>
                </a:ext>
              </a:extLst>
            </p:cNvPr>
            <p:cNvCxnSpPr>
              <a:cxnSpLocks/>
            </p:cNvCxnSpPr>
            <p:nvPr/>
          </p:nvCxnSpPr>
          <p:spPr>
            <a:xfrm>
              <a:off x="22883976" y="20729024"/>
              <a:ext cx="0" cy="107564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0" name="Straight Arrow Connector 589">
              <a:extLst>
                <a:ext uri="{FF2B5EF4-FFF2-40B4-BE49-F238E27FC236}">
                  <a16:creationId xmlns:a16="http://schemas.microsoft.com/office/drawing/2014/main" id="{8591CBFE-729B-DDC3-064F-A086C5D19AC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2127600" y="20751402"/>
              <a:ext cx="178859" cy="70908"/>
            </a:xfrm>
            <a:prstGeom prst="straightConnector1">
              <a:avLst/>
            </a:prstGeom>
            <a:ln w="127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2" name="Straight Arrow Connector 591">
              <a:extLst>
                <a:ext uri="{FF2B5EF4-FFF2-40B4-BE49-F238E27FC236}">
                  <a16:creationId xmlns:a16="http://schemas.microsoft.com/office/drawing/2014/main" id="{C1590D53-5BEE-FD97-98A3-2ECF09A532B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2793513" y="20959294"/>
              <a:ext cx="180398" cy="69535"/>
            </a:xfrm>
            <a:prstGeom prst="straightConnector1">
              <a:avLst/>
            </a:prstGeom>
            <a:ln w="127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0" name="Straight Arrow Connector 599">
              <a:extLst>
                <a:ext uri="{FF2B5EF4-FFF2-40B4-BE49-F238E27FC236}">
                  <a16:creationId xmlns:a16="http://schemas.microsoft.com/office/drawing/2014/main" id="{048962D3-3D18-0753-8C09-137A0093F45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3307539" y="20975506"/>
              <a:ext cx="0" cy="408358"/>
            </a:xfrm>
            <a:prstGeom prst="straightConnector1">
              <a:avLst/>
            </a:prstGeom>
            <a:ln w="127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4" name="Straight Connector 593">
              <a:extLst>
                <a:ext uri="{FF2B5EF4-FFF2-40B4-BE49-F238E27FC236}">
                  <a16:creationId xmlns:a16="http://schemas.microsoft.com/office/drawing/2014/main" id="{0A62A904-5A70-F59C-4735-7AF368353C9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734787" y="20728853"/>
              <a:ext cx="1145113" cy="418429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3" name="Straight Connector 582">
              <a:extLst>
                <a:ext uri="{FF2B5EF4-FFF2-40B4-BE49-F238E27FC236}">
                  <a16:creationId xmlns:a16="http://schemas.microsoft.com/office/drawing/2014/main" id="{70D0F834-5CA2-4FE1-76FB-AEF24D4D43D7}"/>
                </a:ext>
              </a:extLst>
            </p:cNvPr>
            <p:cNvCxnSpPr>
              <a:cxnSpLocks/>
            </p:cNvCxnSpPr>
            <p:nvPr/>
          </p:nvCxnSpPr>
          <p:spPr>
            <a:xfrm>
              <a:off x="22231350" y="20392243"/>
              <a:ext cx="0" cy="132649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5" name="Straight Connector 584">
              <a:extLst>
                <a:ext uri="{FF2B5EF4-FFF2-40B4-BE49-F238E27FC236}">
                  <a16:creationId xmlns:a16="http://schemas.microsoft.com/office/drawing/2014/main" id="{E2B2F95D-4B46-A3B9-5ED2-6BDF2A9300A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732981" y="20392243"/>
              <a:ext cx="498369" cy="18470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03" name="TextBox 602">
            <a:extLst>
              <a:ext uri="{FF2B5EF4-FFF2-40B4-BE49-F238E27FC236}">
                <a16:creationId xmlns:a16="http://schemas.microsoft.com/office/drawing/2014/main" id="{C91ACEFF-7866-A12B-2ED2-EC8E9B1CFE65}"/>
              </a:ext>
            </a:extLst>
          </p:cNvPr>
          <p:cNvSpPr txBox="1"/>
          <p:nvPr/>
        </p:nvSpPr>
        <p:spPr>
          <a:xfrm>
            <a:off x="9107642" y="3134769"/>
            <a:ext cx="2949097" cy="10007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43" b="1" u="sng" dirty="0"/>
              <a:t>LAK/LKE</a:t>
            </a:r>
          </a:p>
          <a:p>
            <a:pPr indent="87087">
              <a:buFont typeface="Arial" panose="020B0604020202020204" pitchFamily="34" charset="0"/>
              <a:buChar char="•"/>
            </a:pPr>
            <a:r>
              <a:rPr lang="en-US" sz="952" b="1" dirty="0"/>
              <a:t>Groundwater/surface-water interaction, including </a:t>
            </a:r>
          </a:p>
          <a:p>
            <a:r>
              <a:rPr lang="en-US" sz="952" b="1" dirty="0"/>
              <a:t>   convective and conductive heat exchange </a:t>
            </a:r>
          </a:p>
          <a:p>
            <a:pPr indent="87087" algn="r">
              <a:buFont typeface="Arial" panose="020B0604020202020204" pitchFamily="34" charset="0"/>
              <a:buChar char="•"/>
            </a:pPr>
            <a:r>
              <a:rPr lang="en-US" sz="952" b="1" dirty="0"/>
              <a:t>Takes into account temperature of precipitation</a:t>
            </a:r>
          </a:p>
          <a:p>
            <a:pPr indent="87087" algn="r">
              <a:buFont typeface="Arial" panose="020B0604020202020204" pitchFamily="34" charset="0"/>
              <a:buChar char="•"/>
            </a:pPr>
            <a:r>
              <a:rPr lang="en-US" sz="952" b="1" dirty="0"/>
              <a:t>Evaporative Cooling</a:t>
            </a:r>
          </a:p>
          <a:p>
            <a:pPr indent="87087" algn="r">
              <a:buFont typeface="Arial" panose="020B0604020202020204" pitchFamily="34" charset="0"/>
              <a:buChar char="•"/>
            </a:pPr>
            <a:r>
              <a:rPr lang="en-US" sz="952" b="1" dirty="0"/>
              <a:t>Runoff heat flow</a:t>
            </a:r>
          </a:p>
        </p:txBody>
      </p:sp>
      <p:sp>
        <p:nvSpPr>
          <p:cNvPr id="492" name="Oval 491">
            <a:extLst>
              <a:ext uri="{FF2B5EF4-FFF2-40B4-BE49-F238E27FC236}">
                <a16:creationId xmlns:a16="http://schemas.microsoft.com/office/drawing/2014/main" id="{3053067D-1D12-4147-2F53-83113C27760B}"/>
              </a:ext>
            </a:extLst>
          </p:cNvPr>
          <p:cNvSpPr/>
          <p:nvPr/>
        </p:nvSpPr>
        <p:spPr>
          <a:xfrm>
            <a:off x="4546643" y="2019519"/>
            <a:ext cx="1868861" cy="1891095"/>
          </a:xfrm>
          <a:prstGeom prst="ellipse">
            <a:avLst/>
          </a:prstGeom>
          <a:noFill/>
          <a:ln w="222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57"/>
          </a:p>
        </p:txBody>
      </p:sp>
      <p:pic>
        <p:nvPicPr>
          <p:cNvPr id="15" name="Picture 14" descr="A group of trees&#10;&#10;Description automatically generated with low confidence">
            <a:extLst>
              <a:ext uri="{FF2B5EF4-FFF2-40B4-BE49-F238E27FC236}">
                <a16:creationId xmlns:a16="http://schemas.microsoft.com/office/drawing/2014/main" id="{EC6CC7D8-E868-F2E2-CF0B-195CC3958AD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998" r="29090"/>
          <a:stretch/>
        </p:blipFill>
        <p:spPr>
          <a:xfrm>
            <a:off x="4802580" y="4581436"/>
            <a:ext cx="136246" cy="248324"/>
          </a:xfrm>
          <a:prstGeom prst="rect">
            <a:avLst/>
          </a:prstGeom>
        </p:spPr>
      </p:pic>
      <p:pic>
        <p:nvPicPr>
          <p:cNvPr id="16" name="Picture 15" descr="A group of trees&#10;&#10;Description automatically generated with low confidence">
            <a:extLst>
              <a:ext uri="{FF2B5EF4-FFF2-40B4-BE49-F238E27FC236}">
                <a16:creationId xmlns:a16="http://schemas.microsoft.com/office/drawing/2014/main" id="{56E45036-6B1A-EBA1-02DB-7C9E9B59586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38" r="63816"/>
          <a:stretch/>
        </p:blipFill>
        <p:spPr>
          <a:xfrm flipH="1">
            <a:off x="6405710" y="3817440"/>
            <a:ext cx="114556" cy="207999"/>
          </a:xfrm>
          <a:prstGeom prst="rect">
            <a:avLst/>
          </a:prstGeom>
        </p:spPr>
      </p:pic>
      <p:pic>
        <p:nvPicPr>
          <p:cNvPr id="18" name="Picture 17" descr="A group of trees&#10;&#10;Description automatically generated with low confidence">
            <a:extLst>
              <a:ext uri="{FF2B5EF4-FFF2-40B4-BE49-F238E27FC236}">
                <a16:creationId xmlns:a16="http://schemas.microsoft.com/office/drawing/2014/main" id="{798157F4-EE0D-5E5B-8B2B-B35D99604A1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2547" r="-1"/>
          <a:stretch/>
        </p:blipFill>
        <p:spPr>
          <a:xfrm flipH="1">
            <a:off x="4299774" y="4614743"/>
            <a:ext cx="114671" cy="265774"/>
          </a:xfrm>
          <a:prstGeom prst="rect">
            <a:avLst/>
          </a:prstGeom>
        </p:spPr>
      </p:pic>
      <p:pic>
        <p:nvPicPr>
          <p:cNvPr id="20" name="Picture 19" descr="A group of trees&#10;&#10;Description automatically generated with low confidence">
            <a:extLst>
              <a:ext uri="{FF2B5EF4-FFF2-40B4-BE49-F238E27FC236}">
                <a16:creationId xmlns:a16="http://schemas.microsoft.com/office/drawing/2014/main" id="{74413459-B74E-8C32-FAE0-39ACA4704F1F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998" r="29090"/>
          <a:stretch/>
        </p:blipFill>
        <p:spPr>
          <a:xfrm>
            <a:off x="4922198" y="4393768"/>
            <a:ext cx="166063" cy="302668"/>
          </a:xfrm>
          <a:prstGeom prst="rect">
            <a:avLst/>
          </a:prstGeom>
        </p:spPr>
      </p:pic>
      <p:pic>
        <p:nvPicPr>
          <p:cNvPr id="22" name="Picture 21" descr="A group of trees&#10;&#10;Description automatically generated with low confidence">
            <a:extLst>
              <a:ext uri="{FF2B5EF4-FFF2-40B4-BE49-F238E27FC236}">
                <a16:creationId xmlns:a16="http://schemas.microsoft.com/office/drawing/2014/main" id="{248E5689-B218-19B5-EB7B-7BE9FCD58AE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998" r="29090"/>
          <a:stretch/>
        </p:blipFill>
        <p:spPr>
          <a:xfrm>
            <a:off x="6210546" y="3896822"/>
            <a:ext cx="97591" cy="177871"/>
          </a:xfrm>
          <a:prstGeom prst="rect">
            <a:avLst/>
          </a:prstGeom>
        </p:spPr>
      </p:pic>
      <p:pic>
        <p:nvPicPr>
          <p:cNvPr id="23" name="Picture 22" descr="A group of trees&#10;&#10;Description automatically generated with low confidence">
            <a:extLst>
              <a:ext uri="{FF2B5EF4-FFF2-40B4-BE49-F238E27FC236}">
                <a16:creationId xmlns:a16="http://schemas.microsoft.com/office/drawing/2014/main" id="{66D0E7F3-78EA-BF15-B526-148915A79A5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38" r="63816"/>
          <a:stretch/>
        </p:blipFill>
        <p:spPr>
          <a:xfrm flipH="1">
            <a:off x="6478238" y="3832231"/>
            <a:ext cx="114556" cy="207999"/>
          </a:xfrm>
          <a:prstGeom prst="rect">
            <a:avLst/>
          </a:prstGeom>
        </p:spPr>
      </p:pic>
      <p:pic>
        <p:nvPicPr>
          <p:cNvPr id="24" name="Picture 23" descr="A group of trees&#10;&#10;Description automatically generated with low confidence">
            <a:extLst>
              <a:ext uri="{FF2B5EF4-FFF2-40B4-BE49-F238E27FC236}">
                <a16:creationId xmlns:a16="http://schemas.microsoft.com/office/drawing/2014/main" id="{D1F1AFFD-9C9A-2610-1368-D51E0983DBB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38" r="63816"/>
          <a:stretch/>
        </p:blipFill>
        <p:spPr>
          <a:xfrm flipH="1">
            <a:off x="6276059" y="4201287"/>
            <a:ext cx="114556" cy="207999"/>
          </a:xfrm>
          <a:prstGeom prst="rect">
            <a:avLst/>
          </a:prstGeom>
        </p:spPr>
      </p:pic>
      <p:pic>
        <p:nvPicPr>
          <p:cNvPr id="30" name="Picture 29" descr="A group of trees&#10;&#10;Description automatically generated with low confidence">
            <a:extLst>
              <a:ext uri="{FF2B5EF4-FFF2-40B4-BE49-F238E27FC236}">
                <a16:creationId xmlns:a16="http://schemas.microsoft.com/office/drawing/2014/main" id="{D6F643A4-8320-F8AC-66DB-FA71F77EEEA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0350"/>
          <a:stretch/>
        </p:blipFill>
        <p:spPr>
          <a:xfrm flipH="1">
            <a:off x="7598653" y="3886984"/>
            <a:ext cx="180565" cy="387498"/>
          </a:xfrm>
          <a:prstGeom prst="rect">
            <a:avLst/>
          </a:prstGeom>
        </p:spPr>
      </p:pic>
      <p:pic>
        <p:nvPicPr>
          <p:cNvPr id="35" name="Picture 34" descr="A group of trees&#10;&#10;Description automatically generated with low confidence">
            <a:extLst>
              <a:ext uri="{FF2B5EF4-FFF2-40B4-BE49-F238E27FC236}">
                <a16:creationId xmlns:a16="http://schemas.microsoft.com/office/drawing/2014/main" id="{68591543-6606-C4B7-44BB-018B33BF2D43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38" r="63816"/>
          <a:stretch/>
        </p:blipFill>
        <p:spPr>
          <a:xfrm flipH="1">
            <a:off x="7146459" y="3983174"/>
            <a:ext cx="114556" cy="207999"/>
          </a:xfrm>
          <a:prstGeom prst="rect">
            <a:avLst/>
          </a:prstGeom>
        </p:spPr>
      </p:pic>
      <p:pic>
        <p:nvPicPr>
          <p:cNvPr id="33" name="Picture 32" descr="A group of trees&#10;&#10;Description automatically generated with low confidence">
            <a:extLst>
              <a:ext uri="{FF2B5EF4-FFF2-40B4-BE49-F238E27FC236}">
                <a16:creationId xmlns:a16="http://schemas.microsoft.com/office/drawing/2014/main" id="{82D54C2A-77A4-EAC3-2868-330BECED67F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38" r="63816"/>
          <a:stretch/>
        </p:blipFill>
        <p:spPr>
          <a:xfrm flipH="1">
            <a:off x="7064859" y="4007692"/>
            <a:ext cx="114556" cy="207999"/>
          </a:xfrm>
          <a:prstGeom prst="rect">
            <a:avLst/>
          </a:prstGeom>
        </p:spPr>
      </p:pic>
      <p:pic>
        <p:nvPicPr>
          <p:cNvPr id="38" name="Picture 37" descr="A group of trees&#10;&#10;Description automatically generated with low confidence">
            <a:extLst>
              <a:ext uri="{FF2B5EF4-FFF2-40B4-BE49-F238E27FC236}">
                <a16:creationId xmlns:a16="http://schemas.microsoft.com/office/drawing/2014/main" id="{6AEEA4DE-F50B-D095-E861-93DA683914E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998" r="29090"/>
          <a:stretch/>
        </p:blipFill>
        <p:spPr>
          <a:xfrm>
            <a:off x="5474125" y="4222442"/>
            <a:ext cx="108980" cy="198629"/>
          </a:xfrm>
          <a:prstGeom prst="rect">
            <a:avLst/>
          </a:prstGeom>
        </p:spPr>
      </p:pic>
      <p:pic>
        <p:nvPicPr>
          <p:cNvPr id="44" name="Picture 43" descr="A group of trees&#10;&#10;Description automatically generated with low confidence">
            <a:extLst>
              <a:ext uri="{FF2B5EF4-FFF2-40B4-BE49-F238E27FC236}">
                <a16:creationId xmlns:a16="http://schemas.microsoft.com/office/drawing/2014/main" id="{964E72E3-4A76-F549-B56C-248A1299C8A3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998" r="29090"/>
          <a:stretch/>
        </p:blipFill>
        <p:spPr>
          <a:xfrm>
            <a:off x="5634319" y="4062660"/>
            <a:ext cx="132830" cy="242097"/>
          </a:xfrm>
          <a:prstGeom prst="rect">
            <a:avLst/>
          </a:prstGeom>
        </p:spPr>
      </p:pic>
      <p:pic>
        <p:nvPicPr>
          <p:cNvPr id="524" name="Picture 523" descr="A group of trees&#10;&#10;Description automatically generated with low confidence">
            <a:extLst>
              <a:ext uri="{FF2B5EF4-FFF2-40B4-BE49-F238E27FC236}">
                <a16:creationId xmlns:a16="http://schemas.microsoft.com/office/drawing/2014/main" id="{FB0C7185-0B52-EF3E-598A-5B2F0B933DE3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998" r="29090"/>
          <a:stretch/>
        </p:blipFill>
        <p:spPr>
          <a:xfrm>
            <a:off x="5060805" y="4463290"/>
            <a:ext cx="166063" cy="302668"/>
          </a:xfrm>
          <a:prstGeom prst="rect">
            <a:avLst/>
          </a:prstGeom>
        </p:spPr>
      </p:pic>
      <p:pic>
        <p:nvPicPr>
          <p:cNvPr id="525" name="Picture 524" descr="A group of trees&#10;&#10;Description automatically generated with low confidence">
            <a:extLst>
              <a:ext uri="{FF2B5EF4-FFF2-40B4-BE49-F238E27FC236}">
                <a16:creationId xmlns:a16="http://schemas.microsoft.com/office/drawing/2014/main" id="{401688E4-B5A8-B3C3-930C-5CFE9AD3784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998" r="29090"/>
          <a:stretch/>
        </p:blipFill>
        <p:spPr>
          <a:xfrm>
            <a:off x="5718462" y="4238386"/>
            <a:ext cx="128853" cy="234850"/>
          </a:xfrm>
          <a:prstGeom prst="rect">
            <a:avLst/>
          </a:prstGeom>
        </p:spPr>
      </p:pic>
      <p:pic>
        <p:nvPicPr>
          <p:cNvPr id="27" name="Picture 26" descr="A group of trees&#10;&#10;Description automatically generated with low confidence">
            <a:extLst>
              <a:ext uri="{FF2B5EF4-FFF2-40B4-BE49-F238E27FC236}">
                <a16:creationId xmlns:a16="http://schemas.microsoft.com/office/drawing/2014/main" id="{05988B1B-A6DB-FBFD-1BFA-D6A443CA0F0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0350"/>
          <a:stretch/>
        </p:blipFill>
        <p:spPr>
          <a:xfrm flipH="1">
            <a:off x="5772642" y="4278728"/>
            <a:ext cx="180565" cy="387498"/>
          </a:xfrm>
          <a:prstGeom prst="rect">
            <a:avLst/>
          </a:prstGeom>
        </p:spPr>
      </p:pic>
      <p:pic>
        <p:nvPicPr>
          <p:cNvPr id="527" name="Picture 526" descr="A group of trees&#10;&#10;Description automatically generated with low confidence">
            <a:extLst>
              <a:ext uri="{FF2B5EF4-FFF2-40B4-BE49-F238E27FC236}">
                <a16:creationId xmlns:a16="http://schemas.microsoft.com/office/drawing/2014/main" id="{480A1228-A71C-FB1E-45BB-9AF90871D8E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0350"/>
          <a:stretch/>
        </p:blipFill>
        <p:spPr>
          <a:xfrm flipH="1">
            <a:off x="7725911" y="4002280"/>
            <a:ext cx="125440" cy="269200"/>
          </a:xfrm>
          <a:prstGeom prst="rect">
            <a:avLst/>
          </a:prstGeom>
        </p:spPr>
      </p:pic>
      <p:pic>
        <p:nvPicPr>
          <p:cNvPr id="529" name="Picture 528" descr="A group of trees&#10;&#10;Description automatically generated with low confidence">
            <a:extLst>
              <a:ext uri="{FF2B5EF4-FFF2-40B4-BE49-F238E27FC236}">
                <a16:creationId xmlns:a16="http://schemas.microsoft.com/office/drawing/2014/main" id="{A684D88D-338C-A128-09FE-8A30BD79694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0350"/>
          <a:stretch/>
        </p:blipFill>
        <p:spPr>
          <a:xfrm flipH="1">
            <a:off x="7833272" y="3898431"/>
            <a:ext cx="156816" cy="336532"/>
          </a:xfrm>
          <a:prstGeom prst="rect">
            <a:avLst/>
          </a:prstGeom>
        </p:spPr>
      </p:pic>
      <p:pic>
        <p:nvPicPr>
          <p:cNvPr id="532" name="Picture 531" descr="A group of trees&#10;&#10;Description automatically generated with low confidence">
            <a:extLst>
              <a:ext uri="{FF2B5EF4-FFF2-40B4-BE49-F238E27FC236}">
                <a16:creationId xmlns:a16="http://schemas.microsoft.com/office/drawing/2014/main" id="{FA7AFD16-2965-AB8B-08A5-EC490EE122BC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38" r="63816"/>
          <a:stretch/>
        </p:blipFill>
        <p:spPr>
          <a:xfrm flipH="1">
            <a:off x="7251525" y="4022521"/>
            <a:ext cx="91071" cy="165358"/>
          </a:xfrm>
          <a:prstGeom prst="rect">
            <a:avLst/>
          </a:prstGeom>
        </p:spPr>
      </p:pic>
      <p:pic>
        <p:nvPicPr>
          <p:cNvPr id="533" name="Picture 532" descr="A group of trees&#10;&#10;Description automatically generated with low confidence">
            <a:extLst>
              <a:ext uri="{FF2B5EF4-FFF2-40B4-BE49-F238E27FC236}">
                <a16:creationId xmlns:a16="http://schemas.microsoft.com/office/drawing/2014/main" id="{FF349192-C2EF-47E0-4BCF-5D631E97CD67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998" r="29090"/>
          <a:stretch/>
        </p:blipFill>
        <p:spPr>
          <a:xfrm>
            <a:off x="8924959" y="3976695"/>
            <a:ext cx="136246" cy="248324"/>
          </a:xfrm>
          <a:prstGeom prst="rect">
            <a:avLst/>
          </a:prstGeom>
        </p:spPr>
      </p:pic>
      <p:pic>
        <p:nvPicPr>
          <p:cNvPr id="535" name="Picture 534" descr="A group of trees&#10;&#10;Description automatically generated with low confidence">
            <a:extLst>
              <a:ext uri="{FF2B5EF4-FFF2-40B4-BE49-F238E27FC236}">
                <a16:creationId xmlns:a16="http://schemas.microsoft.com/office/drawing/2014/main" id="{B93ED12B-8E00-1589-83F4-0F0E6673227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38" r="63816"/>
          <a:stretch/>
        </p:blipFill>
        <p:spPr>
          <a:xfrm flipH="1">
            <a:off x="9326499" y="3998380"/>
            <a:ext cx="114556" cy="207999"/>
          </a:xfrm>
          <a:prstGeom prst="rect">
            <a:avLst/>
          </a:prstGeom>
        </p:spPr>
      </p:pic>
      <p:pic>
        <p:nvPicPr>
          <p:cNvPr id="537" name="Picture 536" descr="A group of trees&#10;&#10;Description automatically generated with low confidence">
            <a:extLst>
              <a:ext uri="{FF2B5EF4-FFF2-40B4-BE49-F238E27FC236}">
                <a16:creationId xmlns:a16="http://schemas.microsoft.com/office/drawing/2014/main" id="{2ED9C9E8-7117-D0BF-6790-B28CD2C9EC03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38" r="63816"/>
          <a:stretch/>
        </p:blipFill>
        <p:spPr>
          <a:xfrm flipH="1">
            <a:off x="8884863" y="4103472"/>
            <a:ext cx="81212" cy="147456"/>
          </a:xfrm>
          <a:prstGeom prst="rect">
            <a:avLst/>
          </a:prstGeom>
        </p:spPr>
      </p:pic>
      <p:pic>
        <p:nvPicPr>
          <p:cNvPr id="538" name="Picture 537" descr="A group of trees&#10;&#10;Description automatically generated with low confidence">
            <a:extLst>
              <a:ext uri="{FF2B5EF4-FFF2-40B4-BE49-F238E27FC236}">
                <a16:creationId xmlns:a16="http://schemas.microsoft.com/office/drawing/2014/main" id="{8E0EDFD2-4055-C572-9A5E-5E5161F9675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998" r="29090"/>
          <a:stretch/>
        </p:blipFill>
        <p:spPr>
          <a:xfrm>
            <a:off x="9115286" y="3991940"/>
            <a:ext cx="136246" cy="248324"/>
          </a:xfrm>
          <a:prstGeom prst="rect">
            <a:avLst/>
          </a:prstGeom>
        </p:spPr>
      </p:pic>
      <p:pic>
        <p:nvPicPr>
          <p:cNvPr id="536" name="Picture 535" descr="A group of trees&#10;&#10;Description automatically generated with low confidence">
            <a:extLst>
              <a:ext uri="{FF2B5EF4-FFF2-40B4-BE49-F238E27FC236}">
                <a16:creationId xmlns:a16="http://schemas.microsoft.com/office/drawing/2014/main" id="{F77020FD-69F4-20C8-3F11-2A47186DF47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38" r="63816"/>
          <a:stretch/>
        </p:blipFill>
        <p:spPr>
          <a:xfrm flipH="1">
            <a:off x="9216233" y="4088014"/>
            <a:ext cx="81212" cy="147456"/>
          </a:xfrm>
          <a:prstGeom prst="rect">
            <a:avLst/>
          </a:prstGeom>
        </p:spPr>
      </p:pic>
      <p:pic>
        <p:nvPicPr>
          <p:cNvPr id="540" name="Picture 539" descr="A group of trees&#10;&#10;Description automatically generated with low confidence">
            <a:extLst>
              <a:ext uri="{FF2B5EF4-FFF2-40B4-BE49-F238E27FC236}">
                <a16:creationId xmlns:a16="http://schemas.microsoft.com/office/drawing/2014/main" id="{578F3757-F91C-3AA4-2900-4AA24CFA5BF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38" r="63816"/>
          <a:stretch/>
        </p:blipFill>
        <p:spPr>
          <a:xfrm flipH="1">
            <a:off x="9216762" y="4496395"/>
            <a:ext cx="81212" cy="147456"/>
          </a:xfrm>
          <a:prstGeom prst="rect">
            <a:avLst/>
          </a:prstGeom>
        </p:spPr>
      </p:pic>
      <p:pic>
        <p:nvPicPr>
          <p:cNvPr id="539" name="Picture 538" descr="A group of trees&#10;&#10;Description automatically generated with low confidence">
            <a:extLst>
              <a:ext uri="{FF2B5EF4-FFF2-40B4-BE49-F238E27FC236}">
                <a16:creationId xmlns:a16="http://schemas.microsoft.com/office/drawing/2014/main" id="{E10E9CE2-C880-165D-8748-052A34DBE3F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998" r="29090"/>
          <a:stretch/>
        </p:blipFill>
        <p:spPr>
          <a:xfrm>
            <a:off x="9115815" y="4422999"/>
            <a:ext cx="136246" cy="248324"/>
          </a:xfrm>
          <a:prstGeom prst="rect">
            <a:avLst/>
          </a:prstGeom>
        </p:spPr>
      </p:pic>
      <p:pic>
        <p:nvPicPr>
          <p:cNvPr id="541" name="Picture 540" descr="A group of trees&#10;&#10;Description automatically generated with low confidence">
            <a:extLst>
              <a:ext uri="{FF2B5EF4-FFF2-40B4-BE49-F238E27FC236}">
                <a16:creationId xmlns:a16="http://schemas.microsoft.com/office/drawing/2014/main" id="{F4F9171F-7BC5-186A-E377-196D6FAFC0C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998" r="29090"/>
          <a:stretch/>
        </p:blipFill>
        <p:spPr>
          <a:xfrm>
            <a:off x="8613238" y="3995034"/>
            <a:ext cx="136246" cy="248324"/>
          </a:xfrm>
          <a:prstGeom prst="rect">
            <a:avLst/>
          </a:prstGeom>
        </p:spPr>
      </p:pic>
      <p:pic>
        <p:nvPicPr>
          <p:cNvPr id="542" name="Picture 541" descr="A group of trees&#10;&#10;Description automatically generated with low confidence">
            <a:extLst>
              <a:ext uri="{FF2B5EF4-FFF2-40B4-BE49-F238E27FC236}">
                <a16:creationId xmlns:a16="http://schemas.microsoft.com/office/drawing/2014/main" id="{7A08D42B-3C1A-F69A-145D-58172741DD9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38" r="63816"/>
          <a:stretch/>
        </p:blipFill>
        <p:spPr>
          <a:xfrm flipH="1">
            <a:off x="8714185" y="4091108"/>
            <a:ext cx="81212" cy="147456"/>
          </a:xfrm>
          <a:prstGeom prst="rect">
            <a:avLst/>
          </a:prstGeom>
        </p:spPr>
      </p:pic>
      <p:pic>
        <p:nvPicPr>
          <p:cNvPr id="534" name="Picture 533" descr="A group of trees&#10;&#10;Description automatically generated with low confidence">
            <a:extLst>
              <a:ext uri="{FF2B5EF4-FFF2-40B4-BE49-F238E27FC236}">
                <a16:creationId xmlns:a16="http://schemas.microsoft.com/office/drawing/2014/main" id="{39BDC7AD-3DC3-B2D3-43EF-885863EA90F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0350"/>
          <a:stretch/>
        </p:blipFill>
        <p:spPr>
          <a:xfrm flipH="1">
            <a:off x="8526564" y="3882314"/>
            <a:ext cx="180565" cy="387498"/>
          </a:xfrm>
          <a:prstGeom prst="rect">
            <a:avLst/>
          </a:prstGeom>
        </p:spPr>
      </p:pic>
      <p:pic>
        <p:nvPicPr>
          <p:cNvPr id="543" name="Picture 542" descr="A group of trees&#10;&#10;Description automatically generated with low confidence">
            <a:extLst>
              <a:ext uri="{FF2B5EF4-FFF2-40B4-BE49-F238E27FC236}">
                <a16:creationId xmlns:a16="http://schemas.microsoft.com/office/drawing/2014/main" id="{3ECB6CF4-6341-5904-854F-E9C7F3E1399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38" r="63816"/>
          <a:stretch/>
        </p:blipFill>
        <p:spPr>
          <a:xfrm flipH="1">
            <a:off x="8605233" y="4237784"/>
            <a:ext cx="81212" cy="147456"/>
          </a:xfrm>
          <a:prstGeom prst="rect">
            <a:avLst/>
          </a:prstGeom>
        </p:spPr>
      </p:pic>
      <p:pic>
        <p:nvPicPr>
          <p:cNvPr id="544" name="Picture 543" descr="A group of trees&#10;&#10;Description automatically generated with low confidence">
            <a:extLst>
              <a:ext uri="{FF2B5EF4-FFF2-40B4-BE49-F238E27FC236}">
                <a16:creationId xmlns:a16="http://schemas.microsoft.com/office/drawing/2014/main" id="{6382D917-5C7B-B336-00C4-1E113A4F8E5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998" r="29090"/>
          <a:stretch/>
        </p:blipFill>
        <p:spPr>
          <a:xfrm>
            <a:off x="8643667" y="4207645"/>
            <a:ext cx="106425" cy="193972"/>
          </a:xfrm>
          <a:prstGeom prst="rect">
            <a:avLst/>
          </a:prstGeom>
        </p:spPr>
      </p:pic>
      <p:pic>
        <p:nvPicPr>
          <p:cNvPr id="545" name="Picture 544" descr="A group of trees&#10;&#10;Description automatically generated with low confidence">
            <a:extLst>
              <a:ext uri="{FF2B5EF4-FFF2-40B4-BE49-F238E27FC236}">
                <a16:creationId xmlns:a16="http://schemas.microsoft.com/office/drawing/2014/main" id="{16B3B602-D3E1-83FE-0091-408E755BC3F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998" r="29090"/>
          <a:stretch/>
        </p:blipFill>
        <p:spPr>
          <a:xfrm>
            <a:off x="8772579" y="4117104"/>
            <a:ext cx="136246" cy="248324"/>
          </a:xfrm>
          <a:prstGeom prst="rect">
            <a:avLst/>
          </a:prstGeom>
        </p:spPr>
      </p:pic>
      <p:pic>
        <p:nvPicPr>
          <p:cNvPr id="546" name="Picture 545" descr="A group of trees&#10;&#10;Description automatically generated with low confidence">
            <a:extLst>
              <a:ext uri="{FF2B5EF4-FFF2-40B4-BE49-F238E27FC236}">
                <a16:creationId xmlns:a16="http://schemas.microsoft.com/office/drawing/2014/main" id="{5B386855-A177-AEF5-3CEF-D41204F6B543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0350"/>
          <a:stretch/>
        </p:blipFill>
        <p:spPr>
          <a:xfrm flipH="1">
            <a:off x="4611758" y="4160676"/>
            <a:ext cx="156072" cy="334936"/>
          </a:xfrm>
          <a:prstGeom prst="rect">
            <a:avLst/>
          </a:prstGeom>
        </p:spPr>
      </p:pic>
      <p:pic>
        <p:nvPicPr>
          <p:cNvPr id="547" name="Picture 546" descr="A group of trees&#10;&#10;Description automatically generated with low confidence">
            <a:extLst>
              <a:ext uri="{FF2B5EF4-FFF2-40B4-BE49-F238E27FC236}">
                <a16:creationId xmlns:a16="http://schemas.microsoft.com/office/drawing/2014/main" id="{FE91CFCF-EEA5-14FB-E7B4-869D6F245DF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998" r="29090"/>
          <a:stretch/>
        </p:blipFill>
        <p:spPr>
          <a:xfrm>
            <a:off x="4697479" y="4318197"/>
            <a:ext cx="91990" cy="167663"/>
          </a:xfrm>
          <a:prstGeom prst="rect">
            <a:avLst/>
          </a:prstGeom>
        </p:spPr>
      </p:pic>
      <p:pic>
        <p:nvPicPr>
          <p:cNvPr id="548" name="Picture 547" descr="A group of trees&#10;&#10;Description automatically generated with low confidence">
            <a:extLst>
              <a:ext uri="{FF2B5EF4-FFF2-40B4-BE49-F238E27FC236}">
                <a16:creationId xmlns:a16="http://schemas.microsoft.com/office/drawing/2014/main" id="{F8325967-A947-51BB-8F88-B3969EC487EC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998" r="29090"/>
          <a:stretch/>
        </p:blipFill>
        <p:spPr>
          <a:xfrm>
            <a:off x="4517329" y="4370362"/>
            <a:ext cx="80964" cy="147566"/>
          </a:xfrm>
          <a:prstGeom prst="rect">
            <a:avLst/>
          </a:prstGeom>
        </p:spPr>
      </p:pic>
      <p:pic>
        <p:nvPicPr>
          <p:cNvPr id="550" name="Picture 549" descr="A group of trees&#10;&#10;Description automatically generated with low confidence">
            <a:extLst>
              <a:ext uri="{FF2B5EF4-FFF2-40B4-BE49-F238E27FC236}">
                <a16:creationId xmlns:a16="http://schemas.microsoft.com/office/drawing/2014/main" id="{5C17ADB2-5E0D-BD01-0B1A-B6BA46FA5C67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998" r="29090"/>
          <a:stretch/>
        </p:blipFill>
        <p:spPr>
          <a:xfrm>
            <a:off x="5971761" y="3968959"/>
            <a:ext cx="91990" cy="167663"/>
          </a:xfrm>
          <a:prstGeom prst="rect">
            <a:avLst/>
          </a:prstGeom>
        </p:spPr>
      </p:pic>
      <p:pic>
        <p:nvPicPr>
          <p:cNvPr id="551" name="Picture 550" descr="A group of trees&#10;&#10;Description automatically generated with low confidence">
            <a:extLst>
              <a:ext uri="{FF2B5EF4-FFF2-40B4-BE49-F238E27FC236}">
                <a16:creationId xmlns:a16="http://schemas.microsoft.com/office/drawing/2014/main" id="{110717B4-9C1A-04A4-9184-00B7929D0767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998" r="29090"/>
          <a:stretch/>
        </p:blipFill>
        <p:spPr>
          <a:xfrm>
            <a:off x="5747605" y="4011975"/>
            <a:ext cx="80964" cy="147566"/>
          </a:xfrm>
          <a:prstGeom prst="rect">
            <a:avLst/>
          </a:prstGeom>
        </p:spPr>
      </p:pic>
      <p:pic>
        <p:nvPicPr>
          <p:cNvPr id="549" name="Picture 548" descr="A group of trees&#10;&#10;Description automatically generated with low confidence">
            <a:extLst>
              <a:ext uri="{FF2B5EF4-FFF2-40B4-BE49-F238E27FC236}">
                <a16:creationId xmlns:a16="http://schemas.microsoft.com/office/drawing/2014/main" id="{A4768A3A-1F10-BF0C-A2D3-3E8F41B2B07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0350"/>
          <a:stretch/>
        </p:blipFill>
        <p:spPr>
          <a:xfrm flipH="1">
            <a:off x="5899684" y="3849303"/>
            <a:ext cx="156072" cy="334936"/>
          </a:xfrm>
          <a:prstGeom prst="rect">
            <a:avLst/>
          </a:prstGeom>
        </p:spPr>
      </p:pic>
      <p:pic>
        <p:nvPicPr>
          <p:cNvPr id="552" name="Picture 551" descr="A group of trees&#10;&#10;Description automatically generated with low confidence">
            <a:extLst>
              <a:ext uri="{FF2B5EF4-FFF2-40B4-BE49-F238E27FC236}">
                <a16:creationId xmlns:a16="http://schemas.microsoft.com/office/drawing/2014/main" id="{64B860A7-C770-360B-B331-EDD45FB49A43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998" r="29090"/>
          <a:stretch/>
        </p:blipFill>
        <p:spPr>
          <a:xfrm>
            <a:off x="6086171" y="4161642"/>
            <a:ext cx="80964" cy="147566"/>
          </a:xfrm>
          <a:prstGeom prst="rect">
            <a:avLst/>
          </a:prstGeom>
        </p:spPr>
      </p:pic>
      <p:pic>
        <p:nvPicPr>
          <p:cNvPr id="553" name="Picture 552" descr="A group of trees&#10;&#10;Description automatically generated with low confidence">
            <a:extLst>
              <a:ext uri="{FF2B5EF4-FFF2-40B4-BE49-F238E27FC236}">
                <a16:creationId xmlns:a16="http://schemas.microsoft.com/office/drawing/2014/main" id="{1610A70B-0059-FEE8-BF18-FD858F26FAE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38" r="63816"/>
          <a:stretch/>
        </p:blipFill>
        <p:spPr>
          <a:xfrm flipH="1">
            <a:off x="6548498" y="4253864"/>
            <a:ext cx="114556" cy="207999"/>
          </a:xfrm>
          <a:prstGeom prst="rect">
            <a:avLst/>
          </a:prstGeom>
        </p:spPr>
      </p:pic>
      <p:pic>
        <p:nvPicPr>
          <p:cNvPr id="554" name="Picture 553" descr="A group of trees&#10;&#10;Description automatically generated with low confidence">
            <a:extLst>
              <a:ext uri="{FF2B5EF4-FFF2-40B4-BE49-F238E27FC236}">
                <a16:creationId xmlns:a16="http://schemas.microsoft.com/office/drawing/2014/main" id="{878DA8F8-8ED2-2BDF-3D24-0FAB8B1635BC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998" r="29090"/>
          <a:stretch/>
        </p:blipFill>
        <p:spPr>
          <a:xfrm>
            <a:off x="5980841" y="4190289"/>
            <a:ext cx="80964" cy="147566"/>
          </a:xfrm>
          <a:prstGeom prst="rect">
            <a:avLst/>
          </a:prstGeom>
        </p:spPr>
      </p:pic>
      <p:pic>
        <p:nvPicPr>
          <p:cNvPr id="555" name="Picture 554" descr="A group of trees&#10;&#10;Description automatically generated with low confidence">
            <a:extLst>
              <a:ext uri="{FF2B5EF4-FFF2-40B4-BE49-F238E27FC236}">
                <a16:creationId xmlns:a16="http://schemas.microsoft.com/office/drawing/2014/main" id="{7F8A5C35-74D5-F13A-239E-6D3363115A07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38" r="63816"/>
          <a:stretch/>
        </p:blipFill>
        <p:spPr>
          <a:xfrm flipH="1">
            <a:off x="6602672" y="4270990"/>
            <a:ext cx="114556" cy="207999"/>
          </a:xfrm>
          <a:prstGeom prst="rect">
            <a:avLst/>
          </a:prstGeom>
        </p:spPr>
      </p:pic>
      <p:pic>
        <p:nvPicPr>
          <p:cNvPr id="556" name="Picture 555" descr="A group of trees&#10;&#10;Description automatically generated with low confidence">
            <a:extLst>
              <a:ext uri="{FF2B5EF4-FFF2-40B4-BE49-F238E27FC236}">
                <a16:creationId xmlns:a16="http://schemas.microsoft.com/office/drawing/2014/main" id="{08738F7F-8337-6671-A313-5299AA5D5BC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998" r="29090"/>
          <a:stretch/>
        </p:blipFill>
        <p:spPr>
          <a:xfrm>
            <a:off x="6146790" y="4154250"/>
            <a:ext cx="80964" cy="147566"/>
          </a:xfrm>
          <a:prstGeom prst="rect">
            <a:avLst/>
          </a:prstGeom>
        </p:spPr>
      </p:pic>
      <p:pic>
        <p:nvPicPr>
          <p:cNvPr id="557" name="Picture 556" descr="A group of trees&#10;&#10;Description automatically generated with low confidence">
            <a:extLst>
              <a:ext uri="{FF2B5EF4-FFF2-40B4-BE49-F238E27FC236}">
                <a16:creationId xmlns:a16="http://schemas.microsoft.com/office/drawing/2014/main" id="{51D5264A-84BF-8AD5-E853-DB7324967E1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998" r="29090"/>
          <a:stretch/>
        </p:blipFill>
        <p:spPr>
          <a:xfrm>
            <a:off x="6538412" y="4331037"/>
            <a:ext cx="80964" cy="147566"/>
          </a:xfrm>
          <a:prstGeom prst="rect">
            <a:avLst/>
          </a:prstGeom>
        </p:spPr>
      </p:pic>
      <p:pic>
        <p:nvPicPr>
          <p:cNvPr id="558" name="Picture 557" descr="A group of trees&#10;&#10;Description automatically generated with low confidence">
            <a:extLst>
              <a:ext uri="{FF2B5EF4-FFF2-40B4-BE49-F238E27FC236}">
                <a16:creationId xmlns:a16="http://schemas.microsoft.com/office/drawing/2014/main" id="{EB389752-0B44-3B0D-DBC0-FDC2F0A112D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998" r="29090"/>
          <a:stretch/>
        </p:blipFill>
        <p:spPr>
          <a:xfrm>
            <a:off x="6237414" y="3942965"/>
            <a:ext cx="132830" cy="242097"/>
          </a:xfrm>
          <a:prstGeom prst="rect">
            <a:avLst/>
          </a:prstGeom>
        </p:spPr>
      </p:pic>
      <p:pic>
        <p:nvPicPr>
          <p:cNvPr id="559" name="Picture 558" descr="A group of trees&#10;&#10;Description automatically generated with low confidence">
            <a:extLst>
              <a:ext uri="{FF2B5EF4-FFF2-40B4-BE49-F238E27FC236}">
                <a16:creationId xmlns:a16="http://schemas.microsoft.com/office/drawing/2014/main" id="{A15424D0-99B8-19A4-9F3F-E46A4DDF9B33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0350"/>
          <a:stretch/>
        </p:blipFill>
        <p:spPr>
          <a:xfrm flipH="1">
            <a:off x="4853584" y="4015449"/>
            <a:ext cx="156072" cy="334936"/>
          </a:xfrm>
          <a:prstGeom prst="rect">
            <a:avLst/>
          </a:prstGeom>
        </p:spPr>
      </p:pic>
      <p:pic>
        <p:nvPicPr>
          <p:cNvPr id="560" name="Picture 559" descr="A group of trees&#10;&#10;Description automatically generated with low confidence">
            <a:extLst>
              <a:ext uri="{FF2B5EF4-FFF2-40B4-BE49-F238E27FC236}">
                <a16:creationId xmlns:a16="http://schemas.microsoft.com/office/drawing/2014/main" id="{DC54F21B-07F9-0E3D-8080-74DF022498C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998" r="29090"/>
          <a:stretch/>
        </p:blipFill>
        <p:spPr>
          <a:xfrm>
            <a:off x="4812153" y="4193057"/>
            <a:ext cx="91990" cy="167663"/>
          </a:xfrm>
          <a:prstGeom prst="rect">
            <a:avLst/>
          </a:prstGeom>
        </p:spPr>
      </p:pic>
      <p:pic>
        <p:nvPicPr>
          <p:cNvPr id="561" name="Picture 560" descr="A group of trees&#10;&#10;Description automatically generated with low confidence">
            <a:extLst>
              <a:ext uri="{FF2B5EF4-FFF2-40B4-BE49-F238E27FC236}">
                <a16:creationId xmlns:a16="http://schemas.microsoft.com/office/drawing/2014/main" id="{B56577E2-7413-54D5-EC57-842646635FE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998" r="29090"/>
          <a:stretch/>
        </p:blipFill>
        <p:spPr>
          <a:xfrm>
            <a:off x="5391128" y="3950163"/>
            <a:ext cx="132830" cy="242097"/>
          </a:xfrm>
          <a:prstGeom prst="rect">
            <a:avLst/>
          </a:prstGeom>
        </p:spPr>
      </p:pic>
      <p:pic>
        <p:nvPicPr>
          <p:cNvPr id="562" name="Picture 561" descr="A group of trees&#10;&#10;Description automatically generated with low confidence">
            <a:extLst>
              <a:ext uri="{FF2B5EF4-FFF2-40B4-BE49-F238E27FC236}">
                <a16:creationId xmlns:a16="http://schemas.microsoft.com/office/drawing/2014/main" id="{F4FFD5C8-61DF-5CDE-41FB-24F39B1AEBA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38" r="63816"/>
          <a:stretch/>
        </p:blipFill>
        <p:spPr>
          <a:xfrm flipH="1">
            <a:off x="5236697" y="3884461"/>
            <a:ext cx="114556" cy="207999"/>
          </a:xfrm>
          <a:prstGeom prst="rect">
            <a:avLst/>
          </a:prstGeom>
        </p:spPr>
      </p:pic>
      <p:pic>
        <p:nvPicPr>
          <p:cNvPr id="563" name="Picture 562" descr="A group of trees&#10;&#10;Description automatically generated with low confidence">
            <a:extLst>
              <a:ext uri="{FF2B5EF4-FFF2-40B4-BE49-F238E27FC236}">
                <a16:creationId xmlns:a16="http://schemas.microsoft.com/office/drawing/2014/main" id="{A057D6C3-8685-9A03-FBC0-4DDAF11101B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38" r="63816"/>
          <a:stretch/>
        </p:blipFill>
        <p:spPr>
          <a:xfrm flipH="1">
            <a:off x="5350408" y="4010244"/>
            <a:ext cx="114556" cy="207999"/>
          </a:xfrm>
          <a:prstGeom prst="rect">
            <a:avLst/>
          </a:prstGeom>
        </p:spPr>
      </p:pic>
      <p:pic>
        <p:nvPicPr>
          <p:cNvPr id="564" name="Picture 563" descr="A group of trees&#10;&#10;Description automatically generated with low confidence">
            <a:extLst>
              <a:ext uri="{FF2B5EF4-FFF2-40B4-BE49-F238E27FC236}">
                <a16:creationId xmlns:a16="http://schemas.microsoft.com/office/drawing/2014/main" id="{C414BA0F-9D6B-4FC3-50A0-73B64EE8DA3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38" r="63816"/>
          <a:stretch/>
        </p:blipFill>
        <p:spPr>
          <a:xfrm flipH="1">
            <a:off x="6479573" y="4077525"/>
            <a:ext cx="114556" cy="207999"/>
          </a:xfrm>
          <a:prstGeom prst="rect">
            <a:avLst/>
          </a:prstGeom>
        </p:spPr>
      </p:pic>
      <p:pic>
        <p:nvPicPr>
          <p:cNvPr id="565" name="Picture 564" descr="A group of trees&#10;&#10;Description automatically generated with low confidence">
            <a:extLst>
              <a:ext uri="{FF2B5EF4-FFF2-40B4-BE49-F238E27FC236}">
                <a16:creationId xmlns:a16="http://schemas.microsoft.com/office/drawing/2014/main" id="{37A73138-CD98-4D29-9196-15A6B76FA18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998" r="29090"/>
          <a:stretch/>
        </p:blipFill>
        <p:spPr>
          <a:xfrm>
            <a:off x="6289686" y="4037880"/>
            <a:ext cx="80964" cy="147566"/>
          </a:xfrm>
          <a:prstGeom prst="rect">
            <a:avLst/>
          </a:prstGeom>
        </p:spPr>
      </p:pic>
      <p:pic>
        <p:nvPicPr>
          <p:cNvPr id="566" name="Picture 565" descr="A group of trees&#10;&#10;Description automatically generated with low confidence">
            <a:extLst>
              <a:ext uri="{FF2B5EF4-FFF2-40B4-BE49-F238E27FC236}">
                <a16:creationId xmlns:a16="http://schemas.microsoft.com/office/drawing/2014/main" id="{62813247-BF73-B211-4B37-A1EA39F0CA1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38" r="63816"/>
          <a:stretch/>
        </p:blipFill>
        <p:spPr>
          <a:xfrm flipH="1">
            <a:off x="6866754" y="3915230"/>
            <a:ext cx="114556" cy="207999"/>
          </a:xfrm>
          <a:prstGeom prst="rect">
            <a:avLst/>
          </a:prstGeom>
        </p:spPr>
      </p:pic>
      <p:pic>
        <p:nvPicPr>
          <p:cNvPr id="567" name="Picture 566" descr="A group of trees&#10;&#10;Description automatically generated with low confidence">
            <a:extLst>
              <a:ext uri="{FF2B5EF4-FFF2-40B4-BE49-F238E27FC236}">
                <a16:creationId xmlns:a16="http://schemas.microsoft.com/office/drawing/2014/main" id="{89D6F8B8-C0F5-3891-41CF-0C62CC48B1A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998" r="29090"/>
          <a:stretch/>
        </p:blipFill>
        <p:spPr>
          <a:xfrm>
            <a:off x="6665342" y="3988026"/>
            <a:ext cx="80964" cy="147566"/>
          </a:xfrm>
          <a:prstGeom prst="rect">
            <a:avLst/>
          </a:prstGeom>
        </p:spPr>
      </p:pic>
      <p:pic>
        <p:nvPicPr>
          <p:cNvPr id="568" name="Picture 567" descr="A group of trees&#10;&#10;Description automatically generated with low confidence">
            <a:extLst>
              <a:ext uri="{FF2B5EF4-FFF2-40B4-BE49-F238E27FC236}">
                <a16:creationId xmlns:a16="http://schemas.microsoft.com/office/drawing/2014/main" id="{03350616-789E-67A9-7CE5-D2F15DBB11F3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998" r="29090"/>
          <a:stretch/>
        </p:blipFill>
        <p:spPr>
          <a:xfrm>
            <a:off x="6937049" y="4183557"/>
            <a:ext cx="80964" cy="147566"/>
          </a:xfrm>
          <a:prstGeom prst="rect">
            <a:avLst/>
          </a:prstGeom>
        </p:spPr>
      </p:pic>
      <p:pic>
        <p:nvPicPr>
          <p:cNvPr id="569" name="Picture 568" descr="A group of trees&#10;&#10;Description automatically generated with low confidence">
            <a:extLst>
              <a:ext uri="{FF2B5EF4-FFF2-40B4-BE49-F238E27FC236}">
                <a16:creationId xmlns:a16="http://schemas.microsoft.com/office/drawing/2014/main" id="{B64A7507-85A8-1C1A-AC29-6EEB383930C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38" r="63816"/>
          <a:stretch/>
        </p:blipFill>
        <p:spPr>
          <a:xfrm flipH="1">
            <a:off x="6850873" y="4229436"/>
            <a:ext cx="72531" cy="131694"/>
          </a:xfrm>
          <a:prstGeom prst="rect">
            <a:avLst/>
          </a:prstGeom>
        </p:spPr>
      </p:pic>
      <p:pic>
        <p:nvPicPr>
          <p:cNvPr id="570" name="Picture 569" descr="A group of trees&#10;&#10;Description automatically generated with low confidence">
            <a:extLst>
              <a:ext uri="{FF2B5EF4-FFF2-40B4-BE49-F238E27FC236}">
                <a16:creationId xmlns:a16="http://schemas.microsoft.com/office/drawing/2014/main" id="{5B98ABAE-DA7C-CE65-1CB3-685493A00A2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0350"/>
          <a:stretch/>
        </p:blipFill>
        <p:spPr>
          <a:xfrm flipH="1">
            <a:off x="7188415" y="4111619"/>
            <a:ext cx="125440" cy="269200"/>
          </a:xfrm>
          <a:prstGeom prst="rect">
            <a:avLst/>
          </a:prstGeom>
        </p:spPr>
      </p:pic>
      <p:pic>
        <p:nvPicPr>
          <p:cNvPr id="571" name="Picture 570" descr="A group of trees&#10;&#10;Description automatically generated with low confidence">
            <a:extLst>
              <a:ext uri="{FF2B5EF4-FFF2-40B4-BE49-F238E27FC236}">
                <a16:creationId xmlns:a16="http://schemas.microsoft.com/office/drawing/2014/main" id="{FF620DF5-B8FF-E3C9-633E-BE8B5C5F4C2C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0350"/>
          <a:stretch/>
        </p:blipFill>
        <p:spPr>
          <a:xfrm flipH="1">
            <a:off x="7441797" y="4119638"/>
            <a:ext cx="125440" cy="269200"/>
          </a:xfrm>
          <a:prstGeom prst="rect">
            <a:avLst/>
          </a:prstGeom>
        </p:spPr>
      </p:pic>
      <p:sp>
        <p:nvSpPr>
          <p:cNvPr id="572" name="TextBox 571">
            <a:extLst>
              <a:ext uri="{FF2B5EF4-FFF2-40B4-BE49-F238E27FC236}">
                <a16:creationId xmlns:a16="http://schemas.microsoft.com/office/drawing/2014/main" id="{F27D6BA6-072E-A936-85BE-FDB96C3B665D}"/>
              </a:ext>
            </a:extLst>
          </p:cNvPr>
          <p:cNvSpPr txBox="1"/>
          <p:nvPr/>
        </p:nvSpPr>
        <p:spPr>
          <a:xfrm>
            <a:off x="4924018" y="2199806"/>
            <a:ext cx="1141800" cy="3561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57" dirty="0">
                <a:latin typeface="Univers 57 Condensed" pitchFamily="50" charset="0"/>
              </a:rPr>
              <a:t>Heat from precipitation</a:t>
            </a:r>
          </a:p>
        </p:txBody>
      </p:sp>
      <p:sp>
        <p:nvSpPr>
          <p:cNvPr id="613" name="TextBox 612">
            <a:extLst>
              <a:ext uri="{FF2B5EF4-FFF2-40B4-BE49-F238E27FC236}">
                <a16:creationId xmlns:a16="http://schemas.microsoft.com/office/drawing/2014/main" id="{033899BA-CAFB-1105-4760-5C089B2BFC30}"/>
              </a:ext>
            </a:extLst>
          </p:cNvPr>
          <p:cNvSpPr txBox="1"/>
          <p:nvPr/>
        </p:nvSpPr>
        <p:spPr>
          <a:xfrm>
            <a:off x="4535378" y="2640333"/>
            <a:ext cx="611742" cy="2760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714"/>
              </a:lnSpc>
            </a:pPr>
            <a:r>
              <a:rPr lang="en-US" sz="857" dirty="0">
                <a:latin typeface="Univers 57 Condensed" pitchFamily="50" charset="0"/>
              </a:rPr>
              <a:t>Runoff heat flow</a:t>
            </a:r>
          </a:p>
        </p:txBody>
      </p:sp>
      <p:sp>
        <p:nvSpPr>
          <p:cNvPr id="614" name="TextBox 613">
            <a:extLst>
              <a:ext uri="{FF2B5EF4-FFF2-40B4-BE49-F238E27FC236}">
                <a16:creationId xmlns:a16="http://schemas.microsoft.com/office/drawing/2014/main" id="{383617F0-C955-56CB-7CA4-05104BC6D066}"/>
              </a:ext>
            </a:extLst>
          </p:cNvPr>
          <p:cNvSpPr txBox="1"/>
          <p:nvPr/>
        </p:nvSpPr>
        <p:spPr>
          <a:xfrm>
            <a:off x="5226136" y="3163834"/>
            <a:ext cx="691311" cy="326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62" dirty="0">
                <a:latin typeface="Univers 57 Condensed" pitchFamily="50" charset="0"/>
              </a:rPr>
              <a:t>Recharging heat flow</a:t>
            </a:r>
          </a:p>
        </p:txBody>
      </p:sp>
      <p:sp>
        <p:nvSpPr>
          <p:cNvPr id="615" name="Freeform: Shape 614">
            <a:extLst>
              <a:ext uri="{FF2B5EF4-FFF2-40B4-BE49-F238E27FC236}">
                <a16:creationId xmlns:a16="http://schemas.microsoft.com/office/drawing/2014/main" id="{690EE994-3096-C2E2-D866-BE7BA5C39638}"/>
              </a:ext>
            </a:extLst>
          </p:cNvPr>
          <p:cNvSpPr/>
          <p:nvPr/>
        </p:nvSpPr>
        <p:spPr>
          <a:xfrm rot="356134">
            <a:off x="4250532" y="4887597"/>
            <a:ext cx="169095" cy="31234"/>
          </a:xfrm>
          <a:custGeom>
            <a:avLst/>
            <a:gdLst>
              <a:gd name="connsiteX0" fmla="*/ 0 w 264584"/>
              <a:gd name="connsiteY0" fmla="*/ 10275 h 46258"/>
              <a:gd name="connsiteX1" fmla="*/ 136525 w 264584"/>
              <a:gd name="connsiteY1" fmla="*/ 750 h 46258"/>
              <a:gd name="connsiteX2" fmla="*/ 190500 w 264584"/>
              <a:gd name="connsiteY2" fmla="*/ 1808 h 46258"/>
              <a:gd name="connsiteX3" fmla="*/ 232834 w 264584"/>
              <a:gd name="connsiteY3" fmla="*/ 11333 h 46258"/>
              <a:gd name="connsiteX4" fmla="*/ 264584 w 264584"/>
              <a:gd name="connsiteY4" fmla="*/ 46258 h 462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64584" h="46258">
                <a:moveTo>
                  <a:pt x="0" y="10275"/>
                </a:moveTo>
                <a:lnTo>
                  <a:pt x="136525" y="750"/>
                </a:lnTo>
                <a:cubicBezTo>
                  <a:pt x="168275" y="-661"/>
                  <a:pt x="174449" y="44"/>
                  <a:pt x="190500" y="1808"/>
                </a:cubicBezTo>
                <a:cubicBezTo>
                  <a:pt x="206551" y="3572"/>
                  <a:pt x="220487" y="3925"/>
                  <a:pt x="232834" y="11333"/>
                </a:cubicBezTo>
                <a:cubicBezTo>
                  <a:pt x="245181" y="18741"/>
                  <a:pt x="254882" y="32499"/>
                  <a:pt x="264584" y="46258"/>
                </a:cubicBezTo>
              </a:path>
            </a:pathLst>
          </a:custGeom>
          <a:noFill/>
          <a:ln>
            <a:solidFill>
              <a:srgbClr val="00B050"/>
            </a:solidFill>
            <a:tailEnd type="triangle" w="sm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57"/>
          </a:p>
        </p:txBody>
      </p:sp>
      <p:sp>
        <p:nvSpPr>
          <p:cNvPr id="616" name="Freeform: Shape 615">
            <a:extLst>
              <a:ext uri="{FF2B5EF4-FFF2-40B4-BE49-F238E27FC236}">
                <a16:creationId xmlns:a16="http://schemas.microsoft.com/office/drawing/2014/main" id="{A41F9524-AAB2-4F22-D6AF-5CACB5F15BFB}"/>
              </a:ext>
            </a:extLst>
          </p:cNvPr>
          <p:cNvSpPr/>
          <p:nvPr/>
        </p:nvSpPr>
        <p:spPr>
          <a:xfrm rot="21243866" flipH="1">
            <a:off x="4393209" y="4974467"/>
            <a:ext cx="177062" cy="17060"/>
          </a:xfrm>
          <a:custGeom>
            <a:avLst/>
            <a:gdLst>
              <a:gd name="connsiteX0" fmla="*/ 0 w 264584"/>
              <a:gd name="connsiteY0" fmla="*/ 10275 h 46258"/>
              <a:gd name="connsiteX1" fmla="*/ 136525 w 264584"/>
              <a:gd name="connsiteY1" fmla="*/ 750 h 46258"/>
              <a:gd name="connsiteX2" fmla="*/ 190500 w 264584"/>
              <a:gd name="connsiteY2" fmla="*/ 1808 h 46258"/>
              <a:gd name="connsiteX3" fmla="*/ 232834 w 264584"/>
              <a:gd name="connsiteY3" fmla="*/ 11333 h 46258"/>
              <a:gd name="connsiteX4" fmla="*/ 264584 w 264584"/>
              <a:gd name="connsiteY4" fmla="*/ 46258 h 46258"/>
              <a:gd name="connsiteX0" fmla="*/ 0 w 264584"/>
              <a:gd name="connsiteY0" fmla="*/ 8879 h 44862"/>
              <a:gd name="connsiteX1" fmla="*/ 70862 w 264584"/>
              <a:gd name="connsiteY1" fmla="*/ 2438 h 44862"/>
              <a:gd name="connsiteX2" fmla="*/ 190500 w 264584"/>
              <a:gd name="connsiteY2" fmla="*/ 412 h 44862"/>
              <a:gd name="connsiteX3" fmla="*/ 232834 w 264584"/>
              <a:gd name="connsiteY3" fmla="*/ 9937 h 44862"/>
              <a:gd name="connsiteX4" fmla="*/ 264584 w 264584"/>
              <a:gd name="connsiteY4" fmla="*/ 44862 h 44862"/>
              <a:gd name="connsiteX0" fmla="*/ 0 w 264584"/>
              <a:gd name="connsiteY0" fmla="*/ 8150 h 44133"/>
              <a:gd name="connsiteX1" fmla="*/ 70862 w 264584"/>
              <a:gd name="connsiteY1" fmla="*/ 1709 h 44133"/>
              <a:gd name="connsiteX2" fmla="*/ 129948 w 264584"/>
              <a:gd name="connsiteY2" fmla="*/ 576 h 44133"/>
              <a:gd name="connsiteX3" fmla="*/ 232834 w 264584"/>
              <a:gd name="connsiteY3" fmla="*/ 9208 h 44133"/>
              <a:gd name="connsiteX4" fmla="*/ 264584 w 264584"/>
              <a:gd name="connsiteY4" fmla="*/ 44133 h 44133"/>
              <a:gd name="connsiteX0" fmla="*/ 0 w 264584"/>
              <a:gd name="connsiteY0" fmla="*/ 8584 h 44567"/>
              <a:gd name="connsiteX1" fmla="*/ 70862 w 264584"/>
              <a:gd name="connsiteY1" fmla="*/ 2143 h 44567"/>
              <a:gd name="connsiteX2" fmla="*/ 129948 w 264584"/>
              <a:gd name="connsiteY2" fmla="*/ 1010 h 44567"/>
              <a:gd name="connsiteX3" fmla="*/ 184085 w 264584"/>
              <a:gd name="connsiteY3" fmla="*/ 4308 h 44567"/>
              <a:gd name="connsiteX4" fmla="*/ 264584 w 264584"/>
              <a:gd name="connsiteY4" fmla="*/ 44567 h 44567"/>
              <a:gd name="connsiteX0" fmla="*/ 0 w 277051"/>
              <a:gd name="connsiteY0" fmla="*/ 8584 h 28145"/>
              <a:gd name="connsiteX1" fmla="*/ 70862 w 277051"/>
              <a:gd name="connsiteY1" fmla="*/ 2143 h 28145"/>
              <a:gd name="connsiteX2" fmla="*/ 129948 w 277051"/>
              <a:gd name="connsiteY2" fmla="*/ 1010 h 28145"/>
              <a:gd name="connsiteX3" fmla="*/ 184085 w 277051"/>
              <a:gd name="connsiteY3" fmla="*/ 4308 h 28145"/>
              <a:gd name="connsiteX4" fmla="*/ 277051 w 277051"/>
              <a:gd name="connsiteY4" fmla="*/ 28145 h 28145"/>
              <a:gd name="connsiteX0" fmla="*/ 0 w 277051"/>
              <a:gd name="connsiteY0" fmla="*/ 7691 h 27252"/>
              <a:gd name="connsiteX1" fmla="*/ 70862 w 277051"/>
              <a:gd name="connsiteY1" fmla="*/ 1250 h 27252"/>
              <a:gd name="connsiteX2" fmla="*/ 121308 w 277051"/>
              <a:gd name="connsiteY2" fmla="*/ 2655 h 27252"/>
              <a:gd name="connsiteX3" fmla="*/ 184085 w 277051"/>
              <a:gd name="connsiteY3" fmla="*/ 3415 h 27252"/>
              <a:gd name="connsiteX4" fmla="*/ 277051 w 277051"/>
              <a:gd name="connsiteY4" fmla="*/ 27252 h 27252"/>
              <a:gd name="connsiteX0" fmla="*/ 0 w 277051"/>
              <a:gd name="connsiteY0" fmla="*/ 6875 h 26436"/>
              <a:gd name="connsiteX1" fmla="*/ 70862 w 277051"/>
              <a:gd name="connsiteY1" fmla="*/ 434 h 26436"/>
              <a:gd name="connsiteX2" fmla="*/ 121308 w 277051"/>
              <a:gd name="connsiteY2" fmla="*/ 1839 h 26436"/>
              <a:gd name="connsiteX3" fmla="*/ 184085 w 277051"/>
              <a:gd name="connsiteY3" fmla="*/ 2599 h 26436"/>
              <a:gd name="connsiteX4" fmla="*/ 277051 w 277051"/>
              <a:gd name="connsiteY4" fmla="*/ 26436 h 26436"/>
              <a:gd name="connsiteX0" fmla="*/ 0 w 277051"/>
              <a:gd name="connsiteY0" fmla="*/ 6850 h 26411"/>
              <a:gd name="connsiteX1" fmla="*/ 70862 w 277051"/>
              <a:gd name="connsiteY1" fmla="*/ 409 h 26411"/>
              <a:gd name="connsiteX2" fmla="*/ 121308 w 277051"/>
              <a:gd name="connsiteY2" fmla="*/ 1814 h 26411"/>
              <a:gd name="connsiteX3" fmla="*/ 198202 w 277051"/>
              <a:gd name="connsiteY3" fmla="*/ 1185 h 26411"/>
              <a:gd name="connsiteX4" fmla="*/ 277051 w 277051"/>
              <a:gd name="connsiteY4" fmla="*/ 26411 h 26411"/>
              <a:gd name="connsiteX0" fmla="*/ 0 w 277051"/>
              <a:gd name="connsiteY0" fmla="*/ 6850 h 26411"/>
              <a:gd name="connsiteX1" fmla="*/ 70862 w 277051"/>
              <a:gd name="connsiteY1" fmla="*/ 409 h 26411"/>
              <a:gd name="connsiteX2" fmla="*/ 121308 w 277051"/>
              <a:gd name="connsiteY2" fmla="*/ 1814 h 26411"/>
              <a:gd name="connsiteX3" fmla="*/ 198202 w 277051"/>
              <a:gd name="connsiteY3" fmla="*/ 1185 h 26411"/>
              <a:gd name="connsiteX4" fmla="*/ 277051 w 277051"/>
              <a:gd name="connsiteY4" fmla="*/ 26411 h 26411"/>
              <a:gd name="connsiteX0" fmla="*/ 0 w 277051"/>
              <a:gd name="connsiteY0" fmla="*/ 6871 h 26432"/>
              <a:gd name="connsiteX1" fmla="*/ 70862 w 277051"/>
              <a:gd name="connsiteY1" fmla="*/ 430 h 26432"/>
              <a:gd name="connsiteX2" fmla="*/ 121308 w 277051"/>
              <a:gd name="connsiteY2" fmla="*/ 1835 h 26432"/>
              <a:gd name="connsiteX3" fmla="*/ 185849 w 277051"/>
              <a:gd name="connsiteY3" fmla="*/ 2422 h 26432"/>
              <a:gd name="connsiteX4" fmla="*/ 277051 w 277051"/>
              <a:gd name="connsiteY4" fmla="*/ 26432 h 26432"/>
              <a:gd name="connsiteX0" fmla="*/ 0 w 277051"/>
              <a:gd name="connsiteY0" fmla="*/ 6871 h 26432"/>
              <a:gd name="connsiteX1" fmla="*/ 70862 w 277051"/>
              <a:gd name="connsiteY1" fmla="*/ 430 h 26432"/>
              <a:gd name="connsiteX2" fmla="*/ 121308 w 277051"/>
              <a:gd name="connsiteY2" fmla="*/ 1835 h 26432"/>
              <a:gd name="connsiteX3" fmla="*/ 185849 w 277051"/>
              <a:gd name="connsiteY3" fmla="*/ 2422 h 26432"/>
              <a:gd name="connsiteX4" fmla="*/ 277051 w 277051"/>
              <a:gd name="connsiteY4" fmla="*/ 26432 h 26432"/>
              <a:gd name="connsiteX0" fmla="*/ 0 w 277051"/>
              <a:gd name="connsiteY0" fmla="*/ 5704 h 25265"/>
              <a:gd name="connsiteX1" fmla="*/ 62405 w 277051"/>
              <a:gd name="connsiteY1" fmla="*/ 3472 h 25265"/>
              <a:gd name="connsiteX2" fmla="*/ 121308 w 277051"/>
              <a:gd name="connsiteY2" fmla="*/ 668 h 25265"/>
              <a:gd name="connsiteX3" fmla="*/ 185849 w 277051"/>
              <a:gd name="connsiteY3" fmla="*/ 1255 h 25265"/>
              <a:gd name="connsiteX4" fmla="*/ 277051 w 277051"/>
              <a:gd name="connsiteY4" fmla="*/ 25265 h 25265"/>
              <a:gd name="connsiteX0" fmla="*/ 0 w 277051"/>
              <a:gd name="connsiteY0" fmla="*/ 5704 h 25265"/>
              <a:gd name="connsiteX1" fmla="*/ 62405 w 277051"/>
              <a:gd name="connsiteY1" fmla="*/ 3472 h 25265"/>
              <a:gd name="connsiteX2" fmla="*/ 121308 w 277051"/>
              <a:gd name="connsiteY2" fmla="*/ 668 h 25265"/>
              <a:gd name="connsiteX3" fmla="*/ 185849 w 277051"/>
              <a:gd name="connsiteY3" fmla="*/ 1255 h 25265"/>
              <a:gd name="connsiteX4" fmla="*/ 277051 w 277051"/>
              <a:gd name="connsiteY4" fmla="*/ 25265 h 252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051" h="25265">
                <a:moveTo>
                  <a:pt x="0" y="5704"/>
                </a:moveTo>
                <a:cubicBezTo>
                  <a:pt x="45508" y="2529"/>
                  <a:pt x="16897" y="6647"/>
                  <a:pt x="62405" y="3472"/>
                </a:cubicBezTo>
                <a:cubicBezTo>
                  <a:pt x="90443" y="738"/>
                  <a:pt x="100734" y="1038"/>
                  <a:pt x="121308" y="668"/>
                </a:cubicBezTo>
                <a:cubicBezTo>
                  <a:pt x="141882" y="299"/>
                  <a:pt x="154457" y="-903"/>
                  <a:pt x="185849" y="1255"/>
                </a:cubicBezTo>
                <a:cubicBezTo>
                  <a:pt x="214079" y="7101"/>
                  <a:pt x="267349" y="11506"/>
                  <a:pt x="277051" y="25265"/>
                </a:cubicBezTo>
              </a:path>
            </a:pathLst>
          </a:custGeom>
          <a:noFill/>
          <a:ln>
            <a:solidFill>
              <a:srgbClr val="00B050"/>
            </a:solidFill>
            <a:tailEnd type="triangle" w="sm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57"/>
          </a:p>
        </p:txBody>
      </p:sp>
      <p:sp>
        <p:nvSpPr>
          <p:cNvPr id="617" name="Freeform: Shape 616">
            <a:extLst>
              <a:ext uri="{FF2B5EF4-FFF2-40B4-BE49-F238E27FC236}">
                <a16:creationId xmlns:a16="http://schemas.microsoft.com/office/drawing/2014/main" id="{9B07DCC3-B8DC-085A-246F-1FAC30BD0FAC}"/>
              </a:ext>
            </a:extLst>
          </p:cNvPr>
          <p:cNvSpPr/>
          <p:nvPr/>
        </p:nvSpPr>
        <p:spPr>
          <a:xfrm rot="20266822" flipH="1">
            <a:off x="4635140" y="4839188"/>
            <a:ext cx="172568" cy="36044"/>
          </a:xfrm>
          <a:custGeom>
            <a:avLst/>
            <a:gdLst>
              <a:gd name="connsiteX0" fmla="*/ 0 w 264584"/>
              <a:gd name="connsiteY0" fmla="*/ 10275 h 46258"/>
              <a:gd name="connsiteX1" fmla="*/ 136525 w 264584"/>
              <a:gd name="connsiteY1" fmla="*/ 750 h 46258"/>
              <a:gd name="connsiteX2" fmla="*/ 190500 w 264584"/>
              <a:gd name="connsiteY2" fmla="*/ 1808 h 46258"/>
              <a:gd name="connsiteX3" fmla="*/ 232834 w 264584"/>
              <a:gd name="connsiteY3" fmla="*/ 11333 h 46258"/>
              <a:gd name="connsiteX4" fmla="*/ 264584 w 264584"/>
              <a:gd name="connsiteY4" fmla="*/ 46258 h 46258"/>
              <a:gd name="connsiteX0" fmla="*/ 0 w 264584"/>
              <a:gd name="connsiteY0" fmla="*/ 8879 h 44862"/>
              <a:gd name="connsiteX1" fmla="*/ 70862 w 264584"/>
              <a:gd name="connsiteY1" fmla="*/ 2438 h 44862"/>
              <a:gd name="connsiteX2" fmla="*/ 190500 w 264584"/>
              <a:gd name="connsiteY2" fmla="*/ 412 h 44862"/>
              <a:gd name="connsiteX3" fmla="*/ 232834 w 264584"/>
              <a:gd name="connsiteY3" fmla="*/ 9937 h 44862"/>
              <a:gd name="connsiteX4" fmla="*/ 264584 w 264584"/>
              <a:gd name="connsiteY4" fmla="*/ 44862 h 44862"/>
              <a:gd name="connsiteX0" fmla="*/ 0 w 264584"/>
              <a:gd name="connsiteY0" fmla="*/ 8150 h 44133"/>
              <a:gd name="connsiteX1" fmla="*/ 70862 w 264584"/>
              <a:gd name="connsiteY1" fmla="*/ 1709 h 44133"/>
              <a:gd name="connsiteX2" fmla="*/ 129948 w 264584"/>
              <a:gd name="connsiteY2" fmla="*/ 576 h 44133"/>
              <a:gd name="connsiteX3" fmla="*/ 232834 w 264584"/>
              <a:gd name="connsiteY3" fmla="*/ 9208 h 44133"/>
              <a:gd name="connsiteX4" fmla="*/ 264584 w 264584"/>
              <a:gd name="connsiteY4" fmla="*/ 44133 h 44133"/>
              <a:gd name="connsiteX0" fmla="*/ 0 w 264584"/>
              <a:gd name="connsiteY0" fmla="*/ 8584 h 44567"/>
              <a:gd name="connsiteX1" fmla="*/ 70862 w 264584"/>
              <a:gd name="connsiteY1" fmla="*/ 2143 h 44567"/>
              <a:gd name="connsiteX2" fmla="*/ 129948 w 264584"/>
              <a:gd name="connsiteY2" fmla="*/ 1010 h 44567"/>
              <a:gd name="connsiteX3" fmla="*/ 184085 w 264584"/>
              <a:gd name="connsiteY3" fmla="*/ 4308 h 44567"/>
              <a:gd name="connsiteX4" fmla="*/ 264584 w 264584"/>
              <a:gd name="connsiteY4" fmla="*/ 44567 h 44567"/>
              <a:gd name="connsiteX0" fmla="*/ 0 w 277051"/>
              <a:gd name="connsiteY0" fmla="*/ 8584 h 28145"/>
              <a:gd name="connsiteX1" fmla="*/ 70862 w 277051"/>
              <a:gd name="connsiteY1" fmla="*/ 2143 h 28145"/>
              <a:gd name="connsiteX2" fmla="*/ 129948 w 277051"/>
              <a:gd name="connsiteY2" fmla="*/ 1010 h 28145"/>
              <a:gd name="connsiteX3" fmla="*/ 184085 w 277051"/>
              <a:gd name="connsiteY3" fmla="*/ 4308 h 28145"/>
              <a:gd name="connsiteX4" fmla="*/ 277051 w 277051"/>
              <a:gd name="connsiteY4" fmla="*/ 28145 h 28145"/>
              <a:gd name="connsiteX0" fmla="*/ 0 w 277051"/>
              <a:gd name="connsiteY0" fmla="*/ 7691 h 27252"/>
              <a:gd name="connsiteX1" fmla="*/ 70862 w 277051"/>
              <a:gd name="connsiteY1" fmla="*/ 1250 h 27252"/>
              <a:gd name="connsiteX2" fmla="*/ 121308 w 277051"/>
              <a:gd name="connsiteY2" fmla="*/ 2655 h 27252"/>
              <a:gd name="connsiteX3" fmla="*/ 184085 w 277051"/>
              <a:gd name="connsiteY3" fmla="*/ 3415 h 27252"/>
              <a:gd name="connsiteX4" fmla="*/ 277051 w 277051"/>
              <a:gd name="connsiteY4" fmla="*/ 27252 h 27252"/>
              <a:gd name="connsiteX0" fmla="*/ 0 w 277051"/>
              <a:gd name="connsiteY0" fmla="*/ 6875 h 26436"/>
              <a:gd name="connsiteX1" fmla="*/ 70862 w 277051"/>
              <a:gd name="connsiteY1" fmla="*/ 434 h 26436"/>
              <a:gd name="connsiteX2" fmla="*/ 121308 w 277051"/>
              <a:gd name="connsiteY2" fmla="*/ 1839 h 26436"/>
              <a:gd name="connsiteX3" fmla="*/ 184085 w 277051"/>
              <a:gd name="connsiteY3" fmla="*/ 2599 h 26436"/>
              <a:gd name="connsiteX4" fmla="*/ 277051 w 277051"/>
              <a:gd name="connsiteY4" fmla="*/ 26436 h 26436"/>
              <a:gd name="connsiteX0" fmla="*/ 0 w 277051"/>
              <a:gd name="connsiteY0" fmla="*/ 6850 h 26411"/>
              <a:gd name="connsiteX1" fmla="*/ 70862 w 277051"/>
              <a:gd name="connsiteY1" fmla="*/ 409 h 26411"/>
              <a:gd name="connsiteX2" fmla="*/ 121308 w 277051"/>
              <a:gd name="connsiteY2" fmla="*/ 1814 h 26411"/>
              <a:gd name="connsiteX3" fmla="*/ 198202 w 277051"/>
              <a:gd name="connsiteY3" fmla="*/ 1185 h 26411"/>
              <a:gd name="connsiteX4" fmla="*/ 277051 w 277051"/>
              <a:gd name="connsiteY4" fmla="*/ 26411 h 26411"/>
              <a:gd name="connsiteX0" fmla="*/ 0 w 277051"/>
              <a:gd name="connsiteY0" fmla="*/ 6850 h 26411"/>
              <a:gd name="connsiteX1" fmla="*/ 70862 w 277051"/>
              <a:gd name="connsiteY1" fmla="*/ 409 h 26411"/>
              <a:gd name="connsiteX2" fmla="*/ 121308 w 277051"/>
              <a:gd name="connsiteY2" fmla="*/ 1814 h 26411"/>
              <a:gd name="connsiteX3" fmla="*/ 198202 w 277051"/>
              <a:gd name="connsiteY3" fmla="*/ 1185 h 26411"/>
              <a:gd name="connsiteX4" fmla="*/ 277051 w 277051"/>
              <a:gd name="connsiteY4" fmla="*/ 26411 h 26411"/>
              <a:gd name="connsiteX0" fmla="*/ 0 w 277051"/>
              <a:gd name="connsiteY0" fmla="*/ 6871 h 26432"/>
              <a:gd name="connsiteX1" fmla="*/ 70862 w 277051"/>
              <a:gd name="connsiteY1" fmla="*/ 430 h 26432"/>
              <a:gd name="connsiteX2" fmla="*/ 121308 w 277051"/>
              <a:gd name="connsiteY2" fmla="*/ 1835 h 26432"/>
              <a:gd name="connsiteX3" fmla="*/ 185849 w 277051"/>
              <a:gd name="connsiteY3" fmla="*/ 2422 h 26432"/>
              <a:gd name="connsiteX4" fmla="*/ 277051 w 277051"/>
              <a:gd name="connsiteY4" fmla="*/ 26432 h 26432"/>
              <a:gd name="connsiteX0" fmla="*/ 0 w 277051"/>
              <a:gd name="connsiteY0" fmla="*/ 6871 h 26432"/>
              <a:gd name="connsiteX1" fmla="*/ 70862 w 277051"/>
              <a:gd name="connsiteY1" fmla="*/ 430 h 26432"/>
              <a:gd name="connsiteX2" fmla="*/ 121308 w 277051"/>
              <a:gd name="connsiteY2" fmla="*/ 1835 h 26432"/>
              <a:gd name="connsiteX3" fmla="*/ 185849 w 277051"/>
              <a:gd name="connsiteY3" fmla="*/ 2422 h 26432"/>
              <a:gd name="connsiteX4" fmla="*/ 277051 w 277051"/>
              <a:gd name="connsiteY4" fmla="*/ 26432 h 26432"/>
              <a:gd name="connsiteX0" fmla="*/ 0 w 277051"/>
              <a:gd name="connsiteY0" fmla="*/ 5704 h 25265"/>
              <a:gd name="connsiteX1" fmla="*/ 62405 w 277051"/>
              <a:gd name="connsiteY1" fmla="*/ 3472 h 25265"/>
              <a:gd name="connsiteX2" fmla="*/ 121308 w 277051"/>
              <a:gd name="connsiteY2" fmla="*/ 668 h 25265"/>
              <a:gd name="connsiteX3" fmla="*/ 185849 w 277051"/>
              <a:gd name="connsiteY3" fmla="*/ 1255 h 25265"/>
              <a:gd name="connsiteX4" fmla="*/ 277051 w 277051"/>
              <a:gd name="connsiteY4" fmla="*/ 25265 h 25265"/>
              <a:gd name="connsiteX0" fmla="*/ 0 w 277051"/>
              <a:gd name="connsiteY0" fmla="*/ 5704 h 25265"/>
              <a:gd name="connsiteX1" fmla="*/ 62405 w 277051"/>
              <a:gd name="connsiteY1" fmla="*/ 3472 h 25265"/>
              <a:gd name="connsiteX2" fmla="*/ 121308 w 277051"/>
              <a:gd name="connsiteY2" fmla="*/ 668 h 25265"/>
              <a:gd name="connsiteX3" fmla="*/ 185849 w 277051"/>
              <a:gd name="connsiteY3" fmla="*/ 1255 h 25265"/>
              <a:gd name="connsiteX4" fmla="*/ 277051 w 277051"/>
              <a:gd name="connsiteY4" fmla="*/ 25265 h 25265"/>
              <a:gd name="connsiteX0" fmla="*/ 0 w 270019"/>
              <a:gd name="connsiteY0" fmla="*/ 5704 h 53381"/>
              <a:gd name="connsiteX1" fmla="*/ 62405 w 270019"/>
              <a:gd name="connsiteY1" fmla="*/ 3472 h 53381"/>
              <a:gd name="connsiteX2" fmla="*/ 121308 w 270019"/>
              <a:gd name="connsiteY2" fmla="*/ 668 h 53381"/>
              <a:gd name="connsiteX3" fmla="*/ 185849 w 270019"/>
              <a:gd name="connsiteY3" fmla="*/ 1255 h 53381"/>
              <a:gd name="connsiteX4" fmla="*/ 270019 w 270019"/>
              <a:gd name="connsiteY4" fmla="*/ 53381 h 533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0019" h="53381">
                <a:moveTo>
                  <a:pt x="0" y="5704"/>
                </a:moveTo>
                <a:cubicBezTo>
                  <a:pt x="45508" y="2529"/>
                  <a:pt x="16897" y="6647"/>
                  <a:pt x="62405" y="3472"/>
                </a:cubicBezTo>
                <a:cubicBezTo>
                  <a:pt x="90443" y="738"/>
                  <a:pt x="100734" y="1038"/>
                  <a:pt x="121308" y="668"/>
                </a:cubicBezTo>
                <a:cubicBezTo>
                  <a:pt x="141882" y="299"/>
                  <a:pt x="154457" y="-903"/>
                  <a:pt x="185849" y="1255"/>
                </a:cubicBezTo>
                <a:cubicBezTo>
                  <a:pt x="214079" y="7101"/>
                  <a:pt x="260317" y="39622"/>
                  <a:pt x="270019" y="53381"/>
                </a:cubicBezTo>
              </a:path>
            </a:pathLst>
          </a:custGeom>
          <a:noFill/>
          <a:ln>
            <a:solidFill>
              <a:srgbClr val="00B050"/>
            </a:solidFill>
            <a:tailEnd type="triangle" w="sm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57"/>
          </a:p>
        </p:txBody>
      </p:sp>
      <p:sp>
        <p:nvSpPr>
          <p:cNvPr id="619" name="Freeform: Shape 618">
            <a:extLst>
              <a:ext uri="{FF2B5EF4-FFF2-40B4-BE49-F238E27FC236}">
                <a16:creationId xmlns:a16="http://schemas.microsoft.com/office/drawing/2014/main" id="{1EFF93FA-8669-E8FB-6B65-46F3ABC08712}"/>
              </a:ext>
            </a:extLst>
          </p:cNvPr>
          <p:cNvSpPr/>
          <p:nvPr/>
        </p:nvSpPr>
        <p:spPr>
          <a:xfrm rot="20266822" flipH="1">
            <a:off x="3801924" y="4950289"/>
            <a:ext cx="172568" cy="36044"/>
          </a:xfrm>
          <a:custGeom>
            <a:avLst/>
            <a:gdLst>
              <a:gd name="connsiteX0" fmla="*/ 0 w 264584"/>
              <a:gd name="connsiteY0" fmla="*/ 10275 h 46258"/>
              <a:gd name="connsiteX1" fmla="*/ 136525 w 264584"/>
              <a:gd name="connsiteY1" fmla="*/ 750 h 46258"/>
              <a:gd name="connsiteX2" fmla="*/ 190500 w 264584"/>
              <a:gd name="connsiteY2" fmla="*/ 1808 h 46258"/>
              <a:gd name="connsiteX3" fmla="*/ 232834 w 264584"/>
              <a:gd name="connsiteY3" fmla="*/ 11333 h 46258"/>
              <a:gd name="connsiteX4" fmla="*/ 264584 w 264584"/>
              <a:gd name="connsiteY4" fmla="*/ 46258 h 46258"/>
              <a:gd name="connsiteX0" fmla="*/ 0 w 264584"/>
              <a:gd name="connsiteY0" fmla="*/ 8879 h 44862"/>
              <a:gd name="connsiteX1" fmla="*/ 70862 w 264584"/>
              <a:gd name="connsiteY1" fmla="*/ 2438 h 44862"/>
              <a:gd name="connsiteX2" fmla="*/ 190500 w 264584"/>
              <a:gd name="connsiteY2" fmla="*/ 412 h 44862"/>
              <a:gd name="connsiteX3" fmla="*/ 232834 w 264584"/>
              <a:gd name="connsiteY3" fmla="*/ 9937 h 44862"/>
              <a:gd name="connsiteX4" fmla="*/ 264584 w 264584"/>
              <a:gd name="connsiteY4" fmla="*/ 44862 h 44862"/>
              <a:gd name="connsiteX0" fmla="*/ 0 w 264584"/>
              <a:gd name="connsiteY0" fmla="*/ 8150 h 44133"/>
              <a:gd name="connsiteX1" fmla="*/ 70862 w 264584"/>
              <a:gd name="connsiteY1" fmla="*/ 1709 h 44133"/>
              <a:gd name="connsiteX2" fmla="*/ 129948 w 264584"/>
              <a:gd name="connsiteY2" fmla="*/ 576 h 44133"/>
              <a:gd name="connsiteX3" fmla="*/ 232834 w 264584"/>
              <a:gd name="connsiteY3" fmla="*/ 9208 h 44133"/>
              <a:gd name="connsiteX4" fmla="*/ 264584 w 264584"/>
              <a:gd name="connsiteY4" fmla="*/ 44133 h 44133"/>
              <a:gd name="connsiteX0" fmla="*/ 0 w 264584"/>
              <a:gd name="connsiteY0" fmla="*/ 8584 h 44567"/>
              <a:gd name="connsiteX1" fmla="*/ 70862 w 264584"/>
              <a:gd name="connsiteY1" fmla="*/ 2143 h 44567"/>
              <a:gd name="connsiteX2" fmla="*/ 129948 w 264584"/>
              <a:gd name="connsiteY2" fmla="*/ 1010 h 44567"/>
              <a:gd name="connsiteX3" fmla="*/ 184085 w 264584"/>
              <a:gd name="connsiteY3" fmla="*/ 4308 h 44567"/>
              <a:gd name="connsiteX4" fmla="*/ 264584 w 264584"/>
              <a:gd name="connsiteY4" fmla="*/ 44567 h 44567"/>
              <a:gd name="connsiteX0" fmla="*/ 0 w 277051"/>
              <a:gd name="connsiteY0" fmla="*/ 8584 h 28145"/>
              <a:gd name="connsiteX1" fmla="*/ 70862 w 277051"/>
              <a:gd name="connsiteY1" fmla="*/ 2143 h 28145"/>
              <a:gd name="connsiteX2" fmla="*/ 129948 w 277051"/>
              <a:gd name="connsiteY2" fmla="*/ 1010 h 28145"/>
              <a:gd name="connsiteX3" fmla="*/ 184085 w 277051"/>
              <a:gd name="connsiteY3" fmla="*/ 4308 h 28145"/>
              <a:gd name="connsiteX4" fmla="*/ 277051 w 277051"/>
              <a:gd name="connsiteY4" fmla="*/ 28145 h 28145"/>
              <a:gd name="connsiteX0" fmla="*/ 0 w 277051"/>
              <a:gd name="connsiteY0" fmla="*/ 7691 h 27252"/>
              <a:gd name="connsiteX1" fmla="*/ 70862 w 277051"/>
              <a:gd name="connsiteY1" fmla="*/ 1250 h 27252"/>
              <a:gd name="connsiteX2" fmla="*/ 121308 w 277051"/>
              <a:gd name="connsiteY2" fmla="*/ 2655 h 27252"/>
              <a:gd name="connsiteX3" fmla="*/ 184085 w 277051"/>
              <a:gd name="connsiteY3" fmla="*/ 3415 h 27252"/>
              <a:gd name="connsiteX4" fmla="*/ 277051 w 277051"/>
              <a:gd name="connsiteY4" fmla="*/ 27252 h 27252"/>
              <a:gd name="connsiteX0" fmla="*/ 0 w 277051"/>
              <a:gd name="connsiteY0" fmla="*/ 6875 h 26436"/>
              <a:gd name="connsiteX1" fmla="*/ 70862 w 277051"/>
              <a:gd name="connsiteY1" fmla="*/ 434 h 26436"/>
              <a:gd name="connsiteX2" fmla="*/ 121308 w 277051"/>
              <a:gd name="connsiteY2" fmla="*/ 1839 h 26436"/>
              <a:gd name="connsiteX3" fmla="*/ 184085 w 277051"/>
              <a:gd name="connsiteY3" fmla="*/ 2599 h 26436"/>
              <a:gd name="connsiteX4" fmla="*/ 277051 w 277051"/>
              <a:gd name="connsiteY4" fmla="*/ 26436 h 26436"/>
              <a:gd name="connsiteX0" fmla="*/ 0 w 277051"/>
              <a:gd name="connsiteY0" fmla="*/ 6850 h 26411"/>
              <a:gd name="connsiteX1" fmla="*/ 70862 w 277051"/>
              <a:gd name="connsiteY1" fmla="*/ 409 h 26411"/>
              <a:gd name="connsiteX2" fmla="*/ 121308 w 277051"/>
              <a:gd name="connsiteY2" fmla="*/ 1814 h 26411"/>
              <a:gd name="connsiteX3" fmla="*/ 198202 w 277051"/>
              <a:gd name="connsiteY3" fmla="*/ 1185 h 26411"/>
              <a:gd name="connsiteX4" fmla="*/ 277051 w 277051"/>
              <a:gd name="connsiteY4" fmla="*/ 26411 h 26411"/>
              <a:gd name="connsiteX0" fmla="*/ 0 w 277051"/>
              <a:gd name="connsiteY0" fmla="*/ 6850 h 26411"/>
              <a:gd name="connsiteX1" fmla="*/ 70862 w 277051"/>
              <a:gd name="connsiteY1" fmla="*/ 409 h 26411"/>
              <a:gd name="connsiteX2" fmla="*/ 121308 w 277051"/>
              <a:gd name="connsiteY2" fmla="*/ 1814 h 26411"/>
              <a:gd name="connsiteX3" fmla="*/ 198202 w 277051"/>
              <a:gd name="connsiteY3" fmla="*/ 1185 h 26411"/>
              <a:gd name="connsiteX4" fmla="*/ 277051 w 277051"/>
              <a:gd name="connsiteY4" fmla="*/ 26411 h 26411"/>
              <a:gd name="connsiteX0" fmla="*/ 0 w 277051"/>
              <a:gd name="connsiteY0" fmla="*/ 6871 h 26432"/>
              <a:gd name="connsiteX1" fmla="*/ 70862 w 277051"/>
              <a:gd name="connsiteY1" fmla="*/ 430 h 26432"/>
              <a:gd name="connsiteX2" fmla="*/ 121308 w 277051"/>
              <a:gd name="connsiteY2" fmla="*/ 1835 h 26432"/>
              <a:gd name="connsiteX3" fmla="*/ 185849 w 277051"/>
              <a:gd name="connsiteY3" fmla="*/ 2422 h 26432"/>
              <a:gd name="connsiteX4" fmla="*/ 277051 w 277051"/>
              <a:gd name="connsiteY4" fmla="*/ 26432 h 26432"/>
              <a:gd name="connsiteX0" fmla="*/ 0 w 277051"/>
              <a:gd name="connsiteY0" fmla="*/ 6871 h 26432"/>
              <a:gd name="connsiteX1" fmla="*/ 70862 w 277051"/>
              <a:gd name="connsiteY1" fmla="*/ 430 h 26432"/>
              <a:gd name="connsiteX2" fmla="*/ 121308 w 277051"/>
              <a:gd name="connsiteY2" fmla="*/ 1835 h 26432"/>
              <a:gd name="connsiteX3" fmla="*/ 185849 w 277051"/>
              <a:gd name="connsiteY3" fmla="*/ 2422 h 26432"/>
              <a:gd name="connsiteX4" fmla="*/ 277051 w 277051"/>
              <a:gd name="connsiteY4" fmla="*/ 26432 h 26432"/>
              <a:gd name="connsiteX0" fmla="*/ 0 w 277051"/>
              <a:gd name="connsiteY0" fmla="*/ 5704 h 25265"/>
              <a:gd name="connsiteX1" fmla="*/ 62405 w 277051"/>
              <a:gd name="connsiteY1" fmla="*/ 3472 h 25265"/>
              <a:gd name="connsiteX2" fmla="*/ 121308 w 277051"/>
              <a:gd name="connsiteY2" fmla="*/ 668 h 25265"/>
              <a:gd name="connsiteX3" fmla="*/ 185849 w 277051"/>
              <a:gd name="connsiteY3" fmla="*/ 1255 h 25265"/>
              <a:gd name="connsiteX4" fmla="*/ 277051 w 277051"/>
              <a:gd name="connsiteY4" fmla="*/ 25265 h 25265"/>
              <a:gd name="connsiteX0" fmla="*/ 0 w 277051"/>
              <a:gd name="connsiteY0" fmla="*/ 5704 h 25265"/>
              <a:gd name="connsiteX1" fmla="*/ 62405 w 277051"/>
              <a:gd name="connsiteY1" fmla="*/ 3472 h 25265"/>
              <a:gd name="connsiteX2" fmla="*/ 121308 w 277051"/>
              <a:gd name="connsiteY2" fmla="*/ 668 h 25265"/>
              <a:gd name="connsiteX3" fmla="*/ 185849 w 277051"/>
              <a:gd name="connsiteY3" fmla="*/ 1255 h 25265"/>
              <a:gd name="connsiteX4" fmla="*/ 277051 w 277051"/>
              <a:gd name="connsiteY4" fmla="*/ 25265 h 25265"/>
              <a:gd name="connsiteX0" fmla="*/ 0 w 270019"/>
              <a:gd name="connsiteY0" fmla="*/ 5704 h 53381"/>
              <a:gd name="connsiteX1" fmla="*/ 62405 w 270019"/>
              <a:gd name="connsiteY1" fmla="*/ 3472 h 53381"/>
              <a:gd name="connsiteX2" fmla="*/ 121308 w 270019"/>
              <a:gd name="connsiteY2" fmla="*/ 668 h 53381"/>
              <a:gd name="connsiteX3" fmla="*/ 185849 w 270019"/>
              <a:gd name="connsiteY3" fmla="*/ 1255 h 53381"/>
              <a:gd name="connsiteX4" fmla="*/ 270019 w 270019"/>
              <a:gd name="connsiteY4" fmla="*/ 53381 h 533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0019" h="53381">
                <a:moveTo>
                  <a:pt x="0" y="5704"/>
                </a:moveTo>
                <a:cubicBezTo>
                  <a:pt x="45508" y="2529"/>
                  <a:pt x="16897" y="6647"/>
                  <a:pt x="62405" y="3472"/>
                </a:cubicBezTo>
                <a:cubicBezTo>
                  <a:pt x="90443" y="738"/>
                  <a:pt x="100734" y="1038"/>
                  <a:pt x="121308" y="668"/>
                </a:cubicBezTo>
                <a:cubicBezTo>
                  <a:pt x="141882" y="299"/>
                  <a:pt x="154457" y="-903"/>
                  <a:pt x="185849" y="1255"/>
                </a:cubicBezTo>
                <a:cubicBezTo>
                  <a:pt x="214079" y="7101"/>
                  <a:pt x="260317" y="39622"/>
                  <a:pt x="270019" y="53381"/>
                </a:cubicBezTo>
              </a:path>
            </a:pathLst>
          </a:custGeom>
          <a:noFill/>
          <a:ln>
            <a:solidFill>
              <a:srgbClr val="00B050"/>
            </a:solidFill>
            <a:tailEnd type="triangle" w="sm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57"/>
          </a:p>
        </p:txBody>
      </p:sp>
      <p:grpSp>
        <p:nvGrpSpPr>
          <p:cNvPr id="626" name="Group 625">
            <a:extLst>
              <a:ext uri="{FF2B5EF4-FFF2-40B4-BE49-F238E27FC236}">
                <a16:creationId xmlns:a16="http://schemas.microsoft.com/office/drawing/2014/main" id="{39758DE6-257E-564A-AEB0-FCFEC64F06CE}"/>
              </a:ext>
            </a:extLst>
          </p:cNvPr>
          <p:cNvGrpSpPr/>
          <p:nvPr/>
        </p:nvGrpSpPr>
        <p:grpSpPr>
          <a:xfrm>
            <a:off x="1336457" y="4034289"/>
            <a:ext cx="1852926" cy="1449474"/>
            <a:chOff x="15924672" y="5033661"/>
            <a:chExt cx="4963003" cy="3790449"/>
          </a:xfrm>
        </p:grpSpPr>
        <p:grpSp>
          <p:nvGrpSpPr>
            <p:cNvPr id="628" name="Group 627">
              <a:extLst>
                <a:ext uri="{FF2B5EF4-FFF2-40B4-BE49-F238E27FC236}">
                  <a16:creationId xmlns:a16="http://schemas.microsoft.com/office/drawing/2014/main" id="{26B167E2-77BA-F731-7338-6E3F409FE59A}"/>
                </a:ext>
              </a:extLst>
            </p:cNvPr>
            <p:cNvGrpSpPr/>
            <p:nvPr/>
          </p:nvGrpSpPr>
          <p:grpSpPr>
            <a:xfrm>
              <a:off x="15924672" y="5867357"/>
              <a:ext cx="4582260" cy="2384258"/>
              <a:chOff x="3826130" y="2505592"/>
              <a:chExt cx="4582260" cy="2384258"/>
            </a:xfrm>
          </p:grpSpPr>
          <p:sp>
            <p:nvSpPr>
              <p:cNvPr id="647" name="Freeform: Shape 646">
                <a:extLst>
                  <a:ext uri="{FF2B5EF4-FFF2-40B4-BE49-F238E27FC236}">
                    <a16:creationId xmlns:a16="http://schemas.microsoft.com/office/drawing/2014/main" id="{4BCEBBC3-96BB-040C-99C1-DEBABC6AD0BE}"/>
                  </a:ext>
                </a:extLst>
              </p:cNvPr>
              <p:cNvSpPr/>
              <p:nvPr/>
            </p:nvSpPr>
            <p:spPr>
              <a:xfrm>
                <a:off x="3826130" y="2505592"/>
                <a:ext cx="4578889" cy="1957387"/>
              </a:xfrm>
              <a:custGeom>
                <a:avLst/>
                <a:gdLst>
                  <a:gd name="connsiteX0" fmla="*/ 0 w 4164807"/>
                  <a:gd name="connsiteY0" fmla="*/ 1690688 h 1933575"/>
                  <a:gd name="connsiteX1" fmla="*/ 2886075 w 4164807"/>
                  <a:gd name="connsiteY1" fmla="*/ 0 h 1933575"/>
                  <a:gd name="connsiteX2" fmla="*/ 4164807 w 4164807"/>
                  <a:gd name="connsiteY2" fmla="*/ 140494 h 1933575"/>
                  <a:gd name="connsiteX3" fmla="*/ 1633538 w 4164807"/>
                  <a:gd name="connsiteY3" fmla="*/ 1933575 h 1933575"/>
                  <a:gd name="connsiteX4" fmla="*/ 0 w 4164807"/>
                  <a:gd name="connsiteY4" fmla="*/ 1690688 h 1933575"/>
                  <a:gd name="connsiteX0" fmla="*/ 0 w 4162511"/>
                  <a:gd name="connsiteY0" fmla="*/ 1690688 h 1933575"/>
                  <a:gd name="connsiteX1" fmla="*/ 2886075 w 4162511"/>
                  <a:gd name="connsiteY1" fmla="*/ 0 h 1933575"/>
                  <a:gd name="connsiteX2" fmla="*/ 4162511 w 4162511"/>
                  <a:gd name="connsiteY2" fmla="*/ 142876 h 1933575"/>
                  <a:gd name="connsiteX3" fmla="*/ 1633538 w 4162511"/>
                  <a:gd name="connsiteY3" fmla="*/ 1933575 h 1933575"/>
                  <a:gd name="connsiteX4" fmla="*/ 0 w 4162511"/>
                  <a:gd name="connsiteY4" fmla="*/ 1690688 h 1933575"/>
                  <a:gd name="connsiteX0" fmla="*/ 0 w 4162511"/>
                  <a:gd name="connsiteY0" fmla="*/ 1690688 h 1947862"/>
                  <a:gd name="connsiteX1" fmla="*/ 2886075 w 4162511"/>
                  <a:gd name="connsiteY1" fmla="*/ 0 h 1947862"/>
                  <a:gd name="connsiteX2" fmla="*/ 4162511 w 4162511"/>
                  <a:gd name="connsiteY2" fmla="*/ 142876 h 1947862"/>
                  <a:gd name="connsiteX3" fmla="*/ 1775918 w 4162511"/>
                  <a:gd name="connsiteY3" fmla="*/ 1947862 h 1947862"/>
                  <a:gd name="connsiteX4" fmla="*/ 0 w 4162511"/>
                  <a:gd name="connsiteY4" fmla="*/ 1690688 h 1947862"/>
                  <a:gd name="connsiteX0" fmla="*/ 0 w 4162511"/>
                  <a:gd name="connsiteY0" fmla="*/ 1690688 h 1966912"/>
                  <a:gd name="connsiteX1" fmla="*/ 2886075 w 4162511"/>
                  <a:gd name="connsiteY1" fmla="*/ 0 h 1966912"/>
                  <a:gd name="connsiteX2" fmla="*/ 4162511 w 4162511"/>
                  <a:gd name="connsiteY2" fmla="*/ 142876 h 1966912"/>
                  <a:gd name="connsiteX3" fmla="*/ 1803475 w 4162511"/>
                  <a:gd name="connsiteY3" fmla="*/ 1966912 h 1966912"/>
                  <a:gd name="connsiteX4" fmla="*/ 0 w 4162511"/>
                  <a:gd name="connsiteY4" fmla="*/ 1690688 h 1966912"/>
                  <a:gd name="connsiteX0" fmla="*/ 0 w 4162511"/>
                  <a:gd name="connsiteY0" fmla="*/ 1690688 h 1962149"/>
                  <a:gd name="connsiteX1" fmla="*/ 2886075 w 4162511"/>
                  <a:gd name="connsiteY1" fmla="*/ 0 h 1962149"/>
                  <a:gd name="connsiteX2" fmla="*/ 4162511 w 4162511"/>
                  <a:gd name="connsiteY2" fmla="*/ 142876 h 1962149"/>
                  <a:gd name="connsiteX3" fmla="*/ 1794290 w 4162511"/>
                  <a:gd name="connsiteY3" fmla="*/ 1962149 h 1962149"/>
                  <a:gd name="connsiteX4" fmla="*/ 0 w 4162511"/>
                  <a:gd name="connsiteY4" fmla="*/ 1690688 h 1962149"/>
                  <a:gd name="connsiteX0" fmla="*/ 0 w 4162511"/>
                  <a:gd name="connsiteY0" fmla="*/ 1690688 h 1957387"/>
                  <a:gd name="connsiteX1" fmla="*/ 2886075 w 4162511"/>
                  <a:gd name="connsiteY1" fmla="*/ 0 h 1957387"/>
                  <a:gd name="connsiteX2" fmla="*/ 4162511 w 4162511"/>
                  <a:gd name="connsiteY2" fmla="*/ 142876 h 1957387"/>
                  <a:gd name="connsiteX3" fmla="*/ 1922008 w 4162511"/>
                  <a:gd name="connsiteY3" fmla="*/ 1957387 h 1957387"/>
                  <a:gd name="connsiteX4" fmla="*/ 0 w 4162511"/>
                  <a:gd name="connsiteY4" fmla="*/ 1690688 h 19573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162511" h="1957387">
                    <a:moveTo>
                      <a:pt x="0" y="1690688"/>
                    </a:moveTo>
                    <a:lnTo>
                      <a:pt x="2886075" y="0"/>
                    </a:lnTo>
                    <a:lnTo>
                      <a:pt x="4162511" y="142876"/>
                    </a:lnTo>
                    <a:lnTo>
                      <a:pt x="1922008" y="1957387"/>
                    </a:lnTo>
                    <a:lnTo>
                      <a:pt x="0" y="1690688"/>
                    </a:lnTo>
                    <a:close/>
                  </a:path>
                </a:pathLst>
              </a:cu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57" dirty="0"/>
              </a:p>
            </p:txBody>
          </p:sp>
          <p:sp>
            <p:nvSpPr>
              <p:cNvPr id="648" name="Freeform: Shape 647">
                <a:extLst>
                  <a:ext uri="{FF2B5EF4-FFF2-40B4-BE49-F238E27FC236}">
                    <a16:creationId xmlns:a16="http://schemas.microsoft.com/office/drawing/2014/main" id="{4A0FDD8E-9859-73B6-B6AF-D2DF3B1FD590}"/>
                  </a:ext>
                </a:extLst>
              </p:cNvPr>
              <p:cNvSpPr/>
              <p:nvPr/>
            </p:nvSpPr>
            <p:spPr>
              <a:xfrm>
                <a:off x="3830682" y="4196907"/>
                <a:ext cx="2114505" cy="692943"/>
              </a:xfrm>
              <a:custGeom>
                <a:avLst/>
                <a:gdLst>
                  <a:gd name="connsiteX0" fmla="*/ 0 w 1645444"/>
                  <a:gd name="connsiteY0" fmla="*/ 0 h 688181"/>
                  <a:gd name="connsiteX1" fmla="*/ 235744 w 1645444"/>
                  <a:gd name="connsiteY1" fmla="*/ 569118 h 688181"/>
                  <a:gd name="connsiteX2" fmla="*/ 1059656 w 1645444"/>
                  <a:gd name="connsiteY2" fmla="*/ 688181 h 688181"/>
                  <a:gd name="connsiteX3" fmla="*/ 1645444 w 1645444"/>
                  <a:gd name="connsiteY3" fmla="*/ 242887 h 688181"/>
                  <a:gd name="connsiteX4" fmla="*/ 0 w 1645444"/>
                  <a:gd name="connsiteY4" fmla="*/ 0 h 688181"/>
                  <a:gd name="connsiteX0" fmla="*/ 0 w 1645444"/>
                  <a:gd name="connsiteY0" fmla="*/ 0 h 692943"/>
                  <a:gd name="connsiteX1" fmla="*/ 235744 w 1645444"/>
                  <a:gd name="connsiteY1" fmla="*/ 569118 h 692943"/>
                  <a:gd name="connsiteX2" fmla="*/ 1071562 w 1645444"/>
                  <a:gd name="connsiteY2" fmla="*/ 692943 h 692943"/>
                  <a:gd name="connsiteX3" fmla="*/ 1645444 w 1645444"/>
                  <a:gd name="connsiteY3" fmla="*/ 242887 h 692943"/>
                  <a:gd name="connsiteX4" fmla="*/ 0 w 1645444"/>
                  <a:gd name="connsiteY4" fmla="*/ 0 h 692943"/>
                  <a:gd name="connsiteX0" fmla="*/ 0 w 1671055"/>
                  <a:gd name="connsiteY0" fmla="*/ 0 h 692943"/>
                  <a:gd name="connsiteX1" fmla="*/ 235744 w 1671055"/>
                  <a:gd name="connsiteY1" fmla="*/ 569118 h 692943"/>
                  <a:gd name="connsiteX2" fmla="*/ 1071562 w 1671055"/>
                  <a:gd name="connsiteY2" fmla="*/ 692943 h 692943"/>
                  <a:gd name="connsiteX3" fmla="*/ 1671055 w 1671055"/>
                  <a:gd name="connsiteY3" fmla="*/ 266700 h 692943"/>
                  <a:gd name="connsiteX4" fmla="*/ 0 w 1671055"/>
                  <a:gd name="connsiteY4" fmla="*/ 0 h 692943"/>
                  <a:gd name="connsiteX0" fmla="*/ 0 w 1895148"/>
                  <a:gd name="connsiteY0" fmla="*/ 0 h 692943"/>
                  <a:gd name="connsiteX1" fmla="*/ 459837 w 1895148"/>
                  <a:gd name="connsiteY1" fmla="*/ 569118 h 692943"/>
                  <a:gd name="connsiteX2" fmla="*/ 1295655 w 1895148"/>
                  <a:gd name="connsiteY2" fmla="*/ 692943 h 692943"/>
                  <a:gd name="connsiteX3" fmla="*/ 1895148 w 1895148"/>
                  <a:gd name="connsiteY3" fmla="*/ 266700 h 692943"/>
                  <a:gd name="connsiteX4" fmla="*/ 0 w 1895148"/>
                  <a:gd name="connsiteY4" fmla="*/ 0 h 6929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895148" h="692943">
                    <a:moveTo>
                      <a:pt x="0" y="0"/>
                    </a:moveTo>
                    <a:lnTo>
                      <a:pt x="459837" y="569118"/>
                    </a:lnTo>
                    <a:lnTo>
                      <a:pt x="1295655" y="692943"/>
                    </a:lnTo>
                    <a:lnTo>
                      <a:pt x="1895148" y="26670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57"/>
              </a:p>
            </p:txBody>
          </p:sp>
          <p:sp>
            <p:nvSpPr>
              <p:cNvPr id="649" name="Freeform: Shape 648">
                <a:extLst>
                  <a:ext uri="{FF2B5EF4-FFF2-40B4-BE49-F238E27FC236}">
                    <a16:creationId xmlns:a16="http://schemas.microsoft.com/office/drawing/2014/main" id="{0627F89F-C285-414A-28AC-93B3A3BAD654}"/>
                  </a:ext>
                </a:extLst>
              </p:cNvPr>
              <p:cNvSpPr/>
              <p:nvPr/>
            </p:nvSpPr>
            <p:spPr>
              <a:xfrm>
                <a:off x="7005005" y="2507200"/>
                <a:ext cx="1403385" cy="403482"/>
              </a:xfrm>
              <a:custGeom>
                <a:avLst/>
                <a:gdLst>
                  <a:gd name="connsiteX0" fmla="*/ 0 w 1645444"/>
                  <a:gd name="connsiteY0" fmla="*/ 0 h 688181"/>
                  <a:gd name="connsiteX1" fmla="*/ 235744 w 1645444"/>
                  <a:gd name="connsiteY1" fmla="*/ 569118 h 688181"/>
                  <a:gd name="connsiteX2" fmla="*/ 1059656 w 1645444"/>
                  <a:gd name="connsiteY2" fmla="*/ 688181 h 688181"/>
                  <a:gd name="connsiteX3" fmla="*/ 1645444 w 1645444"/>
                  <a:gd name="connsiteY3" fmla="*/ 242887 h 688181"/>
                  <a:gd name="connsiteX4" fmla="*/ 0 w 1645444"/>
                  <a:gd name="connsiteY4" fmla="*/ 0 h 688181"/>
                  <a:gd name="connsiteX0" fmla="*/ 0 w 1645444"/>
                  <a:gd name="connsiteY0" fmla="*/ 0 h 692943"/>
                  <a:gd name="connsiteX1" fmla="*/ 235744 w 1645444"/>
                  <a:gd name="connsiteY1" fmla="*/ 569118 h 692943"/>
                  <a:gd name="connsiteX2" fmla="*/ 1071562 w 1645444"/>
                  <a:gd name="connsiteY2" fmla="*/ 692943 h 692943"/>
                  <a:gd name="connsiteX3" fmla="*/ 1645444 w 1645444"/>
                  <a:gd name="connsiteY3" fmla="*/ 242887 h 692943"/>
                  <a:gd name="connsiteX4" fmla="*/ 0 w 1645444"/>
                  <a:gd name="connsiteY4" fmla="*/ 0 h 692943"/>
                  <a:gd name="connsiteX0" fmla="*/ 0 w 1740726"/>
                  <a:gd name="connsiteY0" fmla="*/ 0 h 692943"/>
                  <a:gd name="connsiteX1" fmla="*/ 235744 w 1740726"/>
                  <a:gd name="connsiteY1" fmla="*/ 569118 h 692943"/>
                  <a:gd name="connsiteX2" fmla="*/ 1071562 w 1740726"/>
                  <a:gd name="connsiteY2" fmla="*/ 692943 h 692943"/>
                  <a:gd name="connsiteX3" fmla="*/ 1740726 w 1740726"/>
                  <a:gd name="connsiteY3" fmla="*/ 250972 h 692943"/>
                  <a:gd name="connsiteX4" fmla="*/ 0 w 1740726"/>
                  <a:gd name="connsiteY4" fmla="*/ 0 h 692943"/>
                  <a:gd name="connsiteX0" fmla="*/ 0 w 1703843"/>
                  <a:gd name="connsiteY0" fmla="*/ 0 h 676776"/>
                  <a:gd name="connsiteX1" fmla="*/ 198861 w 1703843"/>
                  <a:gd name="connsiteY1" fmla="*/ 552951 h 676776"/>
                  <a:gd name="connsiteX2" fmla="*/ 1034679 w 1703843"/>
                  <a:gd name="connsiteY2" fmla="*/ 676776 h 676776"/>
                  <a:gd name="connsiteX3" fmla="*/ 1703843 w 1703843"/>
                  <a:gd name="connsiteY3" fmla="*/ 234805 h 676776"/>
                  <a:gd name="connsiteX4" fmla="*/ 0 w 1703843"/>
                  <a:gd name="connsiteY4" fmla="*/ 0 h 676776"/>
                  <a:gd name="connsiteX0" fmla="*/ 0 w 1694622"/>
                  <a:gd name="connsiteY0" fmla="*/ 0 h 692944"/>
                  <a:gd name="connsiteX1" fmla="*/ 189640 w 1694622"/>
                  <a:gd name="connsiteY1" fmla="*/ 569119 h 692944"/>
                  <a:gd name="connsiteX2" fmla="*/ 1025458 w 1694622"/>
                  <a:gd name="connsiteY2" fmla="*/ 692944 h 692944"/>
                  <a:gd name="connsiteX3" fmla="*/ 1694622 w 1694622"/>
                  <a:gd name="connsiteY3" fmla="*/ 250973 h 692944"/>
                  <a:gd name="connsiteX4" fmla="*/ 0 w 1694622"/>
                  <a:gd name="connsiteY4" fmla="*/ 0 h 692944"/>
                  <a:gd name="connsiteX0" fmla="*/ 0 w 1811418"/>
                  <a:gd name="connsiteY0" fmla="*/ 0 h 684861"/>
                  <a:gd name="connsiteX1" fmla="*/ 306436 w 1811418"/>
                  <a:gd name="connsiteY1" fmla="*/ 561036 h 684861"/>
                  <a:gd name="connsiteX2" fmla="*/ 1142254 w 1811418"/>
                  <a:gd name="connsiteY2" fmla="*/ 684861 h 684861"/>
                  <a:gd name="connsiteX3" fmla="*/ 1811418 w 1811418"/>
                  <a:gd name="connsiteY3" fmla="*/ 242890 h 684861"/>
                  <a:gd name="connsiteX4" fmla="*/ 0 w 1811418"/>
                  <a:gd name="connsiteY4" fmla="*/ 0 h 6848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811418" h="684861">
                    <a:moveTo>
                      <a:pt x="0" y="0"/>
                    </a:moveTo>
                    <a:lnTo>
                      <a:pt x="306436" y="561036"/>
                    </a:lnTo>
                    <a:lnTo>
                      <a:pt x="1142254" y="684861"/>
                    </a:lnTo>
                    <a:lnTo>
                      <a:pt x="1811418" y="24289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57"/>
              </a:p>
            </p:txBody>
          </p:sp>
          <p:cxnSp>
            <p:nvCxnSpPr>
              <p:cNvPr id="650" name="Straight Connector 649">
                <a:extLst>
                  <a:ext uri="{FF2B5EF4-FFF2-40B4-BE49-F238E27FC236}">
                    <a16:creationId xmlns:a16="http://schemas.microsoft.com/office/drawing/2014/main" id="{1F669FF8-5F91-5229-1B0E-F9B289586388}"/>
                  </a:ext>
                </a:extLst>
              </p:cNvPr>
              <p:cNvCxnSpPr>
                <a:cxnSpLocks/>
                <a:stCxn id="648" idx="1"/>
                <a:endCxn id="649" idx="1"/>
              </p:cNvCxnSpPr>
              <p:nvPr/>
            </p:nvCxnSpPr>
            <p:spPr>
              <a:xfrm flipV="1">
                <a:off x="4343744" y="2837731"/>
                <a:ext cx="2898670" cy="1928294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51" name="Straight Connector 650">
                <a:extLst>
                  <a:ext uri="{FF2B5EF4-FFF2-40B4-BE49-F238E27FC236}">
                    <a16:creationId xmlns:a16="http://schemas.microsoft.com/office/drawing/2014/main" id="{78BE5628-23DE-7555-7A02-8F465354C1E8}"/>
                  </a:ext>
                </a:extLst>
              </p:cNvPr>
              <p:cNvCxnSpPr>
                <a:cxnSpLocks/>
                <a:stCxn id="648" idx="2"/>
                <a:endCxn id="649" idx="2"/>
              </p:cNvCxnSpPr>
              <p:nvPr/>
            </p:nvCxnSpPr>
            <p:spPr>
              <a:xfrm flipV="1">
                <a:off x="5276305" y="2910682"/>
                <a:ext cx="2613654" cy="1979168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629" name="Straight Arrow Connector 628">
              <a:extLst>
                <a:ext uri="{FF2B5EF4-FFF2-40B4-BE49-F238E27FC236}">
                  <a16:creationId xmlns:a16="http://schemas.microsoft.com/office/drawing/2014/main" id="{6146F009-1321-B53E-BE2C-55D07F7463A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6361170" y="7944511"/>
              <a:ext cx="654050" cy="450850"/>
            </a:xfrm>
            <a:prstGeom prst="straightConnector1">
              <a:avLst/>
            </a:prstGeom>
            <a:ln w="25400"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30" name="TextBox 629">
              <a:extLst>
                <a:ext uri="{FF2B5EF4-FFF2-40B4-BE49-F238E27FC236}">
                  <a16:creationId xmlns:a16="http://schemas.microsoft.com/office/drawing/2014/main" id="{C7D8F25C-97FC-31DE-152D-D3A9EB25C25F}"/>
                </a:ext>
              </a:extLst>
            </p:cNvPr>
            <p:cNvSpPr txBox="1"/>
            <p:nvPr/>
          </p:nvSpPr>
          <p:spPr>
            <a:xfrm flipH="1">
              <a:off x="16075901" y="8237740"/>
              <a:ext cx="355090" cy="5863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57" dirty="0">
                  <a:latin typeface="Univers 57 Condensed" pitchFamily="50" charset="0"/>
                </a:rPr>
                <a:t>Q</a:t>
              </a:r>
            </a:p>
          </p:txBody>
        </p:sp>
        <p:sp>
          <p:nvSpPr>
            <p:cNvPr id="631" name="Freeform: Shape 630">
              <a:extLst>
                <a:ext uri="{FF2B5EF4-FFF2-40B4-BE49-F238E27FC236}">
                  <a16:creationId xmlns:a16="http://schemas.microsoft.com/office/drawing/2014/main" id="{F77C4447-EA33-59C5-2301-F02D328307CC}"/>
                </a:ext>
              </a:extLst>
            </p:cNvPr>
            <p:cNvSpPr/>
            <p:nvPr/>
          </p:nvSpPr>
          <p:spPr>
            <a:xfrm flipH="1">
              <a:off x="19162235" y="5945803"/>
              <a:ext cx="1183967" cy="133350"/>
            </a:xfrm>
            <a:custGeom>
              <a:avLst/>
              <a:gdLst>
                <a:gd name="connsiteX0" fmla="*/ 0 w 1183967"/>
                <a:gd name="connsiteY0" fmla="*/ 128587 h 133350"/>
                <a:gd name="connsiteX1" fmla="*/ 40481 w 1183967"/>
                <a:gd name="connsiteY1" fmla="*/ 133350 h 133350"/>
                <a:gd name="connsiteX2" fmla="*/ 109537 w 1183967"/>
                <a:gd name="connsiteY2" fmla="*/ 128587 h 133350"/>
                <a:gd name="connsiteX3" fmla="*/ 157162 w 1183967"/>
                <a:gd name="connsiteY3" fmla="*/ 121443 h 133350"/>
                <a:gd name="connsiteX4" fmla="*/ 185737 w 1183967"/>
                <a:gd name="connsiteY4" fmla="*/ 116681 h 133350"/>
                <a:gd name="connsiteX5" fmla="*/ 195262 w 1183967"/>
                <a:gd name="connsiteY5" fmla="*/ 111918 h 133350"/>
                <a:gd name="connsiteX6" fmla="*/ 219075 w 1183967"/>
                <a:gd name="connsiteY6" fmla="*/ 104775 h 133350"/>
                <a:gd name="connsiteX7" fmla="*/ 273844 w 1183967"/>
                <a:gd name="connsiteY7" fmla="*/ 107156 h 133350"/>
                <a:gd name="connsiteX8" fmla="*/ 283369 w 1183967"/>
                <a:gd name="connsiteY8" fmla="*/ 109537 h 133350"/>
                <a:gd name="connsiteX9" fmla="*/ 369094 w 1183967"/>
                <a:gd name="connsiteY9" fmla="*/ 107156 h 133350"/>
                <a:gd name="connsiteX10" fmla="*/ 383381 w 1183967"/>
                <a:gd name="connsiteY10" fmla="*/ 104775 h 133350"/>
                <a:gd name="connsiteX11" fmla="*/ 426244 w 1183967"/>
                <a:gd name="connsiteY11" fmla="*/ 100012 h 133350"/>
                <a:gd name="connsiteX12" fmla="*/ 542925 w 1183967"/>
                <a:gd name="connsiteY12" fmla="*/ 92868 h 133350"/>
                <a:gd name="connsiteX13" fmla="*/ 554831 w 1183967"/>
                <a:gd name="connsiteY13" fmla="*/ 90487 h 133350"/>
                <a:gd name="connsiteX14" fmla="*/ 590550 w 1183967"/>
                <a:gd name="connsiteY14" fmla="*/ 85725 h 133350"/>
                <a:gd name="connsiteX15" fmla="*/ 633412 w 1183967"/>
                <a:gd name="connsiteY15" fmla="*/ 78581 h 133350"/>
                <a:gd name="connsiteX16" fmla="*/ 661987 w 1183967"/>
                <a:gd name="connsiteY16" fmla="*/ 71437 h 133350"/>
                <a:gd name="connsiteX17" fmla="*/ 676275 w 1183967"/>
                <a:gd name="connsiteY17" fmla="*/ 69056 h 133350"/>
                <a:gd name="connsiteX18" fmla="*/ 695325 w 1183967"/>
                <a:gd name="connsiteY18" fmla="*/ 64293 h 133350"/>
                <a:gd name="connsiteX19" fmla="*/ 778669 w 1183967"/>
                <a:gd name="connsiteY19" fmla="*/ 61912 h 133350"/>
                <a:gd name="connsiteX20" fmla="*/ 809625 w 1183967"/>
                <a:gd name="connsiteY20" fmla="*/ 54768 h 133350"/>
                <a:gd name="connsiteX21" fmla="*/ 840581 w 1183967"/>
                <a:gd name="connsiteY21" fmla="*/ 50006 h 133350"/>
                <a:gd name="connsiteX22" fmla="*/ 931069 w 1183967"/>
                <a:gd name="connsiteY22" fmla="*/ 47625 h 133350"/>
                <a:gd name="connsiteX23" fmla="*/ 957262 w 1183967"/>
                <a:gd name="connsiteY23" fmla="*/ 45243 h 133350"/>
                <a:gd name="connsiteX24" fmla="*/ 964406 w 1183967"/>
                <a:gd name="connsiteY24" fmla="*/ 42862 h 133350"/>
                <a:gd name="connsiteX25" fmla="*/ 981075 w 1183967"/>
                <a:gd name="connsiteY25" fmla="*/ 40481 h 133350"/>
                <a:gd name="connsiteX26" fmla="*/ 995362 w 1183967"/>
                <a:gd name="connsiteY26" fmla="*/ 38100 h 133350"/>
                <a:gd name="connsiteX27" fmla="*/ 1028700 w 1183967"/>
                <a:gd name="connsiteY27" fmla="*/ 33337 h 133350"/>
                <a:gd name="connsiteX28" fmla="*/ 1062037 w 1183967"/>
                <a:gd name="connsiteY28" fmla="*/ 26193 h 133350"/>
                <a:gd name="connsiteX29" fmla="*/ 1081087 w 1183967"/>
                <a:gd name="connsiteY29" fmla="*/ 21431 h 133350"/>
                <a:gd name="connsiteX30" fmla="*/ 1088231 w 1183967"/>
                <a:gd name="connsiteY30" fmla="*/ 19050 h 133350"/>
                <a:gd name="connsiteX31" fmla="*/ 1126331 w 1183967"/>
                <a:gd name="connsiteY31" fmla="*/ 14287 h 133350"/>
                <a:gd name="connsiteX32" fmla="*/ 1147762 w 1183967"/>
                <a:gd name="connsiteY32" fmla="*/ 9525 h 133350"/>
                <a:gd name="connsiteX33" fmla="*/ 1154906 w 1183967"/>
                <a:gd name="connsiteY33" fmla="*/ 7143 h 133350"/>
                <a:gd name="connsiteX34" fmla="*/ 1183481 w 1183967"/>
                <a:gd name="connsiteY34" fmla="*/ 4762 h 133350"/>
                <a:gd name="connsiteX35" fmla="*/ 1181100 w 1183967"/>
                <a:gd name="connsiteY35" fmla="*/ 0 h 133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1183967" h="133350">
                  <a:moveTo>
                    <a:pt x="0" y="128587"/>
                  </a:moveTo>
                  <a:cubicBezTo>
                    <a:pt x="15523" y="131691"/>
                    <a:pt x="21465" y="133350"/>
                    <a:pt x="40481" y="133350"/>
                  </a:cubicBezTo>
                  <a:cubicBezTo>
                    <a:pt x="55178" y="133350"/>
                    <a:pt x="92470" y="130009"/>
                    <a:pt x="109537" y="128587"/>
                  </a:cubicBezTo>
                  <a:cubicBezTo>
                    <a:pt x="136762" y="121782"/>
                    <a:pt x="95154" y="131777"/>
                    <a:pt x="157162" y="121443"/>
                  </a:cubicBezTo>
                  <a:lnTo>
                    <a:pt x="185737" y="116681"/>
                  </a:lnTo>
                  <a:cubicBezTo>
                    <a:pt x="188912" y="115093"/>
                    <a:pt x="191862" y="112938"/>
                    <a:pt x="195262" y="111918"/>
                  </a:cubicBezTo>
                  <a:cubicBezTo>
                    <a:pt x="224917" y="103021"/>
                    <a:pt x="196508" y="116057"/>
                    <a:pt x="219075" y="104775"/>
                  </a:cubicBezTo>
                  <a:cubicBezTo>
                    <a:pt x="237331" y="105569"/>
                    <a:pt x="255620" y="105806"/>
                    <a:pt x="273844" y="107156"/>
                  </a:cubicBezTo>
                  <a:cubicBezTo>
                    <a:pt x="277108" y="107398"/>
                    <a:pt x="280096" y="109537"/>
                    <a:pt x="283369" y="109537"/>
                  </a:cubicBezTo>
                  <a:cubicBezTo>
                    <a:pt x="311955" y="109537"/>
                    <a:pt x="340519" y="107950"/>
                    <a:pt x="369094" y="107156"/>
                  </a:cubicBezTo>
                  <a:cubicBezTo>
                    <a:pt x="373856" y="106362"/>
                    <a:pt x="378586" y="105339"/>
                    <a:pt x="383381" y="104775"/>
                  </a:cubicBezTo>
                  <a:cubicBezTo>
                    <a:pt x="448897" y="97066"/>
                    <a:pt x="379301" y="106717"/>
                    <a:pt x="426244" y="100012"/>
                  </a:cubicBezTo>
                  <a:cubicBezTo>
                    <a:pt x="464020" y="74828"/>
                    <a:pt x="427396" y="97399"/>
                    <a:pt x="542925" y="92868"/>
                  </a:cubicBezTo>
                  <a:cubicBezTo>
                    <a:pt x="546969" y="92709"/>
                    <a:pt x="550839" y="91152"/>
                    <a:pt x="554831" y="90487"/>
                  </a:cubicBezTo>
                  <a:cubicBezTo>
                    <a:pt x="564689" y="88844"/>
                    <a:pt x="580920" y="86929"/>
                    <a:pt x="590550" y="85725"/>
                  </a:cubicBezTo>
                  <a:cubicBezTo>
                    <a:pt x="647192" y="71563"/>
                    <a:pt x="566706" y="90710"/>
                    <a:pt x="633412" y="78581"/>
                  </a:cubicBezTo>
                  <a:cubicBezTo>
                    <a:pt x="643072" y="76825"/>
                    <a:pt x="652403" y="73567"/>
                    <a:pt x="661987" y="71437"/>
                  </a:cubicBezTo>
                  <a:cubicBezTo>
                    <a:pt x="666700" y="70390"/>
                    <a:pt x="671562" y="70103"/>
                    <a:pt x="676275" y="69056"/>
                  </a:cubicBezTo>
                  <a:cubicBezTo>
                    <a:pt x="686580" y="66766"/>
                    <a:pt x="682052" y="64957"/>
                    <a:pt x="695325" y="64293"/>
                  </a:cubicBezTo>
                  <a:cubicBezTo>
                    <a:pt x="723083" y="62905"/>
                    <a:pt x="750888" y="62706"/>
                    <a:pt x="778669" y="61912"/>
                  </a:cubicBezTo>
                  <a:cubicBezTo>
                    <a:pt x="793232" y="52204"/>
                    <a:pt x="780784" y="58889"/>
                    <a:pt x="809625" y="54768"/>
                  </a:cubicBezTo>
                  <a:cubicBezTo>
                    <a:pt x="836057" y="50992"/>
                    <a:pt x="794081" y="51985"/>
                    <a:pt x="840581" y="50006"/>
                  </a:cubicBezTo>
                  <a:cubicBezTo>
                    <a:pt x="870727" y="48723"/>
                    <a:pt x="900906" y="48419"/>
                    <a:pt x="931069" y="47625"/>
                  </a:cubicBezTo>
                  <a:cubicBezTo>
                    <a:pt x="939800" y="46831"/>
                    <a:pt x="948583" y="46483"/>
                    <a:pt x="957262" y="45243"/>
                  </a:cubicBezTo>
                  <a:cubicBezTo>
                    <a:pt x="959747" y="44888"/>
                    <a:pt x="961945" y="43354"/>
                    <a:pt x="964406" y="42862"/>
                  </a:cubicBezTo>
                  <a:cubicBezTo>
                    <a:pt x="969910" y="41761"/>
                    <a:pt x="975528" y="41334"/>
                    <a:pt x="981075" y="40481"/>
                  </a:cubicBezTo>
                  <a:cubicBezTo>
                    <a:pt x="985847" y="39747"/>
                    <a:pt x="990587" y="38816"/>
                    <a:pt x="995362" y="38100"/>
                  </a:cubicBezTo>
                  <a:lnTo>
                    <a:pt x="1028700" y="33337"/>
                  </a:lnTo>
                  <a:cubicBezTo>
                    <a:pt x="1057134" y="23860"/>
                    <a:pt x="1027710" y="32630"/>
                    <a:pt x="1062037" y="26193"/>
                  </a:cubicBezTo>
                  <a:cubicBezTo>
                    <a:pt x="1068470" y="24987"/>
                    <a:pt x="1074772" y="23153"/>
                    <a:pt x="1081087" y="21431"/>
                  </a:cubicBezTo>
                  <a:cubicBezTo>
                    <a:pt x="1083509" y="20771"/>
                    <a:pt x="1085770" y="19542"/>
                    <a:pt x="1088231" y="19050"/>
                  </a:cubicBezTo>
                  <a:cubicBezTo>
                    <a:pt x="1096737" y="17349"/>
                    <a:pt x="1118887" y="15114"/>
                    <a:pt x="1126331" y="14287"/>
                  </a:cubicBezTo>
                  <a:cubicBezTo>
                    <a:pt x="1142419" y="8925"/>
                    <a:pt x="1122606" y="15116"/>
                    <a:pt x="1147762" y="9525"/>
                  </a:cubicBezTo>
                  <a:cubicBezTo>
                    <a:pt x="1150212" y="8980"/>
                    <a:pt x="1152418" y="7475"/>
                    <a:pt x="1154906" y="7143"/>
                  </a:cubicBezTo>
                  <a:cubicBezTo>
                    <a:pt x="1164380" y="5880"/>
                    <a:pt x="1174260" y="7277"/>
                    <a:pt x="1183481" y="4762"/>
                  </a:cubicBezTo>
                  <a:cubicBezTo>
                    <a:pt x="1185193" y="4295"/>
                    <a:pt x="1181894" y="1587"/>
                    <a:pt x="1181100" y="0"/>
                  </a:cubicBezTo>
                </a:path>
              </a:pathLst>
            </a:custGeom>
            <a:noFill/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57"/>
            </a:p>
          </p:txBody>
        </p:sp>
        <p:sp>
          <p:nvSpPr>
            <p:cNvPr id="632" name="Freeform: Shape 631">
              <a:extLst>
                <a:ext uri="{FF2B5EF4-FFF2-40B4-BE49-F238E27FC236}">
                  <a16:creationId xmlns:a16="http://schemas.microsoft.com/office/drawing/2014/main" id="{6F99A837-4377-06BC-E5F2-879F262C01F1}"/>
                </a:ext>
              </a:extLst>
            </p:cNvPr>
            <p:cNvSpPr/>
            <p:nvPr/>
          </p:nvSpPr>
          <p:spPr>
            <a:xfrm flipH="1">
              <a:off x="17814011" y="6070673"/>
              <a:ext cx="2543175" cy="1890712"/>
            </a:xfrm>
            <a:custGeom>
              <a:avLst/>
              <a:gdLst>
                <a:gd name="connsiteX0" fmla="*/ 0 w 2543175"/>
                <a:gd name="connsiteY0" fmla="*/ 0 h 1890712"/>
                <a:gd name="connsiteX1" fmla="*/ 11907 w 2543175"/>
                <a:gd name="connsiteY1" fmla="*/ 11906 h 1890712"/>
                <a:gd name="connsiteX2" fmla="*/ 21432 w 2543175"/>
                <a:gd name="connsiteY2" fmla="*/ 16669 h 1890712"/>
                <a:gd name="connsiteX3" fmla="*/ 23813 w 2543175"/>
                <a:gd name="connsiteY3" fmla="*/ 23812 h 1890712"/>
                <a:gd name="connsiteX4" fmla="*/ 33338 w 2543175"/>
                <a:gd name="connsiteY4" fmla="*/ 33337 h 1890712"/>
                <a:gd name="connsiteX5" fmla="*/ 40482 w 2543175"/>
                <a:gd name="connsiteY5" fmla="*/ 42862 h 1890712"/>
                <a:gd name="connsiteX6" fmla="*/ 47625 w 2543175"/>
                <a:gd name="connsiteY6" fmla="*/ 47625 h 1890712"/>
                <a:gd name="connsiteX7" fmla="*/ 57150 w 2543175"/>
                <a:gd name="connsiteY7" fmla="*/ 54769 h 1890712"/>
                <a:gd name="connsiteX8" fmla="*/ 64294 w 2543175"/>
                <a:gd name="connsiteY8" fmla="*/ 59531 h 1890712"/>
                <a:gd name="connsiteX9" fmla="*/ 83344 w 2543175"/>
                <a:gd name="connsiteY9" fmla="*/ 73819 h 1890712"/>
                <a:gd name="connsiteX10" fmla="*/ 97632 w 2543175"/>
                <a:gd name="connsiteY10" fmla="*/ 80962 h 1890712"/>
                <a:gd name="connsiteX11" fmla="*/ 104775 w 2543175"/>
                <a:gd name="connsiteY11" fmla="*/ 85725 h 1890712"/>
                <a:gd name="connsiteX12" fmla="*/ 114300 w 2543175"/>
                <a:gd name="connsiteY12" fmla="*/ 95250 h 1890712"/>
                <a:gd name="connsiteX13" fmla="*/ 123825 w 2543175"/>
                <a:gd name="connsiteY13" fmla="*/ 97631 h 1890712"/>
                <a:gd name="connsiteX14" fmla="*/ 130969 w 2543175"/>
                <a:gd name="connsiteY14" fmla="*/ 104775 h 1890712"/>
                <a:gd name="connsiteX15" fmla="*/ 140494 w 2543175"/>
                <a:gd name="connsiteY15" fmla="*/ 111919 h 1890712"/>
                <a:gd name="connsiteX16" fmla="*/ 147638 w 2543175"/>
                <a:gd name="connsiteY16" fmla="*/ 116681 h 1890712"/>
                <a:gd name="connsiteX17" fmla="*/ 164307 w 2543175"/>
                <a:gd name="connsiteY17" fmla="*/ 128587 h 1890712"/>
                <a:gd name="connsiteX18" fmla="*/ 180975 w 2543175"/>
                <a:gd name="connsiteY18" fmla="*/ 140494 h 1890712"/>
                <a:gd name="connsiteX19" fmla="*/ 197644 w 2543175"/>
                <a:gd name="connsiteY19" fmla="*/ 152400 h 1890712"/>
                <a:gd name="connsiteX20" fmla="*/ 204788 w 2543175"/>
                <a:gd name="connsiteY20" fmla="*/ 157162 h 1890712"/>
                <a:gd name="connsiteX21" fmla="*/ 214313 w 2543175"/>
                <a:gd name="connsiteY21" fmla="*/ 164306 h 1890712"/>
                <a:gd name="connsiteX22" fmla="*/ 230982 w 2543175"/>
                <a:gd name="connsiteY22" fmla="*/ 180975 h 1890712"/>
                <a:gd name="connsiteX23" fmla="*/ 247650 w 2543175"/>
                <a:gd name="connsiteY23" fmla="*/ 185737 h 1890712"/>
                <a:gd name="connsiteX24" fmla="*/ 259557 w 2543175"/>
                <a:gd name="connsiteY24" fmla="*/ 188119 h 1890712"/>
                <a:gd name="connsiteX25" fmla="*/ 266700 w 2543175"/>
                <a:gd name="connsiteY25" fmla="*/ 190500 h 1890712"/>
                <a:gd name="connsiteX26" fmla="*/ 283369 w 2543175"/>
                <a:gd name="connsiteY26" fmla="*/ 192881 h 1890712"/>
                <a:gd name="connsiteX27" fmla="*/ 302419 w 2543175"/>
                <a:gd name="connsiteY27" fmla="*/ 204787 h 1890712"/>
                <a:gd name="connsiteX28" fmla="*/ 309563 w 2543175"/>
                <a:gd name="connsiteY28" fmla="*/ 209550 h 1890712"/>
                <a:gd name="connsiteX29" fmla="*/ 319088 w 2543175"/>
                <a:gd name="connsiteY29" fmla="*/ 219075 h 1890712"/>
                <a:gd name="connsiteX30" fmla="*/ 333375 w 2543175"/>
                <a:gd name="connsiteY30" fmla="*/ 228600 h 1890712"/>
                <a:gd name="connsiteX31" fmla="*/ 340519 w 2543175"/>
                <a:gd name="connsiteY31" fmla="*/ 233362 h 1890712"/>
                <a:gd name="connsiteX32" fmla="*/ 354807 w 2543175"/>
                <a:gd name="connsiteY32" fmla="*/ 247650 h 1890712"/>
                <a:gd name="connsiteX33" fmla="*/ 366713 w 2543175"/>
                <a:gd name="connsiteY33" fmla="*/ 264319 h 1890712"/>
                <a:gd name="connsiteX34" fmla="*/ 371475 w 2543175"/>
                <a:gd name="connsiteY34" fmla="*/ 271462 h 1890712"/>
                <a:gd name="connsiteX35" fmla="*/ 378619 w 2543175"/>
                <a:gd name="connsiteY35" fmla="*/ 276225 h 1890712"/>
                <a:gd name="connsiteX36" fmla="*/ 385763 w 2543175"/>
                <a:gd name="connsiteY36" fmla="*/ 283369 h 1890712"/>
                <a:gd name="connsiteX37" fmla="*/ 395288 w 2543175"/>
                <a:gd name="connsiteY37" fmla="*/ 288131 h 1890712"/>
                <a:gd name="connsiteX38" fmla="*/ 404813 w 2543175"/>
                <a:gd name="connsiteY38" fmla="*/ 295275 h 1890712"/>
                <a:gd name="connsiteX39" fmla="*/ 411957 w 2543175"/>
                <a:gd name="connsiteY39" fmla="*/ 297656 h 1890712"/>
                <a:gd name="connsiteX40" fmla="*/ 421482 w 2543175"/>
                <a:gd name="connsiteY40" fmla="*/ 302419 h 1890712"/>
                <a:gd name="connsiteX41" fmla="*/ 447675 w 2543175"/>
                <a:gd name="connsiteY41" fmla="*/ 307181 h 1890712"/>
                <a:gd name="connsiteX42" fmla="*/ 461963 w 2543175"/>
                <a:gd name="connsiteY42" fmla="*/ 321469 h 1890712"/>
                <a:gd name="connsiteX43" fmla="*/ 466725 w 2543175"/>
                <a:gd name="connsiteY43" fmla="*/ 328612 h 1890712"/>
                <a:gd name="connsiteX44" fmla="*/ 476250 w 2543175"/>
                <a:gd name="connsiteY44" fmla="*/ 335756 h 1890712"/>
                <a:gd name="connsiteX45" fmla="*/ 481013 w 2543175"/>
                <a:gd name="connsiteY45" fmla="*/ 342900 h 1890712"/>
                <a:gd name="connsiteX46" fmla="*/ 490538 w 2543175"/>
                <a:gd name="connsiteY46" fmla="*/ 352425 h 1890712"/>
                <a:gd name="connsiteX47" fmla="*/ 495300 w 2543175"/>
                <a:gd name="connsiteY47" fmla="*/ 359569 h 1890712"/>
                <a:gd name="connsiteX48" fmla="*/ 509588 w 2543175"/>
                <a:gd name="connsiteY48" fmla="*/ 376237 h 1890712"/>
                <a:gd name="connsiteX49" fmla="*/ 514350 w 2543175"/>
                <a:gd name="connsiteY49" fmla="*/ 383381 h 1890712"/>
                <a:gd name="connsiteX50" fmla="*/ 531019 w 2543175"/>
                <a:gd name="connsiteY50" fmla="*/ 397669 h 1890712"/>
                <a:gd name="connsiteX51" fmla="*/ 538163 w 2543175"/>
                <a:gd name="connsiteY51" fmla="*/ 407194 h 1890712"/>
                <a:gd name="connsiteX52" fmla="*/ 554832 w 2543175"/>
                <a:gd name="connsiteY52" fmla="*/ 421481 h 1890712"/>
                <a:gd name="connsiteX53" fmla="*/ 564357 w 2543175"/>
                <a:gd name="connsiteY53" fmla="*/ 431006 h 1890712"/>
                <a:gd name="connsiteX54" fmla="*/ 573882 w 2543175"/>
                <a:gd name="connsiteY54" fmla="*/ 438150 h 1890712"/>
                <a:gd name="connsiteX55" fmla="*/ 595313 w 2543175"/>
                <a:gd name="connsiteY55" fmla="*/ 454819 h 1890712"/>
                <a:gd name="connsiteX56" fmla="*/ 602457 w 2543175"/>
                <a:gd name="connsiteY56" fmla="*/ 457200 h 1890712"/>
                <a:gd name="connsiteX57" fmla="*/ 628650 w 2543175"/>
                <a:gd name="connsiteY57" fmla="*/ 469106 h 1890712"/>
                <a:gd name="connsiteX58" fmla="*/ 645319 w 2543175"/>
                <a:gd name="connsiteY58" fmla="*/ 483394 h 1890712"/>
                <a:gd name="connsiteX59" fmla="*/ 654844 w 2543175"/>
                <a:gd name="connsiteY59" fmla="*/ 488156 h 1890712"/>
                <a:gd name="connsiteX60" fmla="*/ 661988 w 2543175"/>
                <a:gd name="connsiteY60" fmla="*/ 497681 h 1890712"/>
                <a:gd name="connsiteX61" fmla="*/ 683419 w 2543175"/>
                <a:gd name="connsiteY61" fmla="*/ 514350 h 1890712"/>
                <a:gd name="connsiteX62" fmla="*/ 700088 w 2543175"/>
                <a:gd name="connsiteY62" fmla="*/ 526256 h 1890712"/>
                <a:gd name="connsiteX63" fmla="*/ 709613 w 2543175"/>
                <a:gd name="connsiteY63" fmla="*/ 535781 h 1890712"/>
                <a:gd name="connsiteX64" fmla="*/ 719138 w 2543175"/>
                <a:gd name="connsiteY64" fmla="*/ 542925 h 1890712"/>
                <a:gd name="connsiteX65" fmla="*/ 733425 w 2543175"/>
                <a:gd name="connsiteY65" fmla="*/ 557212 h 1890712"/>
                <a:gd name="connsiteX66" fmla="*/ 750094 w 2543175"/>
                <a:gd name="connsiteY66" fmla="*/ 569119 h 1890712"/>
                <a:gd name="connsiteX67" fmla="*/ 769144 w 2543175"/>
                <a:gd name="connsiteY67" fmla="*/ 581025 h 1890712"/>
                <a:gd name="connsiteX68" fmla="*/ 785813 w 2543175"/>
                <a:gd name="connsiteY68" fmla="*/ 590550 h 1890712"/>
                <a:gd name="connsiteX69" fmla="*/ 792957 w 2543175"/>
                <a:gd name="connsiteY69" fmla="*/ 600075 h 1890712"/>
                <a:gd name="connsiteX70" fmla="*/ 809625 w 2543175"/>
                <a:gd name="connsiteY70" fmla="*/ 611981 h 1890712"/>
                <a:gd name="connsiteX71" fmla="*/ 816769 w 2543175"/>
                <a:gd name="connsiteY71" fmla="*/ 619125 h 1890712"/>
                <a:gd name="connsiteX72" fmla="*/ 826294 w 2543175"/>
                <a:gd name="connsiteY72" fmla="*/ 626269 h 1890712"/>
                <a:gd name="connsiteX73" fmla="*/ 840582 w 2543175"/>
                <a:gd name="connsiteY73" fmla="*/ 638175 h 1890712"/>
                <a:gd name="connsiteX74" fmla="*/ 847725 w 2543175"/>
                <a:gd name="connsiteY74" fmla="*/ 645319 h 1890712"/>
                <a:gd name="connsiteX75" fmla="*/ 857250 w 2543175"/>
                <a:gd name="connsiteY75" fmla="*/ 652462 h 1890712"/>
                <a:gd name="connsiteX76" fmla="*/ 864394 w 2543175"/>
                <a:gd name="connsiteY76" fmla="*/ 657225 h 1890712"/>
                <a:gd name="connsiteX77" fmla="*/ 888207 w 2543175"/>
                <a:gd name="connsiteY77" fmla="*/ 676275 h 1890712"/>
                <a:gd name="connsiteX78" fmla="*/ 895350 w 2543175"/>
                <a:gd name="connsiteY78" fmla="*/ 681037 h 1890712"/>
                <a:gd name="connsiteX79" fmla="*/ 907257 w 2543175"/>
                <a:gd name="connsiteY79" fmla="*/ 683419 h 1890712"/>
                <a:gd name="connsiteX80" fmla="*/ 928688 w 2543175"/>
                <a:gd name="connsiteY80" fmla="*/ 695325 h 1890712"/>
                <a:gd name="connsiteX81" fmla="*/ 942975 w 2543175"/>
                <a:gd name="connsiteY81" fmla="*/ 700087 h 1890712"/>
                <a:gd name="connsiteX82" fmla="*/ 964407 w 2543175"/>
                <a:gd name="connsiteY82" fmla="*/ 716756 h 1890712"/>
                <a:gd name="connsiteX83" fmla="*/ 971550 w 2543175"/>
                <a:gd name="connsiteY83" fmla="*/ 723900 h 1890712"/>
                <a:gd name="connsiteX84" fmla="*/ 983457 w 2543175"/>
                <a:gd name="connsiteY84" fmla="*/ 733425 h 1890712"/>
                <a:gd name="connsiteX85" fmla="*/ 990600 w 2543175"/>
                <a:gd name="connsiteY85" fmla="*/ 738187 h 1890712"/>
                <a:gd name="connsiteX86" fmla="*/ 1007269 w 2543175"/>
                <a:gd name="connsiteY86" fmla="*/ 752475 h 1890712"/>
                <a:gd name="connsiteX87" fmla="*/ 1031082 w 2543175"/>
                <a:gd name="connsiteY87" fmla="*/ 766762 h 1890712"/>
                <a:gd name="connsiteX88" fmla="*/ 1042988 w 2543175"/>
                <a:gd name="connsiteY88" fmla="*/ 773906 h 1890712"/>
                <a:gd name="connsiteX89" fmla="*/ 1071563 w 2543175"/>
                <a:gd name="connsiteY89" fmla="*/ 785812 h 1890712"/>
                <a:gd name="connsiteX90" fmla="*/ 1097757 w 2543175"/>
                <a:gd name="connsiteY90" fmla="*/ 807244 h 1890712"/>
                <a:gd name="connsiteX91" fmla="*/ 1104900 w 2543175"/>
                <a:gd name="connsiteY91" fmla="*/ 814387 h 1890712"/>
                <a:gd name="connsiteX92" fmla="*/ 1121569 w 2543175"/>
                <a:gd name="connsiteY92" fmla="*/ 823912 h 1890712"/>
                <a:gd name="connsiteX93" fmla="*/ 1138238 w 2543175"/>
                <a:gd name="connsiteY93" fmla="*/ 835819 h 1890712"/>
                <a:gd name="connsiteX94" fmla="*/ 1147763 w 2543175"/>
                <a:gd name="connsiteY94" fmla="*/ 842962 h 1890712"/>
                <a:gd name="connsiteX95" fmla="*/ 1157288 w 2543175"/>
                <a:gd name="connsiteY95" fmla="*/ 847725 h 1890712"/>
                <a:gd name="connsiteX96" fmla="*/ 1178719 w 2543175"/>
                <a:gd name="connsiteY96" fmla="*/ 859631 h 1890712"/>
                <a:gd name="connsiteX97" fmla="*/ 1188244 w 2543175"/>
                <a:gd name="connsiteY97" fmla="*/ 866775 h 1890712"/>
                <a:gd name="connsiteX98" fmla="*/ 1195388 w 2543175"/>
                <a:gd name="connsiteY98" fmla="*/ 871537 h 1890712"/>
                <a:gd name="connsiteX99" fmla="*/ 1212057 w 2543175"/>
                <a:gd name="connsiteY99" fmla="*/ 883444 h 1890712"/>
                <a:gd name="connsiteX100" fmla="*/ 1226344 w 2543175"/>
                <a:gd name="connsiteY100" fmla="*/ 895350 h 1890712"/>
                <a:gd name="connsiteX101" fmla="*/ 1245394 w 2543175"/>
                <a:gd name="connsiteY101" fmla="*/ 907256 h 1890712"/>
                <a:gd name="connsiteX102" fmla="*/ 1254919 w 2543175"/>
                <a:gd name="connsiteY102" fmla="*/ 914400 h 1890712"/>
                <a:gd name="connsiteX103" fmla="*/ 1269207 w 2543175"/>
                <a:gd name="connsiteY103" fmla="*/ 921544 h 1890712"/>
                <a:gd name="connsiteX104" fmla="*/ 1290638 w 2543175"/>
                <a:gd name="connsiteY104" fmla="*/ 935831 h 1890712"/>
                <a:gd name="connsiteX105" fmla="*/ 1307307 w 2543175"/>
                <a:gd name="connsiteY105" fmla="*/ 952500 h 1890712"/>
                <a:gd name="connsiteX106" fmla="*/ 1333500 w 2543175"/>
                <a:gd name="connsiteY106" fmla="*/ 971550 h 1890712"/>
                <a:gd name="connsiteX107" fmla="*/ 1359694 w 2543175"/>
                <a:gd name="connsiteY107" fmla="*/ 990600 h 1890712"/>
                <a:gd name="connsiteX108" fmla="*/ 1373982 w 2543175"/>
                <a:gd name="connsiteY108" fmla="*/ 997744 h 1890712"/>
                <a:gd name="connsiteX109" fmla="*/ 1388269 w 2543175"/>
                <a:gd name="connsiteY109" fmla="*/ 1007269 h 1890712"/>
                <a:gd name="connsiteX110" fmla="*/ 1414463 w 2543175"/>
                <a:gd name="connsiteY110" fmla="*/ 1019175 h 1890712"/>
                <a:gd name="connsiteX111" fmla="*/ 1428750 w 2543175"/>
                <a:gd name="connsiteY111" fmla="*/ 1026319 h 1890712"/>
                <a:gd name="connsiteX112" fmla="*/ 1473994 w 2543175"/>
                <a:gd name="connsiteY112" fmla="*/ 1047750 h 1890712"/>
                <a:gd name="connsiteX113" fmla="*/ 1502569 w 2543175"/>
                <a:gd name="connsiteY113" fmla="*/ 1066800 h 1890712"/>
                <a:gd name="connsiteX114" fmla="*/ 1526382 w 2543175"/>
                <a:gd name="connsiteY114" fmla="*/ 1085850 h 1890712"/>
                <a:gd name="connsiteX115" fmla="*/ 1531144 w 2543175"/>
                <a:gd name="connsiteY115" fmla="*/ 1095375 h 1890712"/>
                <a:gd name="connsiteX116" fmla="*/ 1559719 w 2543175"/>
                <a:gd name="connsiteY116" fmla="*/ 1121569 h 1890712"/>
                <a:gd name="connsiteX117" fmla="*/ 1569244 w 2543175"/>
                <a:gd name="connsiteY117" fmla="*/ 1131094 h 1890712"/>
                <a:gd name="connsiteX118" fmla="*/ 1597819 w 2543175"/>
                <a:gd name="connsiteY118" fmla="*/ 1154906 h 1890712"/>
                <a:gd name="connsiteX119" fmla="*/ 1604963 w 2543175"/>
                <a:gd name="connsiteY119" fmla="*/ 1162050 h 1890712"/>
                <a:gd name="connsiteX120" fmla="*/ 1612107 w 2543175"/>
                <a:gd name="connsiteY120" fmla="*/ 1166812 h 1890712"/>
                <a:gd name="connsiteX121" fmla="*/ 1628775 w 2543175"/>
                <a:gd name="connsiteY121" fmla="*/ 1183481 h 1890712"/>
                <a:gd name="connsiteX122" fmla="*/ 1662113 w 2543175"/>
                <a:gd name="connsiteY122" fmla="*/ 1209675 h 1890712"/>
                <a:gd name="connsiteX123" fmla="*/ 1678782 w 2543175"/>
                <a:gd name="connsiteY123" fmla="*/ 1226344 h 1890712"/>
                <a:gd name="connsiteX124" fmla="*/ 1700213 w 2543175"/>
                <a:gd name="connsiteY124" fmla="*/ 1247775 h 1890712"/>
                <a:gd name="connsiteX125" fmla="*/ 1712119 w 2543175"/>
                <a:gd name="connsiteY125" fmla="*/ 1259681 h 1890712"/>
                <a:gd name="connsiteX126" fmla="*/ 1733550 w 2543175"/>
                <a:gd name="connsiteY126" fmla="*/ 1273969 h 1890712"/>
                <a:gd name="connsiteX127" fmla="*/ 1743075 w 2543175"/>
                <a:gd name="connsiteY127" fmla="*/ 1283494 h 1890712"/>
                <a:gd name="connsiteX128" fmla="*/ 1754982 w 2543175"/>
                <a:gd name="connsiteY128" fmla="*/ 1290637 h 1890712"/>
                <a:gd name="connsiteX129" fmla="*/ 1766888 w 2543175"/>
                <a:gd name="connsiteY129" fmla="*/ 1300162 h 1890712"/>
                <a:gd name="connsiteX130" fmla="*/ 1783557 w 2543175"/>
                <a:gd name="connsiteY130" fmla="*/ 1307306 h 1890712"/>
                <a:gd name="connsiteX131" fmla="*/ 1790700 w 2543175"/>
                <a:gd name="connsiteY131" fmla="*/ 1312069 h 1890712"/>
                <a:gd name="connsiteX132" fmla="*/ 1800225 w 2543175"/>
                <a:gd name="connsiteY132" fmla="*/ 1319212 h 1890712"/>
                <a:gd name="connsiteX133" fmla="*/ 1807369 w 2543175"/>
                <a:gd name="connsiteY133" fmla="*/ 1321594 h 1890712"/>
                <a:gd name="connsiteX134" fmla="*/ 1824038 w 2543175"/>
                <a:gd name="connsiteY134" fmla="*/ 1333500 h 1890712"/>
                <a:gd name="connsiteX135" fmla="*/ 1843088 w 2543175"/>
                <a:gd name="connsiteY135" fmla="*/ 1352550 h 1890712"/>
                <a:gd name="connsiteX136" fmla="*/ 1852613 w 2543175"/>
                <a:gd name="connsiteY136" fmla="*/ 1359694 h 1890712"/>
                <a:gd name="connsiteX137" fmla="*/ 1859757 w 2543175"/>
                <a:gd name="connsiteY137" fmla="*/ 1366837 h 1890712"/>
                <a:gd name="connsiteX138" fmla="*/ 1869282 w 2543175"/>
                <a:gd name="connsiteY138" fmla="*/ 1371600 h 1890712"/>
                <a:gd name="connsiteX139" fmla="*/ 1883569 w 2543175"/>
                <a:gd name="connsiteY139" fmla="*/ 1388269 h 1890712"/>
                <a:gd name="connsiteX140" fmla="*/ 1893094 w 2543175"/>
                <a:gd name="connsiteY140" fmla="*/ 1395412 h 1890712"/>
                <a:gd name="connsiteX141" fmla="*/ 1902619 w 2543175"/>
                <a:gd name="connsiteY141" fmla="*/ 1404937 h 1890712"/>
                <a:gd name="connsiteX142" fmla="*/ 1912144 w 2543175"/>
                <a:gd name="connsiteY142" fmla="*/ 1409700 h 1890712"/>
                <a:gd name="connsiteX143" fmla="*/ 1931194 w 2543175"/>
                <a:gd name="connsiteY143" fmla="*/ 1421606 h 1890712"/>
                <a:gd name="connsiteX144" fmla="*/ 1935957 w 2543175"/>
                <a:gd name="connsiteY144" fmla="*/ 1428750 h 1890712"/>
                <a:gd name="connsiteX145" fmla="*/ 1952625 w 2543175"/>
                <a:gd name="connsiteY145" fmla="*/ 1438275 h 1890712"/>
                <a:gd name="connsiteX146" fmla="*/ 1971675 w 2543175"/>
                <a:gd name="connsiteY146" fmla="*/ 1450181 h 1890712"/>
                <a:gd name="connsiteX147" fmla="*/ 1981200 w 2543175"/>
                <a:gd name="connsiteY147" fmla="*/ 1454944 h 1890712"/>
                <a:gd name="connsiteX148" fmla="*/ 1997869 w 2543175"/>
                <a:gd name="connsiteY148" fmla="*/ 1471612 h 1890712"/>
                <a:gd name="connsiteX149" fmla="*/ 2007394 w 2543175"/>
                <a:gd name="connsiteY149" fmla="*/ 1478756 h 1890712"/>
                <a:gd name="connsiteX150" fmla="*/ 2016919 w 2543175"/>
                <a:gd name="connsiteY150" fmla="*/ 1483519 h 1890712"/>
                <a:gd name="connsiteX151" fmla="*/ 2024063 w 2543175"/>
                <a:gd name="connsiteY151" fmla="*/ 1490662 h 1890712"/>
                <a:gd name="connsiteX152" fmla="*/ 2033588 w 2543175"/>
                <a:gd name="connsiteY152" fmla="*/ 1495425 h 1890712"/>
                <a:gd name="connsiteX153" fmla="*/ 2040732 w 2543175"/>
                <a:gd name="connsiteY153" fmla="*/ 1502569 h 1890712"/>
                <a:gd name="connsiteX154" fmla="*/ 2047875 w 2543175"/>
                <a:gd name="connsiteY154" fmla="*/ 1507331 h 1890712"/>
                <a:gd name="connsiteX155" fmla="*/ 2057400 w 2543175"/>
                <a:gd name="connsiteY155" fmla="*/ 1514475 h 1890712"/>
                <a:gd name="connsiteX156" fmla="*/ 2064544 w 2543175"/>
                <a:gd name="connsiteY156" fmla="*/ 1519237 h 1890712"/>
                <a:gd name="connsiteX157" fmla="*/ 2071688 w 2543175"/>
                <a:gd name="connsiteY157" fmla="*/ 1526381 h 1890712"/>
                <a:gd name="connsiteX158" fmla="*/ 2081213 w 2543175"/>
                <a:gd name="connsiteY158" fmla="*/ 1531144 h 1890712"/>
                <a:gd name="connsiteX159" fmla="*/ 2090738 w 2543175"/>
                <a:gd name="connsiteY159" fmla="*/ 1538287 h 1890712"/>
                <a:gd name="connsiteX160" fmla="*/ 2109788 w 2543175"/>
                <a:gd name="connsiteY160" fmla="*/ 1547812 h 1890712"/>
                <a:gd name="connsiteX161" fmla="*/ 2131219 w 2543175"/>
                <a:gd name="connsiteY161" fmla="*/ 1562100 h 1890712"/>
                <a:gd name="connsiteX162" fmla="*/ 2140744 w 2543175"/>
                <a:gd name="connsiteY162" fmla="*/ 1566862 h 1890712"/>
                <a:gd name="connsiteX163" fmla="*/ 2152650 w 2543175"/>
                <a:gd name="connsiteY163" fmla="*/ 1576387 h 1890712"/>
                <a:gd name="connsiteX164" fmla="*/ 2181225 w 2543175"/>
                <a:gd name="connsiteY164" fmla="*/ 1590675 h 1890712"/>
                <a:gd name="connsiteX165" fmla="*/ 2200275 w 2543175"/>
                <a:gd name="connsiteY165" fmla="*/ 1607344 h 1890712"/>
                <a:gd name="connsiteX166" fmla="*/ 2207419 w 2543175"/>
                <a:gd name="connsiteY166" fmla="*/ 1612106 h 1890712"/>
                <a:gd name="connsiteX167" fmla="*/ 2216944 w 2543175"/>
                <a:gd name="connsiteY167" fmla="*/ 1619250 h 1890712"/>
                <a:gd name="connsiteX168" fmla="*/ 2224088 w 2543175"/>
                <a:gd name="connsiteY168" fmla="*/ 1624012 h 1890712"/>
                <a:gd name="connsiteX169" fmla="*/ 2247900 w 2543175"/>
                <a:gd name="connsiteY169" fmla="*/ 1643062 h 1890712"/>
                <a:gd name="connsiteX170" fmla="*/ 2255044 w 2543175"/>
                <a:gd name="connsiteY170" fmla="*/ 1650206 h 1890712"/>
                <a:gd name="connsiteX171" fmla="*/ 2281238 w 2543175"/>
                <a:gd name="connsiteY171" fmla="*/ 1664494 h 1890712"/>
                <a:gd name="connsiteX172" fmla="*/ 2297907 w 2543175"/>
                <a:gd name="connsiteY172" fmla="*/ 1674019 h 1890712"/>
                <a:gd name="connsiteX173" fmla="*/ 2305050 w 2543175"/>
                <a:gd name="connsiteY173" fmla="*/ 1678781 h 1890712"/>
                <a:gd name="connsiteX174" fmla="*/ 2312194 w 2543175"/>
                <a:gd name="connsiteY174" fmla="*/ 1685925 h 1890712"/>
                <a:gd name="connsiteX175" fmla="*/ 2321719 w 2543175"/>
                <a:gd name="connsiteY175" fmla="*/ 1690687 h 1890712"/>
                <a:gd name="connsiteX176" fmla="*/ 2328863 w 2543175"/>
                <a:gd name="connsiteY176" fmla="*/ 1697831 h 1890712"/>
                <a:gd name="connsiteX177" fmla="*/ 2350294 w 2543175"/>
                <a:gd name="connsiteY177" fmla="*/ 1712119 h 1890712"/>
                <a:gd name="connsiteX178" fmla="*/ 2359819 w 2543175"/>
                <a:gd name="connsiteY178" fmla="*/ 1719262 h 1890712"/>
                <a:gd name="connsiteX179" fmla="*/ 2369344 w 2543175"/>
                <a:gd name="connsiteY179" fmla="*/ 1724025 h 1890712"/>
                <a:gd name="connsiteX180" fmla="*/ 2376488 w 2543175"/>
                <a:gd name="connsiteY180" fmla="*/ 1731169 h 1890712"/>
                <a:gd name="connsiteX181" fmla="*/ 2402682 w 2543175"/>
                <a:gd name="connsiteY181" fmla="*/ 1747837 h 1890712"/>
                <a:gd name="connsiteX182" fmla="*/ 2450307 w 2543175"/>
                <a:gd name="connsiteY182" fmla="*/ 1769269 h 1890712"/>
                <a:gd name="connsiteX183" fmla="*/ 2466975 w 2543175"/>
                <a:gd name="connsiteY183" fmla="*/ 1783556 h 1890712"/>
                <a:gd name="connsiteX184" fmla="*/ 2481263 w 2543175"/>
                <a:gd name="connsiteY184" fmla="*/ 1795462 h 1890712"/>
                <a:gd name="connsiteX185" fmla="*/ 2486025 w 2543175"/>
                <a:gd name="connsiteY185" fmla="*/ 1802606 h 1890712"/>
                <a:gd name="connsiteX186" fmla="*/ 2493169 w 2543175"/>
                <a:gd name="connsiteY186" fmla="*/ 1807369 h 1890712"/>
                <a:gd name="connsiteX187" fmla="*/ 2495550 w 2543175"/>
                <a:gd name="connsiteY187" fmla="*/ 1816894 h 1890712"/>
                <a:gd name="connsiteX188" fmla="*/ 2497932 w 2543175"/>
                <a:gd name="connsiteY188" fmla="*/ 1824037 h 1890712"/>
                <a:gd name="connsiteX189" fmla="*/ 2514600 w 2543175"/>
                <a:gd name="connsiteY189" fmla="*/ 1850231 h 1890712"/>
                <a:gd name="connsiteX190" fmla="*/ 2519363 w 2543175"/>
                <a:gd name="connsiteY190" fmla="*/ 1857375 h 1890712"/>
                <a:gd name="connsiteX191" fmla="*/ 2540794 w 2543175"/>
                <a:gd name="connsiteY191" fmla="*/ 1883569 h 1890712"/>
                <a:gd name="connsiteX192" fmla="*/ 2543175 w 2543175"/>
                <a:gd name="connsiteY192" fmla="*/ 1890712 h 1890712"/>
                <a:gd name="connsiteX0" fmla="*/ 0 w 2543175"/>
                <a:gd name="connsiteY0" fmla="*/ 0 h 1890712"/>
                <a:gd name="connsiteX1" fmla="*/ 11907 w 2543175"/>
                <a:gd name="connsiteY1" fmla="*/ 11906 h 1890712"/>
                <a:gd name="connsiteX2" fmla="*/ 21432 w 2543175"/>
                <a:gd name="connsiteY2" fmla="*/ 16669 h 1890712"/>
                <a:gd name="connsiteX3" fmla="*/ 23813 w 2543175"/>
                <a:gd name="connsiteY3" fmla="*/ 23812 h 1890712"/>
                <a:gd name="connsiteX4" fmla="*/ 33338 w 2543175"/>
                <a:gd name="connsiteY4" fmla="*/ 33337 h 1890712"/>
                <a:gd name="connsiteX5" fmla="*/ 40482 w 2543175"/>
                <a:gd name="connsiteY5" fmla="*/ 42862 h 1890712"/>
                <a:gd name="connsiteX6" fmla="*/ 47625 w 2543175"/>
                <a:gd name="connsiteY6" fmla="*/ 47625 h 1890712"/>
                <a:gd name="connsiteX7" fmla="*/ 57150 w 2543175"/>
                <a:gd name="connsiteY7" fmla="*/ 54769 h 1890712"/>
                <a:gd name="connsiteX8" fmla="*/ 64294 w 2543175"/>
                <a:gd name="connsiteY8" fmla="*/ 59531 h 1890712"/>
                <a:gd name="connsiteX9" fmla="*/ 83344 w 2543175"/>
                <a:gd name="connsiteY9" fmla="*/ 73819 h 1890712"/>
                <a:gd name="connsiteX10" fmla="*/ 97632 w 2543175"/>
                <a:gd name="connsiteY10" fmla="*/ 80962 h 1890712"/>
                <a:gd name="connsiteX11" fmla="*/ 104775 w 2543175"/>
                <a:gd name="connsiteY11" fmla="*/ 85725 h 1890712"/>
                <a:gd name="connsiteX12" fmla="*/ 114300 w 2543175"/>
                <a:gd name="connsiteY12" fmla="*/ 95250 h 1890712"/>
                <a:gd name="connsiteX13" fmla="*/ 123825 w 2543175"/>
                <a:gd name="connsiteY13" fmla="*/ 97631 h 1890712"/>
                <a:gd name="connsiteX14" fmla="*/ 130969 w 2543175"/>
                <a:gd name="connsiteY14" fmla="*/ 104775 h 1890712"/>
                <a:gd name="connsiteX15" fmla="*/ 140494 w 2543175"/>
                <a:gd name="connsiteY15" fmla="*/ 111919 h 1890712"/>
                <a:gd name="connsiteX16" fmla="*/ 147638 w 2543175"/>
                <a:gd name="connsiteY16" fmla="*/ 116681 h 1890712"/>
                <a:gd name="connsiteX17" fmla="*/ 164307 w 2543175"/>
                <a:gd name="connsiteY17" fmla="*/ 128587 h 1890712"/>
                <a:gd name="connsiteX18" fmla="*/ 180975 w 2543175"/>
                <a:gd name="connsiteY18" fmla="*/ 140494 h 1890712"/>
                <a:gd name="connsiteX19" fmla="*/ 197644 w 2543175"/>
                <a:gd name="connsiteY19" fmla="*/ 152400 h 1890712"/>
                <a:gd name="connsiteX20" fmla="*/ 204788 w 2543175"/>
                <a:gd name="connsiteY20" fmla="*/ 157162 h 1890712"/>
                <a:gd name="connsiteX21" fmla="*/ 214313 w 2543175"/>
                <a:gd name="connsiteY21" fmla="*/ 164306 h 1890712"/>
                <a:gd name="connsiteX22" fmla="*/ 230982 w 2543175"/>
                <a:gd name="connsiteY22" fmla="*/ 180975 h 1890712"/>
                <a:gd name="connsiteX23" fmla="*/ 247650 w 2543175"/>
                <a:gd name="connsiteY23" fmla="*/ 185737 h 1890712"/>
                <a:gd name="connsiteX24" fmla="*/ 259557 w 2543175"/>
                <a:gd name="connsiteY24" fmla="*/ 188119 h 1890712"/>
                <a:gd name="connsiteX25" fmla="*/ 266700 w 2543175"/>
                <a:gd name="connsiteY25" fmla="*/ 190500 h 1890712"/>
                <a:gd name="connsiteX26" fmla="*/ 283369 w 2543175"/>
                <a:gd name="connsiteY26" fmla="*/ 192881 h 1890712"/>
                <a:gd name="connsiteX27" fmla="*/ 302419 w 2543175"/>
                <a:gd name="connsiteY27" fmla="*/ 204787 h 1890712"/>
                <a:gd name="connsiteX28" fmla="*/ 309563 w 2543175"/>
                <a:gd name="connsiteY28" fmla="*/ 209550 h 1890712"/>
                <a:gd name="connsiteX29" fmla="*/ 319088 w 2543175"/>
                <a:gd name="connsiteY29" fmla="*/ 219075 h 1890712"/>
                <a:gd name="connsiteX30" fmla="*/ 333375 w 2543175"/>
                <a:gd name="connsiteY30" fmla="*/ 228600 h 1890712"/>
                <a:gd name="connsiteX31" fmla="*/ 340519 w 2543175"/>
                <a:gd name="connsiteY31" fmla="*/ 233362 h 1890712"/>
                <a:gd name="connsiteX32" fmla="*/ 354807 w 2543175"/>
                <a:gd name="connsiteY32" fmla="*/ 247650 h 1890712"/>
                <a:gd name="connsiteX33" fmla="*/ 366713 w 2543175"/>
                <a:gd name="connsiteY33" fmla="*/ 264319 h 1890712"/>
                <a:gd name="connsiteX34" fmla="*/ 371475 w 2543175"/>
                <a:gd name="connsiteY34" fmla="*/ 271462 h 1890712"/>
                <a:gd name="connsiteX35" fmla="*/ 378619 w 2543175"/>
                <a:gd name="connsiteY35" fmla="*/ 276225 h 1890712"/>
                <a:gd name="connsiteX36" fmla="*/ 385763 w 2543175"/>
                <a:gd name="connsiteY36" fmla="*/ 283369 h 1890712"/>
                <a:gd name="connsiteX37" fmla="*/ 395288 w 2543175"/>
                <a:gd name="connsiteY37" fmla="*/ 288131 h 1890712"/>
                <a:gd name="connsiteX38" fmla="*/ 404813 w 2543175"/>
                <a:gd name="connsiteY38" fmla="*/ 295275 h 1890712"/>
                <a:gd name="connsiteX39" fmla="*/ 411957 w 2543175"/>
                <a:gd name="connsiteY39" fmla="*/ 297656 h 1890712"/>
                <a:gd name="connsiteX40" fmla="*/ 421482 w 2543175"/>
                <a:gd name="connsiteY40" fmla="*/ 302419 h 1890712"/>
                <a:gd name="connsiteX41" fmla="*/ 447675 w 2543175"/>
                <a:gd name="connsiteY41" fmla="*/ 307181 h 1890712"/>
                <a:gd name="connsiteX42" fmla="*/ 461963 w 2543175"/>
                <a:gd name="connsiteY42" fmla="*/ 321469 h 1890712"/>
                <a:gd name="connsiteX43" fmla="*/ 466725 w 2543175"/>
                <a:gd name="connsiteY43" fmla="*/ 328612 h 1890712"/>
                <a:gd name="connsiteX44" fmla="*/ 476250 w 2543175"/>
                <a:gd name="connsiteY44" fmla="*/ 335756 h 1890712"/>
                <a:gd name="connsiteX45" fmla="*/ 481013 w 2543175"/>
                <a:gd name="connsiteY45" fmla="*/ 342900 h 1890712"/>
                <a:gd name="connsiteX46" fmla="*/ 490538 w 2543175"/>
                <a:gd name="connsiteY46" fmla="*/ 352425 h 1890712"/>
                <a:gd name="connsiteX47" fmla="*/ 495300 w 2543175"/>
                <a:gd name="connsiteY47" fmla="*/ 359569 h 1890712"/>
                <a:gd name="connsiteX48" fmla="*/ 509588 w 2543175"/>
                <a:gd name="connsiteY48" fmla="*/ 376237 h 1890712"/>
                <a:gd name="connsiteX49" fmla="*/ 514350 w 2543175"/>
                <a:gd name="connsiteY49" fmla="*/ 383381 h 1890712"/>
                <a:gd name="connsiteX50" fmla="*/ 531019 w 2543175"/>
                <a:gd name="connsiteY50" fmla="*/ 397669 h 1890712"/>
                <a:gd name="connsiteX51" fmla="*/ 538163 w 2543175"/>
                <a:gd name="connsiteY51" fmla="*/ 407194 h 1890712"/>
                <a:gd name="connsiteX52" fmla="*/ 554832 w 2543175"/>
                <a:gd name="connsiteY52" fmla="*/ 421481 h 1890712"/>
                <a:gd name="connsiteX53" fmla="*/ 564357 w 2543175"/>
                <a:gd name="connsiteY53" fmla="*/ 431006 h 1890712"/>
                <a:gd name="connsiteX54" fmla="*/ 573882 w 2543175"/>
                <a:gd name="connsiteY54" fmla="*/ 438150 h 1890712"/>
                <a:gd name="connsiteX55" fmla="*/ 595313 w 2543175"/>
                <a:gd name="connsiteY55" fmla="*/ 454819 h 1890712"/>
                <a:gd name="connsiteX56" fmla="*/ 602457 w 2543175"/>
                <a:gd name="connsiteY56" fmla="*/ 457200 h 1890712"/>
                <a:gd name="connsiteX57" fmla="*/ 628650 w 2543175"/>
                <a:gd name="connsiteY57" fmla="*/ 469106 h 1890712"/>
                <a:gd name="connsiteX58" fmla="*/ 645319 w 2543175"/>
                <a:gd name="connsiteY58" fmla="*/ 483394 h 1890712"/>
                <a:gd name="connsiteX59" fmla="*/ 654844 w 2543175"/>
                <a:gd name="connsiteY59" fmla="*/ 488156 h 1890712"/>
                <a:gd name="connsiteX60" fmla="*/ 661988 w 2543175"/>
                <a:gd name="connsiteY60" fmla="*/ 497681 h 1890712"/>
                <a:gd name="connsiteX61" fmla="*/ 683419 w 2543175"/>
                <a:gd name="connsiteY61" fmla="*/ 514350 h 1890712"/>
                <a:gd name="connsiteX62" fmla="*/ 700088 w 2543175"/>
                <a:gd name="connsiteY62" fmla="*/ 526256 h 1890712"/>
                <a:gd name="connsiteX63" fmla="*/ 709613 w 2543175"/>
                <a:gd name="connsiteY63" fmla="*/ 535781 h 1890712"/>
                <a:gd name="connsiteX64" fmla="*/ 719138 w 2543175"/>
                <a:gd name="connsiteY64" fmla="*/ 542925 h 1890712"/>
                <a:gd name="connsiteX65" fmla="*/ 733425 w 2543175"/>
                <a:gd name="connsiteY65" fmla="*/ 557212 h 1890712"/>
                <a:gd name="connsiteX66" fmla="*/ 750094 w 2543175"/>
                <a:gd name="connsiteY66" fmla="*/ 569119 h 1890712"/>
                <a:gd name="connsiteX67" fmla="*/ 769144 w 2543175"/>
                <a:gd name="connsiteY67" fmla="*/ 581025 h 1890712"/>
                <a:gd name="connsiteX68" fmla="*/ 785813 w 2543175"/>
                <a:gd name="connsiteY68" fmla="*/ 590550 h 1890712"/>
                <a:gd name="connsiteX69" fmla="*/ 792957 w 2543175"/>
                <a:gd name="connsiteY69" fmla="*/ 600075 h 1890712"/>
                <a:gd name="connsiteX70" fmla="*/ 809625 w 2543175"/>
                <a:gd name="connsiteY70" fmla="*/ 611981 h 1890712"/>
                <a:gd name="connsiteX71" fmla="*/ 816769 w 2543175"/>
                <a:gd name="connsiteY71" fmla="*/ 619125 h 1890712"/>
                <a:gd name="connsiteX72" fmla="*/ 826294 w 2543175"/>
                <a:gd name="connsiteY72" fmla="*/ 626269 h 1890712"/>
                <a:gd name="connsiteX73" fmla="*/ 840582 w 2543175"/>
                <a:gd name="connsiteY73" fmla="*/ 638175 h 1890712"/>
                <a:gd name="connsiteX74" fmla="*/ 847725 w 2543175"/>
                <a:gd name="connsiteY74" fmla="*/ 645319 h 1890712"/>
                <a:gd name="connsiteX75" fmla="*/ 857250 w 2543175"/>
                <a:gd name="connsiteY75" fmla="*/ 652462 h 1890712"/>
                <a:gd name="connsiteX76" fmla="*/ 864394 w 2543175"/>
                <a:gd name="connsiteY76" fmla="*/ 657225 h 1890712"/>
                <a:gd name="connsiteX77" fmla="*/ 888207 w 2543175"/>
                <a:gd name="connsiteY77" fmla="*/ 676275 h 1890712"/>
                <a:gd name="connsiteX78" fmla="*/ 895350 w 2543175"/>
                <a:gd name="connsiteY78" fmla="*/ 681037 h 1890712"/>
                <a:gd name="connsiteX79" fmla="*/ 907257 w 2543175"/>
                <a:gd name="connsiteY79" fmla="*/ 683419 h 1890712"/>
                <a:gd name="connsiteX80" fmla="*/ 928688 w 2543175"/>
                <a:gd name="connsiteY80" fmla="*/ 695325 h 1890712"/>
                <a:gd name="connsiteX81" fmla="*/ 942975 w 2543175"/>
                <a:gd name="connsiteY81" fmla="*/ 700087 h 1890712"/>
                <a:gd name="connsiteX82" fmla="*/ 964407 w 2543175"/>
                <a:gd name="connsiteY82" fmla="*/ 716756 h 1890712"/>
                <a:gd name="connsiteX83" fmla="*/ 971550 w 2543175"/>
                <a:gd name="connsiteY83" fmla="*/ 723900 h 1890712"/>
                <a:gd name="connsiteX84" fmla="*/ 983457 w 2543175"/>
                <a:gd name="connsiteY84" fmla="*/ 733425 h 1890712"/>
                <a:gd name="connsiteX85" fmla="*/ 990600 w 2543175"/>
                <a:gd name="connsiteY85" fmla="*/ 738187 h 1890712"/>
                <a:gd name="connsiteX86" fmla="*/ 1007269 w 2543175"/>
                <a:gd name="connsiteY86" fmla="*/ 752475 h 1890712"/>
                <a:gd name="connsiteX87" fmla="*/ 1031082 w 2543175"/>
                <a:gd name="connsiteY87" fmla="*/ 766762 h 1890712"/>
                <a:gd name="connsiteX88" fmla="*/ 1042988 w 2543175"/>
                <a:gd name="connsiteY88" fmla="*/ 773906 h 1890712"/>
                <a:gd name="connsiteX89" fmla="*/ 1071563 w 2543175"/>
                <a:gd name="connsiteY89" fmla="*/ 785812 h 1890712"/>
                <a:gd name="connsiteX90" fmla="*/ 1097757 w 2543175"/>
                <a:gd name="connsiteY90" fmla="*/ 807244 h 1890712"/>
                <a:gd name="connsiteX91" fmla="*/ 1104900 w 2543175"/>
                <a:gd name="connsiteY91" fmla="*/ 814387 h 1890712"/>
                <a:gd name="connsiteX92" fmla="*/ 1121569 w 2543175"/>
                <a:gd name="connsiteY92" fmla="*/ 823912 h 1890712"/>
                <a:gd name="connsiteX93" fmla="*/ 1138238 w 2543175"/>
                <a:gd name="connsiteY93" fmla="*/ 835819 h 1890712"/>
                <a:gd name="connsiteX94" fmla="*/ 1147763 w 2543175"/>
                <a:gd name="connsiteY94" fmla="*/ 842962 h 1890712"/>
                <a:gd name="connsiteX95" fmla="*/ 1157288 w 2543175"/>
                <a:gd name="connsiteY95" fmla="*/ 847725 h 1890712"/>
                <a:gd name="connsiteX96" fmla="*/ 1178719 w 2543175"/>
                <a:gd name="connsiteY96" fmla="*/ 859631 h 1890712"/>
                <a:gd name="connsiteX97" fmla="*/ 1188244 w 2543175"/>
                <a:gd name="connsiteY97" fmla="*/ 866775 h 1890712"/>
                <a:gd name="connsiteX98" fmla="*/ 1195388 w 2543175"/>
                <a:gd name="connsiteY98" fmla="*/ 871537 h 1890712"/>
                <a:gd name="connsiteX99" fmla="*/ 1212057 w 2543175"/>
                <a:gd name="connsiteY99" fmla="*/ 883444 h 1890712"/>
                <a:gd name="connsiteX100" fmla="*/ 1226344 w 2543175"/>
                <a:gd name="connsiteY100" fmla="*/ 895350 h 1890712"/>
                <a:gd name="connsiteX101" fmla="*/ 1245394 w 2543175"/>
                <a:gd name="connsiteY101" fmla="*/ 907256 h 1890712"/>
                <a:gd name="connsiteX102" fmla="*/ 1254919 w 2543175"/>
                <a:gd name="connsiteY102" fmla="*/ 914400 h 1890712"/>
                <a:gd name="connsiteX103" fmla="*/ 1269207 w 2543175"/>
                <a:gd name="connsiteY103" fmla="*/ 921544 h 1890712"/>
                <a:gd name="connsiteX104" fmla="*/ 1290638 w 2543175"/>
                <a:gd name="connsiteY104" fmla="*/ 935831 h 1890712"/>
                <a:gd name="connsiteX105" fmla="*/ 1307307 w 2543175"/>
                <a:gd name="connsiteY105" fmla="*/ 952500 h 1890712"/>
                <a:gd name="connsiteX106" fmla="*/ 1333500 w 2543175"/>
                <a:gd name="connsiteY106" fmla="*/ 971550 h 1890712"/>
                <a:gd name="connsiteX107" fmla="*/ 1359694 w 2543175"/>
                <a:gd name="connsiteY107" fmla="*/ 990600 h 1890712"/>
                <a:gd name="connsiteX108" fmla="*/ 1373982 w 2543175"/>
                <a:gd name="connsiteY108" fmla="*/ 997744 h 1890712"/>
                <a:gd name="connsiteX109" fmla="*/ 1388269 w 2543175"/>
                <a:gd name="connsiteY109" fmla="*/ 1007269 h 1890712"/>
                <a:gd name="connsiteX110" fmla="*/ 1414463 w 2543175"/>
                <a:gd name="connsiteY110" fmla="*/ 1019175 h 1890712"/>
                <a:gd name="connsiteX111" fmla="*/ 1428750 w 2543175"/>
                <a:gd name="connsiteY111" fmla="*/ 1026319 h 1890712"/>
                <a:gd name="connsiteX112" fmla="*/ 1471613 w 2543175"/>
                <a:gd name="connsiteY112" fmla="*/ 1059656 h 1890712"/>
                <a:gd name="connsiteX113" fmla="*/ 1502569 w 2543175"/>
                <a:gd name="connsiteY113" fmla="*/ 1066800 h 1890712"/>
                <a:gd name="connsiteX114" fmla="*/ 1526382 w 2543175"/>
                <a:gd name="connsiteY114" fmla="*/ 1085850 h 1890712"/>
                <a:gd name="connsiteX115" fmla="*/ 1531144 w 2543175"/>
                <a:gd name="connsiteY115" fmla="*/ 1095375 h 1890712"/>
                <a:gd name="connsiteX116" fmla="*/ 1559719 w 2543175"/>
                <a:gd name="connsiteY116" fmla="*/ 1121569 h 1890712"/>
                <a:gd name="connsiteX117" fmla="*/ 1569244 w 2543175"/>
                <a:gd name="connsiteY117" fmla="*/ 1131094 h 1890712"/>
                <a:gd name="connsiteX118" fmla="*/ 1597819 w 2543175"/>
                <a:gd name="connsiteY118" fmla="*/ 1154906 h 1890712"/>
                <a:gd name="connsiteX119" fmla="*/ 1604963 w 2543175"/>
                <a:gd name="connsiteY119" fmla="*/ 1162050 h 1890712"/>
                <a:gd name="connsiteX120" fmla="*/ 1612107 w 2543175"/>
                <a:gd name="connsiteY120" fmla="*/ 1166812 h 1890712"/>
                <a:gd name="connsiteX121" fmla="*/ 1628775 w 2543175"/>
                <a:gd name="connsiteY121" fmla="*/ 1183481 h 1890712"/>
                <a:gd name="connsiteX122" fmla="*/ 1662113 w 2543175"/>
                <a:gd name="connsiteY122" fmla="*/ 1209675 h 1890712"/>
                <a:gd name="connsiteX123" fmla="*/ 1678782 w 2543175"/>
                <a:gd name="connsiteY123" fmla="*/ 1226344 h 1890712"/>
                <a:gd name="connsiteX124" fmla="*/ 1700213 w 2543175"/>
                <a:gd name="connsiteY124" fmla="*/ 1247775 h 1890712"/>
                <a:gd name="connsiteX125" fmla="*/ 1712119 w 2543175"/>
                <a:gd name="connsiteY125" fmla="*/ 1259681 h 1890712"/>
                <a:gd name="connsiteX126" fmla="*/ 1733550 w 2543175"/>
                <a:gd name="connsiteY126" fmla="*/ 1273969 h 1890712"/>
                <a:gd name="connsiteX127" fmla="*/ 1743075 w 2543175"/>
                <a:gd name="connsiteY127" fmla="*/ 1283494 h 1890712"/>
                <a:gd name="connsiteX128" fmla="*/ 1754982 w 2543175"/>
                <a:gd name="connsiteY128" fmla="*/ 1290637 h 1890712"/>
                <a:gd name="connsiteX129" fmla="*/ 1766888 w 2543175"/>
                <a:gd name="connsiteY129" fmla="*/ 1300162 h 1890712"/>
                <a:gd name="connsiteX130" fmla="*/ 1783557 w 2543175"/>
                <a:gd name="connsiteY130" fmla="*/ 1307306 h 1890712"/>
                <a:gd name="connsiteX131" fmla="*/ 1790700 w 2543175"/>
                <a:gd name="connsiteY131" fmla="*/ 1312069 h 1890712"/>
                <a:gd name="connsiteX132" fmla="*/ 1800225 w 2543175"/>
                <a:gd name="connsiteY132" fmla="*/ 1319212 h 1890712"/>
                <a:gd name="connsiteX133" fmla="*/ 1807369 w 2543175"/>
                <a:gd name="connsiteY133" fmla="*/ 1321594 h 1890712"/>
                <a:gd name="connsiteX134" fmla="*/ 1824038 w 2543175"/>
                <a:gd name="connsiteY134" fmla="*/ 1333500 h 1890712"/>
                <a:gd name="connsiteX135" fmla="*/ 1843088 w 2543175"/>
                <a:gd name="connsiteY135" fmla="*/ 1352550 h 1890712"/>
                <a:gd name="connsiteX136" fmla="*/ 1852613 w 2543175"/>
                <a:gd name="connsiteY136" fmla="*/ 1359694 h 1890712"/>
                <a:gd name="connsiteX137" fmla="*/ 1859757 w 2543175"/>
                <a:gd name="connsiteY137" fmla="*/ 1366837 h 1890712"/>
                <a:gd name="connsiteX138" fmla="*/ 1869282 w 2543175"/>
                <a:gd name="connsiteY138" fmla="*/ 1371600 h 1890712"/>
                <a:gd name="connsiteX139" fmla="*/ 1883569 w 2543175"/>
                <a:gd name="connsiteY139" fmla="*/ 1388269 h 1890712"/>
                <a:gd name="connsiteX140" fmla="*/ 1893094 w 2543175"/>
                <a:gd name="connsiteY140" fmla="*/ 1395412 h 1890712"/>
                <a:gd name="connsiteX141" fmla="*/ 1902619 w 2543175"/>
                <a:gd name="connsiteY141" fmla="*/ 1404937 h 1890712"/>
                <a:gd name="connsiteX142" fmla="*/ 1912144 w 2543175"/>
                <a:gd name="connsiteY142" fmla="*/ 1409700 h 1890712"/>
                <a:gd name="connsiteX143" fmla="*/ 1931194 w 2543175"/>
                <a:gd name="connsiteY143" fmla="*/ 1421606 h 1890712"/>
                <a:gd name="connsiteX144" fmla="*/ 1935957 w 2543175"/>
                <a:gd name="connsiteY144" fmla="*/ 1428750 h 1890712"/>
                <a:gd name="connsiteX145" fmla="*/ 1952625 w 2543175"/>
                <a:gd name="connsiteY145" fmla="*/ 1438275 h 1890712"/>
                <a:gd name="connsiteX146" fmla="*/ 1971675 w 2543175"/>
                <a:gd name="connsiteY146" fmla="*/ 1450181 h 1890712"/>
                <a:gd name="connsiteX147" fmla="*/ 1981200 w 2543175"/>
                <a:gd name="connsiteY147" fmla="*/ 1454944 h 1890712"/>
                <a:gd name="connsiteX148" fmla="*/ 1997869 w 2543175"/>
                <a:gd name="connsiteY148" fmla="*/ 1471612 h 1890712"/>
                <a:gd name="connsiteX149" fmla="*/ 2007394 w 2543175"/>
                <a:gd name="connsiteY149" fmla="*/ 1478756 h 1890712"/>
                <a:gd name="connsiteX150" fmla="*/ 2016919 w 2543175"/>
                <a:gd name="connsiteY150" fmla="*/ 1483519 h 1890712"/>
                <a:gd name="connsiteX151" fmla="*/ 2024063 w 2543175"/>
                <a:gd name="connsiteY151" fmla="*/ 1490662 h 1890712"/>
                <a:gd name="connsiteX152" fmla="*/ 2033588 w 2543175"/>
                <a:gd name="connsiteY152" fmla="*/ 1495425 h 1890712"/>
                <a:gd name="connsiteX153" fmla="*/ 2040732 w 2543175"/>
                <a:gd name="connsiteY153" fmla="*/ 1502569 h 1890712"/>
                <a:gd name="connsiteX154" fmla="*/ 2047875 w 2543175"/>
                <a:gd name="connsiteY154" fmla="*/ 1507331 h 1890712"/>
                <a:gd name="connsiteX155" fmla="*/ 2057400 w 2543175"/>
                <a:gd name="connsiteY155" fmla="*/ 1514475 h 1890712"/>
                <a:gd name="connsiteX156" fmla="*/ 2064544 w 2543175"/>
                <a:gd name="connsiteY156" fmla="*/ 1519237 h 1890712"/>
                <a:gd name="connsiteX157" fmla="*/ 2071688 w 2543175"/>
                <a:gd name="connsiteY157" fmla="*/ 1526381 h 1890712"/>
                <a:gd name="connsiteX158" fmla="*/ 2081213 w 2543175"/>
                <a:gd name="connsiteY158" fmla="*/ 1531144 h 1890712"/>
                <a:gd name="connsiteX159" fmla="*/ 2090738 w 2543175"/>
                <a:gd name="connsiteY159" fmla="*/ 1538287 h 1890712"/>
                <a:gd name="connsiteX160" fmla="*/ 2109788 w 2543175"/>
                <a:gd name="connsiteY160" fmla="*/ 1547812 h 1890712"/>
                <a:gd name="connsiteX161" fmla="*/ 2131219 w 2543175"/>
                <a:gd name="connsiteY161" fmla="*/ 1562100 h 1890712"/>
                <a:gd name="connsiteX162" fmla="*/ 2140744 w 2543175"/>
                <a:gd name="connsiteY162" fmla="*/ 1566862 h 1890712"/>
                <a:gd name="connsiteX163" fmla="*/ 2152650 w 2543175"/>
                <a:gd name="connsiteY163" fmla="*/ 1576387 h 1890712"/>
                <a:gd name="connsiteX164" fmla="*/ 2181225 w 2543175"/>
                <a:gd name="connsiteY164" fmla="*/ 1590675 h 1890712"/>
                <a:gd name="connsiteX165" fmla="*/ 2200275 w 2543175"/>
                <a:gd name="connsiteY165" fmla="*/ 1607344 h 1890712"/>
                <a:gd name="connsiteX166" fmla="*/ 2207419 w 2543175"/>
                <a:gd name="connsiteY166" fmla="*/ 1612106 h 1890712"/>
                <a:gd name="connsiteX167" fmla="*/ 2216944 w 2543175"/>
                <a:gd name="connsiteY167" fmla="*/ 1619250 h 1890712"/>
                <a:gd name="connsiteX168" fmla="*/ 2224088 w 2543175"/>
                <a:gd name="connsiteY168" fmla="*/ 1624012 h 1890712"/>
                <a:gd name="connsiteX169" fmla="*/ 2247900 w 2543175"/>
                <a:gd name="connsiteY169" fmla="*/ 1643062 h 1890712"/>
                <a:gd name="connsiteX170" fmla="*/ 2255044 w 2543175"/>
                <a:gd name="connsiteY170" fmla="*/ 1650206 h 1890712"/>
                <a:gd name="connsiteX171" fmla="*/ 2281238 w 2543175"/>
                <a:gd name="connsiteY171" fmla="*/ 1664494 h 1890712"/>
                <a:gd name="connsiteX172" fmla="*/ 2297907 w 2543175"/>
                <a:gd name="connsiteY172" fmla="*/ 1674019 h 1890712"/>
                <a:gd name="connsiteX173" fmla="*/ 2305050 w 2543175"/>
                <a:gd name="connsiteY173" fmla="*/ 1678781 h 1890712"/>
                <a:gd name="connsiteX174" fmla="*/ 2312194 w 2543175"/>
                <a:gd name="connsiteY174" fmla="*/ 1685925 h 1890712"/>
                <a:gd name="connsiteX175" fmla="*/ 2321719 w 2543175"/>
                <a:gd name="connsiteY175" fmla="*/ 1690687 h 1890712"/>
                <a:gd name="connsiteX176" fmla="*/ 2328863 w 2543175"/>
                <a:gd name="connsiteY176" fmla="*/ 1697831 h 1890712"/>
                <a:gd name="connsiteX177" fmla="*/ 2350294 w 2543175"/>
                <a:gd name="connsiteY177" fmla="*/ 1712119 h 1890712"/>
                <a:gd name="connsiteX178" fmla="*/ 2359819 w 2543175"/>
                <a:gd name="connsiteY178" fmla="*/ 1719262 h 1890712"/>
                <a:gd name="connsiteX179" fmla="*/ 2369344 w 2543175"/>
                <a:gd name="connsiteY179" fmla="*/ 1724025 h 1890712"/>
                <a:gd name="connsiteX180" fmla="*/ 2376488 w 2543175"/>
                <a:gd name="connsiteY180" fmla="*/ 1731169 h 1890712"/>
                <a:gd name="connsiteX181" fmla="*/ 2402682 w 2543175"/>
                <a:gd name="connsiteY181" fmla="*/ 1747837 h 1890712"/>
                <a:gd name="connsiteX182" fmla="*/ 2450307 w 2543175"/>
                <a:gd name="connsiteY182" fmla="*/ 1769269 h 1890712"/>
                <a:gd name="connsiteX183" fmla="*/ 2466975 w 2543175"/>
                <a:gd name="connsiteY183" fmla="*/ 1783556 h 1890712"/>
                <a:gd name="connsiteX184" fmla="*/ 2481263 w 2543175"/>
                <a:gd name="connsiteY184" fmla="*/ 1795462 h 1890712"/>
                <a:gd name="connsiteX185" fmla="*/ 2486025 w 2543175"/>
                <a:gd name="connsiteY185" fmla="*/ 1802606 h 1890712"/>
                <a:gd name="connsiteX186" fmla="*/ 2493169 w 2543175"/>
                <a:gd name="connsiteY186" fmla="*/ 1807369 h 1890712"/>
                <a:gd name="connsiteX187" fmla="*/ 2495550 w 2543175"/>
                <a:gd name="connsiteY187" fmla="*/ 1816894 h 1890712"/>
                <a:gd name="connsiteX188" fmla="*/ 2497932 w 2543175"/>
                <a:gd name="connsiteY188" fmla="*/ 1824037 h 1890712"/>
                <a:gd name="connsiteX189" fmla="*/ 2514600 w 2543175"/>
                <a:gd name="connsiteY189" fmla="*/ 1850231 h 1890712"/>
                <a:gd name="connsiteX190" fmla="*/ 2519363 w 2543175"/>
                <a:gd name="connsiteY190" fmla="*/ 1857375 h 1890712"/>
                <a:gd name="connsiteX191" fmla="*/ 2540794 w 2543175"/>
                <a:gd name="connsiteY191" fmla="*/ 1883569 h 1890712"/>
                <a:gd name="connsiteX192" fmla="*/ 2543175 w 2543175"/>
                <a:gd name="connsiteY192" fmla="*/ 1890712 h 1890712"/>
                <a:gd name="connsiteX0" fmla="*/ 0 w 2543175"/>
                <a:gd name="connsiteY0" fmla="*/ 0 h 1890712"/>
                <a:gd name="connsiteX1" fmla="*/ 11907 w 2543175"/>
                <a:gd name="connsiteY1" fmla="*/ 11906 h 1890712"/>
                <a:gd name="connsiteX2" fmla="*/ 21432 w 2543175"/>
                <a:gd name="connsiteY2" fmla="*/ 16669 h 1890712"/>
                <a:gd name="connsiteX3" fmla="*/ 23813 w 2543175"/>
                <a:gd name="connsiteY3" fmla="*/ 23812 h 1890712"/>
                <a:gd name="connsiteX4" fmla="*/ 33338 w 2543175"/>
                <a:gd name="connsiteY4" fmla="*/ 33337 h 1890712"/>
                <a:gd name="connsiteX5" fmla="*/ 40482 w 2543175"/>
                <a:gd name="connsiteY5" fmla="*/ 42862 h 1890712"/>
                <a:gd name="connsiteX6" fmla="*/ 47625 w 2543175"/>
                <a:gd name="connsiteY6" fmla="*/ 47625 h 1890712"/>
                <a:gd name="connsiteX7" fmla="*/ 57150 w 2543175"/>
                <a:gd name="connsiteY7" fmla="*/ 54769 h 1890712"/>
                <a:gd name="connsiteX8" fmla="*/ 64294 w 2543175"/>
                <a:gd name="connsiteY8" fmla="*/ 59531 h 1890712"/>
                <a:gd name="connsiteX9" fmla="*/ 83344 w 2543175"/>
                <a:gd name="connsiteY9" fmla="*/ 73819 h 1890712"/>
                <a:gd name="connsiteX10" fmla="*/ 97632 w 2543175"/>
                <a:gd name="connsiteY10" fmla="*/ 80962 h 1890712"/>
                <a:gd name="connsiteX11" fmla="*/ 104775 w 2543175"/>
                <a:gd name="connsiteY11" fmla="*/ 85725 h 1890712"/>
                <a:gd name="connsiteX12" fmla="*/ 114300 w 2543175"/>
                <a:gd name="connsiteY12" fmla="*/ 95250 h 1890712"/>
                <a:gd name="connsiteX13" fmla="*/ 123825 w 2543175"/>
                <a:gd name="connsiteY13" fmla="*/ 97631 h 1890712"/>
                <a:gd name="connsiteX14" fmla="*/ 130969 w 2543175"/>
                <a:gd name="connsiteY14" fmla="*/ 104775 h 1890712"/>
                <a:gd name="connsiteX15" fmla="*/ 140494 w 2543175"/>
                <a:gd name="connsiteY15" fmla="*/ 111919 h 1890712"/>
                <a:gd name="connsiteX16" fmla="*/ 147638 w 2543175"/>
                <a:gd name="connsiteY16" fmla="*/ 116681 h 1890712"/>
                <a:gd name="connsiteX17" fmla="*/ 164307 w 2543175"/>
                <a:gd name="connsiteY17" fmla="*/ 128587 h 1890712"/>
                <a:gd name="connsiteX18" fmla="*/ 180975 w 2543175"/>
                <a:gd name="connsiteY18" fmla="*/ 140494 h 1890712"/>
                <a:gd name="connsiteX19" fmla="*/ 197644 w 2543175"/>
                <a:gd name="connsiteY19" fmla="*/ 152400 h 1890712"/>
                <a:gd name="connsiteX20" fmla="*/ 204788 w 2543175"/>
                <a:gd name="connsiteY20" fmla="*/ 157162 h 1890712"/>
                <a:gd name="connsiteX21" fmla="*/ 214313 w 2543175"/>
                <a:gd name="connsiteY21" fmla="*/ 164306 h 1890712"/>
                <a:gd name="connsiteX22" fmla="*/ 230982 w 2543175"/>
                <a:gd name="connsiteY22" fmla="*/ 180975 h 1890712"/>
                <a:gd name="connsiteX23" fmla="*/ 247650 w 2543175"/>
                <a:gd name="connsiteY23" fmla="*/ 185737 h 1890712"/>
                <a:gd name="connsiteX24" fmla="*/ 259557 w 2543175"/>
                <a:gd name="connsiteY24" fmla="*/ 188119 h 1890712"/>
                <a:gd name="connsiteX25" fmla="*/ 266700 w 2543175"/>
                <a:gd name="connsiteY25" fmla="*/ 190500 h 1890712"/>
                <a:gd name="connsiteX26" fmla="*/ 283369 w 2543175"/>
                <a:gd name="connsiteY26" fmla="*/ 192881 h 1890712"/>
                <a:gd name="connsiteX27" fmla="*/ 302419 w 2543175"/>
                <a:gd name="connsiteY27" fmla="*/ 204787 h 1890712"/>
                <a:gd name="connsiteX28" fmla="*/ 309563 w 2543175"/>
                <a:gd name="connsiteY28" fmla="*/ 209550 h 1890712"/>
                <a:gd name="connsiteX29" fmla="*/ 319088 w 2543175"/>
                <a:gd name="connsiteY29" fmla="*/ 219075 h 1890712"/>
                <a:gd name="connsiteX30" fmla="*/ 333375 w 2543175"/>
                <a:gd name="connsiteY30" fmla="*/ 228600 h 1890712"/>
                <a:gd name="connsiteX31" fmla="*/ 340519 w 2543175"/>
                <a:gd name="connsiteY31" fmla="*/ 233362 h 1890712"/>
                <a:gd name="connsiteX32" fmla="*/ 354807 w 2543175"/>
                <a:gd name="connsiteY32" fmla="*/ 247650 h 1890712"/>
                <a:gd name="connsiteX33" fmla="*/ 366713 w 2543175"/>
                <a:gd name="connsiteY33" fmla="*/ 264319 h 1890712"/>
                <a:gd name="connsiteX34" fmla="*/ 371475 w 2543175"/>
                <a:gd name="connsiteY34" fmla="*/ 271462 h 1890712"/>
                <a:gd name="connsiteX35" fmla="*/ 378619 w 2543175"/>
                <a:gd name="connsiteY35" fmla="*/ 276225 h 1890712"/>
                <a:gd name="connsiteX36" fmla="*/ 385763 w 2543175"/>
                <a:gd name="connsiteY36" fmla="*/ 283369 h 1890712"/>
                <a:gd name="connsiteX37" fmla="*/ 395288 w 2543175"/>
                <a:gd name="connsiteY37" fmla="*/ 288131 h 1890712"/>
                <a:gd name="connsiteX38" fmla="*/ 404813 w 2543175"/>
                <a:gd name="connsiteY38" fmla="*/ 295275 h 1890712"/>
                <a:gd name="connsiteX39" fmla="*/ 411957 w 2543175"/>
                <a:gd name="connsiteY39" fmla="*/ 297656 h 1890712"/>
                <a:gd name="connsiteX40" fmla="*/ 421482 w 2543175"/>
                <a:gd name="connsiteY40" fmla="*/ 302419 h 1890712"/>
                <a:gd name="connsiteX41" fmla="*/ 447675 w 2543175"/>
                <a:gd name="connsiteY41" fmla="*/ 307181 h 1890712"/>
                <a:gd name="connsiteX42" fmla="*/ 461963 w 2543175"/>
                <a:gd name="connsiteY42" fmla="*/ 321469 h 1890712"/>
                <a:gd name="connsiteX43" fmla="*/ 466725 w 2543175"/>
                <a:gd name="connsiteY43" fmla="*/ 328612 h 1890712"/>
                <a:gd name="connsiteX44" fmla="*/ 476250 w 2543175"/>
                <a:gd name="connsiteY44" fmla="*/ 335756 h 1890712"/>
                <a:gd name="connsiteX45" fmla="*/ 481013 w 2543175"/>
                <a:gd name="connsiteY45" fmla="*/ 342900 h 1890712"/>
                <a:gd name="connsiteX46" fmla="*/ 490538 w 2543175"/>
                <a:gd name="connsiteY46" fmla="*/ 352425 h 1890712"/>
                <a:gd name="connsiteX47" fmla="*/ 495300 w 2543175"/>
                <a:gd name="connsiteY47" fmla="*/ 359569 h 1890712"/>
                <a:gd name="connsiteX48" fmla="*/ 509588 w 2543175"/>
                <a:gd name="connsiteY48" fmla="*/ 376237 h 1890712"/>
                <a:gd name="connsiteX49" fmla="*/ 514350 w 2543175"/>
                <a:gd name="connsiteY49" fmla="*/ 383381 h 1890712"/>
                <a:gd name="connsiteX50" fmla="*/ 531019 w 2543175"/>
                <a:gd name="connsiteY50" fmla="*/ 397669 h 1890712"/>
                <a:gd name="connsiteX51" fmla="*/ 538163 w 2543175"/>
                <a:gd name="connsiteY51" fmla="*/ 407194 h 1890712"/>
                <a:gd name="connsiteX52" fmla="*/ 554832 w 2543175"/>
                <a:gd name="connsiteY52" fmla="*/ 421481 h 1890712"/>
                <a:gd name="connsiteX53" fmla="*/ 564357 w 2543175"/>
                <a:gd name="connsiteY53" fmla="*/ 431006 h 1890712"/>
                <a:gd name="connsiteX54" fmla="*/ 573882 w 2543175"/>
                <a:gd name="connsiteY54" fmla="*/ 438150 h 1890712"/>
                <a:gd name="connsiteX55" fmla="*/ 595313 w 2543175"/>
                <a:gd name="connsiteY55" fmla="*/ 454819 h 1890712"/>
                <a:gd name="connsiteX56" fmla="*/ 602457 w 2543175"/>
                <a:gd name="connsiteY56" fmla="*/ 457200 h 1890712"/>
                <a:gd name="connsiteX57" fmla="*/ 628650 w 2543175"/>
                <a:gd name="connsiteY57" fmla="*/ 469106 h 1890712"/>
                <a:gd name="connsiteX58" fmla="*/ 645319 w 2543175"/>
                <a:gd name="connsiteY58" fmla="*/ 483394 h 1890712"/>
                <a:gd name="connsiteX59" fmla="*/ 654844 w 2543175"/>
                <a:gd name="connsiteY59" fmla="*/ 488156 h 1890712"/>
                <a:gd name="connsiteX60" fmla="*/ 661988 w 2543175"/>
                <a:gd name="connsiteY60" fmla="*/ 497681 h 1890712"/>
                <a:gd name="connsiteX61" fmla="*/ 683419 w 2543175"/>
                <a:gd name="connsiteY61" fmla="*/ 514350 h 1890712"/>
                <a:gd name="connsiteX62" fmla="*/ 700088 w 2543175"/>
                <a:gd name="connsiteY62" fmla="*/ 526256 h 1890712"/>
                <a:gd name="connsiteX63" fmla="*/ 709613 w 2543175"/>
                <a:gd name="connsiteY63" fmla="*/ 535781 h 1890712"/>
                <a:gd name="connsiteX64" fmla="*/ 719138 w 2543175"/>
                <a:gd name="connsiteY64" fmla="*/ 542925 h 1890712"/>
                <a:gd name="connsiteX65" fmla="*/ 733425 w 2543175"/>
                <a:gd name="connsiteY65" fmla="*/ 557212 h 1890712"/>
                <a:gd name="connsiteX66" fmla="*/ 750094 w 2543175"/>
                <a:gd name="connsiteY66" fmla="*/ 569119 h 1890712"/>
                <a:gd name="connsiteX67" fmla="*/ 769144 w 2543175"/>
                <a:gd name="connsiteY67" fmla="*/ 581025 h 1890712"/>
                <a:gd name="connsiteX68" fmla="*/ 785813 w 2543175"/>
                <a:gd name="connsiteY68" fmla="*/ 590550 h 1890712"/>
                <a:gd name="connsiteX69" fmla="*/ 792957 w 2543175"/>
                <a:gd name="connsiteY69" fmla="*/ 600075 h 1890712"/>
                <a:gd name="connsiteX70" fmla="*/ 809625 w 2543175"/>
                <a:gd name="connsiteY70" fmla="*/ 611981 h 1890712"/>
                <a:gd name="connsiteX71" fmla="*/ 816769 w 2543175"/>
                <a:gd name="connsiteY71" fmla="*/ 619125 h 1890712"/>
                <a:gd name="connsiteX72" fmla="*/ 826294 w 2543175"/>
                <a:gd name="connsiteY72" fmla="*/ 626269 h 1890712"/>
                <a:gd name="connsiteX73" fmla="*/ 840582 w 2543175"/>
                <a:gd name="connsiteY73" fmla="*/ 638175 h 1890712"/>
                <a:gd name="connsiteX74" fmla="*/ 847725 w 2543175"/>
                <a:gd name="connsiteY74" fmla="*/ 645319 h 1890712"/>
                <a:gd name="connsiteX75" fmla="*/ 857250 w 2543175"/>
                <a:gd name="connsiteY75" fmla="*/ 652462 h 1890712"/>
                <a:gd name="connsiteX76" fmla="*/ 864394 w 2543175"/>
                <a:gd name="connsiteY76" fmla="*/ 657225 h 1890712"/>
                <a:gd name="connsiteX77" fmla="*/ 888207 w 2543175"/>
                <a:gd name="connsiteY77" fmla="*/ 676275 h 1890712"/>
                <a:gd name="connsiteX78" fmla="*/ 895350 w 2543175"/>
                <a:gd name="connsiteY78" fmla="*/ 681037 h 1890712"/>
                <a:gd name="connsiteX79" fmla="*/ 907257 w 2543175"/>
                <a:gd name="connsiteY79" fmla="*/ 683419 h 1890712"/>
                <a:gd name="connsiteX80" fmla="*/ 928688 w 2543175"/>
                <a:gd name="connsiteY80" fmla="*/ 695325 h 1890712"/>
                <a:gd name="connsiteX81" fmla="*/ 942975 w 2543175"/>
                <a:gd name="connsiteY81" fmla="*/ 700087 h 1890712"/>
                <a:gd name="connsiteX82" fmla="*/ 964407 w 2543175"/>
                <a:gd name="connsiteY82" fmla="*/ 716756 h 1890712"/>
                <a:gd name="connsiteX83" fmla="*/ 971550 w 2543175"/>
                <a:gd name="connsiteY83" fmla="*/ 723900 h 1890712"/>
                <a:gd name="connsiteX84" fmla="*/ 983457 w 2543175"/>
                <a:gd name="connsiteY84" fmla="*/ 733425 h 1890712"/>
                <a:gd name="connsiteX85" fmla="*/ 990600 w 2543175"/>
                <a:gd name="connsiteY85" fmla="*/ 738187 h 1890712"/>
                <a:gd name="connsiteX86" fmla="*/ 1007269 w 2543175"/>
                <a:gd name="connsiteY86" fmla="*/ 752475 h 1890712"/>
                <a:gd name="connsiteX87" fmla="*/ 1031082 w 2543175"/>
                <a:gd name="connsiteY87" fmla="*/ 766762 h 1890712"/>
                <a:gd name="connsiteX88" fmla="*/ 1042988 w 2543175"/>
                <a:gd name="connsiteY88" fmla="*/ 773906 h 1890712"/>
                <a:gd name="connsiteX89" fmla="*/ 1071563 w 2543175"/>
                <a:gd name="connsiteY89" fmla="*/ 785812 h 1890712"/>
                <a:gd name="connsiteX90" fmla="*/ 1097757 w 2543175"/>
                <a:gd name="connsiteY90" fmla="*/ 807244 h 1890712"/>
                <a:gd name="connsiteX91" fmla="*/ 1104900 w 2543175"/>
                <a:gd name="connsiteY91" fmla="*/ 814387 h 1890712"/>
                <a:gd name="connsiteX92" fmla="*/ 1121569 w 2543175"/>
                <a:gd name="connsiteY92" fmla="*/ 823912 h 1890712"/>
                <a:gd name="connsiteX93" fmla="*/ 1138238 w 2543175"/>
                <a:gd name="connsiteY93" fmla="*/ 835819 h 1890712"/>
                <a:gd name="connsiteX94" fmla="*/ 1147763 w 2543175"/>
                <a:gd name="connsiteY94" fmla="*/ 842962 h 1890712"/>
                <a:gd name="connsiteX95" fmla="*/ 1157288 w 2543175"/>
                <a:gd name="connsiteY95" fmla="*/ 847725 h 1890712"/>
                <a:gd name="connsiteX96" fmla="*/ 1178719 w 2543175"/>
                <a:gd name="connsiteY96" fmla="*/ 859631 h 1890712"/>
                <a:gd name="connsiteX97" fmla="*/ 1188244 w 2543175"/>
                <a:gd name="connsiteY97" fmla="*/ 866775 h 1890712"/>
                <a:gd name="connsiteX98" fmla="*/ 1195388 w 2543175"/>
                <a:gd name="connsiteY98" fmla="*/ 871537 h 1890712"/>
                <a:gd name="connsiteX99" fmla="*/ 1212057 w 2543175"/>
                <a:gd name="connsiteY99" fmla="*/ 883444 h 1890712"/>
                <a:gd name="connsiteX100" fmla="*/ 1226344 w 2543175"/>
                <a:gd name="connsiteY100" fmla="*/ 895350 h 1890712"/>
                <a:gd name="connsiteX101" fmla="*/ 1245394 w 2543175"/>
                <a:gd name="connsiteY101" fmla="*/ 907256 h 1890712"/>
                <a:gd name="connsiteX102" fmla="*/ 1254919 w 2543175"/>
                <a:gd name="connsiteY102" fmla="*/ 914400 h 1890712"/>
                <a:gd name="connsiteX103" fmla="*/ 1269207 w 2543175"/>
                <a:gd name="connsiteY103" fmla="*/ 921544 h 1890712"/>
                <a:gd name="connsiteX104" fmla="*/ 1290638 w 2543175"/>
                <a:gd name="connsiteY104" fmla="*/ 935831 h 1890712"/>
                <a:gd name="connsiteX105" fmla="*/ 1307307 w 2543175"/>
                <a:gd name="connsiteY105" fmla="*/ 952500 h 1890712"/>
                <a:gd name="connsiteX106" fmla="*/ 1333500 w 2543175"/>
                <a:gd name="connsiteY106" fmla="*/ 971550 h 1890712"/>
                <a:gd name="connsiteX107" fmla="*/ 1359694 w 2543175"/>
                <a:gd name="connsiteY107" fmla="*/ 990600 h 1890712"/>
                <a:gd name="connsiteX108" fmla="*/ 1373982 w 2543175"/>
                <a:gd name="connsiteY108" fmla="*/ 997744 h 1890712"/>
                <a:gd name="connsiteX109" fmla="*/ 1388269 w 2543175"/>
                <a:gd name="connsiteY109" fmla="*/ 1007269 h 1890712"/>
                <a:gd name="connsiteX110" fmla="*/ 1414463 w 2543175"/>
                <a:gd name="connsiteY110" fmla="*/ 1019175 h 1890712"/>
                <a:gd name="connsiteX111" fmla="*/ 1428750 w 2543175"/>
                <a:gd name="connsiteY111" fmla="*/ 1026319 h 1890712"/>
                <a:gd name="connsiteX112" fmla="*/ 1471613 w 2543175"/>
                <a:gd name="connsiteY112" fmla="*/ 1059656 h 1890712"/>
                <a:gd name="connsiteX113" fmla="*/ 1495425 w 2543175"/>
                <a:gd name="connsiteY113" fmla="*/ 1088231 h 1890712"/>
                <a:gd name="connsiteX114" fmla="*/ 1526382 w 2543175"/>
                <a:gd name="connsiteY114" fmla="*/ 1085850 h 1890712"/>
                <a:gd name="connsiteX115" fmla="*/ 1531144 w 2543175"/>
                <a:gd name="connsiteY115" fmla="*/ 1095375 h 1890712"/>
                <a:gd name="connsiteX116" fmla="*/ 1559719 w 2543175"/>
                <a:gd name="connsiteY116" fmla="*/ 1121569 h 1890712"/>
                <a:gd name="connsiteX117" fmla="*/ 1569244 w 2543175"/>
                <a:gd name="connsiteY117" fmla="*/ 1131094 h 1890712"/>
                <a:gd name="connsiteX118" fmla="*/ 1597819 w 2543175"/>
                <a:gd name="connsiteY118" fmla="*/ 1154906 h 1890712"/>
                <a:gd name="connsiteX119" fmla="*/ 1604963 w 2543175"/>
                <a:gd name="connsiteY119" fmla="*/ 1162050 h 1890712"/>
                <a:gd name="connsiteX120" fmla="*/ 1612107 w 2543175"/>
                <a:gd name="connsiteY120" fmla="*/ 1166812 h 1890712"/>
                <a:gd name="connsiteX121" fmla="*/ 1628775 w 2543175"/>
                <a:gd name="connsiteY121" fmla="*/ 1183481 h 1890712"/>
                <a:gd name="connsiteX122" fmla="*/ 1662113 w 2543175"/>
                <a:gd name="connsiteY122" fmla="*/ 1209675 h 1890712"/>
                <a:gd name="connsiteX123" fmla="*/ 1678782 w 2543175"/>
                <a:gd name="connsiteY123" fmla="*/ 1226344 h 1890712"/>
                <a:gd name="connsiteX124" fmla="*/ 1700213 w 2543175"/>
                <a:gd name="connsiteY124" fmla="*/ 1247775 h 1890712"/>
                <a:gd name="connsiteX125" fmla="*/ 1712119 w 2543175"/>
                <a:gd name="connsiteY125" fmla="*/ 1259681 h 1890712"/>
                <a:gd name="connsiteX126" fmla="*/ 1733550 w 2543175"/>
                <a:gd name="connsiteY126" fmla="*/ 1273969 h 1890712"/>
                <a:gd name="connsiteX127" fmla="*/ 1743075 w 2543175"/>
                <a:gd name="connsiteY127" fmla="*/ 1283494 h 1890712"/>
                <a:gd name="connsiteX128" fmla="*/ 1754982 w 2543175"/>
                <a:gd name="connsiteY128" fmla="*/ 1290637 h 1890712"/>
                <a:gd name="connsiteX129" fmla="*/ 1766888 w 2543175"/>
                <a:gd name="connsiteY129" fmla="*/ 1300162 h 1890712"/>
                <a:gd name="connsiteX130" fmla="*/ 1783557 w 2543175"/>
                <a:gd name="connsiteY130" fmla="*/ 1307306 h 1890712"/>
                <a:gd name="connsiteX131" fmla="*/ 1790700 w 2543175"/>
                <a:gd name="connsiteY131" fmla="*/ 1312069 h 1890712"/>
                <a:gd name="connsiteX132" fmla="*/ 1800225 w 2543175"/>
                <a:gd name="connsiteY132" fmla="*/ 1319212 h 1890712"/>
                <a:gd name="connsiteX133" fmla="*/ 1807369 w 2543175"/>
                <a:gd name="connsiteY133" fmla="*/ 1321594 h 1890712"/>
                <a:gd name="connsiteX134" fmla="*/ 1824038 w 2543175"/>
                <a:gd name="connsiteY134" fmla="*/ 1333500 h 1890712"/>
                <a:gd name="connsiteX135" fmla="*/ 1843088 w 2543175"/>
                <a:gd name="connsiteY135" fmla="*/ 1352550 h 1890712"/>
                <a:gd name="connsiteX136" fmla="*/ 1852613 w 2543175"/>
                <a:gd name="connsiteY136" fmla="*/ 1359694 h 1890712"/>
                <a:gd name="connsiteX137" fmla="*/ 1859757 w 2543175"/>
                <a:gd name="connsiteY137" fmla="*/ 1366837 h 1890712"/>
                <a:gd name="connsiteX138" fmla="*/ 1869282 w 2543175"/>
                <a:gd name="connsiteY138" fmla="*/ 1371600 h 1890712"/>
                <a:gd name="connsiteX139" fmla="*/ 1883569 w 2543175"/>
                <a:gd name="connsiteY139" fmla="*/ 1388269 h 1890712"/>
                <a:gd name="connsiteX140" fmla="*/ 1893094 w 2543175"/>
                <a:gd name="connsiteY140" fmla="*/ 1395412 h 1890712"/>
                <a:gd name="connsiteX141" fmla="*/ 1902619 w 2543175"/>
                <a:gd name="connsiteY141" fmla="*/ 1404937 h 1890712"/>
                <a:gd name="connsiteX142" fmla="*/ 1912144 w 2543175"/>
                <a:gd name="connsiteY142" fmla="*/ 1409700 h 1890712"/>
                <a:gd name="connsiteX143" fmla="*/ 1931194 w 2543175"/>
                <a:gd name="connsiteY143" fmla="*/ 1421606 h 1890712"/>
                <a:gd name="connsiteX144" fmla="*/ 1935957 w 2543175"/>
                <a:gd name="connsiteY144" fmla="*/ 1428750 h 1890712"/>
                <a:gd name="connsiteX145" fmla="*/ 1952625 w 2543175"/>
                <a:gd name="connsiteY145" fmla="*/ 1438275 h 1890712"/>
                <a:gd name="connsiteX146" fmla="*/ 1971675 w 2543175"/>
                <a:gd name="connsiteY146" fmla="*/ 1450181 h 1890712"/>
                <a:gd name="connsiteX147" fmla="*/ 1981200 w 2543175"/>
                <a:gd name="connsiteY147" fmla="*/ 1454944 h 1890712"/>
                <a:gd name="connsiteX148" fmla="*/ 1997869 w 2543175"/>
                <a:gd name="connsiteY148" fmla="*/ 1471612 h 1890712"/>
                <a:gd name="connsiteX149" fmla="*/ 2007394 w 2543175"/>
                <a:gd name="connsiteY149" fmla="*/ 1478756 h 1890712"/>
                <a:gd name="connsiteX150" fmla="*/ 2016919 w 2543175"/>
                <a:gd name="connsiteY150" fmla="*/ 1483519 h 1890712"/>
                <a:gd name="connsiteX151" fmla="*/ 2024063 w 2543175"/>
                <a:gd name="connsiteY151" fmla="*/ 1490662 h 1890712"/>
                <a:gd name="connsiteX152" fmla="*/ 2033588 w 2543175"/>
                <a:gd name="connsiteY152" fmla="*/ 1495425 h 1890712"/>
                <a:gd name="connsiteX153" fmla="*/ 2040732 w 2543175"/>
                <a:gd name="connsiteY153" fmla="*/ 1502569 h 1890712"/>
                <a:gd name="connsiteX154" fmla="*/ 2047875 w 2543175"/>
                <a:gd name="connsiteY154" fmla="*/ 1507331 h 1890712"/>
                <a:gd name="connsiteX155" fmla="*/ 2057400 w 2543175"/>
                <a:gd name="connsiteY155" fmla="*/ 1514475 h 1890712"/>
                <a:gd name="connsiteX156" fmla="*/ 2064544 w 2543175"/>
                <a:gd name="connsiteY156" fmla="*/ 1519237 h 1890712"/>
                <a:gd name="connsiteX157" fmla="*/ 2071688 w 2543175"/>
                <a:gd name="connsiteY157" fmla="*/ 1526381 h 1890712"/>
                <a:gd name="connsiteX158" fmla="*/ 2081213 w 2543175"/>
                <a:gd name="connsiteY158" fmla="*/ 1531144 h 1890712"/>
                <a:gd name="connsiteX159" fmla="*/ 2090738 w 2543175"/>
                <a:gd name="connsiteY159" fmla="*/ 1538287 h 1890712"/>
                <a:gd name="connsiteX160" fmla="*/ 2109788 w 2543175"/>
                <a:gd name="connsiteY160" fmla="*/ 1547812 h 1890712"/>
                <a:gd name="connsiteX161" fmla="*/ 2131219 w 2543175"/>
                <a:gd name="connsiteY161" fmla="*/ 1562100 h 1890712"/>
                <a:gd name="connsiteX162" fmla="*/ 2140744 w 2543175"/>
                <a:gd name="connsiteY162" fmla="*/ 1566862 h 1890712"/>
                <a:gd name="connsiteX163" fmla="*/ 2152650 w 2543175"/>
                <a:gd name="connsiteY163" fmla="*/ 1576387 h 1890712"/>
                <a:gd name="connsiteX164" fmla="*/ 2181225 w 2543175"/>
                <a:gd name="connsiteY164" fmla="*/ 1590675 h 1890712"/>
                <a:gd name="connsiteX165" fmla="*/ 2200275 w 2543175"/>
                <a:gd name="connsiteY165" fmla="*/ 1607344 h 1890712"/>
                <a:gd name="connsiteX166" fmla="*/ 2207419 w 2543175"/>
                <a:gd name="connsiteY166" fmla="*/ 1612106 h 1890712"/>
                <a:gd name="connsiteX167" fmla="*/ 2216944 w 2543175"/>
                <a:gd name="connsiteY167" fmla="*/ 1619250 h 1890712"/>
                <a:gd name="connsiteX168" fmla="*/ 2224088 w 2543175"/>
                <a:gd name="connsiteY168" fmla="*/ 1624012 h 1890712"/>
                <a:gd name="connsiteX169" fmla="*/ 2247900 w 2543175"/>
                <a:gd name="connsiteY169" fmla="*/ 1643062 h 1890712"/>
                <a:gd name="connsiteX170" fmla="*/ 2255044 w 2543175"/>
                <a:gd name="connsiteY170" fmla="*/ 1650206 h 1890712"/>
                <a:gd name="connsiteX171" fmla="*/ 2281238 w 2543175"/>
                <a:gd name="connsiteY171" fmla="*/ 1664494 h 1890712"/>
                <a:gd name="connsiteX172" fmla="*/ 2297907 w 2543175"/>
                <a:gd name="connsiteY172" fmla="*/ 1674019 h 1890712"/>
                <a:gd name="connsiteX173" fmla="*/ 2305050 w 2543175"/>
                <a:gd name="connsiteY173" fmla="*/ 1678781 h 1890712"/>
                <a:gd name="connsiteX174" fmla="*/ 2312194 w 2543175"/>
                <a:gd name="connsiteY174" fmla="*/ 1685925 h 1890712"/>
                <a:gd name="connsiteX175" fmla="*/ 2321719 w 2543175"/>
                <a:gd name="connsiteY175" fmla="*/ 1690687 h 1890712"/>
                <a:gd name="connsiteX176" fmla="*/ 2328863 w 2543175"/>
                <a:gd name="connsiteY176" fmla="*/ 1697831 h 1890712"/>
                <a:gd name="connsiteX177" fmla="*/ 2350294 w 2543175"/>
                <a:gd name="connsiteY177" fmla="*/ 1712119 h 1890712"/>
                <a:gd name="connsiteX178" fmla="*/ 2359819 w 2543175"/>
                <a:gd name="connsiteY178" fmla="*/ 1719262 h 1890712"/>
                <a:gd name="connsiteX179" fmla="*/ 2369344 w 2543175"/>
                <a:gd name="connsiteY179" fmla="*/ 1724025 h 1890712"/>
                <a:gd name="connsiteX180" fmla="*/ 2376488 w 2543175"/>
                <a:gd name="connsiteY180" fmla="*/ 1731169 h 1890712"/>
                <a:gd name="connsiteX181" fmla="*/ 2402682 w 2543175"/>
                <a:gd name="connsiteY181" fmla="*/ 1747837 h 1890712"/>
                <a:gd name="connsiteX182" fmla="*/ 2450307 w 2543175"/>
                <a:gd name="connsiteY182" fmla="*/ 1769269 h 1890712"/>
                <a:gd name="connsiteX183" fmla="*/ 2466975 w 2543175"/>
                <a:gd name="connsiteY183" fmla="*/ 1783556 h 1890712"/>
                <a:gd name="connsiteX184" fmla="*/ 2481263 w 2543175"/>
                <a:gd name="connsiteY184" fmla="*/ 1795462 h 1890712"/>
                <a:gd name="connsiteX185" fmla="*/ 2486025 w 2543175"/>
                <a:gd name="connsiteY185" fmla="*/ 1802606 h 1890712"/>
                <a:gd name="connsiteX186" fmla="*/ 2493169 w 2543175"/>
                <a:gd name="connsiteY186" fmla="*/ 1807369 h 1890712"/>
                <a:gd name="connsiteX187" fmla="*/ 2495550 w 2543175"/>
                <a:gd name="connsiteY187" fmla="*/ 1816894 h 1890712"/>
                <a:gd name="connsiteX188" fmla="*/ 2497932 w 2543175"/>
                <a:gd name="connsiteY188" fmla="*/ 1824037 h 1890712"/>
                <a:gd name="connsiteX189" fmla="*/ 2514600 w 2543175"/>
                <a:gd name="connsiteY189" fmla="*/ 1850231 h 1890712"/>
                <a:gd name="connsiteX190" fmla="*/ 2519363 w 2543175"/>
                <a:gd name="connsiteY190" fmla="*/ 1857375 h 1890712"/>
                <a:gd name="connsiteX191" fmla="*/ 2540794 w 2543175"/>
                <a:gd name="connsiteY191" fmla="*/ 1883569 h 1890712"/>
                <a:gd name="connsiteX192" fmla="*/ 2543175 w 2543175"/>
                <a:gd name="connsiteY192" fmla="*/ 1890712 h 1890712"/>
                <a:gd name="connsiteX0" fmla="*/ 0 w 2543175"/>
                <a:gd name="connsiteY0" fmla="*/ 0 h 1890712"/>
                <a:gd name="connsiteX1" fmla="*/ 11907 w 2543175"/>
                <a:gd name="connsiteY1" fmla="*/ 11906 h 1890712"/>
                <a:gd name="connsiteX2" fmla="*/ 21432 w 2543175"/>
                <a:gd name="connsiteY2" fmla="*/ 16669 h 1890712"/>
                <a:gd name="connsiteX3" fmla="*/ 23813 w 2543175"/>
                <a:gd name="connsiteY3" fmla="*/ 23812 h 1890712"/>
                <a:gd name="connsiteX4" fmla="*/ 33338 w 2543175"/>
                <a:gd name="connsiteY4" fmla="*/ 33337 h 1890712"/>
                <a:gd name="connsiteX5" fmla="*/ 40482 w 2543175"/>
                <a:gd name="connsiteY5" fmla="*/ 42862 h 1890712"/>
                <a:gd name="connsiteX6" fmla="*/ 47625 w 2543175"/>
                <a:gd name="connsiteY6" fmla="*/ 47625 h 1890712"/>
                <a:gd name="connsiteX7" fmla="*/ 57150 w 2543175"/>
                <a:gd name="connsiteY7" fmla="*/ 54769 h 1890712"/>
                <a:gd name="connsiteX8" fmla="*/ 64294 w 2543175"/>
                <a:gd name="connsiteY8" fmla="*/ 59531 h 1890712"/>
                <a:gd name="connsiteX9" fmla="*/ 83344 w 2543175"/>
                <a:gd name="connsiteY9" fmla="*/ 73819 h 1890712"/>
                <a:gd name="connsiteX10" fmla="*/ 97632 w 2543175"/>
                <a:gd name="connsiteY10" fmla="*/ 80962 h 1890712"/>
                <a:gd name="connsiteX11" fmla="*/ 104775 w 2543175"/>
                <a:gd name="connsiteY11" fmla="*/ 85725 h 1890712"/>
                <a:gd name="connsiteX12" fmla="*/ 114300 w 2543175"/>
                <a:gd name="connsiteY12" fmla="*/ 95250 h 1890712"/>
                <a:gd name="connsiteX13" fmla="*/ 123825 w 2543175"/>
                <a:gd name="connsiteY13" fmla="*/ 97631 h 1890712"/>
                <a:gd name="connsiteX14" fmla="*/ 130969 w 2543175"/>
                <a:gd name="connsiteY14" fmla="*/ 104775 h 1890712"/>
                <a:gd name="connsiteX15" fmla="*/ 140494 w 2543175"/>
                <a:gd name="connsiteY15" fmla="*/ 111919 h 1890712"/>
                <a:gd name="connsiteX16" fmla="*/ 147638 w 2543175"/>
                <a:gd name="connsiteY16" fmla="*/ 116681 h 1890712"/>
                <a:gd name="connsiteX17" fmla="*/ 164307 w 2543175"/>
                <a:gd name="connsiteY17" fmla="*/ 128587 h 1890712"/>
                <a:gd name="connsiteX18" fmla="*/ 180975 w 2543175"/>
                <a:gd name="connsiteY18" fmla="*/ 140494 h 1890712"/>
                <a:gd name="connsiteX19" fmla="*/ 197644 w 2543175"/>
                <a:gd name="connsiteY19" fmla="*/ 152400 h 1890712"/>
                <a:gd name="connsiteX20" fmla="*/ 204788 w 2543175"/>
                <a:gd name="connsiteY20" fmla="*/ 157162 h 1890712"/>
                <a:gd name="connsiteX21" fmla="*/ 214313 w 2543175"/>
                <a:gd name="connsiteY21" fmla="*/ 164306 h 1890712"/>
                <a:gd name="connsiteX22" fmla="*/ 230982 w 2543175"/>
                <a:gd name="connsiteY22" fmla="*/ 180975 h 1890712"/>
                <a:gd name="connsiteX23" fmla="*/ 247650 w 2543175"/>
                <a:gd name="connsiteY23" fmla="*/ 185737 h 1890712"/>
                <a:gd name="connsiteX24" fmla="*/ 259557 w 2543175"/>
                <a:gd name="connsiteY24" fmla="*/ 188119 h 1890712"/>
                <a:gd name="connsiteX25" fmla="*/ 266700 w 2543175"/>
                <a:gd name="connsiteY25" fmla="*/ 190500 h 1890712"/>
                <a:gd name="connsiteX26" fmla="*/ 283369 w 2543175"/>
                <a:gd name="connsiteY26" fmla="*/ 192881 h 1890712"/>
                <a:gd name="connsiteX27" fmla="*/ 302419 w 2543175"/>
                <a:gd name="connsiteY27" fmla="*/ 204787 h 1890712"/>
                <a:gd name="connsiteX28" fmla="*/ 309563 w 2543175"/>
                <a:gd name="connsiteY28" fmla="*/ 209550 h 1890712"/>
                <a:gd name="connsiteX29" fmla="*/ 319088 w 2543175"/>
                <a:gd name="connsiteY29" fmla="*/ 219075 h 1890712"/>
                <a:gd name="connsiteX30" fmla="*/ 333375 w 2543175"/>
                <a:gd name="connsiteY30" fmla="*/ 228600 h 1890712"/>
                <a:gd name="connsiteX31" fmla="*/ 340519 w 2543175"/>
                <a:gd name="connsiteY31" fmla="*/ 233362 h 1890712"/>
                <a:gd name="connsiteX32" fmla="*/ 354807 w 2543175"/>
                <a:gd name="connsiteY32" fmla="*/ 247650 h 1890712"/>
                <a:gd name="connsiteX33" fmla="*/ 366713 w 2543175"/>
                <a:gd name="connsiteY33" fmla="*/ 264319 h 1890712"/>
                <a:gd name="connsiteX34" fmla="*/ 371475 w 2543175"/>
                <a:gd name="connsiteY34" fmla="*/ 271462 h 1890712"/>
                <a:gd name="connsiteX35" fmla="*/ 378619 w 2543175"/>
                <a:gd name="connsiteY35" fmla="*/ 276225 h 1890712"/>
                <a:gd name="connsiteX36" fmla="*/ 385763 w 2543175"/>
                <a:gd name="connsiteY36" fmla="*/ 283369 h 1890712"/>
                <a:gd name="connsiteX37" fmla="*/ 395288 w 2543175"/>
                <a:gd name="connsiteY37" fmla="*/ 288131 h 1890712"/>
                <a:gd name="connsiteX38" fmla="*/ 404813 w 2543175"/>
                <a:gd name="connsiteY38" fmla="*/ 295275 h 1890712"/>
                <a:gd name="connsiteX39" fmla="*/ 411957 w 2543175"/>
                <a:gd name="connsiteY39" fmla="*/ 297656 h 1890712"/>
                <a:gd name="connsiteX40" fmla="*/ 421482 w 2543175"/>
                <a:gd name="connsiteY40" fmla="*/ 302419 h 1890712"/>
                <a:gd name="connsiteX41" fmla="*/ 447675 w 2543175"/>
                <a:gd name="connsiteY41" fmla="*/ 307181 h 1890712"/>
                <a:gd name="connsiteX42" fmla="*/ 461963 w 2543175"/>
                <a:gd name="connsiteY42" fmla="*/ 321469 h 1890712"/>
                <a:gd name="connsiteX43" fmla="*/ 466725 w 2543175"/>
                <a:gd name="connsiteY43" fmla="*/ 328612 h 1890712"/>
                <a:gd name="connsiteX44" fmla="*/ 476250 w 2543175"/>
                <a:gd name="connsiteY44" fmla="*/ 335756 h 1890712"/>
                <a:gd name="connsiteX45" fmla="*/ 481013 w 2543175"/>
                <a:gd name="connsiteY45" fmla="*/ 342900 h 1890712"/>
                <a:gd name="connsiteX46" fmla="*/ 490538 w 2543175"/>
                <a:gd name="connsiteY46" fmla="*/ 352425 h 1890712"/>
                <a:gd name="connsiteX47" fmla="*/ 495300 w 2543175"/>
                <a:gd name="connsiteY47" fmla="*/ 359569 h 1890712"/>
                <a:gd name="connsiteX48" fmla="*/ 509588 w 2543175"/>
                <a:gd name="connsiteY48" fmla="*/ 376237 h 1890712"/>
                <a:gd name="connsiteX49" fmla="*/ 514350 w 2543175"/>
                <a:gd name="connsiteY49" fmla="*/ 383381 h 1890712"/>
                <a:gd name="connsiteX50" fmla="*/ 531019 w 2543175"/>
                <a:gd name="connsiteY50" fmla="*/ 397669 h 1890712"/>
                <a:gd name="connsiteX51" fmla="*/ 538163 w 2543175"/>
                <a:gd name="connsiteY51" fmla="*/ 407194 h 1890712"/>
                <a:gd name="connsiteX52" fmla="*/ 554832 w 2543175"/>
                <a:gd name="connsiteY52" fmla="*/ 421481 h 1890712"/>
                <a:gd name="connsiteX53" fmla="*/ 564357 w 2543175"/>
                <a:gd name="connsiteY53" fmla="*/ 431006 h 1890712"/>
                <a:gd name="connsiteX54" fmla="*/ 573882 w 2543175"/>
                <a:gd name="connsiteY54" fmla="*/ 438150 h 1890712"/>
                <a:gd name="connsiteX55" fmla="*/ 595313 w 2543175"/>
                <a:gd name="connsiteY55" fmla="*/ 454819 h 1890712"/>
                <a:gd name="connsiteX56" fmla="*/ 602457 w 2543175"/>
                <a:gd name="connsiteY56" fmla="*/ 457200 h 1890712"/>
                <a:gd name="connsiteX57" fmla="*/ 628650 w 2543175"/>
                <a:gd name="connsiteY57" fmla="*/ 469106 h 1890712"/>
                <a:gd name="connsiteX58" fmla="*/ 645319 w 2543175"/>
                <a:gd name="connsiteY58" fmla="*/ 483394 h 1890712"/>
                <a:gd name="connsiteX59" fmla="*/ 654844 w 2543175"/>
                <a:gd name="connsiteY59" fmla="*/ 488156 h 1890712"/>
                <a:gd name="connsiteX60" fmla="*/ 661988 w 2543175"/>
                <a:gd name="connsiteY60" fmla="*/ 497681 h 1890712"/>
                <a:gd name="connsiteX61" fmla="*/ 683419 w 2543175"/>
                <a:gd name="connsiteY61" fmla="*/ 514350 h 1890712"/>
                <a:gd name="connsiteX62" fmla="*/ 700088 w 2543175"/>
                <a:gd name="connsiteY62" fmla="*/ 526256 h 1890712"/>
                <a:gd name="connsiteX63" fmla="*/ 709613 w 2543175"/>
                <a:gd name="connsiteY63" fmla="*/ 535781 h 1890712"/>
                <a:gd name="connsiteX64" fmla="*/ 719138 w 2543175"/>
                <a:gd name="connsiteY64" fmla="*/ 542925 h 1890712"/>
                <a:gd name="connsiteX65" fmla="*/ 733425 w 2543175"/>
                <a:gd name="connsiteY65" fmla="*/ 557212 h 1890712"/>
                <a:gd name="connsiteX66" fmla="*/ 750094 w 2543175"/>
                <a:gd name="connsiteY66" fmla="*/ 569119 h 1890712"/>
                <a:gd name="connsiteX67" fmla="*/ 769144 w 2543175"/>
                <a:gd name="connsiteY67" fmla="*/ 581025 h 1890712"/>
                <a:gd name="connsiteX68" fmla="*/ 785813 w 2543175"/>
                <a:gd name="connsiteY68" fmla="*/ 590550 h 1890712"/>
                <a:gd name="connsiteX69" fmla="*/ 792957 w 2543175"/>
                <a:gd name="connsiteY69" fmla="*/ 600075 h 1890712"/>
                <a:gd name="connsiteX70" fmla="*/ 809625 w 2543175"/>
                <a:gd name="connsiteY70" fmla="*/ 611981 h 1890712"/>
                <a:gd name="connsiteX71" fmla="*/ 816769 w 2543175"/>
                <a:gd name="connsiteY71" fmla="*/ 619125 h 1890712"/>
                <a:gd name="connsiteX72" fmla="*/ 826294 w 2543175"/>
                <a:gd name="connsiteY72" fmla="*/ 626269 h 1890712"/>
                <a:gd name="connsiteX73" fmla="*/ 840582 w 2543175"/>
                <a:gd name="connsiteY73" fmla="*/ 638175 h 1890712"/>
                <a:gd name="connsiteX74" fmla="*/ 847725 w 2543175"/>
                <a:gd name="connsiteY74" fmla="*/ 645319 h 1890712"/>
                <a:gd name="connsiteX75" fmla="*/ 857250 w 2543175"/>
                <a:gd name="connsiteY75" fmla="*/ 652462 h 1890712"/>
                <a:gd name="connsiteX76" fmla="*/ 864394 w 2543175"/>
                <a:gd name="connsiteY76" fmla="*/ 657225 h 1890712"/>
                <a:gd name="connsiteX77" fmla="*/ 888207 w 2543175"/>
                <a:gd name="connsiteY77" fmla="*/ 676275 h 1890712"/>
                <a:gd name="connsiteX78" fmla="*/ 895350 w 2543175"/>
                <a:gd name="connsiteY78" fmla="*/ 681037 h 1890712"/>
                <a:gd name="connsiteX79" fmla="*/ 907257 w 2543175"/>
                <a:gd name="connsiteY79" fmla="*/ 683419 h 1890712"/>
                <a:gd name="connsiteX80" fmla="*/ 928688 w 2543175"/>
                <a:gd name="connsiteY80" fmla="*/ 695325 h 1890712"/>
                <a:gd name="connsiteX81" fmla="*/ 942975 w 2543175"/>
                <a:gd name="connsiteY81" fmla="*/ 700087 h 1890712"/>
                <a:gd name="connsiteX82" fmla="*/ 964407 w 2543175"/>
                <a:gd name="connsiteY82" fmla="*/ 716756 h 1890712"/>
                <a:gd name="connsiteX83" fmla="*/ 971550 w 2543175"/>
                <a:gd name="connsiteY83" fmla="*/ 723900 h 1890712"/>
                <a:gd name="connsiteX84" fmla="*/ 983457 w 2543175"/>
                <a:gd name="connsiteY84" fmla="*/ 733425 h 1890712"/>
                <a:gd name="connsiteX85" fmla="*/ 990600 w 2543175"/>
                <a:gd name="connsiteY85" fmla="*/ 738187 h 1890712"/>
                <a:gd name="connsiteX86" fmla="*/ 1007269 w 2543175"/>
                <a:gd name="connsiteY86" fmla="*/ 752475 h 1890712"/>
                <a:gd name="connsiteX87" fmla="*/ 1031082 w 2543175"/>
                <a:gd name="connsiteY87" fmla="*/ 766762 h 1890712"/>
                <a:gd name="connsiteX88" fmla="*/ 1042988 w 2543175"/>
                <a:gd name="connsiteY88" fmla="*/ 773906 h 1890712"/>
                <a:gd name="connsiteX89" fmla="*/ 1071563 w 2543175"/>
                <a:gd name="connsiteY89" fmla="*/ 785812 h 1890712"/>
                <a:gd name="connsiteX90" fmla="*/ 1097757 w 2543175"/>
                <a:gd name="connsiteY90" fmla="*/ 807244 h 1890712"/>
                <a:gd name="connsiteX91" fmla="*/ 1104900 w 2543175"/>
                <a:gd name="connsiteY91" fmla="*/ 814387 h 1890712"/>
                <a:gd name="connsiteX92" fmla="*/ 1121569 w 2543175"/>
                <a:gd name="connsiteY92" fmla="*/ 823912 h 1890712"/>
                <a:gd name="connsiteX93" fmla="*/ 1138238 w 2543175"/>
                <a:gd name="connsiteY93" fmla="*/ 835819 h 1890712"/>
                <a:gd name="connsiteX94" fmla="*/ 1147763 w 2543175"/>
                <a:gd name="connsiteY94" fmla="*/ 842962 h 1890712"/>
                <a:gd name="connsiteX95" fmla="*/ 1157288 w 2543175"/>
                <a:gd name="connsiteY95" fmla="*/ 847725 h 1890712"/>
                <a:gd name="connsiteX96" fmla="*/ 1178719 w 2543175"/>
                <a:gd name="connsiteY96" fmla="*/ 859631 h 1890712"/>
                <a:gd name="connsiteX97" fmla="*/ 1188244 w 2543175"/>
                <a:gd name="connsiteY97" fmla="*/ 866775 h 1890712"/>
                <a:gd name="connsiteX98" fmla="*/ 1195388 w 2543175"/>
                <a:gd name="connsiteY98" fmla="*/ 871537 h 1890712"/>
                <a:gd name="connsiteX99" fmla="*/ 1212057 w 2543175"/>
                <a:gd name="connsiteY99" fmla="*/ 883444 h 1890712"/>
                <a:gd name="connsiteX100" fmla="*/ 1226344 w 2543175"/>
                <a:gd name="connsiteY100" fmla="*/ 895350 h 1890712"/>
                <a:gd name="connsiteX101" fmla="*/ 1245394 w 2543175"/>
                <a:gd name="connsiteY101" fmla="*/ 907256 h 1890712"/>
                <a:gd name="connsiteX102" fmla="*/ 1254919 w 2543175"/>
                <a:gd name="connsiteY102" fmla="*/ 914400 h 1890712"/>
                <a:gd name="connsiteX103" fmla="*/ 1269207 w 2543175"/>
                <a:gd name="connsiteY103" fmla="*/ 921544 h 1890712"/>
                <a:gd name="connsiteX104" fmla="*/ 1290638 w 2543175"/>
                <a:gd name="connsiteY104" fmla="*/ 935831 h 1890712"/>
                <a:gd name="connsiteX105" fmla="*/ 1307307 w 2543175"/>
                <a:gd name="connsiteY105" fmla="*/ 952500 h 1890712"/>
                <a:gd name="connsiteX106" fmla="*/ 1333500 w 2543175"/>
                <a:gd name="connsiteY106" fmla="*/ 971550 h 1890712"/>
                <a:gd name="connsiteX107" fmla="*/ 1359694 w 2543175"/>
                <a:gd name="connsiteY107" fmla="*/ 990600 h 1890712"/>
                <a:gd name="connsiteX108" fmla="*/ 1373982 w 2543175"/>
                <a:gd name="connsiteY108" fmla="*/ 997744 h 1890712"/>
                <a:gd name="connsiteX109" fmla="*/ 1388269 w 2543175"/>
                <a:gd name="connsiteY109" fmla="*/ 1007269 h 1890712"/>
                <a:gd name="connsiteX110" fmla="*/ 1414463 w 2543175"/>
                <a:gd name="connsiteY110" fmla="*/ 1019175 h 1890712"/>
                <a:gd name="connsiteX111" fmla="*/ 1428750 w 2543175"/>
                <a:gd name="connsiteY111" fmla="*/ 1026319 h 1890712"/>
                <a:gd name="connsiteX112" fmla="*/ 1471613 w 2543175"/>
                <a:gd name="connsiteY112" fmla="*/ 1059656 h 1890712"/>
                <a:gd name="connsiteX113" fmla="*/ 1495425 w 2543175"/>
                <a:gd name="connsiteY113" fmla="*/ 1088231 h 1890712"/>
                <a:gd name="connsiteX114" fmla="*/ 1526382 w 2543175"/>
                <a:gd name="connsiteY114" fmla="*/ 1085850 h 1890712"/>
                <a:gd name="connsiteX115" fmla="*/ 1559719 w 2543175"/>
                <a:gd name="connsiteY115" fmla="*/ 1121569 h 1890712"/>
                <a:gd name="connsiteX116" fmla="*/ 1569244 w 2543175"/>
                <a:gd name="connsiteY116" fmla="*/ 1131094 h 1890712"/>
                <a:gd name="connsiteX117" fmla="*/ 1597819 w 2543175"/>
                <a:gd name="connsiteY117" fmla="*/ 1154906 h 1890712"/>
                <a:gd name="connsiteX118" fmla="*/ 1604963 w 2543175"/>
                <a:gd name="connsiteY118" fmla="*/ 1162050 h 1890712"/>
                <a:gd name="connsiteX119" fmla="*/ 1612107 w 2543175"/>
                <a:gd name="connsiteY119" fmla="*/ 1166812 h 1890712"/>
                <a:gd name="connsiteX120" fmla="*/ 1628775 w 2543175"/>
                <a:gd name="connsiteY120" fmla="*/ 1183481 h 1890712"/>
                <a:gd name="connsiteX121" fmla="*/ 1662113 w 2543175"/>
                <a:gd name="connsiteY121" fmla="*/ 1209675 h 1890712"/>
                <a:gd name="connsiteX122" fmla="*/ 1678782 w 2543175"/>
                <a:gd name="connsiteY122" fmla="*/ 1226344 h 1890712"/>
                <a:gd name="connsiteX123" fmla="*/ 1700213 w 2543175"/>
                <a:gd name="connsiteY123" fmla="*/ 1247775 h 1890712"/>
                <a:gd name="connsiteX124" fmla="*/ 1712119 w 2543175"/>
                <a:gd name="connsiteY124" fmla="*/ 1259681 h 1890712"/>
                <a:gd name="connsiteX125" fmla="*/ 1733550 w 2543175"/>
                <a:gd name="connsiteY125" fmla="*/ 1273969 h 1890712"/>
                <a:gd name="connsiteX126" fmla="*/ 1743075 w 2543175"/>
                <a:gd name="connsiteY126" fmla="*/ 1283494 h 1890712"/>
                <a:gd name="connsiteX127" fmla="*/ 1754982 w 2543175"/>
                <a:gd name="connsiteY127" fmla="*/ 1290637 h 1890712"/>
                <a:gd name="connsiteX128" fmla="*/ 1766888 w 2543175"/>
                <a:gd name="connsiteY128" fmla="*/ 1300162 h 1890712"/>
                <a:gd name="connsiteX129" fmla="*/ 1783557 w 2543175"/>
                <a:gd name="connsiteY129" fmla="*/ 1307306 h 1890712"/>
                <a:gd name="connsiteX130" fmla="*/ 1790700 w 2543175"/>
                <a:gd name="connsiteY130" fmla="*/ 1312069 h 1890712"/>
                <a:gd name="connsiteX131" fmla="*/ 1800225 w 2543175"/>
                <a:gd name="connsiteY131" fmla="*/ 1319212 h 1890712"/>
                <a:gd name="connsiteX132" fmla="*/ 1807369 w 2543175"/>
                <a:gd name="connsiteY132" fmla="*/ 1321594 h 1890712"/>
                <a:gd name="connsiteX133" fmla="*/ 1824038 w 2543175"/>
                <a:gd name="connsiteY133" fmla="*/ 1333500 h 1890712"/>
                <a:gd name="connsiteX134" fmla="*/ 1843088 w 2543175"/>
                <a:gd name="connsiteY134" fmla="*/ 1352550 h 1890712"/>
                <a:gd name="connsiteX135" fmla="*/ 1852613 w 2543175"/>
                <a:gd name="connsiteY135" fmla="*/ 1359694 h 1890712"/>
                <a:gd name="connsiteX136" fmla="*/ 1859757 w 2543175"/>
                <a:gd name="connsiteY136" fmla="*/ 1366837 h 1890712"/>
                <a:gd name="connsiteX137" fmla="*/ 1869282 w 2543175"/>
                <a:gd name="connsiteY137" fmla="*/ 1371600 h 1890712"/>
                <a:gd name="connsiteX138" fmla="*/ 1883569 w 2543175"/>
                <a:gd name="connsiteY138" fmla="*/ 1388269 h 1890712"/>
                <a:gd name="connsiteX139" fmla="*/ 1893094 w 2543175"/>
                <a:gd name="connsiteY139" fmla="*/ 1395412 h 1890712"/>
                <a:gd name="connsiteX140" fmla="*/ 1902619 w 2543175"/>
                <a:gd name="connsiteY140" fmla="*/ 1404937 h 1890712"/>
                <a:gd name="connsiteX141" fmla="*/ 1912144 w 2543175"/>
                <a:gd name="connsiteY141" fmla="*/ 1409700 h 1890712"/>
                <a:gd name="connsiteX142" fmla="*/ 1931194 w 2543175"/>
                <a:gd name="connsiteY142" fmla="*/ 1421606 h 1890712"/>
                <a:gd name="connsiteX143" fmla="*/ 1935957 w 2543175"/>
                <a:gd name="connsiteY143" fmla="*/ 1428750 h 1890712"/>
                <a:gd name="connsiteX144" fmla="*/ 1952625 w 2543175"/>
                <a:gd name="connsiteY144" fmla="*/ 1438275 h 1890712"/>
                <a:gd name="connsiteX145" fmla="*/ 1971675 w 2543175"/>
                <a:gd name="connsiteY145" fmla="*/ 1450181 h 1890712"/>
                <a:gd name="connsiteX146" fmla="*/ 1981200 w 2543175"/>
                <a:gd name="connsiteY146" fmla="*/ 1454944 h 1890712"/>
                <a:gd name="connsiteX147" fmla="*/ 1997869 w 2543175"/>
                <a:gd name="connsiteY147" fmla="*/ 1471612 h 1890712"/>
                <a:gd name="connsiteX148" fmla="*/ 2007394 w 2543175"/>
                <a:gd name="connsiteY148" fmla="*/ 1478756 h 1890712"/>
                <a:gd name="connsiteX149" fmla="*/ 2016919 w 2543175"/>
                <a:gd name="connsiteY149" fmla="*/ 1483519 h 1890712"/>
                <a:gd name="connsiteX150" fmla="*/ 2024063 w 2543175"/>
                <a:gd name="connsiteY150" fmla="*/ 1490662 h 1890712"/>
                <a:gd name="connsiteX151" fmla="*/ 2033588 w 2543175"/>
                <a:gd name="connsiteY151" fmla="*/ 1495425 h 1890712"/>
                <a:gd name="connsiteX152" fmla="*/ 2040732 w 2543175"/>
                <a:gd name="connsiteY152" fmla="*/ 1502569 h 1890712"/>
                <a:gd name="connsiteX153" fmla="*/ 2047875 w 2543175"/>
                <a:gd name="connsiteY153" fmla="*/ 1507331 h 1890712"/>
                <a:gd name="connsiteX154" fmla="*/ 2057400 w 2543175"/>
                <a:gd name="connsiteY154" fmla="*/ 1514475 h 1890712"/>
                <a:gd name="connsiteX155" fmla="*/ 2064544 w 2543175"/>
                <a:gd name="connsiteY155" fmla="*/ 1519237 h 1890712"/>
                <a:gd name="connsiteX156" fmla="*/ 2071688 w 2543175"/>
                <a:gd name="connsiteY156" fmla="*/ 1526381 h 1890712"/>
                <a:gd name="connsiteX157" fmla="*/ 2081213 w 2543175"/>
                <a:gd name="connsiteY157" fmla="*/ 1531144 h 1890712"/>
                <a:gd name="connsiteX158" fmla="*/ 2090738 w 2543175"/>
                <a:gd name="connsiteY158" fmla="*/ 1538287 h 1890712"/>
                <a:gd name="connsiteX159" fmla="*/ 2109788 w 2543175"/>
                <a:gd name="connsiteY159" fmla="*/ 1547812 h 1890712"/>
                <a:gd name="connsiteX160" fmla="*/ 2131219 w 2543175"/>
                <a:gd name="connsiteY160" fmla="*/ 1562100 h 1890712"/>
                <a:gd name="connsiteX161" fmla="*/ 2140744 w 2543175"/>
                <a:gd name="connsiteY161" fmla="*/ 1566862 h 1890712"/>
                <a:gd name="connsiteX162" fmla="*/ 2152650 w 2543175"/>
                <a:gd name="connsiteY162" fmla="*/ 1576387 h 1890712"/>
                <a:gd name="connsiteX163" fmla="*/ 2181225 w 2543175"/>
                <a:gd name="connsiteY163" fmla="*/ 1590675 h 1890712"/>
                <a:gd name="connsiteX164" fmla="*/ 2200275 w 2543175"/>
                <a:gd name="connsiteY164" fmla="*/ 1607344 h 1890712"/>
                <a:gd name="connsiteX165" fmla="*/ 2207419 w 2543175"/>
                <a:gd name="connsiteY165" fmla="*/ 1612106 h 1890712"/>
                <a:gd name="connsiteX166" fmla="*/ 2216944 w 2543175"/>
                <a:gd name="connsiteY166" fmla="*/ 1619250 h 1890712"/>
                <a:gd name="connsiteX167" fmla="*/ 2224088 w 2543175"/>
                <a:gd name="connsiteY167" fmla="*/ 1624012 h 1890712"/>
                <a:gd name="connsiteX168" fmla="*/ 2247900 w 2543175"/>
                <a:gd name="connsiteY168" fmla="*/ 1643062 h 1890712"/>
                <a:gd name="connsiteX169" fmla="*/ 2255044 w 2543175"/>
                <a:gd name="connsiteY169" fmla="*/ 1650206 h 1890712"/>
                <a:gd name="connsiteX170" fmla="*/ 2281238 w 2543175"/>
                <a:gd name="connsiteY170" fmla="*/ 1664494 h 1890712"/>
                <a:gd name="connsiteX171" fmla="*/ 2297907 w 2543175"/>
                <a:gd name="connsiteY171" fmla="*/ 1674019 h 1890712"/>
                <a:gd name="connsiteX172" fmla="*/ 2305050 w 2543175"/>
                <a:gd name="connsiteY172" fmla="*/ 1678781 h 1890712"/>
                <a:gd name="connsiteX173" fmla="*/ 2312194 w 2543175"/>
                <a:gd name="connsiteY173" fmla="*/ 1685925 h 1890712"/>
                <a:gd name="connsiteX174" fmla="*/ 2321719 w 2543175"/>
                <a:gd name="connsiteY174" fmla="*/ 1690687 h 1890712"/>
                <a:gd name="connsiteX175" fmla="*/ 2328863 w 2543175"/>
                <a:gd name="connsiteY175" fmla="*/ 1697831 h 1890712"/>
                <a:gd name="connsiteX176" fmla="*/ 2350294 w 2543175"/>
                <a:gd name="connsiteY176" fmla="*/ 1712119 h 1890712"/>
                <a:gd name="connsiteX177" fmla="*/ 2359819 w 2543175"/>
                <a:gd name="connsiteY177" fmla="*/ 1719262 h 1890712"/>
                <a:gd name="connsiteX178" fmla="*/ 2369344 w 2543175"/>
                <a:gd name="connsiteY178" fmla="*/ 1724025 h 1890712"/>
                <a:gd name="connsiteX179" fmla="*/ 2376488 w 2543175"/>
                <a:gd name="connsiteY179" fmla="*/ 1731169 h 1890712"/>
                <a:gd name="connsiteX180" fmla="*/ 2402682 w 2543175"/>
                <a:gd name="connsiteY180" fmla="*/ 1747837 h 1890712"/>
                <a:gd name="connsiteX181" fmla="*/ 2450307 w 2543175"/>
                <a:gd name="connsiteY181" fmla="*/ 1769269 h 1890712"/>
                <a:gd name="connsiteX182" fmla="*/ 2466975 w 2543175"/>
                <a:gd name="connsiteY182" fmla="*/ 1783556 h 1890712"/>
                <a:gd name="connsiteX183" fmla="*/ 2481263 w 2543175"/>
                <a:gd name="connsiteY183" fmla="*/ 1795462 h 1890712"/>
                <a:gd name="connsiteX184" fmla="*/ 2486025 w 2543175"/>
                <a:gd name="connsiteY184" fmla="*/ 1802606 h 1890712"/>
                <a:gd name="connsiteX185" fmla="*/ 2493169 w 2543175"/>
                <a:gd name="connsiteY185" fmla="*/ 1807369 h 1890712"/>
                <a:gd name="connsiteX186" fmla="*/ 2495550 w 2543175"/>
                <a:gd name="connsiteY186" fmla="*/ 1816894 h 1890712"/>
                <a:gd name="connsiteX187" fmla="*/ 2497932 w 2543175"/>
                <a:gd name="connsiteY187" fmla="*/ 1824037 h 1890712"/>
                <a:gd name="connsiteX188" fmla="*/ 2514600 w 2543175"/>
                <a:gd name="connsiteY188" fmla="*/ 1850231 h 1890712"/>
                <a:gd name="connsiteX189" fmla="*/ 2519363 w 2543175"/>
                <a:gd name="connsiteY189" fmla="*/ 1857375 h 1890712"/>
                <a:gd name="connsiteX190" fmla="*/ 2540794 w 2543175"/>
                <a:gd name="connsiteY190" fmla="*/ 1883569 h 1890712"/>
                <a:gd name="connsiteX191" fmla="*/ 2543175 w 2543175"/>
                <a:gd name="connsiteY191" fmla="*/ 1890712 h 1890712"/>
                <a:gd name="connsiteX0" fmla="*/ 0 w 2543175"/>
                <a:gd name="connsiteY0" fmla="*/ 0 h 1890712"/>
                <a:gd name="connsiteX1" fmla="*/ 11907 w 2543175"/>
                <a:gd name="connsiteY1" fmla="*/ 11906 h 1890712"/>
                <a:gd name="connsiteX2" fmla="*/ 21432 w 2543175"/>
                <a:gd name="connsiteY2" fmla="*/ 16669 h 1890712"/>
                <a:gd name="connsiteX3" fmla="*/ 23813 w 2543175"/>
                <a:gd name="connsiteY3" fmla="*/ 23812 h 1890712"/>
                <a:gd name="connsiteX4" fmla="*/ 33338 w 2543175"/>
                <a:gd name="connsiteY4" fmla="*/ 33337 h 1890712"/>
                <a:gd name="connsiteX5" fmla="*/ 40482 w 2543175"/>
                <a:gd name="connsiteY5" fmla="*/ 42862 h 1890712"/>
                <a:gd name="connsiteX6" fmla="*/ 47625 w 2543175"/>
                <a:gd name="connsiteY6" fmla="*/ 47625 h 1890712"/>
                <a:gd name="connsiteX7" fmla="*/ 57150 w 2543175"/>
                <a:gd name="connsiteY7" fmla="*/ 54769 h 1890712"/>
                <a:gd name="connsiteX8" fmla="*/ 64294 w 2543175"/>
                <a:gd name="connsiteY8" fmla="*/ 59531 h 1890712"/>
                <a:gd name="connsiteX9" fmla="*/ 83344 w 2543175"/>
                <a:gd name="connsiteY9" fmla="*/ 73819 h 1890712"/>
                <a:gd name="connsiteX10" fmla="*/ 97632 w 2543175"/>
                <a:gd name="connsiteY10" fmla="*/ 80962 h 1890712"/>
                <a:gd name="connsiteX11" fmla="*/ 104775 w 2543175"/>
                <a:gd name="connsiteY11" fmla="*/ 85725 h 1890712"/>
                <a:gd name="connsiteX12" fmla="*/ 114300 w 2543175"/>
                <a:gd name="connsiteY12" fmla="*/ 95250 h 1890712"/>
                <a:gd name="connsiteX13" fmla="*/ 123825 w 2543175"/>
                <a:gd name="connsiteY13" fmla="*/ 97631 h 1890712"/>
                <a:gd name="connsiteX14" fmla="*/ 130969 w 2543175"/>
                <a:gd name="connsiteY14" fmla="*/ 104775 h 1890712"/>
                <a:gd name="connsiteX15" fmla="*/ 140494 w 2543175"/>
                <a:gd name="connsiteY15" fmla="*/ 111919 h 1890712"/>
                <a:gd name="connsiteX16" fmla="*/ 147638 w 2543175"/>
                <a:gd name="connsiteY16" fmla="*/ 116681 h 1890712"/>
                <a:gd name="connsiteX17" fmla="*/ 164307 w 2543175"/>
                <a:gd name="connsiteY17" fmla="*/ 128587 h 1890712"/>
                <a:gd name="connsiteX18" fmla="*/ 180975 w 2543175"/>
                <a:gd name="connsiteY18" fmla="*/ 140494 h 1890712"/>
                <a:gd name="connsiteX19" fmla="*/ 197644 w 2543175"/>
                <a:gd name="connsiteY19" fmla="*/ 152400 h 1890712"/>
                <a:gd name="connsiteX20" fmla="*/ 204788 w 2543175"/>
                <a:gd name="connsiteY20" fmla="*/ 157162 h 1890712"/>
                <a:gd name="connsiteX21" fmla="*/ 214313 w 2543175"/>
                <a:gd name="connsiteY21" fmla="*/ 164306 h 1890712"/>
                <a:gd name="connsiteX22" fmla="*/ 230982 w 2543175"/>
                <a:gd name="connsiteY22" fmla="*/ 180975 h 1890712"/>
                <a:gd name="connsiteX23" fmla="*/ 247650 w 2543175"/>
                <a:gd name="connsiteY23" fmla="*/ 185737 h 1890712"/>
                <a:gd name="connsiteX24" fmla="*/ 259557 w 2543175"/>
                <a:gd name="connsiteY24" fmla="*/ 188119 h 1890712"/>
                <a:gd name="connsiteX25" fmla="*/ 266700 w 2543175"/>
                <a:gd name="connsiteY25" fmla="*/ 190500 h 1890712"/>
                <a:gd name="connsiteX26" fmla="*/ 283369 w 2543175"/>
                <a:gd name="connsiteY26" fmla="*/ 192881 h 1890712"/>
                <a:gd name="connsiteX27" fmla="*/ 302419 w 2543175"/>
                <a:gd name="connsiteY27" fmla="*/ 204787 h 1890712"/>
                <a:gd name="connsiteX28" fmla="*/ 309563 w 2543175"/>
                <a:gd name="connsiteY28" fmla="*/ 209550 h 1890712"/>
                <a:gd name="connsiteX29" fmla="*/ 319088 w 2543175"/>
                <a:gd name="connsiteY29" fmla="*/ 219075 h 1890712"/>
                <a:gd name="connsiteX30" fmla="*/ 333375 w 2543175"/>
                <a:gd name="connsiteY30" fmla="*/ 228600 h 1890712"/>
                <a:gd name="connsiteX31" fmla="*/ 340519 w 2543175"/>
                <a:gd name="connsiteY31" fmla="*/ 233362 h 1890712"/>
                <a:gd name="connsiteX32" fmla="*/ 354807 w 2543175"/>
                <a:gd name="connsiteY32" fmla="*/ 247650 h 1890712"/>
                <a:gd name="connsiteX33" fmla="*/ 366713 w 2543175"/>
                <a:gd name="connsiteY33" fmla="*/ 264319 h 1890712"/>
                <a:gd name="connsiteX34" fmla="*/ 371475 w 2543175"/>
                <a:gd name="connsiteY34" fmla="*/ 271462 h 1890712"/>
                <a:gd name="connsiteX35" fmla="*/ 378619 w 2543175"/>
                <a:gd name="connsiteY35" fmla="*/ 276225 h 1890712"/>
                <a:gd name="connsiteX36" fmla="*/ 385763 w 2543175"/>
                <a:gd name="connsiteY36" fmla="*/ 283369 h 1890712"/>
                <a:gd name="connsiteX37" fmla="*/ 395288 w 2543175"/>
                <a:gd name="connsiteY37" fmla="*/ 288131 h 1890712"/>
                <a:gd name="connsiteX38" fmla="*/ 404813 w 2543175"/>
                <a:gd name="connsiteY38" fmla="*/ 295275 h 1890712"/>
                <a:gd name="connsiteX39" fmla="*/ 411957 w 2543175"/>
                <a:gd name="connsiteY39" fmla="*/ 297656 h 1890712"/>
                <a:gd name="connsiteX40" fmla="*/ 421482 w 2543175"/>
                <a:gd name="connsiteY40" fmla="*/ 302419 h 1890712"/>
                <a:gd name="connsiteX41" fmla="*/ 447675 w 2543175"/>
                <a:gd name="connsiteY41" fmla="*/ 307181 h 1890712"/>
                <a:gd name="connsiteX42" fmla="*/ 461963 w 2543175"/>
                <a:gd name="connsiteY42" fmla="*/ 321469 h 1890712"/>
                <a:gd name="connsiteX43" fmla="*/ 466725 w 2543175"/>
                <a:gd name="connsiteY43" fmla="*/ 328612 h 1890712"/>
                <a:gd name="connsiteX44" fmla="*/ 476250 w 2543175"/>
                <a:gd name="connsiteY44" fmla="*/ 335756 h 1890712"/>
                <a:gd name="connsiteX45" fmla="*/ 481013 w 2543175"/>
                <a:gd name="connsiteY45" fmla="*/ 342900 h 1890712"/>
                <a:gd name="connsiteX46" fmla="*/ 490538 w 2543175"/>
                <a:gd name="connsiteY46" fmla="*/ 352425 h 1890712"/>
                <a:gd name="connsiteX47" fmla="*/ 495300 w 2543175"/>
                <a:gd name="connsiteY47" fmla="*/ 359569 h 1890712"/>
                <a:gd name="connsiteX48" fmla="*/ 509588 w 2543175"/>
                <a:gd name="connsiteY48" fmla="*/ 376237 h 1890712"/>
                <a:gd name="connsiteX49" fmla="*/ 514350 w 2543175"/>
                <a:gd name="connsiteY49" fmla="*/ 383381 h 1890712"/>
                <a:gd name="connsiteX50" fmla="*/ 531019 w 2543175"/>
                <a:gd name="connsiteY50" fmla="*/ 397669 h 1890712"/>
                <a:gd name="connsiteX51" fmla="*/ 538163 w 2543175"/>
                <a:gd name="connsiteY51" fmla="*/ 407194 h 1890712"/>
                <a:gd name="connsiteX52" fmla="*/ 554832 w 2543175"/>
                <a:gd name="connsiteY52" fmla="*/ 421481 h 1890712"/>
                <a:gd name="connsiteX53" fmla="*/ 564357 w 2543175"/>
                <a:gd name="connsiteY53" fmla="*/ 431006 h 1890712"/>
                <a:gd name="connsiteX54" fmla="*/ 573882 w 2543175"/>
                <a:gd name="connsiteY54" fmla="*/ 438150 h 1890712"/>
                <a:gd name="connsiteX55" fmla="*/ 595313 w 2543175"/>
                <a:gd name="connsiteY55" fmla="*/ 454819 h 1890712"/>
                <a:gd name="connsiteX56" fmla="*/ 602457 w 2543175"/>
                <a:gd name="connsiteY56" fmla="*/ 457200 h 1890712"/>
                <a:gd name="connsiteX57" fmla="*/ 628650 w 2543175"/>
                <a:gd name="connsiteY57" fmla="*/ 469106 h 1890712"/>
                <a:gd name="connsiteX58" fmla="*/ 645319 w 2543175"/>
                <a:gd name="connsiteY58" fmla="*/ 483394 h 1890712"/>
                <a:gd name="connsiteX59" fmla="*/ 654844 w 2543175"/>
                <a:gd name="connsiteY59" fmla="*/ 488156 h 1890712"/>
                <a:gd name="connsiteX60" fmla="*/ 661988 w 2543175"/>
                <a:gd name="connsiteY60" fmla="*/ 497681 h 1890712"/>
                <a:gd name="connsiteX61" fmla="*/ 683419 w 2543175"/>
                <a:gd name="connsiteY61" fmla="*/ 514350 h 1890712"/>
                <a:gd name="connsiteX62" fmla="*/ 700088 w 2543175"/>
                <a:gd name="connsiteY62" fmla="*/ 526256 h 1890712"/>
                <a:gd name="connsiteX63" fmla="*/ 709613 w 2543175"/>
                <a:gd name="connsiteY63" fmla="*/ 535781 h 1890712"/>
                <a:gd name="connsiteX64" fmla="*/ 719138 w 2543175"/>
                <a:gd name="connsiteY64" fmla="*/ 542925 h 1890712"/>
                <a:gd name="connsiteX65" fmla="*/ 733425 w 2543175"/>
                <a:gd name="connsiteY65" fmla="*/ 557212 h 1890712"/>
                <a:gd name="connsiteX66" fmla="*/ 750094 w 2543175"/>
                <a:gd name="connsiteY66" fmla="*/ 569119 h 1890712"/>
                <a:gd name="connsiteX67" fmla="*/ 769144 w 2543175"/>
                <a:gd name="connsiteY67" fmla="*/ 581025 h 1890712"/>
                <a:gd name="connsiteX68" fmla="*/ 785813 w 2543175"/>
                <a:gd name="connsiteY68" fmla="*/ 590550 h 1890712"/>
                <a:gd name="connsiteX69" fmla="*/ 792957 w 2543175"/>
                <a:gd name="connsiteY69" fmla="*/ 600075 h 1890712"/>
                <a:gd name="connsiteX70" fmla="*/ 809625 w 2543175"/>
                <a:gd name="connsiteY70" fmla="*/ 611981 h 1890712"/>
                <a:gd name="connsiteX71" fmla="*/ 816769 w 2543175"/>
                <a:gd name="connsiteY71" fmla="*/ 619125 h 1890712"/>
                <a:gd name="connsiteX72" fmla="*/ 826294 w 2543175"/>
                <a:gd name="connsiteY72" fmla="*/ 626269 h 1890712"/>
                <a:gd name="connsiteX73" fmla="*/ 840582 w 2543175"/>
                <a:gd name="connsiteY73" fmla="*/ 638175 h 1890712"/>
                <a:gd name="connsiteX74" fmla="*/ 847725 w 2543175"/>
                <a:gd name="connsiteY74" fmla="*/ 645319 h 1890712"/>
                <a:gd name="connsiteX75" fmla="*/ 857250 w 2543175"/>
                <a:gd name="connsiteY75" fmla="*/ 652462 h 1890712"/>
                <a:gd name="connsiteX76" fmla="*/ 864394 w 2543175"/>
                <a:gd name="connsiteY76" fmla="*/ 657225 h 1890712"/>
                <a:gd name="connsiteX77" fmla="*/ 888207 w 2543175"/>
                <a:gd name="connsiteY77" fmla="*/ 676275 h 1890712"/>
                <a:gd name="connsiteX78" fmla="*/ 895350 w 2543175"/>
                <a:gd name="connsiteY78" fmla="*/ 681037 h 1890712"/>
                <a:gd name="connsiteX79" fmla="*/ 907257 w 2543175"/>
                <a:gd name="connsiteY79" fmla="*/ 683419 h 1890712"/>
                <a:gd name="connsiteX80" fmla="*/ 928688 w 2543175"/>
                <a:gd name="connsiteY80" fmla="*/ 695325 h 1890712"/>
                <a:gd name="connsiteX81" fmla="*/ 942975 w 2543175"/>
                <a:gd name="connsiteY81" fmla="*/ 700087 h 1890712"/>
                <a:gd name="connsiteX82" fmla="*/ 964407 w 2543175"/>
                <a:gd name="connsiteY82" fmla="*/ 716756 h 1890712"/>
                <a:gd name="connsiteX83" fmla="*/ 971550 w 2543175"/>
                <a:gd name="connsiteY83" fmla="*/ 723900 h 1890712"/>
                <a:gd name="connsiteX84" fmla="*/ 983457 w 2543175"/>
                <a:gd name="connsiteY84" fmla="*/ 733425 h 1890712"/>
                <a:gd name="connsiteX85" fmla="*/ 990600 w 2543175"/>
                <a:gd name="connsiteY85" fmla="*/ 738187 h 1890712"/>
                <a:gd name="connsiteX86" fmla="*/ 1007269 w 2543175"/>
                <a:gd name="connsiteY86" fmla="*/ 752475 h 1890712"/>
                <a:gd name="connsiteX87" fmla="*/ 1031082 w 2543175"/>
                <a:gd name="connsiteY87" fmla="*/ 766762 h 1890712"/>
                <a:gd name="connsiteX88" fmla="*/ 1042988 w 2543175"/>
                <a:gd name="connsiteY88" fmla="*/ 773906 h 1890712"/>
                <a:gd name="connsiteX89" fmla="*/ 1071563 w 2543175"/>
                <a:gd name="connsiteY89" fmla="*/ 785812 h 1890712"/>
                <a:gd name="connsiteX90" fmla="*/ 1097757 w 2543175"/>
                <a:gd name="connsiteY90" fmla="*/ 807244 h 1890712"/>
                <a:gd name="connsiteX91" fmla="*/ 1104900 w 2543175"/>
                <a:gd name="connsiteY91" fmla="*/ 814387 h 1890712"/>
                <a:gd name="connsiteX92" fmla="*/ 1121569 w 2543175"/>
                <a:gd name="connsiteY92" fmla="*/ 823912 h 1890712"/>
                <a:gd name="connsiteX93" fmla="*/ 1138238 w 2543175"/>
                <a:gd name="connsiteY93" fmla="*/ 835819 h 1890712"/>
                <a:gd name="connsiteX94" fmla="*/ 1147763 w 2543175"/>
                <a:gd name="connsiteY94" fmla="*/ 842962 h 1890712"/>
                <a:gd name="connsiteX95" fmla="*/ 1157288 w 2543175"/>
                <a:gd name="connsiteY95" fmla="*/ 847725 h 1890712"/>
                <a:gd name="connsiteX96" fmla="*/ 1178719 w 2543175"/>
                <a:gd name="connsiteY96" fmla="*/ 859631 h 1890712"/>
                <a:gd name="connsiteX97" fmla="*/ 1188244 w 2543175"/>
                <a:gd name="connsiteY97" fmla="*/ 866775 h 1890712"/>
                <a:gd name="connsiteX98" fmla="*/ 1195388 w 2543175"/>
                <a:gd name="connsiteY98" fmla="*/ 871537 h 1890712"/>
                <a:gd name="connsiteX99" fmla="*/ 1212057 w 2543175"/>
                <a:gd name="connsiteY99" fmla="*/ 883444 h 1890712"/>
                <a:gd name="connsiteX100" fmla="*/ 1226344 w 2543175"/>
                <a:gd name="connsiteY100" fmla="*/ 895350 h 1890712"/>
                <a:gd name="connsiteX101" fmla="*/ 1245394 w 2543175"/>
                <a:gd name="connsiteY101" fmla="*/ 907256 h 1890712"/>
                <a:gd name="connsiteX102" fmla="*/ 1254919 w 2543175"/>
                <a:gd name="connsiteY102" fmla="*/ 914400 h 1890712"/>
                <a:gd name="connsiteX103" fmla="*/ 1269207 w 2543175"/>
                <a:gd name="connsiteY103" fmla="*/ 921544 h 1890712"/>
                <a:gd name="connsiteX104" fmla="*/ 1290638 w 2543175"/>
                <a:gd name="connsiteY104" fmla="*/ 935831 h 1890712"/>
                <a:gd name="connsiteX105" fmla="*/ 1307307 w 2543175"/>
                <a:gd name="connsiteY105" fmla="*/ 952500 h 1890712"/>
                <a:gd name="connsiteX106" fmla="*/ 1333500 w 2543175"/>
                <a:gd name="connsiteY106" fmla="*/ 971550 h 1890712"/>
                <a:gd name="connsiteX107" fmla="*/ 1359694 w 2543175"/>
                <a:gd name="connsiteY107" fmla="*/ 990600 h 1890712"/>
                <a:gd name="connsiteX108" fmla="*/ 1373982 w 2543175"/>
                <a:gd name="connsiteY108" fmla="*/ 997744 h 1890712"/>
                <a:gd name="connsiteX109" fmla="*/ 1388269 w 2543175"/>
                <a:gd name="connsiteY109" fmla="*/ 1007269 h 1890712"/>
                <a:gd name="connsiteX110" fmla="*/ 1414463 w 2543175"/>
                <a:gd name="connsiteY110" fmla="*/ 1019175 h 1890712"/>
                <a:gd name="connsiteX111" fmla="*/ 1428750 w 2543175"/>
                <a:gd name="connsiteY111" fmla="*/ 1026319 h 1890712"/>
                <a:gd name="connsiteX112" fmla="*/ 1471613 w 2543175"/>
                <a:gd name="connsiteY112" fmla="*/ 1059656 h 1890712"/>
                <a:gd name="connsiteX113" fmla="*/ 1495425 w 2543175"/>
                <a:gd name="connsiteY113" fmla="*/ 1088231 h 1890712"/>
                <a:gd name="connsiteX114" fmla="*/ 1559719 w 2543175"/>
                <a:gd name="connsiteY114" fmla="*/ 1121569 h 1890712"/>
                <a:gd name="connsiteX115" fmla="*/ 1569244 w 2543175"/>
                <a:gd name="connsiteY115" fmla="*/ 1131094 h 1890712"/>
                <a:gd name="connsiteX116" fmla="*/ 1597819 w 2543175"/>
                <a:gd name="connsiteY116" fmla="*/ 1154906 h 1890712"/>
                <a:gd name="connsiteX117" fmla="*/ 1604963 w 2543175"/>
                <a:gd name="connsiteY117" fmla="*/ 1162050 h 1890712"/>
                <a:gd name="connsiteX118" fmla="*/ 1612107 w 2543175"/>
                <a:gd name="connsiteY118" fmla="*/ 1166812 h 1890712"/>
                <a:gd name="connsiteX119" fmla="*/ 1628775 w 2543175"/>
                <a:gd name="connsiteY119" fmla="*/ 1183481 h 1890712"/>
                <a:gd name="connsiteX120" fmla="*/ 1662113 w 2543175"/>
                <a:gd name="connsiteY120" fmla="*/ 1209675 h 1890712"/>
                <a:gd name="connsiteX121" fmla="*/ 1678782 w 2543175"/>
                <a:gd name="connsiteY121" fmla="*/ 1226344 h 1890712"/>
                <a:gd name="connsiteX122" fmla="*/ 1700213 w 2543175"/>
                <a:gd name="connsiteY122" fmla="*/ 1247775 h 1890712"/>
                <a:gd name="connsiteX123" fmla="*/ 1712119 w 2543175"/>
                <a:gd name="connsiteY123" fmla="*/ 1259681 h 1890712"/>
                <a:gd name="connsiteX124" fmla="*/ 1733550 w 2543175"/>
                <a:gd name="connsiteY124" fmla="*/ 1273969 h 1890712"/>
                <a:gd name="connsiteX125" fmla="*/ 1743075 w 2543175"/>
                <a:gd name="connsiteY125" fmla="*/ 1283494 h 1890712"/>
                <a:gd name="connsiteX126" fmla="*/ 1754982 w 2543175"/>
                <a:gd name="connsiteY126" fmla="*/ 1290637 h 1890712"/>
                <a:gd name="connsiteX127" fmla="*/ 1766888 w 2543175"/>
                <a:gd name="connsiteY127" fmla="*/ 1300162 h 1890712"/>
                <a:gd name="connsiteX128" fmla="*/ 1783557 w 2543175"/>
                <a:gd name="connsiteY128" fmla="*/ 1307306 h 1890712"/>
                <a:gd name="connsiteX129" fmla="*/ 1790700 w 2543175"/>
                <a:gd name="connsiteY129" fmla="*/ 1312069 h 1890712"/>
                <a:gd name="connsiteX130" fmla="*/ 1800225 w 2543175"/>
                <a:gd name="connsiteY130" fmla="*/ 1319212 h 1890712"/>
                <a:gd name="connsiteX131" fmla="*/ 1807369 w 2543175"/>
                <a:gd name="connsiteY131" fmla="*/ 1321594 h 1890712"/>
                <a:gd name="connsiteX132" fmla="*/ 1824038 w 2543175"/>
                <a:gd name="connsiteY132" fmla="*/ 1333500 h 1890712"/>
                <a:gd name="connsiteX133" fmla="*/ 1843088 w 2543175"/>
                <a:gd name="connsiteY133" fmla="*/ 1352550 h 1890712"/>
                <a:gd name="connsiteX134" fmla="*/ 1852613 w 2543175"/>
                <a:gd name="connsiteY134" fmla="*/ 1359694 h 1890712"/>
                <a:gd name="connsiteX135" fmla="*/ 1859757 w 2543175"/>
                <a:gd name="connsiteY135" fmla="*/ 1366837 h 1890712"/>
                <a:gd name="connsiteX136" fmla="*/ 1869282 w 2543175"/>
                <a:gd name="connsiteY136" fmla="*/ 1371600 h 1890712"/>
                <a:gd name="connsiteX137" fmla="*/ 1883569 w 2543175"/>
                <a:gd name="connsiteY137" fmla="*/ 1388269 h 1890712"/>
                <a:gd name="connsiteX138" fmla="*/ 1893094 w 2543175"/>
                <a:gd name="connsiteY138" fmla="*/ 1395412 h 1890712"/>
                <a:gd name="connsiteX139" fmla="*/ 1902619 w 2543175"/>
                <a:gd name="connsiteY139" fmla="*/ 1404937 h 1890712"/>
                <a:gd name="connsiteX140" fmla="*/ 1912144 w 2543175"/>
                <a:gd name="connsiteY140" fmla="*/ 1409700 h 1890712"/>
                <a:gd name="connsiteX141" fmla="*/ 1931194 w 2543175"/>
                <a:gd name="connsiteY141" fmla="*/ 1421606 h 1890712"/>
                <a:gd name="connsiteX142" fmla="*/ 1935957 w 2543175"/>
                <a:gd name="connsiteY142" fmla="*/ 1428750 h 1890712"/>
                <a:gd name="connsiteX143" fmla="*/ 1952625 w 2543175"/>
                <a:gd name="connsiteY143" fmla="*/ 1438275 h 1890712"/>
                <a:gd name="connsiteX144" fmla="*/ 1971675 w 2543175"/>
                <a:gd name="connsiteY144" fmla="*/ 1450181 h 1890712"/>
                <a:gd name="connsiteX145" fmla="*/ 1981200 w 2543175"/>
                <a:gd name="connsiteY145" fmla="*/ 1454944 h 1890712"/>
                <a:gd name="connsiteX146" fmla="*/ 1997869 w 2543175"/>
                <a:gd name="connsiteY146" fmla="*/ 1471612 h 1890712"/>
                <a:gd name="connsiteX147" fmla="*/ 2007394 w 2543175"/>
                <a:gd name="connsiteY147" fmla="*/ 1478756 h 1890712"/>
                <a:gd name="connsiteX148" fmla="*/ 2016919 w 2543175"/>
                <a:gd name="connsiteY148" fmla="*/ 1483519 h 1890712"/>
                <a:gd name="connsiteX149" fmla="*/ 2024063 w 2543175"/>
                <a:gd name="connsiteY149" fmla="*/ 1490662 h 1890712"/>
                <a:gd name="connsiteX150" fmla="*/ 2033588 w 2543175"/>
                <a:gd name="connsiteY150" fmla="*/ 1495425 h 1890712"/>
                <a:gd name="connsiteX151" fmla="*/ 2040732 w 2543175"/>
                <a:gd name="connsiteY151" fmla="*/ 1502569 h 1890712"/>
                <a:gd name="connsiteX152" fmla="*/ 2047875 w 2543175"/>
                <a:gd name="connsiteY152" fmla="*/ 1507331 h 1890712"/>
                <a:gd name="connsiteX153" fmla="*/ 2057400 w 2543175"/>
                <a:gd name="connsiteY153" fmla="*/ 1514475 h 1890712"/>
                <a:gd name="connsiteX154" fmla="*/ 2064544 w 2543175"/>
                <a:gd name="connsiteY154" fmla="*/ 1519237 h 1890712"/>
                <a:gd name="connsiteX155" fmla="*/ 2071688 w 2543175"/>
                <a:gd name="connsiteY155" fmla="*/ 1526381 h 1890712"/>
                <a:gd name="connsiteX156" fmla="*/ 2081213 w 2543175"/>
                <a:gd name="connsiteY156" fmla="*/ 1531144 h 1890712"/>
                <a:gd name="connsiteX157" fmla="*/ 2090738 w 2543175"/>
                <a:gd name="connsiteY157" fmla="*/ 1538287 h 1890712"/>
                <a:gd name="connsiteX158" fmla="*/ 2109788 w 2543175"/>
                <a:gd name="connsiteY158" fmla="*/ 1547812 h 1890712"/>
                <a:gd name="connsiteX159" fmla="*/ 2131219 w 2543175"/>
                <a:gd name="connsiteY159" fmla="*/ 1562100 h 1890712"/>
                <a:gd name="connsiteX160" fmla="*/ 2140744 w 2543175"/>
                <a:gd name="connsiteY160" fmla="*/ 1566862 h 1890712"/>
                <a:gd name="connsiteX161" fmla="*/ 2152650 w 2543175"/>
                <a:gd name="connsiteY161" fmla="*/ 1576387 h 1890712"/>
                <a:gd name="connsiteX162" fmla="*/ 2181225 w 2543175"/>
                <a:gd name="connsiteY162" fmla="*/ 1590675 h 1890712"/>
                <a:gd name="connsiteX163" fmla="*/ 2200275 w 2543175"/>
                <a:gd name="connsiteY163" fmla="*/ 1607344 h 1890712"/>
                <a:gd name="connsiteX164" fmla="*/ 2207419 w 2543175"/>
                <a:gd name="connsiteY164" fmla="*/ 1612106 h 1890712"/>
                <a:gd name="connsiteX165" fmla="*/ 2216944 w 2543175"/>
                <a:gd name="connsiteY165" fmla="*/ 1619250 h 1890712"/>
                <a:gd name="connsiteX166" fmla="*/ 2224088 w 2543175"/>
                <a:gd name="connsiteY166" fmla="*/ 1624012 h 1890712"/>
                <a:gd name="connsiteX167" fmla="*/ 2247900 w 2543175"/>
                <a:gd name="connsiteY167" fmla="*/ 1643062 h 1890712"/>
                <a:gd name="connsiteX168" fmla="*/ 2255044 w 2543175"/>
                <a:gd name="connsiteY168" fmla="*/ 1650206 h 1890712"/>
                <a:gd name="connsiteX169" fmla="*/ 2281238 w 2543175"/>
                <a:gd name="connsiteY169" fmla="*/ 1664494 h 1890712"/>
                <a:gd name="connsiteX170" fmla="*/ 2297907 w 2543175"/>
                <a:gd name="connsiteY170" fmla="*/ 1674019 h 1890712"/>
                <a:gd name="connsiteX171" fmla="*/ 2305050 w 2543175"/>
                <a:gd name="connsiteY171" fmla="*/ 1678781 h 1890712"/>
                <a:gd name="connsiteX172" fmla="*/ 2312194 w 2543175"/>
                <a:gd name="connsiteY172" fmla="*/ 1685925 h 1890712"/>
                <a:gd name="connsiteX173" fmla="*/ 2321719 w 2543175"/>
                <a:gd name="connsiteY173" fmla="*/ 1690687 h 1890712"/>
                <a:gd name="connsiteX174" fmla="*/ 2328863 w 2543175"/>
                <a:gd name="connsiteY174" fmla="*/ 1697831 h 1890712"/>
                <a:gd name="connsiteX175" fmla="*/ 2350294 w 2543175"/>
                <a:gd name="connsiteY175" fmla="*/ 1712119 h 1890712"/>
                <a:gd name="connsiteX176" fmla="*/ 2359819 w 2543175"/>
                <a:gd name="connsiteY176" fmla="*/ 1719262 h 1890712"/>
                <a:gd name="connsiteX177" fmla="*/ 2369344 w 2543175"/>
                <a:gd name="connsiteY177" fmla="*/ 1724025 h 1890712"/>
                <a:gd name="connsiteX178" fmla="*/ 2376488 w 2543175"/>
                <a:gd name="connsiteY178" fmla="*/ 1731169 h 1890712"/>
                <a:gd name="connsiteX179" fmla="*/ 2402682 w 2543175"/>
                <a:gd name="connsiteY179" fmla="*/ 1747837 h 1890712"/>
                <a:gd name="connsiteX180" fmla="*/ 2450307 w 2543175"/>
                <a:gd name="connsiteY180" fmla="*/ 1769269 h 1890712"/>
                <a:gd name="connsiteX181" fmla="*/ 2466975 w 2543175"/>
                <a:gd name="connsiteY181" fmla="*/ 1783556 h 1890712"/>
                <a:gd name="connsiteX182" fmla="*/ 2481263 w 2543175"/>
                <a:gd name="connsiteY182" fmla="*/ 1795462 h 1890712"/>
                <a:gd name="connsiteX183" fmla="*/ 2486025 w 2543175"/>
                <a:gd name="connsiteY183" fmla="*/ 1802606 h 1890712"/>
                <a:gd name="connsiteX184" fmla="*/ 2493169 w 2543175"/>
                <a:gd name="connsiteY184" fmla="*/ 1807369 h 1890712"/>
                <a:gd name="connsiteX185" fmla="*/ 2495550 w 2543175"/>
                <a:gd name="connsiteY185" fmla="*/ 1816894 h 1890712"/>
                <a:gd name="connsiteX186" fmla="*/ 2497932 w 2543175"/>
                <a:gd name="connsiteY186" fmla="*/ 1824037 h 1890712"/>
                <a:gd name="connsiteX187" fmla="*/ 2514600 w 2543175"/>
                <a:gd name="connsiteY187" fmla="*/ 1850231 h 1890712"/>
                <a:gd name="connsiteX188" fmla="*/ 2519363 w 2543175"/>
                <a:gd name="connsiteY188" fmla="*/ 1857375 h 1890712"/>
                <a:gd name="connsiteX189" fmla="*/ 2540794 w 2543175"/>
                <a:gd name="connsiteY189" fmla="*/ 1883569 h 1890712"/>
                <a:gd name="connsiteX190" fmla="*/ 2543175 w 2543175"/>
                <a:gd name="connsiteY190" fmla="*/ 1890712 h 1890712"/>
                <a:gd name="connsiteX0" fmla="*/ 0 w 2543175"/>
                <a:gd name="connsiteY0" fmla="*/ 0 h 1890712"/>
                <a:gd name="connsiteX1" fmla="*/ 11907 w 2543175"/>
                <a:gd name="connsiteY1" fmla="*/ 11906 h 1890712"/>
                <a:gd name="connsiteX2" fmla="*/ 21432 w 2543175"/>
                <a:gd name="connsiteY2" fmla="*/ 16669 h 1890712"/>
                <a:gd name="connsiteX3" fmla="*/ 23813 w 2543175"/>
                <a:gd name="connsiteY3" fmla="*/ 23812 h 1890712"/>
                <a:gd name="connsiteX4" fmla="*/ 33338 w 2543175"/>
                <a:gd name="connsiteY4" fmla="*/ 33337 h 1890712"/>
                <a:gd name="connsiteX5" fmla="*/ 40482 w 2543175"/>
                <a:gd name="connsiteY5" fmla="*/ 42862 h 1890712"/>
                <a:gd name="connsiteX6" fmla="*/ 47625 w 2543175"/>
                <a:gd name="connsiteY6" fmla="*/ 47625 h 1890712"/>
                <a:gd name="connsiteX7" fmla="*/ 57150 w 2543175"/>
                <a:gd name="connsiteY7" fmla="*/ 54769 h 1890712"/>
                <a:gd name="connsiteX8" fmla="*/ 64294 w 2543175"/>
                <a:gd name="connsiteY8" fmla="*/ 59531 h 1890712"/>
                <a:gd name="connsiteX9" fmla="*/ 83344 w 2543175"/>
                <a:gd name="connsiteY9" fmla="*/ 73819 h 1890712"/>
                <a:gd name="connsiteX10" fmla="*/ 97632 w 2543175"/>
                <a:gd name="connsiteY10" fmla="*/ 80962 h 1890712"/>
                <a:gd name="connsiteX11" fmla="*/ 104775 w 2543175"/>
                <a:gd name="connsiteY11" fmla="*/ 85725 h 1890712"/>
                <a:gd name="connsiteX12" fmla="*/ 114300 w 2543175"/>
                <a:gd name="connsiteY12" fmla="*/ 95250 h 1890712"/>
                <a:gd name="connsiteX13" fmla="*/ 123825 w 2543175"/>
                <a:gd name="connsiteY13" fmla="*/ 97631 h 1890712"/>
                <a:gd name="connsiteX14" fmla="*/ 130969 w 2543175"/>
                <a:gd name="connsiteY14" fmla="*/ 104775 h 1890712"/>
                <a:gd name="connsiteX15" fmla="*/ 140494 w 2543175"/>
                <a:gd name="connsiteY15" fmla="*/ 111919 h 1890712"/>
                <a:gd name="connsiteX16" fmla="*/ 147638 w 2543175"/>
                <a:gd name="connsiteY16" fmla="*/ 116681 h 1890712"/>
                <a:gd name="connsiteX17" fmla="*/ 164307 w 2543175"/>
                <a:gd name="connsiteY17" fmla="*/ 128587 h 1890712"/>
                <a:gd name="connsiteX18" fmla="*/ 180975 w 2543175"/>
                <a:gd name="connsiteY18" fmla="*/ 140494 h 1890712"/>
                <a:gd name="connsiteX19" fmla="*/ 197644 w 2543175"/>
                <a:gd name="connsiteY19" fmla="*/ 152400 h 1890712"/>
                <a:gd name="connsiteX20" fmla="*/ 204788 w 2543175"/>
                <a:gd name="connsiteY20" fmla="*/ 157162 h 1890712"/>
                <a:gd name="connsiteX21" fmla="*/ 214313 w 2543175"/>
                <a:gd name="connsiteY21" fmla="*/ 164306 h 1890712"/>
                <a:gd name="connsiteX22" fmla="*/ 230982 w 2543175"/>
                <a:gd name="connsiteY22" fmla="*/ 180975 h 1890712"/>
                <a:gd name="connsiteX23" fmla="*/ 247650 w 2543175"/>
                <a:gd name="connsiteY23" fmla="*/ 185737 h 1890712"/>
                <a:gd name="connsiteX24" fmla="*/ 259557 w 2543175"/>
                <a:gd name="connsiteY24" fmla="*/ 188119 h 1890712"/>
                <a:gd name="connsiteX25" fmla="*/ 266700 w 2543175"/>
                <a:gd name="connsiteY25" fmla="*/ 190500 h 1890712"/>
                <a:gd name="connsiteX26" fmla="*/ 283369 w 2543175"/>
                <a:gd name="connsiteY26" fmla="*/ 192881 h 1890712"/>
                <a:gd name="connsiteX27" fmla="*/ 302419 w 2543175"/>
                <a:gd name="connsiteY27" fmla="*/ 204787 h 1890712"/>
                <a:gd name="connsiteX28" fmla="*/ 309563 w 2543175"/>
                <a:gd name="connsiteY28" fmla="*/ 209550 h 1890712"/>
                <a:gd name="connsiteX29" fmla="*/ 319088 w 2543175"/>
                <a:gd name="connsiteY29" fmla="*/ 219075 h 1890712"/>
                <a:gd name="connsiteX30" fmla="*/ 333375 w 2543175"/>
                <a:gd name="connsiteY30" fmla="*/ 228600 h 1890712"/>
                <a:gd name="connsiteX31" fmla="*/ 340519 w 2543175"/>
                <a:gd name="connsiteY31" fmla="*/ 233362 h 1890712"/>
                <a:gd name="connsiteX32" fmla="*/ 354807 w 2543175"/>
                <a:gd name="connsiteY32" fmla="*/ 247650 h 1890712"/>
                <a:gd name="connsiteX33" fmla="*/ 366713 w 2543175"/>
                <a:gd name="connsiteY33" fmla="*/ 264319 h 1890712"/>
                <a:gd name="connsiteX34" fmla="*/ 371475 w 2543175"/>
                <a:gd name="connsiteY34" fmla="*/ 271462 h 1890712"/>
                <a:gd name="connsiteX35" fmla="*/ 378619 w 2543175"/>
                <a:gd name="connsiteY35" fmla="*/ 276225 h 1890712"/>
                <a:gd name="connsiteX36" fmla="*/ 385763 w 2543175"/>
                <a:gd name="connsiteY36" fmla="*/ 283369 h 1890712"/>
                <a:gd name="connsiteX37" fmla="*/ 395288 w 2543175"/>
                <a:gd name="connsiteY37" fmla="*/ 288131 h 1890712"/>
                <a:gd name="connsiteX38" fmla="*/ 404813 w 2543175"/>
                <a:gd name="connsiteY38" fmla="*/ 295275 h 1890712"/>
                <a:gd name="connsiteX39" fmla="*/ 411957 w 2543175"/>
                <a:gd name="connsiteY39" fmla="*/ 297656 h 1890712"/>
                <a:gd name="connsiteX40" fmla="*/ 421482 w 2543175"/>
                <a:gd name="connsiteY40" fmla="*/ 302419 h 1890712"/>
                <a:gd name="connsiteX41" fmla="*/ 447675 w 2543175"/>
                <a:gd name="connsiteY41" fmla="*/ 307181 h 1890712"/>
                <a:gd name="connsiteX42" fmla="*/ 461963 w 2543175"/>
                <a:gd name="connsiteY42" fmla="*/ 321469 h 1890712"/>
                <a:gd name="connsiteX43" fmla="*/ 466725 w 2543175"/>
                <a:gd name="connsiteY43" fmla="*/ 328612 h 1890712"/>
                <a:gd name="connsiteX44" fmla="*/ 476250 w 2543175"/>
                <a:gd name="connsiteY44" fmla="*/ 335756 h 1890712"/>
                <a:gd name="connsiteX45" fmla="*/ 481013 w 2543175"/>
                <a:gd name="connsiteY45" fmla="*/ 342900 h 1890712"/>
                <a:gd name="connsiteX46" fmla="*/ 490538 w 2543175"/>
                <a:gd name="connsiteY46" fmla="*/ 352425 h 1890712"/>
                <a:gd name="connsiteX47" fmla="*/ 495300 w 2543175"/>
                <a:gd name="connsiteY47" fmla="*/ 359569 h 1890712"/>
                <a:gd name="connsiteX48" fmla="*/ 509588 w 2543175"/>
                <a:gd name="connsiteY48" fmla="*/ 376237 h 1890712"/>
                <a:gd name="connsiteX49" fmla="*/ 514350 w 2543175"/>
                <a:gd name="connsiteY49" fmla="*/ 383381 h 1890712"/>
                <a:gd name="connsiteX50" fmla="*/ 531019 w 2543175"/>
                <a:gd name="connsiteY50" fmla="*/ 397669 h 1890712"/>
                <a:gd name="connsiteX51" fmla="*/ 538163 w 2543175"/>
                <a:gd name="connsiteY51" fmla="*/ 407194 h 1890712"/>
                <a:gd name="connsiteX52" fmla="*/ 554832 w 2543175"/>
                <a:gd name="connsiteY52" fmla="*/ 421481 h 1890712"/>
                <a:gd name="connsiteX53" fmla="*/ 564357 w 2543175"/>
                <a:gd name="connsiteY53" fmla="*/ 431006 h 1890712"/>
                <a:gd name="connsiteX54" fmla="*/ 573882 w 2543175"/>
                <a:gd name="connsiteY54" fmla="*/ 438150 h 1890712"/>
                <a:gd name="connsiteX55" fmla="*/ 595313 w 2543175"/>
                <a:gd name="connsiteY55" fmla="*/ 454819 h 1890712"/>
                <a:gd name="connsiteX56" fmla="*/ 602457 w 2543175"/>
                <a:gd name="connsiteY56" fmla="*/ 457200 h 1890712"/>
                <a:gd name="connsiteX57" fmla="*/ 628650 w 2543175"/>
                <a:gd name="connsiteY57" fmla="*/ 469106 h 1890712"/>
                <a:gd name="connsiteX58" fmla="*/ 645319 w 2543175"/>
                <a:gd name="connsiteY58" fmla="*/ 483394 h 1890712"/>
                <a:gd name="connsiteX59" fmla="*/ 654844 w 2543175"/>
                <a:gd name="connsiteY59" fmla="*/ 488156 h 1890712"/>
                <a:gd name="connsiteX60" fmla="*/ 661988 w 2543175"/>
                <a:gd name="connsiteY60" fmla="*/ 497681 h 1890712"/>
                <a:gd name="connsiteX61" fmla="*/ 683419 w 2543175"/>
                <a:gd name="connsiteY61" fmla="*/ 514350 h 1890712"/>
                <a:gd name="connsiteX62" fmla="*/ 700088 w 2543175"/>
                <a:gd name="connsiteY62" fmla="*/ 526256 h 1890712"/>
                <a:gd name="connsiteX63" fmla="*/ 709613 w 2543175"/>
                <a:gd name="connsiteY63" fmla="*/ 535781 h 1890712"/>
                <a:gd name="connsiteX64" fmla="*/ 719138 w 2543175"/>
                <a:gd name="connsiteY64" fmla="*/ 542925 h 1890712"/>
                <a:gd name="connsiteX65" fmla="*/ 733425 w 2543175"/>
                <a:gd name="connsiteY65" fmla="*/ 557212 h 1890712"/>
                <a:gd name="connsiteX66" fmla="*/ 750094 w 2543175"/>
                <a:gd name="connsiteY66" fmla="*/ 569119 h 1890712"/>
                <a:gd name="connsiteX67" fmla="*/ 769144 w 2543175"/>
                <a:gd name="connsiteY67" fmla="*/ 581025 h 1890712"/>
                <a:gd name="connsiteX68" fmla="*/ 785813 w 2543175"/>
                <a:gd name="connsiteY68" fmla="*/ 590550 h 1890712"/>
                <a:gd name="connsiteX69" fmla="*/ 792957 w 2543175"/>
                <a:gd name="connsiteY69" fmla="*/ 600075 h 1890712"/>
                <a:gd name="connsiteX70" fmla="*/ 809625 w 2543175"/>
                <a:gd name="connsiteY70" fmla="*/ 611981 h 1890712"/>
                <a:gd name="connsiteX71" fmla="*/ 816769 w 2543175"/>
                <a:gd name="connsiteY71" fmla="*/ 619125 h 1890712"/>
                <a:gd name="connsiteX72" fmla="*/ 826294 w 2543175"/>
                <a:gd name="connsiteY72" fmla="*/ 626269 h 1890712"/>
                <a:gd name="connsiteX73" fmla="*/ 840582 w 2543175"/>
                <a:gd name="connsiteY73" fmla="*/ 638175 h 1890712"/>
                <a:gd name="connsiteX74" fmla="*/ 847725 w 2543175"/>
                <a:gd name="connsiteY74" fmla="*/ 645319 h 1890712"/>
                <a:gd name="connsiteX75" fmla="*/ 857250 w 2543175"/>
                <a:gd name="connsiteY75" fmla="*/ 652462 h 1890712"/>
                <a:gd name="connsiteX76" fmla="*/ 864394 w 2543175"/>
                <a:gd name="connsiteY76" fmla="*/ 657225 h 1890712"/>
                <a:gd name="connsiteX77" fmla="*/ 888207 w 2543175"/>
                <a:gd name="connsiteY77" fmla="*/ 676275 h 1890712"/>
                <a:gd name="connsiteX78" fmla="*/ 895350 w 2543175"/>
                <a:gd name="connsiteY78" fmla="*/ 681037 h 1890712"/>
                <a:gd name="connsiteX79" fmla="*/ 907257 w 2543175"/>
                <a:gd name="connsiteY79" fmla="*/ 683419 h 1890712"/>
                <a:gd name="connsiteX80" fmla="*/ 928688 w 2543175"/>
                <a:gd name="connsiteY80" fmla="*/ 695325 h 1890712"/>
                <a:gd name="connsiteX81" fmla="*/ 942975 w 2543175"/>
                <a:gd name="connsiteY81" fmla="*/ 700087 h 1890712"/>
                <a:gd name="connsiteX82" fmla="*/ 964407 w 2543175"/>
                <a:gd name="connsiteY82" fmla="*/ 716756 h 1890712"/>
                <a:gd name="connsiteX83" fmla="*/ 971550 w 2543175"/>
                <a:gd name="connsiteY83" fmla="*/ 723900 h 1890712"/>
                <a:gd name="connsiteX84" fmla="*/ 983457 w 2543175"/>
                <a:gd name="connsiteY84" fmla="*/ 733425 h 1890712"/>
                <a:gd name="connsiteX85" fmla="*/ 990600 w 2543175"/>
                <a:gd name="connsiteY85" fmla="*/ 738187 h 1890712"/>
                <a:gd name="connsiteX86" fmla="*/ 1007269 w 2543175"/>
                <a:gd name="connsiteY86" fmla="*/ 752475 h 1890712"/>
                <a:gd name="connsiteX87" fmla="*/ 1031082 w 2543175"/>
                <a:gd name="connsiteY87" fmla="*/ 766762 h 1890712"/>
                <a:gd name="connsiteX88" fmla="*/ 1042988 w 2543175"/>
                <a:gd name="connsiteY88" fmla="*/ 773906 h 1890712"/>
                <a:gd name="connsiteX89" fmla="*/ 1071563 w 2543175"/>
                <a:gd name="connsiteY89" fmla="*/ 785812 h 1890712"/>
                <a:gd name="connsiteX90" fmla="*/ 1097757 w 2543175"/>
                <a:gd name="connsiteY90" fmla="*/ 807244 h 1890712"/>
                <a:gd name="connsiteX91" fmla="*/ 1104900 w 2543175"/>
                <a:gd name="connsiteY91" fmla="*/ 814387 h 1890712"/>
                <a:gd name="connsiteX92" fmla="*/ 1121569 w 2543175"/>
                <a:gd name="connsiteY92" fmla="*/ 823912 h 1890712"/>
                <a:gd name="connsiteX93" fmla="*/ 1138238 w 2543175"/>
                <a:gd name="connsiteY93" fmla="*/ 835819 h 1890712"/>
                <a:gd name="connsiteX94" fmla="*/ 1147763 w 2543175"/>
                <a:gd name="connsiteY94" fmla="*/ 842962 h 1890712"/>
                <a:gd name="connsiteX95" fmla="*/ 1157288 w 2543175"/>
                <a:gd name="connsiteY95" fmla="*/ 847725 h 1890712"/>
                <a:gd name="connsiteX96" fmla="*/ 1178719 w 2543175"/>
                <a:gd name="connsiteY96" fmla="*/ 859631 h 1890712"/>
                <a:gd name="connsiteX97" fmla="*/ 1188244 w 2543175"/>
                <a:gd name="connsiteY97" fmla="*/ 866775 h 1890712"/>
                <a:gd name="connsiteX98" fmla="*/ 1195388 w 2543175"/>
                <a:gd name="connsiteY98" fmla="*/ 871537 h 1890712"/>
                <a:gd name="connsiteX99" fmla="*/ 1212057 w 2543175"/>
                <a:gd name="connsiteY99" fmla="*/ 883444 h 1890712"/>
                <a:gd name="connsiteX100" fmla="*/ 1226344 w 2543175"/>
                <a:gd name="connsiteY100" fmla="*/ 895350 h 1890712"/>
                <a:gd name="connsiteX101" fmla="*/ 1245394 w 2543175"/>
                <a:gd name="connsiteY101" fmla="*/ 907256 h 1890712"/>
                <a:gd name="connsiteX102" fmla="*/ 1254919 w 2543175"/>
                <a:gd name="connsiteY102" fmla="*/ 914400 h 1890712"/>
                <a:gd name="connsiteX103" fmla="*/ 1269207 w 2543175"/>
                <a:gd name="connsiteY103" fmla="*/ 921544 h 1890712"/>
                <a:gd name="connsiteX104" fmla="*/ 1290638 w 2543175"/>
                <a:gd name="connsiteY104" fmla="*/ 935831 h 1890712"/>
                <a:gd name="connsiteX105" fmla="*/ 1307307 w 2543175"/>
                <a:gd name="connsiteY105" fmla="*/ 952500 h 1890712"/>
                <a:gd name="connsiteX106" fmla="*/ 1333500 w 2543175"/>
                <a:gd name="connsiteY106" fmla="*/ 971550 h 1890712"/>
                <a:gd name="connsiteX107" fmla="*/ 1359694 w 2543175"/>
                <a:gd name="connsiteY107" fmla="*/ 990600 h 1890712"/>
                <a:gd name="connsiteX108" fmla="*/ 1373982 w 2543175"/>
                <a:gd name="connsiteY108" fmla="*/ 997744 h 1890712"/>
                <a:gd name="connsiteX109" fmla="*/ 1388269 w 2543175"/>
                <a:gd name="connsiteY109" fmla="*/ 1007269 h 1890712"/>
                <a:gd name="connsiteX110" fmla="*/ 1414463 w 2543175"/>
                <a:gd name="connsiteY110" fmla="*/ 1019175 h 1890712"/>
                <a:gd name="connsiteX111" fmla="*/ 1428750 w 2543175"/>
                <a:gd name="connsiteY111" fmla="*/ 1026319 h 1890712"/>
                <a:gd name="connsiteX112" fmla="*/ 1471613 w 2543175"/>
                <a:gd name="connsiteY112" fmla="*/ 1059656 h 1890712"/>
                <a:gd name="connsiteX113" fmla="*/ 1495425 w 2543175"/>
                <a:gd name="connsiteY113" fmla="*/ 1088231 h 1890712"/>
                <a:gd name="connsiteX114" fmla="*/ 1559719 w 2543175"/>
                <a:gd name="connsiteY114" fmla="*/ 1121569 h 1890712"/>
                <a:gd name="connsiteX115" fmla="*/ 1550194 w 2543175"/>
                <a:gd name="connsiteY115" fmla="*/ 1135856 h 1890712"/>
                <a:gd name="connsiteX116" fmla="*/ 1597819 w 2543175"/>
                <a:gd name="connsiteY116" fmla="*/ 1154906 h 1890712"/>
                <a:gd name="connsiteX117" fmla="*/ 1604963 w 2543175"/>
                <a:gd name="connsiteY117" fmla="*/ 1162050 h 1890712"/>
                <a:gd name="connsiteX118" fmla="*/ 1612107 w 2543175"/>
                <a:gd name="connsiteY118" fmla="*/ 1166812 h 1890712"/>
                <a:gd name="connsiteX119" fmla="*/ 1628775 w 2543175"/>
                <a:gd name="connsiteY119" fmla="*/ 1183481 h 1890712"/>
                <a:gd name="connsiteX120" fmla="*/ 1662113 w 2543175"/>
                <a:gd name="connsiteY120" fmla="*/ 1209675 h 1890712"/>
                <a:gd name="connsiteX121" fmla="*/ 1678782 w 2543175"/>
                <a:gd name="connsiteY121" fmla="*/ 1226344 h 1890712"/>
                <a:gd name="connsiteX122" fmla="*/ 1700213 w 2543175"/>
                <a:gd name="connsiteY122" fmla="*/ 1247775 h 1890712"/>
                <a:gd name="connsiteX123" fmla="*/ 1712119 w 2543175"/>
                <a:gd name="connsiteY123" fmla="*/ 1259681 h 1890712"/>
                <a:gd name="connsiteX124" fmla="*/ 1733550 w 2543175"/>
                <a:gd name="connsiteY124" fmla="*/ 1273969 h 1890712"/>
                <a:gd name="connsiteX125" fmla="*/ 1743075 w 2543175"/>
                <a:gd name="connsiteY125" fmla="*/ 1283494 h 1890712"/>
                <a:gd name="connsiteX126" fmla="*/ 1754982 w 2543175"/>
                <a:gd name="connsiteY126" fmla="*/ 1290637 h 1890712"/>
                <a:gd name="connsiteX127" fmla="*/ 1766888 w 2543175"/>
                <a:gd name="connsiteY127" fmla="*/ 1300162 h 1890712"/>
                <a:gd name="connsiteX128" fmla="*/ 1783557 w 2543175"/>
                <a:gd name="connsiteY128" fmla="*/ 1307306 h 1890712"/>
                <a:gd name="connsiteX129" fmla="*/ 1790700 w 2543175"/>
                <a:gd name="connsiteY129" fmla="*/ 1312069 h 1890712"/>
                <a:gd name="connsiteX130" fmla="*/ 1800225 w 2543175"/>
                <a:gd name="connsiteY130" fmla="*/ 1319212 h 1890712"/>
                <a:gd name="connsiteX131" fmla="*/ 1807369 w 2543175"/>
                <a:gd name="connsiteY131" fmla="*/ 1321594 h 1890712"/>
                <a:gd name="connsiteX132" fmla="*/ 1824038 w 2543175"/>
                <a:gd name="connsiteY132" fmla="*/ 1333500 h 1890712"/>
                <a:gd name="connsiteX133" fmla="*/ 1843088 w 2543175"/>
                <a:gd name="connsiteY133" fmla="*/ 1352550 h 1890712"/>
                <a:gd name="connsiteX134" fmla="*/ 1852613 w 2543175"/>
                <a:gd name="connsiteY134" fmla="*/ 1359694 h 1890712"/>
                <a:gd name="connsiteX135" fmla="*/ 1859757 w 2543175"/>
                <a:gd name="connsiteY135" fmla="*/ 1366837 h 1890712"/>
                <a:gd name="connsiteX136" fmla="*/ 1869282 w 2543175"/>
                <a:gd name="connsiteY136" fmla="*/ 1371600 h 1890712"/>
                <a:gd name="connsiteX137" fmla="*/ 1883569 w 2543175"/>
                <a:gd name="connsiteY137" fmla="*/ 1388269 h 1890712"/>
                <a:gd name="connsiteX138" fmla="*/ 1893094 w 2543175"/>
                <a:gd name="connsiteY138" fmla="*/ 1395412 h 1890712"/>
                <a:gd name="connsiteX139" fmla="*/ 1902619 w 2543175"/>
                <a:gd name="connsiteY139" fmla="*/ 1404937 h 1890712"/>
                <a:gd name="connsiteX140" fmla="*/ 1912144 w 2543175"/>
                <a:gd name="connsiteY140" fmla="*/ 1409700 h 1890712"/>
                <a:gd name="connsiteX141" fmla="*/ 1931194 w 2543175"/>
                <a:gd name="connsiteY141" fmla="*/ 1421606 h 1890712"/>
                <a:gd name="connsiteX142" fmla="*/ 1935957 w 2543175"/>
                <a:gd name="connsiteY142" fmla="*/ 1428750 h 1890712"/>
                <a:gd name="connsiteX143" fmla="*/ 1952625 w 2543175"/>
                <a:gd name="connsiteY143" fmla="*/ 1438275 h 1890712"/>
                <a:gd name="connsiteX144" fmla="*/ 1971675 w 2543175"/>
                <a:gd name="connsiteY144" fmla="*/ 1450181 h 1890712"/>
                <a:gd name="connsiteX145" fmla="*/ 1981200 w 2543175"/>
                <a:gd name="connsiteY145" fmla="*/ 1454944 h 1890712"/>
                <a:gd name="connsiteX146" fmla="*/ 1997869 w 2543175"/>
                <a:gd name="connsiteY146" fmla="*/ 1471612 h 1890712"/>
                <a:gd name="connsiteX147" fmla="*/ 2007394 w 2543175"/>
                <a:gd name="connsiteY147" fmla="*/ 1478756 h 1890712"/>
                <a:gd name="connsiteX148" fmla="*/ 2016919 w 2543175"/>
                <a:gd name="connsiteY148" fmla="*/ 1483519 h 1890712"/>
                <a:gd name="connsiteX149" fmla="*/ 2024063 w 2543175"/>
                <a:gd name="connsiteY149" fmla="*/ 1490662 h 1890712"/>
                <a:gd name="connsiteX150" fmla="*/ 2033588 w 2543175"/>
                <a:gd name="connsiteY150" fmla="*/ 1495425 h 1890712"/>
                <a:gd name="connsiteX151" fmla="*/ 2040732 w 2543175"/>
                <a:gd name="connsiteY151" fmla="*/ 1502569 h 1890712"/>
                <a:gd name="connsiteX152" fmla="*/ 2047875 w 2543175"/>
                <a:gd name="connsiteY152" fmla="*/ 1507331 h 1890712"/>
                <a:gd name="connsiteX153" fmla="*/ 2057400 w 2543175"/>
                <a:gd name="connsiteY153" fmla="*/ 1514475 h 1890712"/>
                <a:gd name="connsiteX154" fmla="*/ 2064544 w 2543175"/>
                <a:gd name="connsiteY154" fmla="*/ 1519237 h 1890712"/>
                <a:gd name="connsiteX155" fmla="*/ 2071688 w 2543175"/>
                <a:gd name="connsiteY155" fmla="*/ 1526381 h 1890712"/>
                <a:gd name="connsiteX156" fmla="*/ 2081213 w 2543175"/>
                <a:gd name="connsiteY156" fmla="*/ 1531144 h 1890712"/>
                <a:gd name="connsiteX157" fmla="*/ 2090738 w 2543175"/>
                <a:gd name="connsiteY157" fmla="*/ 1538287 h 1890712"/>
                <a:gd name="connsiteX158" fmla="*/ 2109788 w 2543175"/>
                <a:gd name="connsiteY158" fmla="*/ 1547812 h 1890712"/>
                <a:gd name="connsiteX159" fmla="*/ 2131219 w 2543175"/>
                <a:gd name="connsiteY159" fmla="*/ 1562100 h 1890712"/>
                <a:gd name="connsiteX160" fmla="*/ 2140744 w 2543175"/>
                <a:gd name="connsiteY160" fmla="*/ 1566862 h 1890712"/>
                <a:gd name="connsiteX161" fmla="*/ 2152650 w 2543175"/>
                <a:gd name="connsiteY161" fmla="*/ 1576387 h 1890712"/>
                <a:gd name="connsiteX162" fmla="*/ 2181225 w 2543175"/>
                <a:gd name="connsiteY162" fmla="*/ 1590675 h 1890712"/>
                <a:gd name="connsiteX163" fmla="*/ 2200275 w 2543175"/>
                <a:gd name="connsiteY163" fmla="*/ 1607344 h 1890712"/>
                <a:gd name="connsiteX164" fmla="*/ 2207419 w 2543175"/>
                <a:gd name="connsiteY164" fmla="*/ 1612106 h 1890712"/>
                <a:gd name="connsiteX165" fmla="*/ 2216944 w 2543175"/>
                <a:gd name="connsiteY165" fmla="*/ 1619250 h 1890712"/>
                <a:gd name="connsiteX166" fmla="*/ 2224088 w 2543175"/>
                <a:gd name="connsiteY166" fmla="*/ 1624012 h 1890712"/>
                <a:gd name="connsiteX167" fmla="*/ 2247900 w 2543175"/>
                <a:gd name="connsiteY167" fmla="*/ 1643062 h 1890712"/>
                <a:gd name="connsiteX168" fmla="*/ 2255044 w 2543175"/>
                <a:gd name="connsiteY168" fmla="*/ 1650206 h 1890712"/>
                <a:gd name="connsiteX169" fmla="*/ 2281238 w 2543175"/>
                <a:gd name="connsiteY169" fmla="*/ 1664494 h 1890712"/>
                <a:gd name="connsiteX170" fmla="*/ 2297907 w 2543175"/>
                <a:gd name="connsiteY170" fmla="*/ 1674019 h 1890712"/>
                <a:gd name="connsiteX171" fmla="*/ 2305050 w 2543175"/>
                <a:gd name="connsiteY171" fmla="*/ 1678781 h 1890712"/>
                <a:gd name="connsiteX172" fmla="*/ 2312194 w 2543175"/>
                <a:gd name="connsiteY172" fmla="*/ 1685925 h 1890712"/>
                <a:gd name="connsiteX173" fmla="*/ 2321719 w 2543175"/>
                <a:gd name="connsiteY173" fmla="*/ 1690687 h 1890712"/>
                <a:gd name="connsiteX174" fmla="*/ 2328863 w 2543175"/>
                <a:gd name="connsiteY174" fmla="*/ 1697831 h 1890712"/>
                <a:gd name="connsiteX175" fmla="*/ 2350294 w 2543175"/>
                <a:gd name="connsiteY175" fmla="*/ 1712119 h 1890712"/>
                <a:gd name="connsiteX176" fmla="*/ 2359819 w 2543175"/>
                <a:gd name="connsiteY176" fmla="*/ 1719262 h 1890712"/>
                <a:gd name="connsiteX177" fmla="*/ 2369344 w 2543175"/>
                <a:gd name="connsiteY177" fmla="*/ 1724025 h 1890712"/>
                <a:gd name="connsiteX178" fmla="*/ 2376488 w 2543175"/>
                <a:gd name="connsiteY178" fmla="*/ 1731169 h 1890712"/>
                <a:gd name="connsiteX179" fmla="*/ 2402682 w 2543175"/>
                <a:gd name="connsiteY179" fmla="*/ 1747837 h 1890712"/>
                <a:gd name="connsiteX180" fmla="*/ 2450307 w 2543175"/>
                <a:gd name="connsiteY180" fmla="*/ 1769269 h 1890712"/>
                <a:gd name="connsiteX181" fmla="*/ 2466975 w 2543175"/>
                <a:gd name="connsiteY181" fmla="*/ 1783556 h 1890712"/>
                <a:gd name="connsiteX182" fmla="*/ 2481263 w 2543175"/>
                <a:gd name="connsiteY182" fmla="*/ 1795462 h 1890712"/>
                <a:gd name="connsiteX183" fmla="*/ 2486025 w 2543175"/>
                <a:gd name="connsiteY183" fmla="*/ 1802606 h 1890712"/>
                <a:gd name="connsiteX184" fmla="*/ 2493169 w 2543175"/>
                <a:gd name="connsiteY184" fmla="*/ 1807369 h 1890712"/>
                <a:gd name="connsiteX185" fmla="*/ 2495550 w 2543175"/>
                <a:gd name="connsiteY185" fmla="*/ 1816894 h 1890712"/>
                <a:gd name="connsiteX186" fmla="*/ 2497932 w 2543175"/>
                <a:gd name="connsiteY186" fmla="*/ 1824037 h 1890712"/>
                <a:gd name="connsiteX187" fmla="*/ 2514600 w 2543175"/>
                <a:gd name="connsiteY187" fmla="*/ 1850231 h 1890712"/>
                <a:gd name="connsiteX188" fmla="*/ 2519363 w 2543175"/>
                <a:gd name="connsiteY188" fmla="*/ 1857375 h 1890712"/>
                <a:gd name="connsiteX189" fmla="*/ 2540794 w 2543175"/>
                <a:gd name="connsiteY189" fmla="*/ 1883569 h 1890712"/>
                <a:gd name="connsiteX190" fmla="*/ 2543175 w 2543175"/>
                <a:gd name="connsiteY190" fmla="*/ 1890712 h 1890712"/>
                <a:gd name="connsiteX0" fmla="*/ 0 w 2543175"/>
                <a:gd name="connsiteY0" fmla="*/ 0 h 1890712"/>
                <a:gd name="connsiteX1" fmla="*/ 11907 w 2543175"/>
                <a:gd name="connsiteY1" fmla="*/ 11906 h 1890712"/>
                <a:gd name="connsiteX2" fmla="*/ 21432 w 2543175"/>
                <a:gd name="connsiteY2" fmla="*/ 16669 h 1890712"/>
                <a:gd name="connsiteX3" fmla="*/ 23813 w 2543175"/>
                <a:gd name="connsiteY3" fmla="*/ 23812 h 1890712"/>
                <a:gd name="connsiteX4" fmla="*/ 33338 w 2543175"/>
                <a:gd name="connsiteY4" fmla="*/ 33337 h 1890712"/>
                <a:gd name="connsiteX5" fmla="*/ 40482 w 2543175"/>
                <a:gd name="connsiteY5" fmla="*/ 42862 h 1890712"/>
                <a:gd name="connsiteX6" fmla="*/ 47625 w 2543175"/>
                <a:gd name="connsiteY6" fmla="*/ 47625 h 1890712"/>
                <a:gd name="connsiteX7" fmla="*/ 57150 w 2543175"/>
                <a:gd name="connsiteY7" fmla="*/ 54769 h 1890712"/>
                <a:gd name="connsiteX8" fmla="*/ 64294 w 2543175"/>
                <a:gd name="connsiteY8" fmla="*/ 59531 h 1890712"/>
                <a:gd name="connsiteX9" fmla="*/ 83344 w 2543175"/>
                <a:gd name="connsiteY9" fmla="*/ 73819 h 1890712"/>
                <a:gd name="connsiteX10" fmla="*/ 97632 w 2543175"/>
                <a:gd name="connsiteY10" fmla="*/ 80962 h 1890712"/>
                <a:gd name="connsiteX11" fmla="*/ 104775 w 2543175"/>
                <a:gd name="connsiteY11" fmla="*/ 85725 h 1890712"/>
                <a:gd name="connsiteX12" fmla="*/ 114300 w 2543175"/>
                <a:gd name="connsiteY12" fmla="*/ 95250 h 1890712"/>
                <a:gd name="connsiteX13" fmla="*/ 123825 w 2543175"/>
                <a:gd name="connsiteY13" fmla="*/ 97631 h 1890712"/>
                <a:gd name="connsiteX14" fmla="*/ 130969 w 2543175"/>
                <a:gd name="connsiteY14" fmla="*/ 104775 h 1890712"/>
                <a:gd name="connsiteX15" fmla="*/ 140494 w 2543175"/>
                <a:gd name="connsiteY15" fmla="*/ 111919 h 1890712"/>
                <a:gd name="connsiteX16" fmla="*/ 147638 w 2543175"/>
                <a:gd name="connsiteY16" fmla="*/ 116681 h 1890712"/>
                <a:gd name="connsiteX17" fmla="*/ 164307 w 2543175"/>
                <a:gd name="connsiteY17" fmla="*/ 128587 h 1890712"/>
                <a:gd name="connsiteX18" fmla="*/ 180975 w 2543175"/>
                <a:gd name="connsiteY18" fmla="*/ 140494 h 1890712"/>
                <a:gd name="connsiteX19" fmla="*/ 197644 w 2543175"/>
                <a:gd name="connsiteY19" fmla="*/ 152400 h 1890712"/>
                <a:gd name="connsiteX20" fmla="*/ 204788 w 2543175"/>
                <a:gd name="connsiteY20" fmla="*/ 157162 h 1890712"/>
                <a:gd name="connsiteX21" fmla="*/ 214313 w 2543175"/>
                <a:gd name="connsiteY21" fmla="*/ 164306 h 1890712"/>
                <a:gd name="connsiteX22" fmla="*/ 230982 w 2543175"/>
                <a:gd name="connsiteY22" fmla="*/ 180975 h 1890712"/>
                <a:gd name="connsiteX23" fmla="*/ 247650 w 2543175"/>
                <a:gd name="connsiteY23" fmla="*/ 185737 h 1890712"/>
                <a:gd name="connsiteX24" fmla="*/ 259557 w 2543175"/>
                <a:gd name="connsiteY24" fmla="*/ 188119 h 1890712"/>
                <a:gd name="connsiteX25" fmla="*/ 266700 w 2543175"/>
                <a:gd name="connsiteY25" fmla="*/ 190500 h 1890712"/>
                <a:gd name="connsiteX26" fmla="*/ 283369 w 2543175"/>
                <a:gd name="connsiteY26" fmla="*/ 192881 h 1890712"/>
                <a:gd name="connsiteX27" fmla="*/ 302419 w 2543175"/>
                <a:gd name="connsiteY27" fmla="*/ 204787 h 1890712"/>
                <a:gd name="connsiteX28" fmla="*/ 309563 w 2543175"/>
                <a:gd name="connsiteY28" fmla="*/ 209550 h 1890712"/>
                <a:gd name="connsiteX29" fmla="*/ 319088 w 2543175"/>
                <a:gd name="connsiteY29" fmla="*/ 219075 h 1890712"/>
                <a:gd name="connsiteX30" fmla="*/ 333375 w 2543175"/>
                <a:gd name="connsiteY30" fmla="*/ 228600 h 1890712"/>
                <a:gd name="connsiteX31" fmla="*/ 340519 w 2543175"/>
                <a:gd name="connsiteY31" fmla="*/ 233362 h 1890712"/>
                <a:gd name="connsiteX32" fmla="*/ 354807 w 2543175"/>
                <a:gd name="connsiteY32" fmla="*/ 247650 h 1890712"/>
                <a:gd name="connsiteX33" fmla="*/ 366713 w 2543175"/>
                <a:gd name="connsiteY33" fmla="*/ 264319 h 1890712"/>
                <a:gd name="connsiteX34" fmla="*/ 371475 w 2543175"/>
                <a:gd name="connsiteY34" fmla="*/ 271462 h 1890712"/>
                <a:gd name="connsiteX35" fmla="*/ 378619 w 2543175"/>
                <a:gd name="connsiteY35" fmla="*/ 276225 h 1890712"/>
                <a:gd name="connsiteX36" fmla="*/ 385763 w 2543175"/>
                <a:gd name="connsiteY36" fmla="*/ 283369 h 1890712"/>
                <a:gd name="connsiteX37" fmla="*/ 395288 w 2543175"/>
                <a:gd name="connsiteY37" fmla="*/ 288131 h 1890712"/>
                <a:gd name="connsiteX38" fmla="*/ 404813 w 2543175"/>
                <a:gd name="connsiteY38" fmla="*/ 295275 h 1890712"/>
                <a:gd name="connsiteX39" fmla="*/ 411957 w 2543175"/>
                <a:gd name="connsiteY39" fmla="*/ 297656 h 1890712"/>
                <a:gd name="connsiteX40" fmla="*/ 421482 w 2543175"/>
                <a:gd name="connsiteY40" fmla="*/ 302419 h 1890712"/>
                <a:gd name="connsiteX41" fmla="*/ 447675 w 2543175"/>
                <a:gd name="connsiteY41" fmla="*/ 307181 h 1890712"/>
                <a:gd name="connsiteX42" fmla="*/ 461963 w 2543175"/>
                <a:gd name="connsiteY42" fmla="*/ 321469 h 1890712"/>
                <a:gd name="connsiteX43" fmla="*/ 466725 w 2543175"/>
                <a:gd name="connsiteY43" fmla="*/ 328612 h 1890712"/>
                <a:gd name="connsiteX44" fmla="*/ 476250 w 2543175"/>
                <a:gd name="connsiteY44" fmla="*/ 335756 h 1890712"/>
                <a:gd name="connsiteX45" fmla="*/ 481013 w 2543175"/>
                <a:gd name="connsiteY45" fmla="*/ 342900 h 1890712"/>
                <a:gd name="connsiteX46" fmla="*/ 490538 w 2543175"/>
                <a:gd name="connsiteY46" fmla="*/ 352425 h 1890712"/>
                <a:gd name="connsiteX47" fmla="*/ 495300 w 2543175"/>
                <a:gd name="connsiteY47" fmla="*/ 359569 h 1890712"/>
                <a:gd name="connsiteX48" fmla="*/ 509588 w 2543175"/>
                <a:gd name="connsiteY48" fmla="*/ 376237 h 1890712"/>
                <a:gd name="connsiteX49" fmla="*/ 514350 w 2543175"/>
                <a:gd name="connsiteY49" fmla="*/ 383381 h 1890712"/>
                <a:gd name="connsiteX50" fmla="*/ 531019 w 2543175"/>
                <a:gd name="connsiteY50" fmla="*/ 397669 h 1890712"/>
                <a:gd name="connsiteX51" fmla="*/ 538163 w 2543175"/>
                <a:gd name="connsiteY51" fmla="*/ 407194 h 1890712"/>
                <a:gd name="connsiteX52" fmla="*/ 554832 w 2543175"/>
                <a:gd name="connsiteY52" fmla="*/ 421481 h 1890712"/>
                <a:gd name="connsiteX53" fmla="*/ 564357 w 2543175"/>
                <a:gd name="connsiteY53" fmla="*/ 431006 h 1890712"/>
                <a:gd name="connsiteX54" fmla="*/ 573882 w 2543175"/>
                <a:gd name="connsiteY54" fmla="*/ 438150 h 1890712"/>
                <a:gd name="connsiteX55" fmla="*/ 595313 w 2543175"/>
                <a:gd name="connsiteY55" fmla="*/ 454819 h 1890712"/>
                <a:gd name="connsiteX56" fmla="*/ 602457 w 2543175"/>
                <a:gd name="connsiteY56" fmla="*/ 457200 h 1890712"/>
                <a:gd name="connsiteX57" fmla="*/ 628650 w 2543175"/>
                <a:gd name="connsiteY57" fmla="*/ 469106 h 1890712"/>
                <a:gd name="connsiteX58" fmla="*/ 645319 w 2543175"/>
                <a:gd name="connsiteY58" fmla="*/ 483394 h 1890712"/>
                <a:gd name="connsiteX59" fmla="*/ 654844 w 2543175"/>
                <a:gd name="connsiteY59" fmla="*/ 488156 h 1890712"/>
                <a:gd name="connsiteX60" fmla="*/ 661988 w 2543175"/>
                <a:gd name="connsiteY60" fmla="*/ 497681 h 1890712"/>
                <a:gd name="connsiteX61" fmla="*/ 683419 w 2543175"/>
                <a:gd name="connsiteY61" fmla="*/ 514350 h 1890712"/>
                <a:gd name="connsiteX62" fmla="*/ 700088 w 2543175"/>
                <a:gd name="connsiteY62" fmla="*/ 526256 h 1890712"/>
                <a:gd name="connsiteX63" fmla="*/ 709613 w 2543175"/>
                <a:gd name="connsiteY63" fmla="*/ 535781 h 1890712"/>
                <a:gd name="connsiteX64" fmla="*/ 719138 w 2543175"/>
                <a:gd name="connsiteY64" fmla="*/ 542925 h 1890712"/>
                <a:gd name="connsiteX65" fmla="*/ 733425 w 2543175"/>
                <a:gd name="connsiteY65" fmla="*/ 557212 h 1890712"/>
                <a:gd name="connsiteX66" fmla="*/ 750094 w 2543175"/>
                <a:gd name="connsiteY66" fmla="*/ 569119 h 1890712"/>
                <a:gd name="connsiteX67" fmla="*/ 769144 w 2543175"/>
                <a:gd name="connsiteY67" fmla="*/ 581025 h 1890712"/>
                <a:gd name="connsiteX68" fmla="*/ 785813 w 2543175"/>
                <a:gd name="connsiteY68" fmla="*/ 590550 h 1890712"/>
                <a:gd name="connsiteX69" fmla="*/ 792957 w 2543175"/>
                <a:gd name="connsiteY69" fmla="*/ 600075 h 1890712"/>
                <a:gd name="connsiteX70" fmla="*/ 809625 w 2543175"/>
                <a:gd name="connsiteY70" fmla="*/ 611981 h 1890712"/>
                <a:gd name="connsiteX71" fmla="*/ 816769 w 2543175"/>
                <a:gd name="connsiteY71" fmla="*/ 619125 h 1890712"/>
                <a:gd name="connsiteX72" fmla="*/ 826294 w 2543175"/>
                <a:gd name="connsiteY72" fmla="*/ 626269 h 1890712"/>
                <a:gd name="connsiteX73" fmla="*/ 840582 w 2543175"/>
                <a:gd name="connsiteY73" fmla="*/ 638175 h 1890712"/>
                <a:gd name="connsiteX74" fmla="*/ 847725 w 2543175"/>
                <a:gd name="connsiteY74" fmla="*/ 645319 h 1890712"/>
                <a:gd name="connsiteX75" fmla="*/ 857250 w 2543175"/>
                <a:gd name="connsiteY75" fmla="*/ 652462 h 1890712"/>
                <a:gd name="connsiteX76" fmla="*/ 864394 w 2543175"/>
                <a:gd name="connsiteY76" fmla="*/ 657225 h 1890712"/>
                <a:gd name="connsiteX77" fmla="*/ 888207 w 2543175"/>
                <a:gd name="connsiteY77" fmla="*/ 676275 h 1890712"/>
                <a:gd name="connsiteX78" fmla="*/ 895350 w 2543175"/>
                <a:gd name="connsiteY78" fmla="*/ 681037 h 1890712"/>
                <a:gd name="connsiteX79" fmla="*/ 907257 w 2543175"/>
                <a:gd name="connsiteY79" fmla="*/ 683419 h 1890712"/>
                <a:gd name="connsiteX80" fmla="*/ 928688 w 2543175"/>
                <a:gd name="connsiteY80" fmla="*/ 695325 h 1890712"/>
                <a:gd name="connsiteX81" fmla="*/ 942975 w 2543175"/>
                <a:gd name="connsiteY81" fmla="*/ 700087 h 1890712"/>
                <a:gd name="connsiteX82" fmla="*/ 964407 w 2543175"/>
                <a:gd name="connsiteY82" fmla="*/ 716756 h 1890712"/>
                <a:gd name="connsiteX83" fmla="*/ 971550 w 2543175"/>
                <a:gd name="connsiteY83" fmla="*/ 723900 h 1890712"/>
                <a:gd name="connsiteX84" fmla="*/ 983457 w 2543175"/>
                <a:gd name="connsiteY84" fmla="*/ 733425 h 1890712"/>
                <a:gd name="connsiteX85" fmla="*/ 990600 w 2543175"/>
                <a:gd name="connsiteY85" fmla="*/ 738187 h 1890712"/>
                <a:gd name="connsiteX86" fmla="*/ 1007269 w 2543175"/>
                <a:gd name="connsiteY86" fmla="*/ 752475 h 1890712"/>
                <a:gd name="connsiteX87" fmla="*/ 1031082 w 2543175"/>
                <a:gd name="connsiteY87" fmla="*/ 766762 h 1890712"/>
                <a:gd name="connsiteX88" fmla="*/ 1042988 w 2543175"/>
                <a:gd name="connsiteY88" fmla="*/ 773906 h 1890712"/>
                <a:gd name="connsiteX89" fmla="*/ 1071563 w 2543175"/>
                <a:gd name="connsiteY89" fmla="*/ 785812 h 1890712"/>
                <a:gd name="connsiteX90" fmla="*/ 1097757 w 2543175"/>
                <a:gd name="connsiteY90" fmla="*/ 807244 h 1890712"/>
                <a:gd name="connsiteX91" fmla="*/ 1104900 w 2543175"/>
                <a:gd name="connsiteY91" fmla="*/ 814387 h 1890712"/>
                <a:gd name="connsiteX92" fmla="*/ 1121569 w 2543175"/>
                <a:gd name="connsiteY92" fmla="*/ 823912 h 1890712"/>
                <a:gd name="connsiteX93" fmla="*/ 1138238 w 2543175"/>
                <a:gd name="connsiteY93" fmla="*/ 835819 h 1890712"/>
                <a:gd name="connsiteX94" fmla="*/ 1147763 w 2543175"/>
                <a:gd name="connsiteY94" fmla="*/ 842962 h 1890712"/>
                <a:gd name="connsiteX95" fmla="*/ 1157288 w 2543175"/>
                <a:gd name="connsiteY95" fmla="*/ 847725 h 1890712"/>
                <a:gd name="connsiteX96" fmla="*/ 1178719 w 2543175"/>
                <a:gd name="connsiteY96" fmla="*/ 859631 h 1890712"/>
                <a:gd name="connsiteX97" fmla="*/ 1188244 w 2543175"/>
                <a:gd name="connsiteY97" fmla="*/ 866775 h 1890712"/>
                <a:gd name="connsiteX98" fmla="*/ 1195388 w 2543175"/>
                <a:gd name="connsiteY98" fmla="*/ 871537 h 1890712"/>
                <a:gd name="connsiteX99" fmla="*/ 1212057 w 2543175"/>
                <a:gd name="connsiteY99" fmla="*/ 883444 h 1890712"/>
                <a:gd name="connsiteX100" fmla="*/ 1226344 w 2543175"/>
                <a:gd name="connsiteY100" fmla="*/ 895350 h 1890712"/>
                <a:gd name="connsiteX101" fmla="*/ 1245394 w 2543175"/>
                <a:gd name="connsiteY101" fmla="*/ 907256 h 1890712"/>
                <a:gd name="connsiteX102" fmla="*/ 1254919 w 2543175"/>
                <a:gd name="connsiteY102" fmla="*/ 914400 h 1890712"/>
                <a:gd name="connsiteX103" fmla="*/ 1269207 w 2543175"/>
                <a:gd name="connsiteY103" fmla="*/ 921544 h 1890712"/>
                <a:gd name="connsiteX104" fmla="*/ 1290638 w 2543175"/>
                <a:gd name="connsiteY104" fmla="*/ 935831 h 1890712"/>
                <a:gd name="connsiteX105" fmla="*/ 1307307 w 2543175"/>
                <a:gd name="connsiteY105" fmla="*/ 952500 h 1890712"/>
                <a:gd name="connsiteX106" fmla="*/ 1333500 w 2543175"/>
                <a:gd name="connsiteY106" fmla="*/ 971550 h 1890712"/>
                <a:gd name="connsiteX107" fmla="*/ 1359694 w 2543175"/>
                <a:gd name="connsiteY107" fmla="*/ 990600 h 1890712"/>
                <a:gd name="connsiteX108" fmla="*/ 1373982 w 2543175"/>
                <a:gd name="connsiteY108" fmla="*/ 997744 h 1890712"/>
                <a:gd name="connsiteX109" fmla="*/ 1388269 w 2543175"/>
                <a:gd name="connsiteY109" fmla="*/ 1007269 h 1890712"/>
                <a:gd name="connsiteX110" fmla="*/ 1414463 w 2543175"/>
                <a:gd name="connsiteY110" fmla="*/ 1019175 h 1890712"/>
                <a:gd name="connsiteX111" fmla="*/ 1428750 w 2543175"/>
                <a:gd name="connsiteY111" fmla="*/ 1026319 h 1890712"/>
                <a:gd name="connsiteX112" fmla="*/ 1471613 w 2543175"/>
                <a:gd name="connsiteY112" fmla="*/ 1059656 h 1890712"/>
                <a:gd name="connsiteX113" fmla="*/ 1495425 w 2543175"/>
                <a:gd name="connsiteY113" fmla="*/ 1088231 h 1890712"/>
                <a:gd name="connsiteX114" fmla="*/ 1559719 w 2543175"/>
                <a:gd name="connsiteY114" fmla="*/ 1121569 h 1890712"/>
                <a:gd name="connsiteX115" fmla="*/ 1597819 w 2543175"/>
                <a:gd name="connsiteY115" fmla="*/ 1154906 h 1890712"/>
                <a:gd name="connsiteX116" fmla="*/ 1604963 w 2543175"/>
                <a:gd name="connsiteY116" fmla="*/ 1162050 h 1890712"/>
                <a:gd name="connsiteX117" fmla="*/ 1612107 w 2543175"/>
                <a:gd name="connsiteY117" fmla="*/ 1166812 h 1890712"/>
                <a:gd name="connsiteX118" fmla="*/ 1628775 w 2543175"/>
                <a:gd name="connsiteY118" fmla="*/ 1183481 h 1890712"/>
                <a:gd name="connsiteX119" fmla="*/ 1662113 w 2543175"/>
                <a:gd name="connsiteY119" fmla="*/ 1209675 h 1890712"/>
                <a:gd name="connsiteX120" fmla="*/ 1678782 w 2543175"/>
                <a:gd name="connsiteY120" fmla="*/ 1226344 h 1890712"/>
                <a:gd name="connsiteX121" fmla="*/ 1700213 w 2543175"/>
                <a:gd name="connsiteY121" fmla="*/ 1247775 h 1890712"/>
                <a:gd name="connsiteX122" fmla="*/ 1712119 w 2543175"/>
                <a:gd name="connsiteY122" fmla="*/ 1259681 h 1890712"/>
                <a:gd name="connsiteX123" fmla="*/ 1733550 w 2543175"/>
                <a:gd name="connsiteY123" fmla="*/ 1273969 h 1890712"/>
                <a:gd name="connsiteX124" fmla="*/ 1743075 w 2543175"/>
                <a:gd name="connsiteY124" fmla="*/ 1283494 h 1890712"/>
                <a:gd name="connsiteX125" fmla="*/ 1754982 w 2543175"/>
                <a:gd name="connsiteY125" fmla="*/ 1290637 h 1890712"/>
                <a:gd name="connsiteX126" fmla="*/ 1766888 w 2543175"/>
                <a:gd name="connsiteY126" fmla="*/ 1300162 h 1890712"/>
                <a:gd name="connsiteX127" fmla="*/ 1783557 w 2543175"/>
                <a:gd name="connsiteY127" fmla="*/ 1307306 h 1890712"/>
                <a:gd name="connsiteX128" fmla="*/ 1790700 w 2543175"/>
                <a:gd name="connsiteY128" fmla="*/ 1312069 h 1890712"/>
                <a:gd name="connsiteX129" fmla="*/ 1800225 w 2543175"/>
                <a:gd name="connsiteY129" fmla="*/ 1319212 h 1890712"/>
                <a:gd name="connsiteX130" fmla="*/ 1807369 w 2543175"/>
                <a:gd name="connsiteY130" fmla="*/ 1321594 h 1890712"/>
                <a:gd name="connsiteX131" fmla="*/ 1824038 w 2543175"/>
                <a:gd name="connsiteY131" fmla="*/ 1333500 h 1890712"/>
                <a:gd name="connsiteX132" fmla="*/ 1843088 w 2543175"/>
                <a:gd name="connsiteY132" fmla="*/ 1352550 h 1890712"/>
                <a:gd name="connsiteX133" fmla="*/ 1852613 w 2543175"/>
                <a:gd name="connsiteY133" fmla="*/ 1359694 h 1890712"/>
                <a:gd name="connsiteX134" fmla="*/ 1859757 w 2543175"/>
                <a:gd name="connsiteY134" fmla="*/ 1366837 h 1890712"/>
                <a:gd name="connsiteX135" fmla="*/ 1869282 w 2543175"/>
                <a:gd name="connsiteY135" fmla="*/ 1371600 h 1890712"/>
                <a:gd name="connsiteX136" fmla="*/ 1883569 w 2543175"/>
                <a:gd name="connsiteY136" fmla="*/ 1388269 h 1890712"/>
                <a:gd name="connsiteX137" fmla="*/ 1893094 w 2543175"/>
                <a:gd name="connsiteY137" fmla="*/ 1395412 h 1890712"/>
                <a:gd name="connsiteX138" fmla="*/ 1902619 w 2543175"/>
                <a:gd name="connsiteY138" fmla="*/ 1404937 h 1890712"/>
                <a:gd name="connsiteX139" fmla="*/ 1912144 w 2543175"/>
                <a:gd name="connsiteY139" fmla="*/ 1409700 h 1890712"/>
                <a:gd name="connsiteX140" fmla="*/ 1931194 w 2543175"/>
                <a:gd name="connsiteY140" fmla="*/ 1421606 h 1890712"/>
                <a:gd name="connsiteX141" fmla="*/ 1935957 w 2543175"/>
                <a:gd name="connsiteY141" fmla="*/ 1428750 h 1890712"/>
                <a:gd name="connsiteX142" fmla="*/ 1952625 w 2543175"/>
                <a:gd name="connsiteY142" fmla="*/ 1438275 h 1890712"/>
                <a:gd name="connsiteX143" fmla="*/ 1971675 w 2543175"/>
                <a:gd name="connsiteY143" fmla="*/ 1450181 h 1890712"/>
                <a:gd name="connsiteX144" fmla="*/ 1981200 w 2543175"/>
                <a:gd name="connsiteY144" fmla="*/ 1454944 h 1890712"/>
                <a:gd name="connsiteX145" fmla="*/ 1997869 w 2543175"/>
                <a:gd name="connsiteY145" fmla="*/ 1471612 h 1890712"/>
                <a:gd name="connsiteX146" fmla="*/ 2007394 w 2543175"/>
                <a:gd name="connsiteY146" fmla="*/ 1478756 h 1890712"/>
                <a:gd name="connsiteX147" fmla="*/ 2016919 w 2543175"/>
                <a:gd name="connsiteY147" fmla="*/ 1483519 h 1890712"/>
                <a:gd name="connsiteX148" fmla="*/ 2024063 w 2543175"/>
                <a:gd name="connsiteY148" fmla="*/ 1490662 h 1890712"/>
                <a:gd name="connsiteX149" fmla="*/ 2033588 w 2543175"/>
                <a:gd name="connsiteY149" fmla="*/ 1495425 h 1890712"/>
                <a:gd name="connsiteX150" fmla="*/ 2040732 w 2543175"/>
                <a:gd name="connsiteY150" fmla="*/ 1502569 h 1890712"/>
                <a:gd name="connsiteX151" fmla="*/ 2047875 w 2543175"/>
                <a:gd name="connsiteY151" fmla="*/ 1507331 h 1890712"/>
                <a:gd name="connsiteX152" fmla="*/ 2057400 w 2543175"/>
                <a:gd name="connsiteY152" fmla="*/ 1514475 h 1890712"/>
                <a:gd name="connsiteX153" fmla="*/ 2064544 w 2543175"/>
                <a:gd name="connsiteY153" fmla="*/ 1519237 h 1890712"/>
                <a:gd name="connsiteX154" fmla="*/ 2071688 w 2543175"/>
                <a:gd name="connsiteY154" fmla="*/ 1526381 h 1890712"/>
                <a:gd name="connsiteX155" fmla="*/ 2081213 w 2543175"/>
                <a:gd name="connsiteY155" fmla="*/ 1531144 h 1890712"/>
                <a:gd name="connsiteX156" fmla="*/ 2090738 w 2543175"/>
                <a:gd name="connsiteY156" fmla="*/ 1538287 h 1890712"/>
                <a:gd name="connsiteX157" fmla="*/ 2109788 w 2543175"/>
                <a:gd name="connsiteY157" fmla="*/ 1547812 h 1890712"/>
                <a:gd name="connsiteX158" fmla="*/ 2131219 w 2543175"/>
                <a:gd name="connsiteY158" fmla="*/ 1562100 h 1890712"/>
                <a:gd name="connsiteX159" fmla="*/ 2140744 w 2543175"/>
                <a:gd name="connsiteY159" fmla="*/ 1566862 h 1890712"/>
                <a:gd name="connsiteX160" fmla="*/ 2152650 w 2543175"/>
                <a:gd name="connsiteY160" fmla="*/ 1576387 h 1890712"/>
                <a:gd name="connsiteX161" fmla="*/ 2181225 w 2543175"/>
                <a:gd name="connsiteY161" fmla="*/ 1590675 h 1890712"/>
                <a:gd name="connsiteX162" fmla="*/ 2200275 w 2543175"/>
                <a:gd name="connsiteY162" fmla="*/ 1607344 h 1890712"/>
                <a:gd name="connsiteX163" fmla="*/ 2207419 w 2543175"/>
                <a:gd name="connsiteY163" fmla="*/ 1612106 h 1890712"/>
                <a:gd name="connsiteX164" fmla="*/ 2216944 w 2543175"/>
                <a:gd name="connsiteY164" fmla="*/ 1619250 h 1890712"/>
                <a:gd name="connsiteX165" fmla="*/ 2224088 w 2543175"/>
                <a:gd name="connsiteY165" fmla="*/ 1624012 h 1890712"/>
                <a:gd name="connsiteX166" fmla="*/ 2247900 w 2543175"/>
                <a:gd name="connsiteY166" fmla="*/ 1643062 h 1890712"/>
                <a:gd name="connsiteX167" fmla="*/ 2255044 w 2543175"/>
                <a:gd name="connsiteY167" fmla="*/ 1650206 h 1890712"/>
                <a:gd name="connsiteX168" fmla="*/ 2281238 w 2543175"/>
                <a:gd name="connsiteY168" fmla="*/ 1664494 h 1890712"/>
                <a:gd name="connsiteX169" fmla="*/ 2297907 w 2543175"/>
                <a:gd name="connsiteY169" fmla="*/ 1674019 h 1890712"/>
                <a:gd name="connsiteX170" fmla="*/ 2305050 w 2543175"/>
                <a:gd name="connsiteY170" fmla="*/ 1678781 h 1890712"/>
                <a:gd name="connsiteX171" fmla="*/ 2312194 w 2543175"/>
                <a:gd name="connsiteY171" fmla="*/ 1685925 h 1890712"/>
                <a:gd name="connsiteX172" fmla="*/ 2321719 w 2543175"/>
                <a:gd name="connsiteY172" fmla="*/ 1690687 h 1890712"/>
                <a:gd name="connsiteX173" fmla="*/ 2328863 w 2543175"/>
                <a:gd name="connsiteY173" fmla="*/ 1697831 h 1890712"/>
                <a:gd name="connsiteX174" fmla="*/ 2350294 w 2543175"/>
                <a:gd name="connsiteY174" fmla="*/ 1712119 h 1890712"/>
                <a:gd name="connsiteX175" fmla="*/ 2359819 w 2543175"/>
                <a:gd name="connsiteY175" fmla="*/ 1719262 h 1890712"/>
                <a:gd name="connsiteX176" fmla="*/ 2369344 w 2543175"/>
                <a:gd name="connsiteY176" fmla="*/ 1724025 h 1890712"/>
                <a:gd name="connsiteX177" fmla="*/ 2376488 w 2543175"/>
                <a:gd name="connsiteY177" fmla="*/ 1731169 h 1890712"/>
                <a:gd name="connsiteX178" fmla="*/ 2402682 w 2543175"/>
                <a:gd name="connsiteY178" fmla="*/ 1747837 h 1890712"/>
                <a:gd name="connsiteX179" fmla="*/ 2450307 w 2543175"/>
                <a:gd name="connsiteY179" fmla="*/ 1769269 h 1890712"/>
                <a:gd name="connsiteX180" fmla="*/ 2466975 w 2543175"/>
                <a:gd name="connsiteY180" fmla="*/ 1783556 h 1890712"/>
                <a:gd name="connsiteX181" fmla="*/ 2481263 w 2543175"/>
                <a:gd name="connsiteY181" fmla="*/ 1795462 h 1890712"/>
                <a:gd name="connsiteX182" fmla="*/ 2486025 w 2543175"/>
                <a:gd name="connsiteY182" fmla="*/ 1802606 h 1890712"/>
                <a:gd name="connsiteX183" fmla="*/ 2493169 w 2543175"/>
                <a:gd name="connsiteY183" fmla="*/ 1807369 h 1890712"/>
                <a:gd name="connsiteX184" fmla="*/ 2495550 w 2543175"/>
                <a:gd name="connsiteY184" fmla="*/ 1816894 h 1890712"/>
                <a:gd name="connsiteX185" fmla="*/ 2497932 w 2543175"/>
                <a:gd name="connsiteY185" fmla="*/ 1824037 h 1890712"/>
                <a:gd name="connsiteX186" fmla="*/ 2514600 w 2543175"/>
                <a:gd name="connsiteY186" fmla="*/ 1850231 h 1890712"/>
                <a:gd name="connsiteX187" fmla="*/ 2519363 w 2543175"/>
                <a:gd name="connsiteY187" fmla="*/ 1857375 h 1890712"/>
                <a:gd name="connsiteX188" fmla="*/ 2540794 w 2543175"/>
                <a:gd name="connsiteY188" fmla="*/ 1883569 h 1890712"/>
                <a:gd name="connsiteX189" fmla="*/ 2543175 w 2543175"/>
                <a:gd name="connsiteY189" fmla="*/ 1890712 h 1890712"/>
                <a:gd name="connsiteX0" fmla="*/ 0 w 2543175"/>
                <a:gd name="connsiteY0" fmla="*/ 0 h 1890712"/>
                <a:gd name="connsiteX1" fmla="*/ 11907 w 2543175"/>
                <a:gd name="connsiteY1" fmla="*/ 11906 h 1890712"/>
                <a:gd name="connsiteX2" fmla="*/ 21432 w 2543175"/>
                <a:gd name="connsiteY2" fmla="*/ 16669 h 1890712"/>
                <a:gd name="connsiteX3" fmla="*/ 23813 w 2543175"/>
                <a:gd name="connsiteY3" fmla="*/ 23812 h 1890712"/>
                <a:gd name="connsiteX4" fmla="*/ 33338 w 2543175"/>
                <a:gd name="connsiteY4" fmla="*/ 33337 h 1890712"/>
                <a:gd name="connsiteX5" fmla="*/ 40482 w 2543175"/>
                <a:gd name="connsiteY5" fmla="*/ 42862 h 1890712"/>
                <a:gd name="connsiteX6" fmla="*/ 47625 w 2543175"/>
                <a:gd name="connsiteY6" fmla="*/ 47625 h 1890712"/>
                <a:gd name="connsiteX7" fmla="*/ 57150 w 2543175"/>
                <a:gd name="connsiteY7" fmla="*/ 54769 h 1890712"/>
                <a:gd name="connsiteX8" fmla="*/ 64294 w 2543175"/>
                <a:gd name="connsiteY8" fmla="*/ 59531 h 1890712"/>
                <a:gd name="connsiteX9" fmla="*/ 83344 w 2543175"/>
                <a:gd name="connsiteY9" fmla="*/ 73819 h 1890712"/>
                <a:gd name="connsiteX10" fmla="*/ 97632 w 2543175"/>
                <a:gd name="connsiteY10" fmla="*/ 80962 h 1890712"/>
                <a:gd name="connsiteX11" fmla="*/ 104775 w 2543175"/>
                <a:gd name="connsiteY11" fmla="*/ 85725 h 1890712"/>
                <a:gd name="connsiteX12" fmla="*/ 114300 w 2543175"/>
                <a:gd name="connsiteY12" fmla="*/ 95250 h 1890712"/>
                <a:gd name="connsiteX13" fmla="*/ 123825 w 2543175"/>
                <a:gd name="connsiteY13" fmla="*/ 97631 h 1890712"/>
                <a:gd name="connsiteX14" fmla="*/ 130969 w 2543175"/>
                <a:gd name="connsiteY14" fmla="*/ 104775 h 1890712"/>
                <a:gd name="connsiteX15" fmla="*/ 140494 w 2543175"/>
                <a:gd name="connsiteY15" fmla="*/ 111919 h 1890712"/>
                <a:gd name="connsiteX16" fmla="*/ 147638 w 2543175"/>
                <a:gd name="connsiteY16" fmla="*/ 116681 h 1890712"/>
                <a:gd name="connsiteX17" fmla="*/ 164307 w 2543175"/>
                <a:gd name="connsiteY17" fmla="*/ 128587 h 1890712"/>
                <a:gd name="connsiteX18" fmla="*/ 180975 w 2543175"/>
                <a:gd name="connsiteY18" fmla="*/ 140494 h 1890712"/>
                <a:gd name="connsiteX19" fmla="*/ 197644 w 2543175"/>
                <a:gd name="connsiteY19" fmla="*/ 152400 h 1890712"/>
                <a:gd name="connsiteX20" fmla="*/ 204788 w 2543175"/>
                <a:gd name="connsiteY20" fmla="*/ 157162 h 1890712"/>
                <a:gd name="connsiteX21" fmla="*/ 214313 w 2543175"/>
                <a:gd name="connsiteY21" fmla="*/ 164306 h 1890712"/>
                <a:gd name="connsiteX22" fmla="*/ 230982 w 2543175"/>
                <a:gd name="connsiteY22" fmla="*/ 180975 h 1890712"/>
                <a:gd name="connsiteX23" fmla="*/ 247650 w 2543175"/>
                <a:gd name="connsiteY23" fmla="*/ 185737 h 1890712"/>
                <a:gd name="connsiteX24" fmla="*/ 259557 w 2543175"/>
                <a:gd name="connsiteY24" fmla="*/ 188119 h 1890712"/>
                <a:gd name="connsiteX25" fmla="*/ 266700 w 2543175"/>
                <a:gd name="connsiteY25" fmla="*/ 190500 h 1890712"/>
                <a:gd name="connsiteX26" fmla="*/ 283369 w 2543175"/>
                <a:gd name="connsiteY26" fmla="*/ 192881 h 1890712"/>
                <a:gd name="connsiteX27" fmla="*/ 302419 w 2543175"/>
                <a:gd name="connsiteY27" fmla="*/ 204787 h 1890712"/>
                <a:gd name="connsiteX28" fmla="*/ 309563 w 2543175"/>
                <a:gd name="connsiteY28" fmla="*/ 209550 h 1890712"/>
                <a:gd name="connsiteX29" fmla="*/ 319088 w 2543175"/>
                <a:gd name="connsiteY29" fmla="*/ 219075 h 1890712"/>
                <a:gd name="connsiteX30" fmla="*/ 333375 w 2543175"/>
                <a:gd name="connsiteY30" fmla="*/ 228600 h 1890712"/>
                <a:gd name="connsiteX31" fmla="*/ 340519 w 2543175"/>
                <a:gd name="connsiteY31" fmla="*/ 233362 h 1890712"/>
                <a:gd name="connsiteX32" fmla="*/ 354807 w 2543175"/>
                <a:gd name="connsiteY32" fmla="*/ 247650 h 1890712"/>
                <a:gd name="connsiteX33" fmla="*/ 366713 w 2543175"/>
                <a:gd name="connsiteY33" fmla="*/ 264319 h 1890712"/>
                <a:gd name="connsiteX34" fmla="*/ 371475 w 2543175"/>
                <a:gd name="connsiteY34" fmla="*/ 271462 h 1890712"/>
                <a:gd name="connsiteX35" fmla="*/ 378619 w 2543175"/>
                <a:gd name="connsiteY35" fmla="*/ 276225 h 1890712"/>
                <a:gd name="connsiteX36" fmla="*/ 385763 w 2543175"/>
                <a:gd name="connsiteY36" fmla="*/ 283369 h 1890712"/>
                <a:gd name="connsiteX37" fmla="*/ 395288 w 2543175"/>
                <a:gd name="connsiteY37" fmla="*/ 288131 h 1890712"/>
                <a:gd name="connsiteX38" fmla="*/ 404813 w 2543175"/>
                <a:gd name="connsiteY38" fmla="*/ 295275 h 1890712"/>
                <a:gd name="connsiteX39" fmla="*/ 411957 w 2543175"/>
                <a:gd name="connsiteY39" fmla="*/ 297656 h 1890712"/>
                <a:gd name="connsiteX40" fmla="*/ 421482 w 2543175"/>
                <a:gd name="connsiteY40" fmla="*/ 302419 h 1890712"/>
                <a:gd name="connsiteX41" fmla="*/ 447675 w 2543175"/>
                <a:gd name="connsiteY41" fmla="*/ 307181 h 1890712"/>
                <a:gd name="connsiteX42" fmla="*/ 461963 w 2543175"/>
                <a:gd name="connsiteY42" fmla="*/ 321469 h 1890712"/>
                <a:gd name="connsiteX43" fmla="*/ 466725 w 2543175"/>
                <a:gd name="connsiteY43" fmla="*/ 328612 h 1890712"/>
                <a:gd name="connsiteX44" fmla="*/ 476250 w 2543175"/>
                <a:gd name="connsiteY44" fmla="*/ 335756 h 1890712"/>
                <a:gd name="connsiteX45" fmla="*/ 481013 w 2543175"/>
                <a:gd name="connsiteY45" fmla="*/ 342900 h 1890712"/>
                <a:gd name="connsiteX46" fmla="*/ 490538 w 2543175"/>
                <a:gd name="connsiteY46" fmla="*/ 352425 h 1890712"/>
                <a:gd name="connsiteX47" fmla="*/ 495300 w 2543175"/>
                <a:gd name="connsiteY47" fmla="*/ 359569 h 1890712"/>
                <a:gd name="connsiteX48" fmla="*/ 509588 w 2543175"/>
                <a:gd name="connsiteY48" fmla="*/ 376237 h 1890712"/>
                <a:gd name="connsiteX49" fmla="*/ 514350 w 2543175"/>
                <a:gd name="connsiteY49" fmla="*/ 383381 h 1890712"/>
                <a:gd name="connsiteX50" fmla="*/ 531019 w 2543175"/>
                <a:gd name="connsiteY50" fmla="*/ 397669 h 1890712"/>
                <a:gd name="connsiteX51" fmla="*/ 538163 w 2543175"/>
                <a:gd name="connsiteY51" fmla="*/ 407194 h 1890712"/>
                <a:gd name="connsiteX52" fmla="*/ 554832 w 2543175"/>
                <a:gd name="connsiteY52" fmla="*/ 421481 h 1890712"/>
                <a:gd name="connsiteX53" fmla="*/ 564357 w 2543175"/>
                <a:gd name="connsiteY53" fmla="*/ 431006 h 1890712"/>
                <a:gd name="connsiteX54" fmla="*/ 573882 w 2543175"/>
                <a:gd name="connsiteY54" fmla="*/ 438150 h 1890712"/>
                <a:gd name="connsiteX55" fmla="*/ 595313 w 2543175"/>
                <a:gd name="connsiteY55" fmla="*/ 454819 h 1890712"/>
                <a:gd name="connsiteX56" fmla="*/ 602457 w 2543175"/>
                <a:gd name="connsiteY56" fmla="*/ 457200 h 1890712"/>
                <a:gd name="connsiteX57" fmla="*/ 628650 w 2543175"/>
                <a:gd name="connsiteY57" fmla="*/ 469106 h 1890712"/>
                <a:gd name="connsiteX58" fmla="*/ 645319 w 2543175"/>
                <a:gd name="connsiteY58" fmla="*/ 483394 h 1890712"/>
                <a:gd name="connsiteX59" fmla="*/ 654844 w 2543175"/>
                <a:gd name="connsiteY59" fmla="*/ 488156 h 1890712"/>
                <a:gd name="connsiteX60" fmla="*/ 661988 w 2543175"/>
                <a:gd name="connsiteY60" fmla="*/ 497681 h 1890712"/>
                <a:gd name="connsiteX61" fmla="*/ 683419 w 2543175"/>
                <a:gd name="connsiteY61" fmla="*/ 514350 h 1890712"/>
                <a:gd name="connsiteX62" fmla="*/ 700088 w 2543175"/>
                <a:gd name="connsiteY62" fmla="*/ 526256 h 1890712"/>
                <a:gd name="connsiteX63" fmla="*/ 709613 w 2543175"/>
                <a:gd name="connsiteY63" fmla="*/ 535781 h 1890712"/>
                <a:gd name="connsiteX64" fmla="*/ 719138 w 2543175"/>
                <a:gd name="connsiteY64" fmla="*/ 542925 h 1890712"/>
                <a:gd name="connsiteX65" fmla="*/ 733425 w 2543175"/>
                <a:gd name="connsiteY65" fmla="*/ 557212 h 1890712"/>
                <a:gd name="connsiteX66" fmla="*/ 750094 w 2543175"/>
                <a:gd name="connsiteY66" fmla="*/ 569119 h 1890712"/>
                <a:gd name="connsiteX67" fmla="*/ 769144 w 2543175"/>
                <a:gd name="connsiteY67" fmla="*/ 581025 h 1890712"/>
                <a:gd name="connsiteX68" fmla="*/ 785813 w 2543175"/>
                <a:gd name="connsiteY68" fmla="*/ 590550 h 1890712"/>
                <a:gd name="connsiteX69" fmla="*/ 792957 w 2543175"/>
                <a:gd name="connsiteY69" fmla="*/ 600075 h 1890712"/>
                <a:gd name="connsiteX70" fmla="*/ 809625 w 2543175"/>
                <a:gd name="connsiteY70" fmla="*/ 611981 h 1890712"/>
                <a:gd name="connsiteX71" fmla="*/ 816769 w 2543175"/>
                <a:gd name="connsiteY71" fmla="*/ 619125 h 1890712"/>
                <a:gd name="connsiteX72" fmla="*/ 826294 w 2543175"/>
                <a:gd name="connsiteY72" fmla="*/ 626269 h 1890712"/>
                <a:gd name="connsiteX73" fmla="*/ 840582 w 2543175"/>
                <a:gd name="connsiteY73" fmla="*/ 638175 h 1890712"/>
                <a:gd name="connsiteX74" fmla="*/ 847725 w 2543175"/>
                <a:gd name="connsiteY74" fmla="*/ 645319 h 1890712"/>
                <a:gd name="connsiteX75" fmla="*/ 857250 w 2543175"/>
                <a:gd name="connsiteY75" fmla="*/ 652462 h 1890712"/>
                <a:gd name="connsiteX76" fmla="*/ 864394 w 2543175"/>
                <a:gd name="connsiteY76" fmla="*/ 657225 h 1890712"/>
                <a:gd name="connsiteX77" fmla="*/ 888207 w 2543175"/>
                <a:gd name="connsiteY77" fmla="*/ 676275 h 1890712"/>
                <a:gd name="connsiteX78" fmla="*/ 895350 w 2543175"/>
                <a:gd name="connsiteY78" fmla="*/ 681037 h 1890712"/>
                <a:gd name="connsiteX79" fmla="*/ 907257 w 2543175"/>
                <a:gd name="connsiteY79" fmla="*/ 683419 h 1890712"/>
                <a:gd name="connsiteX80" fmla="*/ 928688 w 2543175"/>
                <a:gd name="connsiteY80" fmla="*/ 695325 h 1890712"/>
                <a:gd name="connsiteX81" fmla="*/ 942975 w 2543175"/>
                <a:gd name="connsiteY81" fmla="*/ 700087 h 1890712"/>
                <a:gd name="connsiteX82" fmla="*/ 964407 w 2543175"/>
                <a:gd name="connsiteY82" fmla="*/ 716756 h 1890712"/>
                <a:gd name="connsiteX83" fmla="*/ 971550 w 2543175"/>
                <a:gd name="connsiteY83" fmla="*/ 723900 h 1890712"/>
                <a:gd name="connsiteX84" fmla="*/ 983457 w 2543175"/>
                <a:gd name="connsiteY84" fmla="*/ 733425 h 1890712"/>
                <a:gd name="connsiteX85" fmla="*/ 990600 w 2543175"/>
                <a:gd name="connsiteY85" fmla="*/ 738187 h 1890712"/>
                <a:gd name="connsiteX86" fmla="*/ 1007269 w 2543175"/>
                <a:gd name="connsiteY86" fmla="*/ 752475 h 1890712"/>
                <a:gd name="connsiteX87" fmla="*/ 1031082 w 2543175"/>
                <a:gd name="connsiteY87" fmla="*/ 766762 h 1890712"/>
                <a:gd name="connsiteX88" fmla="*/ 1042988 w 2543175"/>
                <a:gd name="connsiteY88" fmla="*/ 773906 h 1890712"/>
                <a:gd name="connsiteX89" fmla="*/ 1071563 w 2543175"/>
                <a:gd name="connsiteY89" fmla="*/ 785812 h 1890712"/>
                <a:gd name="connsiteX90" fmla="*/ 1097757 w 2543175"/>
                <a:gd name="connsiteY90" fmla="*/ 807244 h 1890712"/>
                <a:gd name="connsiteX91" fmla="*/ 1104900 w 2543175"/>
                <a:gd name="connsiteY91" fmla="*/ 814387 h 1890712"/>
                <a:gd name="connsiteX92" fmla="*/ 1121569 w 2543175"/>
                <a:gd name="connsiteY92" fmla="*/ 823912 h 1890712"/>
                <a:gd name="connsiteX93" fmla="*/ 1138238 w 2543175"/>
                <a:gd name="connsiteY93" fmla="*/ 835819 h 1890712"/>
                <a:gd name="connsiteX94" fmla="*/ 1147763 w 2543175"/>
                <a:gd name="connsiteY94" fmla="*/ 842962 h 1890712"/>
                <a:gd name="connsiteX95" fmla="*/ 1157288 w 2543175"/>
                <a:gd name="connsiteY95" fmla="*/ 847725 h 1890712"/>
                <a:gd name="connsiteX96" fmla="*/ 1178719 w 2543175"/>
                <a:gd name="connsiteY96" fmla="*/ 859631 h 1890712"/>
                <a:gd name="connsiteX97" fmla="*/ 1188244 w 2543175"/>
                <a:gd name="connsiteY97" fmla="*/ 866775 h 1890712"/>
                <a:gd name="connsiteX98" fmla="*/ 1195388 w 2543175"/>
                <a:gd name="connsiteY98" fmla="*/ 871537 h 1890712"/>
                <a:gd name="connsiteX99" fmla="*/ 1212057 w 2543175"/>
                <a:gd name="connsiteY99" fmla="*/ 883444 h 1890712"/>
                <a:gd name="connsiteX100" fmla="*/ 1226344 w 2543175"/>
                <a:gd name="connsiteY100" fmla="*/ 895350 h 1890712"/>
                <a:gd name="connsiteX101" fmla="*/ 1245394 w 2543175"/>
                <a:gd name="connsiteY101" fmla="*/ 907256 h 1890712"/>
                <a:gd name="connsiteX102" fmla="*/ 1254919 w 2543175"/>
                <a:gd name="connsiteY102" fmla="*/ 914400 h 1890712"/>
                <a:gd name="connsiteX103" fmla="*/ 1269207 w 2543175"/>
                <a:gd name="connsiteY103" fmla="*/ 921544 h 1890712"/>
                <a:gd name="connsiteX104" fmla="*/ 1290638 w 2543175"/>
                <a:gd name="connsiteY104" fmla="*/ 935831 h 1890712"/>
                <a:gd name="connsiteX105" fmla="*/ 1307307 w 2543175"/>
                <a:gd name="connsiteY105" fmla="*/ 952500 h 1890712"/>
                <a:gd name="connsiteX106" fmla="*/ 1333500 w 2543175"/>
                <a:gd name="connsiteY106" fmla="*/ 971550 h 1890712"/>
                <a:gd name="connsiteX107" fmla="*/ 1359694 w 2543175"/>
                <a:gd name="connsiteY107" fmla="*/ 990600 h 1890712"/>
                <a:gd name="connsiteX108" fmla="*/ 1373982 w 2543175"/>
                <a:gd name="connsiteY108" fmla="*/ 997744 h 1890712"/>
                <a:gd name="connsiteX109" fmla="*/ 1388269 w 2543175"/>
                <a:gd name="connsiteY109" fmla="*/ 1007269 h 1890712"/>
                <a:gd name="connsiteX110" fmla="*/ 1414463 w 2543175"/>
                <a:gd name="connsiteY110" fmla="*/ 1019175 h 1890712"/>
                <a:gd name="connsiteX111" fmla="*/ 1428750 w 2543175"/>
                <a:gd name="connsiteY111" fmla="*/ 1026319 h 1890712"/>
                <a:gd name="connsiteX112" fmla="*/ 1471613 w 2543175"/>
                <a:gd name="connsiteY112" fmla="*/ 1059656 h 1890712"/>
                <a:gd name="connsiteX113" fmla="*/ 1495425 w 2543175"/>
                <a:gd name="connsiteY113" fmla="*/ 1088231 h 1890712"/>
                <a:gd name="connsiteX114" fmla="*/ 1547812 w 2543175"/>
                <a:gd name="connsiteY114" fmla="*/ 1133475 h 1890712"/>
                <a:gd name="connsiteX115" fmla="*/ 1597819 w 2543175"/>
                <a:gd name="connsiteY115" fmla="*/ 1154906 h 1890712"/>
                <a:gd name="connsiteX116" fmla="*/ 1604963 w 2543175"/>
                <a:gd name="connsiteY116" fmla="*/ 1162050 h 1890712"/>
                <a:gd name="connsiteX117" fmla="*/ 1612107 w 2543175"/>
                <a:gd name="connsiteY117" fmla="*/ 1166812 h 1890712"/>
                <a:gd name="connsiteX118" fmla="*/ 1628775 w 2543175"/>
                <a:gd name="connsiteY118" fmla="*/ 1183481 h 1890712"/>
                <a:gd name="connsiteX119" fmla="*/ 1662113 w 2543175"/>
                <a:gd name="connsiteY119" fmla="*/ 1209675 h 1890712"/>
                <a:gd name="connsiteX120" fmla="*/ 1678782 w 2543175"/>
                <a:gd name="connsiteY120" fmla="*/ 1226344 h 1890712"/>
                <a:gd name="connsiteX121" fmla="*/ 1700213 w 2543175"/>
                <a:gd name="connsiteY121" fmla="*/ 1247775 h 1890712"/>
                <a:gd name="connsiteX122" fmla="*/ 1712119 w 2543175"/>
                <a:gd name="connsiteY122" fmla="*/ 1259681 h 1890712"/>
                <a:gd name="connsiteX123" fmla="*/ 1733550 w 2543175"/>
                <a:gd name="connsiteY123" fmla="*/ 1273969 h 1890712"/>
                <a:gd name="connsiteX124" fmla="*/ 1743075 w 2543175"/>
                <a:gd name="connsiteY124" fmla="*/ 1283494 h 1890712"/>
                <a:gd name="connsiteX125" fmla="*/ 1754982 w 2543175"/>
                <a:gd name="connsiteY125" fmla="*/ 1290637 h 1890712"/>
                <a:gd name="connsiteX126" fmla="*/ 1766888 w 2543175"/>
                <a:gd name="connsiteY126" fmla="*/ 1300162 h 1890712"/>
                <a:gd name="connsiteX127" fmla="*/ 1783557 w 2543175"/>
                <a:gd name="connsiteY127" fmla="*/ 1307306 h 1890712"/>
                <a:gd name="connsiteX128" fmla="*/ 1790700 w 2543175"/>
                <a:gd name="connsiteY128" fmla="*/ 1312069 h 1890712"/>
                <a:gd name="connsiteX129" fmla="*/ 1800225 w 2543175"/>
                <a:gd name="connsiteY129" fmla="*/ 1319212 h 1890712"/>
                <a:gd name="connsiteX130" fmla="*/ 1807369 w 2543175"/>
                <a:gd name="connsiteY130" fmla="*/ 1321594 h 1890712"/>
                <a:gd name="connsiteX131" fmla="*/ 1824038 w 2543175"/>
                <a:gd name="connsiteY131" fmla="*/ 1333500 h 1890712"/>
                <a:gd name="connsiteX132" fmla="*/ 1843088 w 2543175"/>
                <a:gd name="connsiteY132" fmla="*/ 1352550 h 1890712"/>
                <a:gd name="connsiteX133" fmla="*/ 1852613 w 2543175"/>
                <a:gd name="connsiteY133" fmla="*/ 1359694 h 1890712"/>
                <a:gd name="connsiteX134" fmla="*/ 1859757 w 2543175"/>
                <a:gd name="connsiteY134" fmla="*/ 1366837 h 1890712"/>
                <a:gd name="connsiteX135" fmla="*/ 1869282 w 2543175"/>
                <a:gd name="connsiteY135" fmla="*/ 1371600 h 1890712"/>
                <a:gd name="connsiteX136" fmla="*/ 1883569 w 2543175"/>
                <a:gd name="connsiteY136" fmla="*/ 1388269 h 1890712"/>
                <a:gd name="connsiteX137" fmla="*/ 1893094 w 2543175"/>
                <a:gd name="connsiteY137" fmla="*/ 1395412 h 1890712"/>
                <a:gd name="connsiteX138" fmla="*/ 1902619 w 2543175"/>
                <a:gd name="connsiteY138" fmla="*/ 1404937 h 1890712"/>
                <a:gd name="connsiteX139" fmla="*/ 1912144 w 2543175"/>
                <a:gd name="connsiteY139" fmla="*/ 1409700 h 1890712"/>
                <a:gd name="connsiteX140" fmla="*/ 1931194 w 2543175"/>
                <a:gd name="connsiteY140" fmla="*/ 1421606 h 1890712"/>
                <a:gd name="connsiteX141" fmla="*/ 1935957 w 2543175"/>
                <a:gd name="connsiteY141" fmla="*/ 1428750 h 1890712"/>
                <a:gd name="connsiteX142" fmla="*/ 1952625 w 2543175"/>
                <a:gd name="connsiteY142" fmla="*/ 1438275 h 1890712"/>
                <a:gd name="connsiteX143" fmla="*/ 1971675 w 2543175"/>
                <a:gd name="connsiteY143" fmla="*/ 1450181 h 1890712"/>
                <a:gd name="connsiteX144" fmla="*/ 1981200 w 2543175"/>
                <a:gd name="connsiteY144" fmla="*/ 1454944 h 1890712"/>
                <a:gd name="connsiteX145" fmla="*/ 1997869 w 2543175"/>
                <a:gd name="connsiteY145" fmla="*/ 1471612 h 1890712"/>
                <a:gd name="connsiteX146" fmla="*/ 2007394 w 2543175"/>
                <a:gd name="connsiteY146" fmla="*/ 1478756 h 1890712"/>
                <a:gd name="connsiteX147" fmla="*/ 2016919 w 2543175"/>
                <a:gd name="connsiteY147" fmla="*/ 1483519 h 1890712"/>
                <a:gd name="connsiteX148" fmla="*/ 2024063 w 2543175"/>
                <a:gd name="connsiteY148" fmla="*/ 1490662 h 1890712"/>
                <a:gd name="connsiteX149" fmla="*/ 2033588 w 2543175"/>
                <a:gd name="connsiteY149" fmla="*/ 1495425 h 1890712"/>
                <a:gd name="connsiteX150" fmla="*/ 2040732 w 2543175"/>
                <a:gd name="connsiteY150" fmla="*/ 1502569 h 1890712"/>
                <a:gd name="connsiteX151" fmla="*/ 2047875 w 2543175"/>
                <a:gd name="connsiteY151" fmla="*/ 1507331 h 1890712"/>
                <a:gd name="connsiteX152" fmla="*/ 2057400 w 2543175"/>
                <a:gd name="connsiteY152" fmla="*/ 1514475 h 1890712"/>
                <a:gd name="connsiteX153" fmla="*/ 2064544 w 2543175"/>
                <a:gd name="connsiteY153" fmla="*/ 1519237 h 1890712"/>
                <a:gd name="connsiteX154" fmla="*/ 2071688 w 2543175"/>
                <a:gd name="connsiteY154" fmla="*/ 1526381 h 1890712"/>
                <a:gd name="connsiteX155" fmla="*/ 2081213 w 2543175"/>
                <a:gd name="connsiteY155" fmla="*/ 1531144 h 1890712"/>
                <a:gd name="connsiteX156" fmla="*/ 2090738 w 2543175"/>
                <a:gd name="connsiteY156" fmla="*/ 1538287 h 1890712"/>
                <a:gd name="connsiteX157" fmla="*/ 2109788 w 2543175"/>
                <a:gd name="connsiteY157" fmla="*/ 1547812 h 1890712"/>
                <a:gd name="connsiteX158" fmla="*/ 2131219 w 2543175"/>
                <a:gd name="connsiteY158" fmla="*/ 1562100 h 1890712"/>
                <a:gd name="connsiteX159" fmla="*/ 2140744 w 2543175"/>
                <a:gd name="connsiteY159" fmla="*/ 1566862 h 1890712"/>
                <a:gd name="connsiteX160" fmla="*/ 2152650 w 2543175"/>
                <a:gd name="connsiteY160" fmla="*/ 1576387 h 1890712"/>
                <a:gd name="connsiteX161" fmla="*/ 2181225 w 2543175"/>
                <a:gd name="connsiteY161" fmla="*/ 1590675 h 1890712"/>
                <a:gd name="connsiteX162" fmla="*/ 2200275 w 2543175"/>
                <a:gd name="connsiteY162" fmla="*/ 1607344 h 1890712"/>
                <a:gd name="connsiteX163" fmla="*/ 2207419 w 2543175"/>
                <a:gd name="connsiteY163" fmla="*/ 1612106 h 1890712"/>
                <a:gd name="connsiteX164" fmla="*/ 2216944 w 2543175"/>
                <a:gd name="connsiteY164" fmla="*/ 1619250 h 1890712"/>
                <a:gd name="connsiteX165" fmla="*/ 2224088 w 2543175"/>
                <a:gd name="connsiteY165" fmla="*/ 1624012 h 1890712"/>
                <a:gd name="connsiteX166" fmla="*/ 2247900 w 2543175"/>
                <a:gd name="connsiteY166" fmla="*/ 1643062 h 1890712"/>
                <a:gd name="connsiteX167" fmla="*/ 2255044 w 2543175"/>
                <a:gd name="connsiteY167" fmla="*/ 1650206 h 1890712"/>
                <a:gd name="connsiteX168" fmla="*/ 2281238 w 2543175"/>
                <a:gd name="connsiteY168" fmla="*/ 1664494 h 1890712"/>
                <a:gd name="connsiteX169" fmla="*/ 2297907 w 2543175"/>
                <a:gd name="connsiteY169" fmla="*/ 1674019 h 1890712"/>
                <a:gd name="connsiteX170" fmla="*/ 2305050 w 2543175"/>
                <a:gd name="connsiteY170" fmla="*/ 1678781 h 1890712"/>
                <a:gd name="connsiteX171" fmla="*/ 2312194 w 2543175"/>
                <a:gd name="connsiteY171" fmla="*/ 1685925 h 1890712"/>
                <a:gd name="connsiteX172" fmla="*/ 2321719 w 2543175"/>
                <a:gd name="connsiteY172" fmla="*/ 1690687 h 1890712"/>
                <a:gd name="connsiteX173" fmla="*/ 2328863 w 2543175"/>
                <a:gd name="connsiteY173" fmla="*/ 1697831 h 1890712"/>
                <a:gd name="connsiteX174" fmla="*/ 2350294 w 2543175"/>
                <a:gd name="connsiteY174" fmla="*/ 1712119 h 1890712"/>
                <a:gd name="connsiteX175" fmla="*/ 2359819 w 2543175"/>
                <a:gd name="connsiteY175" fmla="*/ 1719262 h 1890712"/>
                <a:gd name="connsiteX176" fmla="*/ 2369344 w 2543175"/>
                <a:gd name="connsiteY176" fmla="*/ 1724025 h 1890712"/>
                <a:gd name="connsiteX177" fmla="*/ 2376488 w 2543175"/>
                <a:gd name="connsiteY177" fmla="*/ 1731169 h 1890712"/>
                <a:gd name="connsiteX178" fmla="*/ 2402682 w 2543175"/>
                <a:gd name="connsiteY178" fmla="*/ 1747837 h 1890712"/>
                <a:gd name="connsiteX179" fmla="*/ 2450307 w 2543175"/>
                <a:gd name="connsiteY179" fmla="*/ 1769269 h 1890712"/>
                <a:gd name="connsiteX180" fmla="*/ 2466975 w 2543175"/>
                <a:gd name="connsiteY180" fmla="*/ 1783556 h 1890712"/>
                <a:gd name="connsiteX181" fmla="*/ 2481263 w 2543175"/>
                <a:gd name="connsiteY181" fmla="*/ 1795462 h 1890712"/>
                <a:gd name="connsiteX182" fmla="*/ 2486025 w 2543175"/>
                <a:gd name="connsiteY182" fmla="*/ 1802606 h 1890712"/>
                <a:gd name="connsiteX183" fmla="*/ 2493169 w 2543175"/>
                <a:gd name="connsiteY183" fmla="*/ 1807369 h 1890712"/>
                <a:gd name="connsiteX184" fmla="*/ 2495550 w 2543175"/>
                <a:gd name="connsiteY184" fmla="*/ 1816894 h 1890712"/>
                <a:gd name="connsiteX185" fmla="*/ 2497932 w 2543175"/>
                <a:gd name="connsiteY185" fmla="*/ 1824037 h 1890712"/>
                <a:gd name="connsiteX186" fmla="*/ 2514600 w 2543175"/>
                <a:gd name="connsiteY186" fmla="*/ 1850231 h 1890712"/>
                <a:gd name="connsiteX187" fmla="*/ 2519363 w 2543175"/>
                <a:gd name="connsiteY187" fmla="*/ 1857375 h 1890712"/>
                <a:gd name="connsiteX188" fmla="*/ 2540794 w 2543175"/>
                <a:gd name="connsiteY188" fmla="*/ 1883569 h 1890712"/>
                <a:gd name="connsiteX189" fmla="*/ 2543175 w 2543175"/>
                <a:gd name="connsiteY189" fmla="*/ 1890712 h 1890712"/>
                <a:gd name="connsiteX0" fmla="*/ 0 w 2543175"/>
                <a:gd name="connsiteY0" fmla="*/ 0 h 1890712"/>
                <a:gd name="connsiteX1" fmla="*/ 11907 w 2543175"/>
                <a:gd name="connsiteY1" fmla="*/ 11906 h 1890712"/>
                <a:gd name="connsiteX2" fmla="*/ 21432 w 2543175"/>
                <a:gd name="connsiteY2" fmla="*/ 16669 h 1890712"/>
                <a:gd name="connsiteX3" fmla="*/ 23813 w 2543175"/>
                <a:gd name="connsiteY3" fmla="*/ 23812 h 1890712"/>
                <a:gd name="connsiteX4" fmla="*/ 33338 w 2543175"/>
                <a:gd name="connsiteY4" fmla="*/ 33337 h 1890712"/>
                <a:gd name="connsiteX5" fmla="*/ 40482 w 2543175"/>
                <a:gd name="connsiteY5" fmla="*/ 42862 h 1890712"/>
                <a:gd name="connsiteX6" fmla="*/ 47625 w 2543175"/>
                <a:gd name="connsiteY6" fmla="*/ 47625 h 1890712"/>
                <a:gd name="connsiteX7" fmla="*/ 57150 w 2543175"/>
                <a:gd name="connsiteY7" fmla="*/ 54769 h 1890712"/>
                <a:gd name="connsiteX8" fmla="*/ 64294 w 2543175"/>
                <a:gd name="connsiteY8" fmla="*/ 59531 h 1890712"/>
                <a:gd name="connsiteX9" fmla="*/ 83344 w 2543175"/>
                <a:gd name="connsiteY9" fmla="*/ 73819 h 1890712"/>
                <a:gd name="connsiteX10" fmla="*/ 97632 w 2543175"/>
                <a:gd name="connsiteY10" fmla="*/ 80962 h 1890712"/>
                <a:gd name="connsiteX11" fmla="*/ 104775 w 2543175"/>
                <a:gd name="connsiteY11" fmla="*/ 85725 h 1890712"/>
                <a:gd name="connsiteX12" fmla="*/ 114300 w 2543175"/>
                <a:gd name="connsiteY12" fmla="*/ 95250 h 1890712"/>
                <a:gd name="connsiteX13" fmla="*/ 123825 w 2543175"/>
                <a:gd name="connsiteY13" fmla="*/ 97631 h 1890712"/>
                <a:gd name="connsiteX14" fmla="*/ 130969 w 2543175"/>
                <a:gd name="connsiteY14" fmla="*/ 104775 h 1890712"/>
                <a:gd name="connsiteX15" fmla="*/ 140494 w 2543175"/>
                <a:gd name="connsiteY15" fmla="*/ 111919 h 1890712"/>
                <a:gd name="connsiteX16" fmla="*/ 147638 w 2543175"/>
                <a:gd name="connsiteY16" fmla="*/ 116681 h 1890712"/>
                <a:gd name="connsiteX17" fmla="*/ 164307 w 2543175"/>
                <a:gd name="connsiteY17" fmla="*/ 128587 h 1890712"/>
                <a:gd name="connsiteX18" fmla="*/ 180975 w 2543175"/>
                <a:gd name="connsiteY18" fmla="*/ 140494 h 1890712"/>
                <a:gd name="connsiteX19" fmla="*/ 197644 w 2543175"/>
                <a:gd name="connsiteY19" fmla="*/ 152400 h 1890712"/>
                <a:gd name="connsiteX20" fmla="*/ 204788 w 2543175"/>
                <a:gd name="connsiteY20" fmla="*/ 157162 h 1890712"/>
                <a:gd name="connsiteX21" fmla="*/ 214313 w 2543175"/>
                <a:gd name="connsiteY21" fmla="*/ 164306 h 1890712"/>
                <a:gd name="connsiteX22" fmla="*/ 230982 w 2543175"/>
                <a:gd name="connsiteY22" fmla="*/ 180975 h 1890712"/>
                <a:gd name="connsiteX23" fmla="*/ 247650 w 2543175"/>
                <a:gd name="connsiteY23" fmla="*/ 185737 h 1890712"/>
                <a:gd name="connsiteX24" fmla="*/ 259557 w 2543175"/>
                <a:gd name="connsiteY24" fmla="*/ 188119 h 1890712"/>
                <a:gd name="connsiteX25" fmla="*/ 266700 w 2543175"/>
                <a:gd name="connsiteY25" fmla="*/ 190500 h 1890712"/>
                <a:gd name="connsiteX26" fmla="*/ 283369 w 2543175"/>
                <a:gd name="connsiteY26" fmla="*/ 192881 h 1890712"/>
                <a:gd name="connsiteX27" fmla="*/ 302419 w 2543175"/>
                <a:gd name="connsiteY27" fmla="*/ 204787 h 1890712"/>
                <a:gd name="connsiteX28" fmla="*/ 309563 w 2543175"/>
                <a:gd name="connsiteY28" fmla="*/ 209550 h 1890712"/>
                <a:gd name="connsiteX29" fmla="*/ 319088 w 2543175"/>
                <a:gd name="connsiteY29" fmla="*/ 219075 h 1890712"/>
                <a:gd name="connsiteX30" fmla="*/ 333375 w 2543175"/>
                <a:gd name="connsiteY30" fmla="*/ 228600 h 1890712"/>
                <a:gd name="connsiteX31" fmla="*/ 340519 w 2543175"/>
                <a:gd name="connsiteY31" fmla="*/ 233362 h 1890712"/>
                <a:gd name="connsiteX32" fmla="*/ 354807 w 2543175"/>
                <a:gd name="connsiteY32" fmla="*/ 247650 h 1890712"/>
                <a:gd name="connsiteX33" fmla="*/ 366713 w 2543175"/>
                <a:gd name="connsiteY33" fmla="*/ 264319 h 1890712"/>
                <a:gd name="connsiteX34" fmla="*/ 371475 w 2543175"/>
                <a:gd name="connsiteY34" fmla="*/ 271462 h 1890712"/>
                <a:gd name="connsiteX35" fmla="*/ 378619 w 2543175"/>
                <a:gd name="connsiteY35" fmla="*/ 276225 h 1890712"/>
                <a:gd name="connsiteX36" fmla="*/ 385763 w 2543175"/>
                <a:gd name="connsiteY36" fmla="*/ 283369 h 1890712"/>
                <a:gd name="connsiteX37" fmla="*/ 395288 w 2543175"/>
                <a:gd name="connsiteY37" fmla="*/ 288131 h 1890712"/>
                <a:gd name="connsiteX38" fmla="*/ 404813 w 2543175"/>
                <a:gd name="connsiteY38" fmla="*/ 295275 h 1890712"/>
                <a:gd name="connsiteX39" fmla="*/ 411957 w 2543175"/>
                <a:gd name="connsiteY39" fmla="*/ 297656 h 1890712"/>
                <a:gd name="connsiteX40" fmla="*/ 421482 w 2543175"/>
                <a:gd name="connsiteY40" fmla="*/ 302419 h 1890712"/>
                <a:gd name="connsiteX41" fmla="*/ 447675 w 2543175"/>
                <a:gd name="connsiteY41" fmla="*/ 307181 h 1890712"/>
                <a:gd name="connsiteX42" fmla="*/ 461963 w 2543175"/>
                <a:gd name="connsiteY42" fmla="*/ 321469 h 1890712"/>
                <a:gd name="connsiteX43" fmla="*/ 466725 w 2543175"/>
                <a:gd name="connsiteY43" fmla="*/ 328612 h 1890712"/>
                <a:gd name="connsiteX44" fmla="*/ 476250 w 2543175"/>
                <a:gd name="connsiteY44" fmla="*/ 335756 h 1890712"/>
                <a:gd name="connsiteX45" fmla="*/ 481013 w 2543175"/>
                <a:gd name="connsiteY45" fmla="*/ 342900 h 1890712"/>
                <a:gd name="connsiteX46" fmla="*/ 490538 w 2543175"/>
                <a:gd name="connsiteY46" fmla="*/ 352425 h 1890712"/>
                <a:gd name="connsiteX47" fmla="*/ 495300 w 2543175"/>
                <a:gd name="connsiteY47" fmla="*/ 359569 h 1890712"/>
                <a:gd name="connsiteX48" fmla="*/ 509588 w 2543175"/>
                <a:gd name="connsiteY48" fmla="*/ 376237 h 1890712"/>
                <a:gd name="connsiteX49" fmla="*/ 514350 w 2543175"/>
                <a:gd name="connsiteY49" fmla="*/ 383381 h 1890712"/>
                <a:gd name="connsiteX50" fmla="*/ 531019 w 2543175"/>
                <a:gd name="connsiteY50" fmla="*/ 397669 h 1890712"/>
                <a:gd name="connsiteX51" fmla="*/ 538163 w 2543175"/>
                <a:gd name="connsiteY51" fmla="*/ 407194 h 1890712"/>
                <a:gd name="connsiteX52" fmla="*/ 554832 w 2543175"/>
                <a:gd name="connsiteY52" fmla="*/ 421481 h 1890712"/>
                <a:gd name="connsiteX53" fmla="*/ 564357 w 2543175"/>
                <a:gd name="connsiteY53" fmla="*/ 431006 h 1890712"/>
                <a:gd name="connsiteX54" fmla="*/ 573882 w 2543175"/>
                <a:gd name="connsiteY54" fmla="*/ 438150 h 1890712"/>
                <a:gd name="connsiteX55" fmla="*/ 595313 w 2543175"/>
                <a:gd name="connsiteY55" fmla="*/ 454819 h 1890712"/>
                <a:gd name="connsiteX56" fmla="*/ 602457 w 2543175"/>
                <a:gd name="connsiteY56" fmla="*/ 457200 h 1890712"/>
                <a:gd name="connsiteX57" fmla="*/ 628650 w 2543175"/>
                <a:gd name="connsiteY57" fmla="*/ 469106 h 1890712"/>
                <a:gd name="connsiteX58" fmla="*/ 645319 w 2543175"/>
                <a:gd name="connsiteY58" fmla="*/ 483394 h 1890712"/>
                <a:gd name="connsiteX59" fmla="*/ 654844 w 2543175"/>
                <a:gd name="connsiteY59" fmla="*/ 488156 h 1890712"/>
                <a:gd name="connsiteX60" fmla="*/ 661988 w 2543175"/>
                <a:gd name="connsiteY60" fmla="*/ 497681 h 1890712"/>
                <a:gd name="connsiteX61" fmla="*/ 683419 w 2543175"/>
                <a:gd name="connsiteY61" fmla="*/ 514350 h 1890712"/>
                <a:gd name="connsiteX62" fmla="*/ 700088 w 2543175"/>
                <a:gd name="connsiteY62" fmla="*/ 526256 h 1890712"/>
                <a:gd name="connsiteX63" fmla="*/ 709613 w 2543175"/>
                <a:gd name="connsiteY63" fmla="*/ 535781 h 1890712"/>
                <a:gd name="connsiteX64" fmla="*/ 719138 w 2543175"/>
                <a:gd name="connsiteY64" fmla="*/ 542925 h 1890712"/>
                <a:gd name="connsiteX65" fmla="*/ 733425 w 2543175"/>
                <a:gd name="connsiteY65" fmla="*/ 557212 h 1890712"/>
                <a:gd name="connsiteX66" fmla="*/ 750094 w 2543175"/>
                <a:gd name="connsiteY66" fmla="*/ 569119 h 1890712"/>
                <a:gd name="connsiteX67" fmla="*/ 769144 w 2543175"/>
                <a:gd name="connsiteY67" fmla="*/ 581025 h 1890712"/>
                <a:gd name="connsiteX68" fmla="*/ 785813 w 2543175"/>
                <a:gd name="connsiteY68" fmla="*/ 590550 h 1890712"/>
                <a:gd name="connsiteX69" fmla="*/ 792957 w 2543175"/>
                <a:gd name="connsiteY69" fmla="*/ 600075 h 1890712"/>
                <a:gd name="connsiteX70" fmla="*/ 809625 w 2543175"/>
                <a:gd name="connsiteY70" fmla="*/ 611981 h 1890712"/>
                <a:gd name="connsiteX71" fmla="*/ 816769 w 2543175"/>
                <a:gd name="connsiteY71" fmla="*/ 619125 h 1890712"/>
                <a:gd name="connsiteX72" fmla="*/ 826294 w 2543175"/>
                <a:gd name="connsiteY72" fmla="*/ 626269 h 1890712"/>
                <a:gd name="connsiteX73" fmla="*/ 840582 w 2543175"/>
                <a:gd name="connsiteY73" fmla="*/ 638175 h 1890712"/>
                <a:gd name="connsiteX74" fmla="*/ 847725 w 2543175"/>
                <a:gd name="connsiteY74" fmla="*/ 645319 h 1890712"/>
                <a:gd name="connsiteX75" fmla="*/ 857250 w 2543175"/>
                <a:gd name="connsiteY75" fmla="*/ 652462 h 1890712"/>
                <a:gd name="connsiteX76" fmla="*/ 864394 w 2543175"/>
                <a:gd name="connsiteY76" fmla="*/ 657225 h 1890712"/>
                <a:gd name="connsiteX77" fmla="*/ 888207 w 2543175"/>
                <a:gd name="connsiteY77" fmla="*/ 676275 h 1890712"/>
                <a:gd name="connsiteX78" fmla="*/ 895350 w 2543175"/>
                <a:gd name="connsiteY78" fmla="*/ 681037 h 1890712"/>
                <a:gd name="connsiteX79" fmla="*/ 907257 w 2543175"/>
                <a:gd name="connsiteY79" fmla="*/ 683419 h 1890712"/>
                <a:gd name="connsiteX80" fmla="*/ 928688 w 2543175"/>
                <a:gd name="connsiteY80" fmla="*/ 695325 h 1890712"/>
                <a:gd name="connsiteX81" fmla="*/ 942975 w 2543175"/>
                <a:gd name="connsiteY81" fmla="*/ 700087 h 1890712"/>
                <a:gd name="connsiteX82" fmla="*/ 964407 w 2543175"/>
                <a:gd name="connsiteY82" fmla="*/ 716756 h 1890712"/>
                <a:gd name="connsiteX83" fmla="*/ 971550 w 2543175"/>
                <a:gd name="connsiteY83" fmla="*/ 723900 h 1890712"/>
                <a:gd name="connsiteX84" fmla="*/ 983457 w 2543175"/>
                <a:gd name="connsiteY84" fmla="*/ 733425 h 1890712"/>
                <a:gd name="connsiteX85" fmla="*/ 990600 w 2543175"/>
                <a:gd name="connsiteY85" fmla="*/ 738187 h 1890712"/>
                <a:gd name="connsiteX86" fmla="*/ 1007269 w 2543175"/>
                <a:gd name="connsiteY86" fmla="*/ 752475 h 1890712"/>
                <a:gd name="connsiteX87" fmla="*/ 1031082 w 2543175"/>
                <a:gd name="connsiteY87" fmla="*/ 766762 h 1890712"/>
                <a:gd name="connsiteX88" fmla="*/ 1042988 w 2543175"/>
                <a:gd name="connsiteY88" fmla="*/ 773906 h 1890712"/>
                <a:gd name="connsiteX89" fmla="*/ 1071563 w 2543175"/>
                <a:gd name="connsiteY89" fmla="*/ 785812 h 1890712"/>
                <a:gd name="connsiteX90" fmla="*/ 1097757 w 2543175"/>
                <a:gd name="connsiteY90" fmla="*/ 807244 h 1890712"/>
                <a:gd name="connsiteX91" fmla="*/ 1104900 w 2543175"/>
                <a:gd name="connsiteY91" fmla="*/ 814387 h 1890712"/>
                <a:gd name="connsiteX92" fmla="*/ 1121569 w 2543175"/>
                <a:gd name="connsiteY92" fmla="*/ 823912 h 1890712"/>
                <a:gd name="connsiteX93" fmla="*/ 1138238 w 2543175"/>
                <a:gd name="connsiteY93" fmla="*/ 835819 h 1890712"/>
                <a:gd name="connsiteX94" fmla="*/ 1147763 w 2543175"/>
                <a:gd name="connsiteY94" fmla="*/ 842962 h 1890712"/>
                <a:gd name="connsiteX95" fmla="*/ 1157288 w 2543175"/>
                <a:gd name="connsiteY95" fmla="*/ 847725 h 1890712"/>
                <a:gd name="connsiteX96" fmla="*/ 1178719 w 2543175"/>
                <a:gd name="connsiteY96" fmla="*/ 859631 h 1890712"/>
                <a:gd name="connsiteX97" fmla="*/ 1188244 w 2543175"/>
                <a:gd name="connsiteY97" fmla="*/ 866775 h 1890712"/>
                <a:gd name="connsiteX98" fmla="*/ 1195388 w 2543175"/>
                <a:gd name="connsiteY98" fmla="*/ 871537 h 1890712"/>
                <a:gd name="connsiteX99" fmla="*/ 1212057 w 2543175"/>
                <a:gd name="connsiteY99" fmla="*/ 883444 h 1890712"/>
                <a:gd name="connsiteX100" fmla="*/ 1226344 w 2543175"/>
                <a:gd name="connsiteY100" fmla="*/ 895350 h 1890712"/>
                <a:gd name="connsiteX101" fmla="*/ 1245394 w 2543175"/>
                <a:gd name="connsiteY101" fmla="*/ 907256 h 1890712"/>
                <a:gd name="connsiteX102" fmla="*/ 1254919 w 2543175"/>
                <a:gd name="connsiteY102" fmla="*/ 914400 h 1890712"/>
                <a:gd name="connsiteX103" fmla="*/ 1269207 w 2543175"/>
                <a:gd name="connsiteY103" fmla="*/ 921544 h 1890712"/>
                <a:gd name="connsiteX104" fmla="*/ 1290638 w 2543175"/>
                <a:gd name="connsiteY104" fmla="*/ 935831 h 1890712"/>
                <a:gd name="connsiteX105" fmla="*/ 1307307 w 2543175"/>
                <a:gd name="connsiteY105" fmla="*/ 952500 h 1890712"/>
                <a:gd name="connsiteX106" fmla="*/ 1333500 w 2543175"/>
                <a:gd name="connsiteY106" fmla="*/ 971550 h 1890712"/>
                <a:gd name="connsiteX107" fmla="*/ 1359694 w 2543175"/>
                <a:gd name="connsiteY107" fmla="*/ 990600 h 1890712"/>
                <a:gd name="connsiteX108" fmla="*/ 1373982 w 2543175"/>
                <a:gd name="connsiteY108" fmla="*/ 997744 h 1890712"/>
                <a:gd name="connsiteX109" fmla="*/ 1388269 w 2543175"/>
                <a:gd name="connsiteY109" fmla="*/ 1007269 h 1890712"/>
                <a:gd name="connsiteX110" fmla="*/ 1414463 w 2543175"/>
                <a:gd name="connsiteY110" fmla="*/ 1019175 h 1890712"/>
                <a:gd name="connsiteX111" fmla="*/ 1428750 w 2543175"/>
                <a:gd name="connsiteY111" fmla="*/ 1026319 h 1890712"/>
                <a:gd name="connsiteX112" fmla="*/ 1471613 w 2543175"/>
                <a:gd name="connsiteY112" fmla="*/ 1059656 h 1890712"/>
                <a:gd name="connsiteX113" fmla="*/ 1495425 w 2543175"/>
                <a:gd name="connsiteY113" fmla="*/ 1088231 h 1890712"/>
                <a:gd name="connsiteX114" fmla="*/ 1547812 w 2543175"/>
                <a:gd name="connsiteY114" fmla="*/ 1133475 h 1890712"/>
                <a:gd name="connsiteX115" fmla="*/ 1597819 w 2543175"/>
                <a:gd name="connsiteY115" fmla="*/ 1154906 h 1890712"/>
                <a:gd name="connsiteX116" fmla="*/ 1604963 w 2543175"/>
                <a:gd name="connsiteY116" fmla="*/ 1162050 h 1890712"/>
                <a:gd name="connsiteX117" fmla="*/ 1612107 w 2543175"/>
                <a:gd name="connsiteY117" fmla="*/ 1166812 h 1890712"/>
                <a:gd name="connsiteX118" fmla="*/ 1628775 w 2543175"/>
                <a:gd name="connsiteY118" fmla="*/ 1183481 h 1890712"/>
                <a:gd name="connsiteX119" fmla="*/ 1662113 w 2543175"/>
                <a:gd name="connsiteY119" fmla="*/ 1209675 h 1890712"/>
                <a:gd name="connsiteX120" fmla="*/ 1678782 w 2543175"/>
                <a:gd name="connsiteY120" fmla="*/ 1226344 h 1890712"/>
                <a:gd name="connsiteX121" fmla="*/ 1700213 w 2543175"/>
                <a:gd name="connsiteY121" fmla="*/ 1247775 h 1890712"/>
                <a:gd name="connsiteX122" fmla="*/ 1712119 w 2543175"/>
                <a:gd name="connsiteY122" fmla="*/ 1259681 h 1890712"/>
                <a:gd name="connsiteX123" fmla="*/ 1733550 w 2543175"/>
                <a:gd name="connsiteY123" fmla="*/ 1273969 h 1890712"/>
                <a:gd name="connsiteX124" fmla="*/ 1743075 w 2543175"/>
                <a:gd name="connsiteY124" fmla="*/ 1283494 h 1890712"/>
                <a:gd name="connsiteX125" fmla="*/ 1754982 w 2543175"/>
                <a:gd name="connsiteY125" fmla="*/ 1290637 h 1890712"/>
                <a:gd name="connsiteX126" fmla="*/ 1766888 w 2543175"/>
                <a:gd name="connsiteY126" fmla="*/ 1300162 h 1890712"/>
                <a:gd name="connsiteX127" fmla="*/ 1783557 w 2543175"/>
                <a:gd name="connsiteY127" fmla="*/ 1307306 h 1890712"/>
                <a:gd name="connsiteX128" fmla="*/ 1790700 w 2543175"/>
                <a:gd name="connsiteY128" fmla="*/ 1312069 h 1890712"/>
                <a:gd name="connsiteX129" fmla="*/ 1800225 w 2543175"/>
                <a:gd name="connsiteY129" fmla="*/ 1319212 h 1890712"/>
                <a:gd name="connsiteX130" fmla="*/ 1807369 w 2543175"/>
                <a:gd name="connsiteY130" fmla="*/ 1321594 h 1890712"/>
                <a:gd name="connsiteX131" fmla="*/ 1824038 w 2543175"/>
                <a:gd name="connsiteY131" fmla="*/ 1333500 h 1890712"/>
                <a:gd name="connsiteX132" fmla="*/ 1843088 w 2543175"/>
                <a:gd name="connsiteY132" fmla="*/ 1352550 h 1890712"/>
                <a:gd name="connsiteX133" fmla="*/ 1852613 w 2543175"/>
                <a:gd name="connsiteY133" fmla="*/ 1359694 h 1890712"/>
                <a:gd name="connsiteX134" fmla="*/ 1859757 w 2543175"/>
                <a:gd name="connsiteY134" fmla="*/ 1366837 h 1890712"/>
                <a:gd name="connsiteX135" fmla="*/ 1869282 w 2543175"/>
                <a:gd name="connsiteY135" fmla="*/ 1371600 h 1890712"/>
                <a:gd name="connsiteX136" fmla="*/ 1883569 w 2543175"/>
                <a:gd name="connsiteY136" fmla="*/ 1388269 h 1890712"/>
                <a:gd name="connsiteX137" fmla="*/ 1893094 w 2543175"/>
                <a:gd name="connsiteY137" fmla="*/ 1395412 h 1890712"/>
                <a:gd name="connsiteX138" fmla="*/ 1902619 w 2543175"/>
                <a:gd name="connsiteY138" fmla="*/ 1404937 h 1890712"/>
                <a:gd name="connsiteX139" fmla="*/ 1912144 w 2543175"/>
                <a:gd name="connsiteY139" fmla="*/ 1409700 h 1890712"/>
                <a:gd name="connsiteX140" fmla="*/ 1931194 w 2543175"/>
                <a:gd name="connsiteY140" fmla="*/ 1421606 h 1890712"/>
                <a:gd name="connsiteX141" fmla="*/ 1935957 w 2543175"/>
                <a:gd name="connsiteY141" fmla="*/ 1428750 h 1890712"/>
                <a:gd name="connsiteX142" fmla="*/ 1952625 w 2543175"/>
                <a:gd name="connsiteY142" fmla="*/ 1438275 h 1890712"/>
                <a:gd name="connsiteX143" fmla="*/ 1971675 w 2543175"/>
                <a:gd name="connsiteY143" fmla="*/ 1450181 h 1890712"/>
                <a:gd name="connsiteX144" fmla="*/ 1981200 w 2543175"/>
                <a:gd name="connsiteY144" fmla="*/ 1454944 h 1890712"/>
                <a:gd name="connsiteX145" fmla="*/ 1997869 w 2543175"/>
                <a:gd name="connsiteY145" fmla="*/ 1471612 h 1890712"/>
                <a:gd name="connsiteX146" fmla="*/ 2007394 w 2543175"/>
                <a:gd name="connsiteY146" fmla="*/ 1478756 h 1890712"/>
                <a:gd name="connsiteX147" fmla="*/ 2016919 w 2543175"/>
                <a:gd name="connsiteY147" fmla="*/ 1483519 h 1890712"/>
                <a:gd name="connsiteX148" fmla="*/ 2024063 w 2543175"/>
                <a:gd name="connsiteY148" fmla="*/ 1490662 h 1890712"/>
                <a:gd name="connsiteX149" fmla="*/ 2033588 w 2543175"/>
                <a:gd name="connsiteY149" fmla="*/ 1495425 h 1890712"/>
                <a:gd name="connsiteX150" fmla="*/ 2040732 w 2543175"/>
                <a:gd name="connsiteY150" fmla="*/ 1502569 h 1890712"/>
                <a:gd name="connsiteX151" fmla="*/ 2047875 w 2543175"/>
                <a:gd name="connsiteY151" fmla="*/ 1507331 h 1890712"/>
                <a:gd name="connsiteX152" fmla="*/ 2057400 w 2543175"/>
                <a:gd name="connsiteY152" fmla="*/ 1514475 h 1890712"/>
                <a:gd name="connsiteX153" fmla="*/ 2064544 w 2543175"/>
                <a:gd name="connsiteY153" fmla="*/ 1519237 h 1890712"/>
                <a:gd name="connsiteX154" fmla="*/ 2071688 w 2543175"/>
                <a:gd name="connsiteY154" fmla="*/ 1526381 h 1890712"/>
                <a:gd name="connsiteX155" fmla="*/ 2081213 w 2543175"/>
                <a:gd name="connsiteY155" fmla="*/ 1531144 h 1890712"/>
                <a:gd name="connsiteX156" fmla="*/ 2090738 w 2543175"/>
                <a:gd name="connsiteY156" fmla="*/ 1538287 h 1890712"/>
                <a:gd name="connsiteX157" fmla="*/ 2109788 w 2543175"/>
                <a:gd name="connsiteY157" fmla="*/ 1547812 h 1890712"/>
                <a:gd name="connsiteX158" fmla="*/ 2131219 w 2543175"/>
                <a:gd name="connsiteY158" fmla="*/ 1562100 h 1890712"/>
                <a:gd name="connsiteX159" fmla="*/ 2140744 w 2543175"/>
                <a:gd name="connsiteY159" fmla="*/ 1566862 h 1890712"/>
                <a:gd name="connsiteX160" fmla="*/ 2152650 w 2543175"/>
                <a:gd name="connsiteY160" fmla="*/ 1576387 h 1890712"/>
                <a:gd name="connsiteX161" fmla="*/ 2181225 w 2543175"/>
                <a:gd name="connsiteY161" fmla="*/ 1590675 h 1890712"/>
                <a:gd name="connsiteX162" fmla="*/ 2200275 w 2543175"/>
                <a:gd name="connsiteY162" fmla="*/ 1607344 h 1890712"/>
                <a:gd name="connsiteX163" fmla="*/ 2207419 w 2543175"/>
                <a:gd name="connsiteY163" fmla="*/ 1612106 h 1890712"/>
                <a:gd name="connsiteX164" fmla="*/ 2216944 w 2543175"/>
                <a:gd name="connsiteY164" fmla="*/ 1619250 h 1890712"/>
                <a:gd name="connsiteX165" fmla="*/ 2224088 w 2543175"/>
                <a:gd name="connsiteY165" fmla="*/ 1624012 h 1890712"/>
                <a:gd name="connsiteX166" fmla="*/ 2247900 w 2543175"/>
                <a:gd name="connsiteY166" fmla="*/ 1643062 h 1890712"/>
                <a:gd name="connsiteX167" fmla="*/ 2255044 w 2543175"/>
                <a:gd name="connsiteY167" fmla="*/ 1650206 h 1890712"/>
                <a:gd name="connsiteX168" fmla="*/ 2281238 w 2543175"/>
                <a:gd name="connsiteY168" fmla="*/ 1664494 h 1890712"/>
                <a:gd name="connsiteX169" fmla="*/ 2297907 w 2543175"/>
                <a:gd name="connsiteY169" fmla="*/ 1674019 h 1890712"/>
                <a:gd name="connsiteX170" fmla="*/ 2305050 w 2543175"/>
                <a:gd name="connsiteY170" fmla="*/ 1678781 h 1890712"/>
                <a:gd name="connsiteX171" fmla="*/ 2312194 w 2543175"/>
                <a:gd name="connsiteY171" fmla="*/ 1685925 h 1890712"/>
                <a:gd name="connsiteX172" fmla="*/ 2321719 w 2543175"/>
                <a:gd name="connsiteY172" fmla="*/ 1690687 h 1890712"/>
                <a:gd name="connsiteX173" fmla="*/ 2328863 w 2543175"/>
                <a:gd name="connsiteY173" fmla="*/ 1697831 h 1890712"/>
                <a:gd name="connsiteX174" fmla="*/ 2350294 w 2543175"/>
                <a:gd name="connsiteY174" fmla="*/ 1712119 h 1890712"/>
                <a:gd name="connsiteX175" fmla="*/ 2359819 w 2543175"/>
                <a:gd name="connsiteY175" fmla="*/ 1719262 h 1890712"/>
                <a:gd name="connsiteX176" fmla="*/ 2369344 w 2543175"/>
                <a:gd name="connsiteY176" fmla="*/ 1724025 h 1890712"/>
                <a:gd name="connsiteX177" fmla="*/ 2376488 w 2543175"/>
                <a:gd name="connsiteY177" fmla="*/ 1731169 h 1890712"/>
                <a:gd name="connsiteX178" fmla="*/ 2402682 w 2543175"/>
                <a:gd name="connsiteY178" fmla="*/ 1747837 h 1890712"/>
                <a:gd name="connsiteX179" fmla="*/ 2428876 w 2543175"/>
                <a:gd name="connsiteY179" fmla="*/ 1785938 h 1890712"/>
                <a:gd name="connsiteX180" fmla="*/ 2466975 w 2543175"/>
                <a:gd name="connsiteY180" fmla="*/ 1783556 h 1890712"/>
                <a:gd name="connsiteX181" fmla="*/ 2481263 w 2543175"/>
                <a:gd name="connsiteY181" fmla="*/ 1795462 h 1890712"/>
                <a:gd name="connsiteX182" fmla="*/ 2486025 w 2543175"/>
                <a:gd name="connsiteY182" fmla="*/ 1802606 h 1890712"/>
                <a:gd name="connsiteX183" fmla="*/ 2493169 w 2543175"/>
                <a:gd name="connsiteY183" fmla="*/ 1807369 h 1890712"/>
                <a:gd name="connsiteX184" fmla="*/ 2495550 w 2543175"/>
                <a:gd name="connsiteY184" fmla="*/ 1816894 h 1890712"/>
                <a:gd name="connsiteX185" fmla="*/ 2497932 w 2543175"/>
                <a:gd name="connsiteY185" fmla="*/ 1824037 h 1890712"/>
                <a:gd name="connsiteX186" fmla="*/ 2514600 w 2543175"/>
                <a:gd name="connsiteY186" fmla="*/ 1850231 h 1890712"/>
                <a:gd name="connsiteX187" fmla="*/ 2519363 w 2543175"/>
                <a:gd name="connsiteY187" fmla="*/ 1857375 h 1890712"/>
                <a:gd name="connsiteX188" fmla="*/ 2540794 w 2543175"/>
                <a:gd name="connsiteY188" fmla="*/ 1883569 h 1890712"/>
                <a:gd name="connsiteX189" fmla="*/ 2543175 w 2543175"/>
                <a:gd name="connsiteY189" fmla="*/ 1890712 h 1890712"/>
                <a:gd name="connsiteX0" fmla="*/ 0 w 2543175"/>
                <a:gd name="connsiteY0" fmla="*/ 0 h 1890712"/>
                <a:gd name="connsiteX1" fmla="*/ 11907 w 2543175"/>
                <a:gd name="connsiteY1" fmla="*/ 11906 h 1890712"/>
                <a:gd name="connsiteX2" fmla="*/ 21432 w 2543175"/>
                <a:gd name="connsiteY2" fmla="*/ 16669 h 1890712"/>
                <a:gd name="connsiteX3" fmla="*/ 23813 w 2543175"/>
                <a:gd name="connsiteY3" fmla="*/ 23812 h 1890712"/>
                <a:gd name="connsiteX4" fmla="*/ 33338 w 2543175"/>
                <a:gd name="connsiteY4" fmla="*/ 33337 h 1890712"/>
                <a:gd name="connsiteX5" fmla="*/ 40482 w 2543175"/>
                <a:gd name="connsiteY5" fmla="*/ 42862 h 1890712"/>
                <a:gd name="connsiteX6" fmla="*/ 47625 w 2543175"/>
                <a:gd name="connsiteY6" fmla="*/ 47625 h 1890712"/>
                <a:gd name="connsiteX7" fmla="*/ 57150 w 2543175"/>
                <a:gd name="connsiteY7" fmla="*/ 54769 h 1890712"/>
                <a:gd name="connsiteX8" fmla="*/ 64294 w 2543175"/>
                <a:gd name="connsiteY8" fmla="*/ 59531 h 1890712"/>
                <a:gd name="connsiteX9" fmla="*/ 83344 w 2543175"/>
                <a:gd name="connsiteY9" fmla="*/ 73819 h 1890712"/>
                <a:gd name="connsiteX10" fmla="*/ 97632 w 2543175"/>
                <a:gd name="connsiteY10" fmla="*/ 80962 h 1890712"/>
                <a:gd name="connsiteX11" fmla="*/ 104775 w 2543175"/>
                <a:gd name="connsiteY11" fmla="*/ 85725 h 1890712"/>
                <a:gd name="connsiteX12" fmla="*/ 114300 w 2543175"/>
                <a:gd name="connsiteY12" fmla="*/ 95250 h 1890712"/>
                <a:gd name="connsiteX13" fmla="*/ 123825 w 2543175"/>
                <a:gd name="connsiteY13" fmla="*/ 97631 h 1890712"/>
                <a:gd name="connsiteX14" fmla="*/ 130969 w 2543175"/>
                <a:gd name="connsiteY14" fmla="*/ 104775 h 1890712"/>
                <a:gd name="connsiteX15" fmla="*/ 140494 w 2543175"/>
                <a:gd name="connsiteY15" fmla="*/ 111919 h 1890712"/>
                <a:gd name="connsiteX16" fmla="*/ 147638 w 2543175"/>
                <a:gd name="connsiteY16" fmla="*/ 116681 h 1890712"/>
                <a:gd name="connsiteX17" fmla="*/ 164307 w 2543175"/>
                <a:gd name="connsiteY17" fmla="*/ 128587 h 1890712"/>
                <a:gd name="connsiteX18" fmla="*/ 180975 w 2543175"/>
                <a:gd name="connsiteY18" fmla="*/ 140494 h 1890712"/>
                <a:gd name="connsiteX19" fmla="*/ 197644 w 2543175"/>
                <a:gd name="connsiteY19" fmla="*/ 152400 h 1890712"/>
                <a:gd name="connsiteX20" fmla="*/ 204788 w 2543175"/>
                <a:gd name="connsiteY20" fmla="*/ 157162 h 1890712"/>
                <a:gd name="connsiteX21" fmla="*/ 214313 w 2543175"/>
                <a:gd name="connsiteY21" fmla="*/ 164306 h 1890712"/>
                <a:gd name="connsiteX22" fmla="*/ 230982 w 2543175"/>
                <a:gd name="connsiteY22" fmla="*/ 180975 h 1890712"/>
                <a:gd name="connsiteX23" fmla="*/ 247650 w 2543175"/>
                <a:gd name="connsiteY23" fmla="*/ 185737 h 1890712"/>
                <a:gd name="connsiteX24" fmla="*/ 259557 w 2543175"/>
                <a:gd name="connsiteY24" fmla="*/ 188119 h 1890712"/>
                <a:gd name="connsiteX25" fmla="*/ 266700 w 2543175"/>
                <a:gd name="connsiteY25" fmla="*/ 190500 h 1890712"/>
                <a:gd name="connsiteX26" fmla="*/ 283369 w 2543175"/>
                <a:gd name="connsiteY26" fmla="*/ 192881 h 1890712"/>
                <a:gd name="connsiteX27" fmla="*/ 302419 w 2543175"/>
                <a:gd name="connsiteY27" fmla="*/ 204787 h 1890712"/>
                <a:gd name="connsiteX28" fmla="*/ 309563 w 2543175"/>
                <a:gd name="connsiteY28" fmla="*/ 209550 h 1890712"/>
                <a:gd name="connsiteX29" fmla="*/ 319088 w 2543175"/>
                <a:gd name="connsiteY29" fmla="*/ 219075 h 1890712"/>
                <a:gd name="connsiteX30" fmla="*/ 333375 w 2543175"/>
                <a:gd name="connsiteY30" fmla="*/ 228600 h 1890712"/>
                <a:gd name="connsiteX31" fmla="*/ 340519 w 2543175"/>
                <a:gd name="connsiteY31" fmla="*/ 233362 h 1890712"/>
                <a:gd name="connsiteX32" fmla="*/ 354807 w 2543175"/>
                <a:gd name="connsiteY32" fmla="*/ 247650 h 1890712"/>
                <a:gd name="connsiteX33" fmla="*/ 366713 w 2543175"/>
                <a:gd name="connsiteY33" fmla="*/ 264319 h 1890712"/>
                <a:gd name="connsiteX34" fmla="*/ 371475 w 2543175"/>
                <a:gd name="connsiteY34" fmla="*/ 271462 h 1890712"/>
                <a:gd name="connsiteX35" fmla="*/ 378619 w 2543175"/>
                <a:gd name="connsiteY35" fmla="*/ 276225 h 1890712"/>
                <a:gd name="connsiteX36" fmla="*/ 385763 w 2543175"/>
                <a:gd name="connsiteY36" fmla="*/ 283369 h 1890712"/>
                <a:gd name="connsiteX37" fmla="*/ 395288 w 2543175"/>
                <a:gd name="connsiteY37" fmla="*/ 288131 h 1890712"/>
                <a:gd name="connsiteX38" fmla="*/ 404813 w 2543175"/>
                <a:gd name="connsiteY38" fmla="*/ 295275 h 1890712"/>
                <a:gd name="connsiteX39" fmla="*/ 411957 w 2543175"/>
                <a:gd name="connsiteY39" fmla="*/ 297656 h 1890712"/>
                <a:gd name="connsiteX40" fmla="*/ 421482 w 2543175"/>
                <a:gd name="connsiteY40" fmla="*/ 302419 h 1890712"/>
                <a:gd name="connsiteX41" fmla="*/ 447675 w 2543175"/>
                <a:gd name="connsiteY41" fmla="*/ 307181 h 1890712"/>
                <a:gd name="connsiteX42" fmla="*/ 461963 w 2543175"/>
                <a:gd name="connsiteY42" fmla="*/ 321469 h 1890712"/>
                <a:gd name="connsiteX43" fmla="*/ 466725 w 2543175"/>
                <a:gd name="connsiteY43" fmla="*/ 328612 h 1890712"/>
                <a:gd name="connsiteX44" fmla="*/ 476250 w 2543175"/>
                <a:gd name="connsiteY44" fmla="*/ 335756 h 1890712"/>
                <a:gd name="connsiteX45" fmla="*/ 481013 w 2543175"/>
                <a:gd name="connsiteY45" fmla="*/ 342900 h 1890712"/>
                <a:gd name="connsiteX46" fmla="*/ 490538 w 2543175"/>
                <a:gd name="connsiteY46" fmla="*/ 352425 h 1890712"/>
                <a:gd name="connsiteX47" fmla="*/ 495300 w 2543175"/>
                <a:gd name="connsiteY47" fmla="*/ 359569 h 1890712"/>
                <a:gd name="connsiteX48" fmla="*/ 509588 w 2543175"/>
                <a:gd name="connsiteY48" fmla="*/ 376237 h 1890712"/>
                <a:gd name="connsiteX49" fmla="*/ 514350 w 2543175"/>
                <a:gd name="connsiteY49" fmla="*/ 383381 h 1890712"/>
                <a:gd name="connsiteX50" fmla="*/ 531019 w 2543175"/>
                <a:gd name="connsiteY50" fmla="*/ 397669 h 1890712"/>
                <a:gd name="connsiteX51" fmla="*/ 538163 w 2543175"/>
                <a:gd name="connsiteY51" fmla="*/ 407194 h 1890712"/>
                <a:gd name="connsiteX52" fmla="*/ 554832 w 2543175"/>
                <a:gd name="connsiteY52" fmla="*/ 421481 h 1890712"/>
                <a:gd name="connsiteX53" fmla="*/ 564357 w 2543175"/>
                <a:gd name="connsiteY53" fmla="*/ 431006 h 1890712"/>
                <a:gd name="connsiteX54" fmla="*/ 573882 w 2543175"/>
                <a:gd name="connsiteY54" fmla="*/ 438150 h 1890712"/>
                <a:gd name="connsiteX55" fmla="*/ 595313 w 2543175"/>
                <a:gd name="connsiteY55" fmla="*/ 454819 h 1890712"/>
                <a:gd name="connsiteX56" fmla="*/ 602457 w 2543175"/>
                <a:gd name="connsiteY56" fmla="*/ 457200 h 1890712"/>
                <a:gd name="connsiteX57" fmla="*/ 628650 w 2543175"/>
                <a:gd name="connsiteY57" fmla="*/ 469106 h 1890712"/>
                <a:gd name="connsiteX58" fmla="*/ 645319 w 2543175"/>
                <a:gd name="connsiteY58" fmla="*/ 483394 h 1890712"/>
                <a:gd name="connsiteX59" fmla="*/ 654844 w 2543175"/>
                <a:gd name="connsiteY59" fmla="*/ 488156 h 1890712"/>
                <a:gd name="connsiteX60" fmla="*/ 661988 w 2543175"/>
                <a:gd name="connsiteY60" fmla="*/ 497681 h 1890712"/>
                <a:gd name="connsiteX61" fmla="*/ 683419 w 2543175"/>
                <a:gd name="connsiteY61" fmla="*/ 514350 h 1890712"/>
                <a:gd name="connsiteX62" fmla="*/ 700088 w 2543175"/>
                <a:gd name="connsiteY62" fmla="*/ 526256 h 1890712"/>
                <a:gd name="connsiteX63" fmla="*/ 709613 w 2543175"/>
                <a:gd name="connsiteY63" fmla="*/ 535781 h 1890712"/>
                <a:gd name="connsiteX64" fmla="*/ 719138 w 2543175"/>
                <a:gd name="connsiteY64" fmla="*/ 542925 h 1890712"/>
                <a:gd name="connsiteX65" fmla="*/ 733425 w 2543175"/>
                <a:gd name="connsiteY65" fmla="*/ 557212 h 1890712"/>
                <a:gd name="connsiteX66" fmla="*/ 750094 w 2543175"/>
                <a:gd name="connsiteY66" fmla="*/ 569119 h 1890712"/>
                <a:gd name="connsiteX67" fmla="*/ 769144 w 2543175"/>
                <a:gd name="connsiteY67" fmla="*/ 581025 h 1890712"/>
                <a:gd name="connsiteX68" fmla="*/ 785813 w 2543175"/>
                <a:gd name="connsiteY68" fmla="*/ 590550 h 1890712"/>
                <a:gd name="connsiteX69" fmla="*/ 792957 w 2543175"/>
                <a:gd name="connsiteY69" fmla="*/ 600075 h 1890712"/>
                <a:gd name="connsiteX70" fmla="*/ 809625 w 2543175"/>
                <a:gd name="connsiteY70" fmla="*/ 611981 h 1890712"/>
                <a:gd name="connsiteX71" fmla="*/ 816769 w 2543175"/>
                <a:gd name="connsiteY71" fmla="*/ 619125 h 1890712"/>
                <a:gd name="connsiteX72" fmla="*/ 826294 w 2543175"/>
                <a:gd name="connsiteY72" fmla="*/ 626269 h 1890712"/>
                <a:gd name="connsiteX73" fmla="*/ 840582 w 2543175"/>
                <a:gd name="connsiteY73" fmla="*/ 638175 h 1890712"/>
                <a:gd name="connsiteX74" fmla="*/ 847725 w 2543175"/>
                <a:gd name="connsiteY74" fmla="*/ 645319 h 1890712"/>
                <a:gd name="connsiteX75" fmla="*/ 857250 w 2543175"/>
                <a:gd name="connsiteY75" fmla="*/ 652462 h 1890712"/>
                <a:gd name="connsiteX76" fmla="*/ 864394 w 2543175"/>
                <a:gd name="connsiteY76" fmla="*/ 657225 h 1890712"/>
                <a:gd name="connsiteX77" fmla="*/ 888207 w 2543175"/>
                <a:gd name="connsiteY77" fmla="*/ 676275 h 1890712"/>
                <a:gd name="connsiteX78" fmla="*/ 895350 w 2543175"/>
                <a:gd name="connsiteY78" fmla="*/ 681037 h 1890712"/>
                <a:gd name="connsiteX79" fmla="*/ 907257 w 2543175"/>
                <a:gd name="connsiteY79" fmla="*/ 683419 h 1890712"/>
                <a:gd name="connsiteX80" fmla="*/ 928688 w 2543175"/>
                <a:gd name="connsiteY80" fmla="*/ 695325 h 1890712"/>
                <a:gd name="connsiteX81" fmla="*/ 942975 w 2543175"/>
                <a:gd name="connsiteY81" fmla="*/ 700087 h 1890712"/>
                <a:gd name="connsiteX82" fmla="*/ 964407 w 2543175"/>
                <a:gd name="connsiteY82" fmla="*/ 716756 h 1890712"/>
                <a:gd name="connsiteX83" fmla="*/ 971550 w 2543175"/>
                <a:gd name="connsiteY83" fmla="*/ 723900 h 1890712"/>
                <a:gd name="connsiteX84" fmla="*/ 983457 w 2543175"/>
                <a:gd name="connsiteY84" fmla="*/ 733425 h 1890712"/>
                <a:gd name="connsiteX85" fmla="*/ 990600 w 2543175"/>
                <a:gd name="connsiteY85" fmla="*/ 738187 h 1890712"/>
                <a:gd name="connsiteX86" fmla="*/ 1007269 w 2543175"/>
                <a:gd name="connsiteY86" fmla="*/ 752475 h 1890712"/>
                <a:gd name="connsiteX87" fmla="*/ 1031082 w 2543175"/>
                <a:gd name="connsiteY87" fmla="*/ 766762 h 1890712"/>
                <a:gd name="connsiteX88" fmla="*/ 1042988 w 2543175"/>
                <a:gd name="connsiteY88" fmla="*/ 773906 h 1890712"/>
                <a:gd name="connsiteX89" fmla="*/ 1071563 w 2543175"/>
                <a:gd name="connsiteY89" fmla="*/ 785812 h 1890712"/>
                <a:gd name="connsiteX90" fmla="*/ 1097757 w 2543175"/>
                <a:gd name="connsiteY90" fmla="*/ 807244 h 1890712"/>
                <a:gd name="connsiteX91" fmla="*/ 1104900 w 2543175"/>
                <a:gd name="connsiteY91" fmla="*/ 814387 h 1890712"/>
                <a:gd name="connsiteX92" fmla="*/ 1121569 w 2543175"/>
                <a:gd name="connsiteY92" fmla="*/ 823912 h 1890712"/>
                <a:gd name="connsiteX93" fmla="*/ 1138238 w 2543175"/>
                <a:gd name="connsiteY93" fmla="*/ 835819 h 1890712"/>
                <a:gd name="connsiteX94" fmla="*/ 1147763 w 2543175"/>
                <a:gd name="connsiteY94" fmla="*/ 842962 h 1890712"/>
                <a:gd name="connsiteX95" fmla="*/ 1157288 w 2543175"/>
                <a:gd name="connsiteY95" fmla="*/ 847725 h 1890712"/>
                <a:gd name="connsiteX96" fmla="*/ 1178719 w 2543175"/>
                <a:gd name="connsiteY96" fmla="*/ 859631 h 1890712"/>
                <a:gd name="connsiteX97" fmla="*/ 1188244 w 2543175"/>
                <a:gd name="connsiteY97" fmla="*/ 866775 h 1890712"/>
                <a:gd name="connsiteX98" fmla="*/ 1195388 w 2543175"/>
                <a:gd name="connsiteY98" fmla="*/ 871537 h 1890712"/>
                <a:gd name="connsiteX99" fmla="*/ 1212057 w 2543175"/>
                <a:gd name="connsiteY99" fmla="*/ 883444 h 1890712"/>
                <a:gd name="connsiteX100" fmla="*/ 1226344 w 2543175"/>
                <a:gd name="connsiteY100" fmla="*/ 895350 h 1890712"/>
                <a:gd name="connsiteX101" fmla="*/ 1245394 w 2543175"/>
                <a:gd name="connsiteY101" fmla="*/ 907256 h 1890712"/>
                <a:gd name="connsiteX102" fmla="*/ 1254919 w 2543175"/>
                <a:gd name="connsiteY102" fmla="*/ 914400 h 1890712"/>
                <a:gd name="connsiteX103" fmla="*/ 1269207 w 2543175"/>
                <a:gd name="connsiteY103" fmla="*/ 921544 h 1890712"/>
                <a:gd name="connsiteX104" fmla="*/ 1290638 w 2543175"/>
                <a:gd name="connsiteY104" fmla="*/ 935831 h 1890712"/>
                <a:gd name="connsiteX105" fmla="*/ 1307307 w 2543175"/>
                <a:gd name="connsiteY105" fmla="*/ 952500 h 1890712"/>
                <a:gd name="connsiteX106" fmla="*/ 1333500 w 2543175"/>
                <a:gd name="connsiteY106" fmla="*/ 971550 h 1890712"/>
                <a:gd name="connsiteX107" fmla="*/ 1359694 w 2543175"/>
                <a:gd name="connsiteY107" fmla="*/ 990600 h 1890712"/>
                <a:gd name="connsiteX108" fmla="*/ 1373982 w 2543175"/>
                <a:gd name="connsiteY108" fmla="*/ 997744 h 1890712"/>
                <a:gd name="connsiteX109" fmla="*/ 1388269 w 2543175"/>
                <a:gd name="connsiteY109" fmla="*/ 1007269 h 1890712"/>
                <a:gd name="connsiteX110" fmla="*/ 1414463 w 2543175"/>
                <a:gd name="connsiteY110" fmla="*/ 1019175 h 1890712"/>
                <a:gd name="connsiteX111" fmla="*/ 1428750 w 2543175"/>
                <a:gd name="connsiteY111" fmla="*/ 1026319 h 1890712"/>
                <a:gd name="connsiteX112" fmla="*/ 1471613 w 2543175"/>
                <a:gd name="connsiteY112" fmla="*/ 1059656 h 1890712"/>
                <a:gd name="connsiteX113" fmla="*/ 1495425 w 2543175"/>
                <a:gd name="connsiteY113" fmla="*/ 1088231 h 1890712"/>
                <a:gd name="connsiteX114" fmla="*/ 1547812 w 2543175"/>
                <a:gd name="connsiteY114" fmla="*/ 1133475 h 1890712"/>
                <a:gd name="connsiteX115" fmla="*/ 1597819 w 2543175"/>
                <a:gd name="connsiteY115" fmla="*/ 1154906 h 1890712"/>
                <a:gd name="connsiteX116" fmla="*/ 1604963 w 2543175"/>
                <a:gd name="connsiteY116" fmla="*/ 1162050 h 1890712"/>
                <a:gd name="connsiteX117" fmla="*/ 1612107 w 2543175"/>
                <a:gd name="connsiteY117" fmla="*/ 1166812 h 1890712"/>
                <a:gd name="connsiteX118" fmla="*/ 1628775 w 2543175"/>
                <a:gd name="connsiteY118" fmla="*/ 1183481 h 1890712"/>
                <a:gd name="connsiteX119" fmla="*/ 1662113 w 2543175"/>
                <a:gd name="connsiteY119" fmla="*/ 1209675 h 1890712"/>
                <a:gd name="connsiteX120" fmla="*/ 1678782 w 2543175"/>
                <a:gd name="connsiteY120" fmla="*/ 1226344 h 1890712"/>
                <a:gd name="connsiteX121" fmla="*/ 1700213 w 2543175"/>
                <a:gd name="connsiteY121" fmla="*/ 1247775 h 1890712"/>
                <a:gd name="connsiteX122" fmla="*/ 1712119 w 2543175"/>
                <a:gd name="connsiteY122" fmla="*/ 1259681 h 1890712"/>
                <a:gd name="connsiteX123" fmla="*/ 1733550 w 2543175"/>
                <a:gd name="connsiteY123" fmla="*/ 1273969 h 1890712"/>
                <a:gd name="connsiteX124" fmla="*/ 1743075 w 2543175"/>
                <a:gd name="connsiteY124" fmla="*/ 1283494 h 1890712"/>
                <a:gd name="connsiteX125" fmla="*/ 1754982 w 2543175"/>
                <a:gd name="connsiteY125" fmla="*/ 1290637 h 1890712"/>
                <a:gd name="connsiteX126" fmla="*/ 1766888 w 2543175"/>
                <a:gd name="connsiteY126" fmla="*/ 1300162 h 1890712"/>
                <a:gd name="connsiteX127" fmla="*/ 1783557 w 2543175"/>
                <a:gd name="connsiteY127" fmla="*/ 1307306 h 1890712"/>
                <a:gd name="connsiteX128" fmla="*/ 1790700 w 2543175"/>
                <a:gd name="connsiteY128" fmla="*/ 1312069 h 1890712"/>
                <a:gd name="connsiteX129" fmla="*/ 1800225 w 2543175"/>
                <a:gd name="connsiteY129" fmla="*/ 1319212 h 1890712"/>
                <a:gd name="connsiteX130" fmla="*/ 1807369 w 2543175"/>
                <a:gd name="connsiteY130" fmla="*/ 1321594 h 1890712"/>
                <a:gd name="connsiteX131" fmla="*/ 1824038 w 2543175"/>
                <a:gd name="connsiteY131" fmla="*/ 1333500 h 1890712"/>
                <a:gd name="connsiteX132" fmla="*/ 1843088 w 2543175"/>
                <a:gd name="connsiteY132" fmla="*/ 1352550 h 1890712"/>
                <a:gd name="connsiteX133" fmla="*/ 1852613 w 2543175"/>
                <a:gd name="connsiteY133" fmla="*/ 1359694 h 1890712"/>
                <a:gd name="connsiteX134" fmla="*/ 1859757 w 2543175"/>
                <a:gd name="connsiteY134" fmla="*/ 1366837 h 1890712"/>
                <a:gd name="connsiteX135" fmla="*/ 1869282 w 2543175"/>
                <a:gd name="connsiteY135" fmla="*/ 1371600 h 1890712"/>
                <a:gd name="connsiteX136" fmla="*/ 1883569 w 2543175"/>
                <a:gd name="connsiteY136" fmla="*/ 1388269 h 1890712"/>
                <a:gd name="connsiteX137" fmla="*/ 1893094 w 2543175"/>
                <a:gd name="connsiteY137" fmla="*/ 1395412 h 1890712"/>
                <a:gd name="connsiteX138" fmla="*/ 1902619 w 2543175"/>
                <a:gd name="connsiteY138" fmla="*/ 1404937 h 1890712"/>
                <a:gd name="connsiteX139" fmla="*/ 1912144 w 2543175"/>
                <a:gd name="connsiteY139" fmla="*/ 1409700 h 1890712"/>
                <a:gd name="connsiteX140" fmla="*/ 1931194 w 2543175"/>
                <a:gd name="connsiteY140" fmla="*/ 1421606 h 1890712"/>
                <a:gd name="connsiteX141" fmla="*/ 1935957 w 2543175"/>
                <a:gd name="connsiteY141" fmla="*/ 1428750 h 1890712"/>
                <a:gd name="connsiteX142" fmla="*/ 1952625 w 2543175"/>
                <a:gd name="connsiteY142" fmla="*/ 1438275 h 1890712"/>
                <a:gd name="connsiteX143" fmla="*/ 1971675 w 2543175"/>
                <a:gd name="connsiteY143" fmla="*/ 1450181 h 1890712"/>
                <a:gd name="connsiteX144" fmla="*/ 1981200 w 2543175"/>
                <a:gd name="connsiteY144" fmla="*/ 1454944 h 1890712"/>
                <a:gd name="connsiteX145" fmla="*/ 1997869 w 2543175"/>
                <a:gd name="connsiteY145" fmla="*/ 1471612 h 1890712"/>
                <a:gd name="connsiteX146" fmla="*/ 2007394 w 2543175"/>
                <a:gd name="connsiteY146" fmla="*/ 1478756 h 1890712"/>
                <a:gd name="connsiteX147" fmla="*/ 2016919 w 2543175"/>
                <a:gd name="connsiteY147" fmla="*/ 1483519 h 1890712"/>
                <a:gd name="connsiteX148" fmla="*/ 2024063 w 2543175"/>
                <a:gd name="connsiteY148" fmla="*/ 1490662 h 1890712"/>
                <a:gd name="connsiteX149" fmla="*/ 2033588 w 2543175"/>
                <a:gd name="connsiteY149" fmla="*/ 1495425 h 1890712"/>
                <a:gd name="connsiteX150" fmla="*/ 2040732 w 2543175"/>
                <a:gd name="connsiteY150" fmla="*/ 1502569 h 1890712"/>
                <a:gd name="connsiteX151" fmla="*/ 2047875 w 2543175"/>
                <a:gd name="connsiteY151" fmla="*/ 1507331 h 1890712"/>
                <a:gd name="connsiteX152" fmla="*/ 2057400 w 2543175"/>
                <a:gd name="connsiteY152" fmla="*/ 1514475 h 1890712"/>
                <a:gd name="connsiteX153" fmla="*/ 2064544 w 2543175"/>
                <a:gd name="connsiteY153" fmla="*/ 1519237 h 1890712"/>
                <a:gd name="connsiteX154" fmla="*/ 2071688 w 2543175"/>
                <a:gd name="connsiteY154" fmla="*/ 1526381 h 1890712"/>
                <a:gd name="connsiteX155" fmla="*/ 2081213 w 2543175"/>
                <a:gd name="connsiteY155" fmla="*/ 1531144 h 1890712"/>
                <a:gd name="connsiteX156" fmla="*/ 2090738 w 2543175"/>
                <a:gd name="connsiteY156" fmla="*/ 1538287 h 1890712"/>
                <a:gd name="connsiteX157" fmla="*/ 2109788 w 2543175"/>
                <a:gd name="connsiteY157" fmla="*/ 1547812 h 1890712"/>
                <a:gd name="connsiteX158" fmla="*/ 2131219 w 2543175"/>
                <a:gd name="connsiteY158" fmla="*/ 1562100 h 1890712"/>
                <a:gd name="connsiteX159" fmla="*/ 2140744 w 2543175"/>
                <a:gd name="connsiteY159" fmla="*/ 1566862 h 1890712"/>
                <a:gd name="connsiteX160" fmla="*/ 2152650 w 2543175"/>
                <a:gd name="connsiteY160" fmla="*/ 1576387 h 1890712"/>
                <a:gd name="connsiteX161" fmla="*/ 2181225 w 2543175"/>
                <a:gd name="connsiteY161" fmla="*/ 1590675 h 1890712"/>
                <a:gd name="connsiteX162" fmla="*/ 2200275 w 2543175"/>
                <a:gd name="connsiteY162" fmla="*/ 1607344 h 1890712"/>
                <a:gd name="connsiteX163" fmla="*/ 2207419 w 2543175"/>
                <a:gd name="connsiteY163" fmla="*/ 1612106 h 1890712"/>
                <a:gd name="connsiteX164" fmla="*/ 2216944 w 2543175"/>
                <a:gd name="connsiteY164" fmla="*/ 1619250 h 1890712"/>
                <a:gd name="connsiteX165" fmla="*/ 2224088 w 2543175"/>
                <a:gd name="connsiteY165" fmla="*/ 1624012 h 1890712"/>
                <a:gd name="connsiteX166" fmla="*/ 2247900 w 2543175"/>
                <a:gd name="connsiteY166" fmla="*/ 1643062 h 1890712"/>
                <a:gd name="connsiteX167" fmla="*/ 2255044 w 2543175"/>
                <a:gd name="connsiteY167" fmla="*/ 1650206 h 1890712"/>
                <a:gd name="connsiteX168" fmla="*/ 2281238 w 2543175"/>
                <a:gd name="connsiteY168" fmla="*/ 1664494 h 1890712"/>
                <a:gd name="connsiteX169" fmla="*/ 2297907 w 2543175"/>
                <a:gd name="connsiteY169" fmla="*/ 1674019 h 1890712"/>
                <a:gd name="connsiteX170" fmla="*/ 2305050 w 2543175"/>
                <a:gd name="connsiteY170" fmla="*/ 1678781 h 1890712"/>
                <a:gd name="connsiteX171" fmla="*/ 2312194 w 2543175"/>
                <a:gd name="connsiteY171" fmla="*/ 1685925 h 1890712"/>
                <a:gd name="connsiteX172" fmla="*/ 2321719 w 2543175"/>
                <a:gd name="connsiteY172" fmla="*/ 1690687 h 1890712"/>
                <a:gd name="connsiteX173" fmla="*/ 2328863 w 2543175"/>
                <a:gd name="connsiteY173" fmla="*/ 1697831 h 1890712"/>
                <a:gd name="connsiteX174" fmla="*/ 2350294 w 2543175"/>
                <a:gd name="connsiteY174" fmla="*/ 1712119 h 1890712"/>
                <a:gd name="connsiteX175" fmla="*/ 2359819 w 2543175"/>
                <a:gd name="connsiteY175" fmla="*/ 1719262 h 1890712"/>
                <a:gd name="connsiteX176" fmla="*/ 2369344 w 2543175"/>
                <a:gd name="connsiteY176" fmla="*/ 1724025 h 1890712"/>
                <a:gd name="connsiteX177" fmla="*/ 2376488 w 2543175"/>
                <a:gd name="connsiteY177" fmla="*/ 1731169 h 1890712"/>
                <a:gd name="connsiteX178" fmla="*/ 2428876 w 2543175"/>
                <a:gd name="connsiteY178" fmla="*/ 1785938 h 1890712"/>
                <a:gd name="connsiteX179" fmla="*/ 2466975 w 2543175"/>
                <a:gd name="connsiteY179" fmla="*/ 1783556 h 1890712"/>
                <a:gd name="connsiteX180" fmla="*/ 2481263 w 2543175"/>
                <a:gd name="connsiteY180" fmla="*/ 1795462 h 1890712"/>
                <a:gd name="connsiteX181" fmla="*/ 2486025 w 2543175"/>
                <a:gd name="connsiteY181" fmla="*/ 1802606 h 1890712"/>
                <a:gd name="connsiteX182" fmla="*/ 2493169 w 2543175"/>
                <a:gd name="connsiteY182" fmla="*/ 1807369 h 1890712"/>
                <a:gd name="connsiteX183" fmla="*/ 2495550 w 2543175"/>
                <a:gd name="connsiteY183" fmla="*/ 1816894 h 1890712"/>
                <a:gd name="connsiteX184" fmla="*/ 2497932 w 2543175"/>
                <a:gd name="connsiteY184" fmla="*/ 1824037 h 1890712"/>
                <a:gd name="connsiteX185" fmla="*/ 2514600 w 2543175"/>
                <a:gd name="connsiteY185" fmla="*/ 1850231 h 1890712"/>
                <a:gd name="connsiteX186" fmla="*/ 2519363 w 2543175"/>
                <a:gd name="connsiteY186" fmla="*/ 1857375 h 1890712"/>
                <a:gd name="connsiteX187" fmla="*/ 2540794 w 2543175"/>
                <a:gd name="connsiteY187" fmla="*/ 1883569 h 1890712"/>
                <a:gd name="connsiteX188" fmla="*/ 2543175 w 2543175"/>
                <a:gd name="connsiteY188" fmla="*/ 1890712 h 1890712"/>
                <a:gd name="connsiteX0" fmla="*/ 0 w 2543175"/>
                <a:gd name="connsiteY0" fmla="*/ 0 h 1890712"/>
                <a:gd name="connsiteX1" fmla="*/ 11907 w 2543175"/>
                <a:gd name="connsiteY1" fmla="*/ 11906 h 1890712"/>
                <a:gd name="connsiteX2" fmla="*/ 21432 w 2543175"/>
                <a:gd name="connsiteY2" fmla="*/ 16669 h 1890712"/>
                <a:gd name="connsiteX3" fmla="*/ 23813 w 2543175"/>
                <a:gd name="connsiteY3" fmla="*/ 23812 h 1890712"/>
                <a:gd name="connsiteX4" fmla="*/ 33338 w 2543175"/>
                <a:gd name="connsiteY4" fmla="*/ 33337 h 1890712"/>
                <a:gd name="connsiteX5" fmla="*/ 40482 w 2543175"/>
                <a:gd name="connsiteY5" fmla="*/ 42862 h 1890712"/>
                <a:gd name="connsiteX6" fmla="*/ 47625 w 2543175"/>
                <a:gd name="connsiteY6" fmla="*/ 47625 h 1890712"/>
                <a:gd name="connsiteX7" fmla="*/ 57150 w 2543175"/>
                <a:gd name="connsiteY7" fmla="*/ 54769 h 1890712"/>
                <a:gd name="connsiteX8" fmla="*/ 64294 w 2543175"/>
                <a:gd name="connsiteY8" fmla="*/ 59531 h 1890712"/>
                <a:gd name="connsiteX9" fmla="*/ 83344 w 2543175"/>
                <a:gd name="connsiteY9" fmla="*/ 73819 h 1890712"/>
                <a:gd name="connsiteX10" fmla="*/ 97632 w 2543175"/>
                <a:gd name="connsiteY10" fmla="*/ 80962 h 1890712"/>
                <a:gd name="connsiteX11" fmla="*/ 104775 w 2543175"/>
                <a:gd name="connsiteY11" fmla="*/ 85725 h 1890712"/>
                <a:gd name="connsiteX12" fmla="*/ 114300 w 2543175"/>
                <a:gd name="connsiteY12" fmla="*/ 95250 h 1890712"/>
                <a:gd name="connsiteX13" fmla="*/ 123825 w 2543175"/>
                <a:gd name="connsiteY13" fmla="*/ 97631 h 1890712"/>
                <a:gd name="connsiteX14" fmla="*/ 130969 w 2543175"/>
                <a:gd name="connsiteY14" fmla="*/ 104775 h 1890712"/>
                <a:gd name="connsiteX15" fmla="*/ 140494 w 2543175"/>
                <a:gd name="connsiteY15" fmla="*/ 111919 h 1890712"/>
                <a:gd name="connsiteX16" fmla="*/ 147638 w 2543175"/>
                <a:gd name="connsiteY16" fmla="*/ 116681 h 1890712"/>
                <a:gd name="connsiteX17" fmla="*/ 164307 w 2543175"/>
                <a:gd name="connsiteY17" fmla="*/ 128587 h 1890712"/>
                <a:gd name="connsiteX18" fmla="*/ 180975 w 2543175"/>
                <a:gd name="connsiteY18" fmla="*/ 140494 h 1890712"/>
                <a:gd name="connsiteX19" fmla="*/ 197644 w 2543175"/>
                <a:gd name="connsiteY19" fmla="*/ 152400 h 1890712"/>
                <a:gd name="connsiteX20" fmla="*/ 204788 w 2543175"/>
                <a:gd name="connsiteY20" fmla="*/ 157162 h 1890712"/>
                <a:gd name="connsiteX21" fmla="*/ 214313 w 2543175"/>
                <a:gd name="connsiteY21" fmla="*/ 164306 h 1890712"/>
                <a:gd name="connsiteX22" fmla="*/ 230982 w 2543175"/>
                <a:gd name="connsiteY22" fmla="*/ 180975 h 1890712"/>
                <a:gd name="connsiteX23" fmla="*/ 247650 w 2543175"/>
                <a:gd name="connsiteY23" fmla="*/ 185737 h 1890712"/>
                <a:gd name="connsiteX24" fmla="*/ 259557 w 2543175"/>
                <a:gd name="connsiteY24" fmla="*/ 188119 h 1890712"/>
                <a:gd name="connsiteX25" fmla="*/ 266700 w 2543175"/>
                <a:gd name="connsiteY25" fmla="*/ 190500 h 1890712"/>
                <a:gd name="connsiteX26" fmla="*/ 283369 w 2543175"/>
                <a:gd name="connsiteY26" fmla="*/ 192881 h 1890712"/>
                <a:gd name="connsiteX27" fmla="*/ 302419 w 2543175"/>
                <a:gd name="connsiteY27" fmla="*/ 204787 h 1890712"/>
                <a:gd name="connsiteX28" fmla="*/ 309563 w 2543175"/>
                <a:gd name="connsiteY28" fmla="*/ 209550 h 1890712"/>
                <a:gd name="connsiteX29" fmla="*/ 319088 w 2543175"/>
                <a:gd name="connsiteY29" fmla="*/ 219075 h 1890712"/>
                <a:gd name="connsiteX30" fmla="*/ 333375 w 2543175"/>
                <a:gd name="connsiteY30" fmla="*/ 228600 h 1890712"/>
                <a:gd name="connsiteX31" fmla="*/ 340519 w 2543175"/>
                <a:gd name="connsiteY31" fmla="*/ 233362 h 1890712"/>
                <a:gd name="connsiteX32" fmla="*/ 354807 w 2543175"/>
                <a:gd name="connsiteY32" fmla="*/ 247650 h 1890712"/>
                <a:gd name="connsiteX33" fmla="*/ 366713 w 2543175"/>
                <a:gd name="connsiteY33" fmla="*/ 264319 h 1890712"/>
                <a:gd name="connsiteX34" fmla="*/ 371475 w 2543175"/>
                <a:gd name="connsiteY34" fmla="*/ 271462 h 1890712"/>
                <a:gd name="connsiteX35" fmla="*/ 378619 w 2543175"/>
                <a:gd name="connsiteY35" fmla="*/ 276225 h 1890712"/>
                <a:gd name="connsiteX36" fmla="*/ 385763 w 2543175"/>
                <a:gd name="connsiteY36" fmla="*/ 283369 h 1890712"/>
                <a:gd name="connsiteX37" fmla="*/ 395288 w 2543175"/>
                <a:gd name="connsiteY37" fmla="*/ 288131 h 1890712"/>
                <a:gd name="connsiteX38" fmla="*/ 404813 w 2543175"/>
                <a:gd name="connsiteY38" fmla="*/ 295275 h 1890712"/>
                <a:gd name="connsiteX39" fmla="*/ 411957 w 2543175"/>
                <a:gd name="connsiteY39" fmla="*/ 297656 h 1890712"/>
                <a:gd name="connsiteX40" fmla="*/ 421482 w 2543175"/>
                <a:gd name="connsiteY40" fmla="*/ 302419 h 1890712"/>
                <a:gd name="connsiteX41" fmla="*/ 447675 w 2543175"/>
                <a:gd name="connsiteY41" fmla="*/ 307181 h 1890712"/>
                <a:gd name="connsiteX42" fmla="*/ 461963 w 2543175"/>
                <a:gd name="connsiteY42" fmla="*/ 321469 h 1890712"/>
                <a:gd name="connsiteX43" fmla="*/ 466725 w 2543175"/>
                <a:gd name="connsiteY43" fmla="*/ 328612 h 1890712"/>
                <a:gd name="connsiteX44" fmla="*/ 476250 w 2543175"/>
                <a:gd name="connsiteY44" fmla="*/ 335756 h 1890712"/>
                <a:gd name="connsiteX45" fmla="*/ 481013 w 2543175"/>
                <a:gd name="connsiteY45" fmla="*/ 342900 h 1890712"/>
                <a:gd name="connsiteX46" fmla="*/ 490538 w 2543175"/>
                <a:gd name="connsiteY46" fmla="*/ 352425 h 1890712"/>
                <a:gd name="connsiteX47" fmla="*/ 495300 w 2543175"/>
                <a:gd name="connsiteY47" fmla="*/ 359569 h 1890712"/>
                <a:gd name="connsiteX48" fmla="*/ 509588 w 2543175"/>
                <a:gd name="connsiteY48" fmla="*/ 376237 h 1890712"/>
                <a:gd name="connsiteX49" fmla="*/ 514350 w 2543175"/>
                <a:gd name="connsiteY49" fmla="*/ 383381 h 1890712"/>
                <a:gd name="connsiteX50" fmla="*/ 531019 w 2543175"/>
                <a:gd name="connsiteY50" fmla="*/ 397669 h 1890712"/>
                <a:gd name="connsiteX51" fmla="*/ 538163 w 2543175"/>
                <a:gd name="connsiteY51" fmla="*/ 407194 h 1890712"/>
                <a:gd name="connsiteX52" fmla="*/ 554832 w 2543175"/>
                <a:gd name="connsiteY52" fmla="*/ 421481 h 1890712"/>
                <a:gd name="connsiteX53" fmla="*/ 564357 w 2543175"/>
                <a:gd name="connsiteY53" fmla="*/ 431006 h 1890712"/>
                <a:gd name="connsiteX54" fmla="*/ 573882 w 2543175"/>
                <a:gd name="connsiteY54" fmla="*/ 438150 h 1890712"/>
                <a:gd name="connsiteX55" fmla="*/ 595313 w 2543175"/>
                <a:gd name="connsiteY55" fmla="*/ 454819 h 1890712"/>
                <a:gd name="connsiteX56" fmla="*/ 602457 w 2543175"/>
                <a:gd name="connsiteY56" fmla="*/ 457200 h 1890712"/>
                <a:gd name="connsiteX57" fmla="*/ 628650 w 2543175"/>
                <a:gd name="connsiteY57" fmla="*/ 469106 h 1890712"/>
                <a:gd name="connsiteX58" fmla="*/ 645319 w 2543175"/>
                <a:gd name="connsiteY58" fmla="*/ 483394 h 1890712"/>
                <a:gd name="connsiteX59" fmla="*/ 654844 w 2543175"/>
                <a:gd name="connsiteY59" fmla="*/ 488156 h 1890712"/>
                <a:gd name="connsiteX60" fmla="*/ 661988 w 2543175"/>
                <a:gd name="connsiteY60" fmla="*/ 497681 h 1890712"/>
                <a:gd name="connsiteX61" fmla="*/ 683419 w 2543175"/>
                <a:gd name="connsiteY61" fmla="*/ 514350 h 1890712"/>
                <a:gd name="connsiteX62" fmla="*/ 700088 w 2543175"/>
                <a:gd name="connsiteY62" fmla="*/ 526256 h 1890712"/>
                <a:gd name="connsiteX63" fmla="*/ 709613 w 2543175"/>
                <a:gd name="connsiteY63" fmla="*/ 535781 h 1890712"/>
                <a:gd name="connsiteX64" fmla="*/ 719138 w 2543175"/>
                <a:gd name="connsiteY64" fmla="*/ 542925 h 1890712"/>
                <a:gd name="connsiteX65" fmla="*/ 733425 w 2543175"/>
                <a:gd name="connsiteY65" fmla="*/ 557212 h 1890712"/>
                <a:gd name="connsiteX66" fmla="*/ 750094 w 2543175"/>
                <a:gd name="connsiteY66" fmla="*/ 569119 h 1890712"/>
                <a:gd name="connsiteX67" fmla="*/ 769144 w 2543175"/>
                <a:gd name="connsiteY67" fmla="*/ 581025 h 1890712"/>
                <a:gd name="connsiteX68" fmla="*/ 785813 w 2543175"/>
                <a:gd name="connsiteY68" fmla="*/ 590550 h 1890712"/>
                <a:gd name="connsiteX69" fmla="*/ 792957 w 2543175"/>
                <a:gd name="connsiteY69" fmla="*/ 600075 h 1890712"/>
                <a:gd name="connsiteX70" fmla="*/ 809625 w 2543175"/>
                <a:gd name="connsiteY70" fmla="*/ 611981 h 1890712"/>
                <a:gd name="connsiteX71" fmla="*/ 816769 w 2543175"/>
                <a:gd name="connsiteY71" fmla="*/ 619125 h 1890712"/>
                <a:gd name="connsiteX72" fmla="*/ 826294 w 2543175"/>
                <a:gd name="connsiteY72" fmla="*/ 626269 h 1890712"/>
                <a:gd name="connsiteX73" fmla="*/ 840582 w 2543175"/>
                <a:gd name="connsiteY73" fmla="*/ 638175 h 1890712"/>
                <a:gd name="connsiteX74" fmla="*/ 847725 w 2543175"/>
                <a:gd name="connsiteY74" fmla="*/ 645319 h 1890712"/>
                <a:gd name="connsiteX75" fmla="*/ 857250 w 2543175"/>
                <a:gd name="connsiteY75" fmla="*/ 652462 h 1890712"/>
                <a:gd name="connsiteX76" fmla="*/ 864394 w 2543175"/>
                <a:gd name="connsiteY76" fmla="*/ 657225 h 1890712"/>
                <a:gd name="connsiteX77" fmla="*/ 888207 w 2543175"/>
                <a:gd name="connsiteY77" fmla="*/ 676275 h 1890712"/>
                <a:gd name="connsiteX78" fmla="*/ 895350 w 2543175"/>
                <a:gd name="connsiteY78" fmla="*/ 681037 h 1890712"/>
                <a:gd name="connsiteX79" fmla="*/ 907257 w 2543175"/>
                <a:gd name="connsiteY79" fmla="*/ 683419 h 1890712"/>
                <a:gd name="connsiteX80" fmla="*/ 928688 w 2543175"/>
                <a:gd name="connsiteY80" fmla="*/ 695325 h 1890712"/>
                <a:gd name="connsiteX81" fmla="*/ 942975 w 2543175"/>
                <a:gd name="connsiteY81" fmla="*/ 700087 h 1890712"/>
                <a:gd name="connsiteX82" fmla="*/ 964407 w 2543175"/>
                <a:gd name="connsiteY82" fmla="*/ 716756 h 1890712"/>
                <a:gd name="connsiteX83" fmla="*/ 971550 w 2543175"/>
                <a:gd name="connsiteY83" fmla="*/ 723900 h 1890712"/>
                <a:gd name="connsiteX84" fmla="*/ 983457 w 2543175"/>
                <a:gd name="connsiteY84" fmla="*/ 733425 h 1890712"/>
                <a:gd name="connsiteX85" fmla="*/ 990600 w 2543175"/>
                <a:gd name="connsiteY85" fmla="*/ 738187 h 1890712"/>
                <a:gd name="connsiteX86" fmla="*/ 1007269 w 2543175"/>
                <a:gd name="connsiteY86" fmla="*/ 752475 h 1890712"/>
                <a:gd name="connsiteX87" fmla="*/ 1031082 w 2543175"/>
                <a:gd name="connsiteY87" fmla="*/ 766762 h 1890712"/>
                <a:gd name="connsiteX88" fmla="*/ 1042988 w 2543175"/>
                <a:gd name="connsiteY88" fmla="*/ 773906 h 1890712"/>
                <a:gd name="connsiteX89" fmla="*/ 1071563 w 2543175"/>
                <a:gd name="connsiteY89" fmla="*/ 785812 h 1890712"/>
                <a:gd name="connsiteX90" fmla="*/ 1097757 w 2543175"/>
                <a:gd name="connsiteY90" fmla="*/ 807244 h 1890712"/>
                <a:gd name="connsiteX91" fmla="*/ 1104900 w 2543175"/>
                <a:gd name="connsiteY91" fmla="*/ 814387 h 1890712"/>
                <a:gd name="connsiteX92" fmla="*/ 1121569 w 2543175"/>
                <a:gd name="connsiteY92" fmla="*/ 823912 h 1890712"/>
                <a:gd name="connsiteX93" fmla="*/ 1138238 w 2543175"/>
                <a:gd name="connsiteY93" fmla="*/ 835819 h 1890712"/>
                <a:gd name="connsiteX94" fmla="*/ 1147763 w 2543175"/>
                <a:gd name="connsiteY94" fmla="*/ 842962 h 1890712"/>
                <a:gd name="connsiteX95" fmla="*/ 1157288 w 2543175"/>
                <a:gd name="connsiteY95" fmla="*/ 847725 h 1890712"/>
                <a:gd name="connsiteX96" fmla="*/ 1178719 w 2543175"/>
                <a:gd name="connsiteY96" fmla="*/ 859631 h 1890712"/>
                <a:gd name="connsiteX97" fmla="*/ 1188244 w 2543175"/>
                <a:gd name="connsiteY97" fmla="*/ 866775 h 1890712"/>
                <a:gd name="connsiteX98" fmla="*/ 1195388 w 2543175"/>
                <a:gd name="connsiteY98" fmla="*/ 871537 h 1890712"/>
                <a:gd name="connsiteX99" fmla="*/ 1212057 w 2543175"/>
                <a:gd name="connsiteY99" fmla="*/ 883444 h 1890712"/>
                <a:gd name="connsiteX100" fmla="*/ 1226344 w 2543175"/>
                <a:gd name="connsiteY100" fmla="*/ 895350 h 1890712"/>
                <a:gd name="connsiteX101" fmla="*/ 1245394 w 2543175"/>
                <a:gd name="connsiteY101" fmla="*/ 907256 h 1890712"/>
                <a:gd name="connsiteX102" fmla="*/ 1254919 w 2543175"/>
                <a:gd name="connsiteY102" fmla="*/ 914400 h 1890712"/>
                <a:gd name="connsiteX103" fmla="*/ 1269207 w 2543175"/>
                <a:gd name="connsiteY103" fmla="*/ 921544 h 1890712"/>
                <a:gd name="connsiteX104" fmla="*/ 1290638 w 2543175"/>
                <a:gd name="connsiteY104" fmla="*/ 935831 h 1890712"/>
                <a:gd name="connsiteX105" fmla="*/ 1307307 w 2543175"/>
                <a:gd name="connsiteY105" fmla="*/ 952500 h 1890712"/>
                <a:gd name="connsiteX106" fmla="*/ 1333500 w 2543175"/>
                <a:gd name="connsiteY106" fmla="*/ 971550 h 1890712"/>
                <a:gd name="connsiteX107" fmla="*/ 1359694 w 2543175"/>
                <a:gd name="connsiteY107" fmla="*/ 990600 h 1890712"/>
                <a:gd name="connsiteX108" fmla="*/ 1373982 w 2543175"/>
                <a:gd name="connsiteY108" fmla="*/ 997744 h 1890712"/>
                <a:gd name="connsiteX109" fmla="*/ 1388269 w 2543175"/>
                <a:gd name="connsiteY109" fmla="*/ 1007269 h 1890712"/>
                <a:gd name="connsiteX110" fmla="*/ 1414463 w 2543175"/>
                <a:gd name="connsiteY110" fmla="*/ 1019175 h 1890712"/>
                <a:gd name="connsiteX111" fmla="*/ 1428750 w 2543175"/>
                <a:gd name="connsiteY111" fmla="*/ 1026319 h 1890712"/>
                <a:gd name="connsiteX112" fmla="*/ 1471613 w 2543175"/>
                <a:gd name="connsiteY112" fmla="*/ 1059656 h 1890712"/>
                <a:gd name="connsiteX113" fmla="*/ 1495425 w 2543175"/>
                <a:gd name="connsiteY113" fmla="*/ 1088231 h 1890712"/>
                <a:gd name="connsiteX114" fmla="*/ 1547812 w 2543175"/>
                <a:gd name="connsiteY114" fmla="*/ 1133475 h 1890712"/>
                <a:gd name="connsiteX115" fmla="*/ 1597819 w 2543175"/>
                <a:gd name="connsiteY115" fmla="*/ 1154906 h 1890712"/>
                <a:gd name="connsiteX116" fmla="*/ 1604963 w 2543175"/>
                <a:gd name="connsiteY116" fmla="*/ 1162050 h 1890712"/>
                <a:gd name="connsiteX117" fmla="*/ 1612107 w 2543175"/>
                <a:gd name="connsiteY117" fmla="*/ 1166812 h 1890712"/>
                <a:gd name="connsiteX118" fmla="*/ 1628775 w 2543175"/>
                <a:gd name="connsiteY118" fmla="*/ 1183481 h 1890712"/>
                <a:gd name="connsiteX119" fmla="*/ 1662113 w 2543175"/>
                <a:gd name="connsiteY119" fmla="*/ 1209675 h 1890712"/>
                <a:gd name="connsiteX120" fmla="*/ 1678782 w 2543175"/>
                <a:gd name="connsiteY120" fmla="*/ 1226344 h 1890712"/>
                <a:gd name="connsiteX121" fmla="*/ 1700213 w 2543175"/>
                <a:gd name="connsiteY121" fmla="*/ 1247775 h 1890712"/>
                <a:gd name="connsiteX122" fmla="*/ 1712119 w 2543175"/>
                <a:gd name="connsiteY122" fmla="*/ 1259681 h 1890712"/>
                <a:gd name="connsiteX123" fmla="*/ 1733550 w 2543175"/>
                <a:gd name="connsiteY123" fmla="*/ 1273969 h 1890712"/>
                <a:gd name="connsiteX124" fmla="*/ 1743075 w 2543175"/>
                <a:gd name="connsiteY124" fmla="*/ 1283494 h 1890712"/>
                <a:gd name="connsiteX125" fmla="*/ 1754982 w 2543175"/>
                <a:gd name="connsiteY125" fmla="*/ 1290637 h 1890712"/>
                <a:gd name="connsiteX126" fmla="*/ 1766888 w 2543175"/>
                <a:gd name="connsiteY126" fmla="*/ 1300162 h 1890712"/>
                <a:gd name="connsiteX127" fmla="*/ 1783557 w 2543175"/>
                <a:gd name="connsiteY127" fmla="*/ 1307306 h 1890712"/>
                <a:gd name="connsiteX128" fmla="*/ 1790700 w 2543175"/>
                <a:gd name="connsiteY128" fmla="*/ 1312069 h 1890712"/>
                <a:gd name="connsiteX129" fmla="*/ 1800225 w 2543175"/>
                <a:gd name="connsiteY129" fmla="*/ 1319212 h 1890712"/>
                <a:gd name="connsiteX130" fmla="*/ 1807369 w 2543175"/>
                <a:gd name="connsiteY130" fmla="*/ 1321594 h 1890712"/>
                <a:gd name="connsiteX131" fmla="*/ 1824038 w 2543175"/>
                <a:gd name="connsiteY131" fmla="*/ 1333500 h 1890712"/>
                <a:gd name="connsiteX132" fmla="*/ 1843088 w 2543175"/>
                <a:gd name="connsiteY132" fmla="*/ 1352550 h 1890712"/>
                <a:gd name="connsiteX133" fmla="*/ 1852613 w 2543175"/>
                <a:gd name="connsiteY133" fmla="*/ 1359694 h 1890712"/>
                <a:gd name="connsiteX134" fmla="*/ 1859757 w 2543175"/>
                <a:gd name="connsiteY134" fmla="*/ 1366837 h 1890712"/>
                <a:gd name="connsiteX135" fmla="*/ 1869282 w 2543175"/>
                <a:gd name="connsiteY135" fmla="*/ 1371600 h 1890712"/>
                <a:gd name="connsiteX136" fmla="*/ 1883569 w 2543175"/>
                <a:gd name="connsiteY136" fmla="*/ 1388269 h 1890712"/>
                <a:gd name="connsiteX137" fmla="*/ 1893094 w 2543175"/>
                <a:gd name="connsiteY137" fmla="*/ 1395412 h 1890712"/>
                <a:gd name="connsiteX138" fmla="*/ 1902619 w 2543175"/>
                <a:gd name="connsiteY138" fmla="*/ 1404937 h 1890712"/>
                <a:gd name="connsiteX139" fmla="*/ 1912144 w 2543175"/>
                <a:gd name="connsiteY139" fmla="*/ 1409700 h 1890712"/>
                <a:gd name="connsiteX140" fmla="*/ 1931194 w 2543175"/>
                <a:gd name="connsiteY140" fmla="*/ 1421606 h 1890712"/>
                <a:gd name="connsiteX141" fmla="*/ 1935957 w 2543175"/>
                <a:gd name="connsiteY141" fmla="*/ 1428750 h 1890712"/>
                <a:gd name="connsiteX142" fmla="*/ 1952625 w 2543175"/>
                <a:gd name="connsiteY142" fmla="*/ 1438275 h 1890712"/>
                <a:gd name="connsiteX143" fmla="*/ 1971675 w 2543175"/>
                <a:gd name="connsiteY143" fmla="*/ 1450181 h 1890712"/>
                <a:gd name="connsiteX144" fmla="*/ 1981200 w 2543175"/>
                <a:gd name="connsiteY144" fmla="*/ 1454944 h 1890712"/>
                <a:gd name="connsiteX145" fmla="*/ 1997869 w 2543175"/>
                <a:gd name="connsiteY145" fmla="*/ 1471612 h 1890712"/>
                <a:gd name="connsiteX146" fmla="*/ 2007394 w 2543175"/>
                <a:gd name="connsiteY146" fmla="*/ 1478756 h 1890712"/>
                <a:gd name="connsiteX147" fmla="*/ 2016919 w 2543175"/>
                <a:gd name="connsiteY147" fmla="*/ 1483519 h 1890712"/>
                <a:gd name="connsiteX148" fmla="*/ 2024063 w 2543175"/>
                <a:gd name="connsiteY148" fmla="*/ 1490662 h 1890712"/>
                <a:gd name="connsiteX149" fmla="*/ 2033588 w 2543175"/>
                <a:gd name="connsiteY149" fmla="*/ 1495425 h 1890712"/>
                <a:gd name="connsiteX150" fmla="*/ 2040732 w 2543175"/>
                <a:gd name="connsiteY150" fmla="*/ 1502569 h 1890712"/>
                <a:gd name="connsiteX151" fmla="*/ 2047875 w 2543175"/>
                <a:gd name="connsiteY151" fmla="*/ 1507331 h 1890712"/>
                <a:gd name="connsiteX152" fmla="*/ 2057400 w 2543175"/>
                <a:gd name="connsiteY152" fmla="*/ 1514475 h 1890712"/>
                <a:gd name="connsiteX153" fmla="*/ 2064544 w 2543175"/>
                <a:gd name="connsiteY153" fmla="*/ 1519237 h 1890712"/>
                <a:gd name="connsiteX154" fmla="*/ 2071688 w 2543175"/>
                <a:gd name="connsiteY154" fmla="*/ 1526381 h 1890712"/>
                <a:gd name="connsiteX155" fmla="*/ 2081213 w 2543175"/>
                <a:gd name="connsiteY155" fmla="*/ 1531144 h 1890712"/>
                <a:gd name="connsiteX156" fmla="*/ 2090738 w 2543175"/>
                <a:gd name="connsiteY156" fmla="*/ 1538287 h 1890712"/>
                <a:gd name="connsiteX157" fmla="*/ 2109788 w 2543175"/>
                <a:gd name="connsiteY157" fmla="*/ 1547812 h 1890712"/>
                <a:gd name="connsiteX158" fmla="*/ 2131219 w 2543175"/>
                <a:gd name="connsiteY158" fmla="*/ 1562100 h 1890712"/>
                <a:gd name="connsiteX159" fmla="*/ 2140744 w 2543175"/>
                <a:gd name="connsiteY159" fmla="*/ 1566862 h 1890712"/>
                <a:gd name="connsiteX160" fmla="*/ 2152650 w 2543175"/>
                <a:gd name="connsiteY160" fmla="*/ 1576387 h 1890712"/>
                <a:gd name="connsiteX161" fmla="*/ 2181225 w 2543175"/>
                <a:gd name="connsiteY161" fmla="*/ 1590675 h 1890712"/>
                <a:gd name="connsiteX162" fmla="*/ 2200275 w 2543175"/>
                <a:gd name="connsiteY162" fmla="*/ 1607344 h 1890712"/>
                <a:gd name="connsiteX163" fmla="*/ 2207419 w 2543175"/>
                <a:gd name="connsiteY163" fmla="*/ 1612106 h 1890712"/>
                <a:gd name="connsiteX164" fmla="*/ 2216944 w 2543175"/>
                <a:gd name="connsiteY164" fmla="*/ 1619250 h 1890712"/>
                <a:gd name="connsiteX165" fmla="*/ 2224088 w 2543175"/>
                <a:gd name="connsiteY165" fmla="*/ 1624012 h 1890712"/>
                <a:gd name="connsiteX166" fmla="*/ 2247900 w 2543175"/>
                <a:gd name="connsiteY166" fmla="*/ 1643062 h 1890712"/>
                <a:gd name="connsiteX167" fmla="*/ 2255044 w 2543175"/>
                <a:gd name="connsiteY167" fmla="*/ 1650206 h 1890712"/>
                <a:gd name="connsiteX168" fmla="*/ 2281238 w 2543175"/>
                <a:gd name="connsiteY168" fmla="*/ 1664494 h 1890712"/>
                <a:gd name="connsiteX169" fmla="*/ 2297907 w 2543175"/>
                <a:gd name="connsiteY169" fmla="*/ 1674019 h 1890712"/>
                <a:gd name="connsiteX170" fmla="*/ 2305050 w 2543175"/>
                <a:gd name="connsiteY170" fmla="*/ 1678781 h 1890712"/>
                <a:gd name="connsiteX171" fmla="*/ 2312194 w 2543175"/>
                <a:gd name="connsiteY171" fmla="*/ 1685925 h 1890712"/>
                <a:gd name="connsiteX172" fmla="*/ 2321719 w 2543175"/>
                <a:gd name="connsiteY172" fmla="*/ 1690687 h 1890712"/>
                <a:gd name="connsiteX173" fmla="*/ 2328863 w 2543175"/>
                <a:gd name="connsiteY173" fmla="*/ 1697831 h 1890712"/>
                <a:gd name="connsiteX174" fmla="*/ 2350294 w 2543175"/>
                <a:gd name="connsiteY174" fmla="*/ 1712119 h 1890712"/>
                <a:gd name="connsiteX175" fmla="*/ 2359819 w 2543175"/>
                <a:gd name="connsiteY175" fmla="*/ 1719262 h 1890712"/>
                <a:gd name="connsiteX176" fmla="*/ 2369344 w 2543175"/>
                <a:gd name="connsiteY176" fmla="*/ 1724025 h 1890712"/>
                <a:gd name="connsiteX177" fmla="*/ 2428876 w 2543175"/>
                <a:gd name="connsiteY177" fmla="*/ 1785938 h 1890712"/>
                <a:gd name="connsiteX178" fmla="*/ 2466975 w 2543175"/>
                <a:gd name="connsiteY178" fmla="*/ 1783556 h 1890712"/>
                <a:gd name="connsiteX179" fmla="*/ 2481263 w 2543175"/>
                <a:gd name="connsiteY179" fmla="*/ 1795462 h 1890712"/>
                <a:gd name="connsiteX180" fmla="*/ 2486025 w 2543175"/>
                <a:gd name="connsiteY180" fmla="*/ 1802606 h 1890712"/>
                <a:gd name="connsiteX181" fmla="*/ 2493169 w 2543175"/>
                <a:gd name="connsiteY181" fmla="*/ 1807369 h 1890712"/>
                <a:gd name="connsiteX182" fmla="*/ 2495550 w 2543175"/>
                <a:gd name="connsiteY182" fmla="*/ 1816894 h 1890712"/>
                <a:gd name="connsiteX183" fmla="*/ 2497932 w 2543175"/>
                <a:gd name="connsiteY183" fmla="*/ 1824037 h 1890712"/>
                <a:gd name="connsiteX184" fmla="*/ 2514600 w 2543175"/>
                <a:gd name="connsiteY184" fmla="*/ 1850231 h 1890712"/>
                <a:gd name="connsiteX185" fmla="*/ 2519363 w 2543175"/>
                <a:gd name="connsiteY185" fmla="*/ 1857375 h 1890712"/>
                <a:gd name="connsiteX186" fmla="*/ 2540794 w 2543175"/>
                <a:gd name="connsiteY186" fmla="*/ 1883569 h 1890712"/>
                <a:gd name="connsiteX187" fmla="*/ 2543175 w 2543175"/>
                <a:gd name="connsiteY187" fmla="*/ 1890712 h 1890712"/>
                <a:gd name="connsiteX0" fmla="*/ 0 w 2543175"/>
                <a:gd name="connsiteY0" fmla="*/ 0 h 1890712"/>
                <a:gd name="connsiteX1" fmla="*/ 11907 w 2543175"/>
                <a:gd name="connsiteY1" fmla="*/ 11906 h 1890712"/>
                <a:gd name="connsiteX2" fmla="*/ 21432 w 2543175"/>
                <a:gd name="connsiteY2" fmla="*/ 16669 h 1890712"/>
                <a:gd name="connsiteX3" fmla="*/ 23813 w 2543175"/>
                <a:gd name="connsiteY3" fmla="*/ 23812 h 1890712"/>
                <a:gd name="connsiteX4" fmla="*/ 33338 w 2543175"/>
                <a:gd name="connsiteY4" fmla="*/ 33337 h 1890712"/>
                <a:gd name="connsiteX5" fmla="*/ 40482 w 2543175"/>
                <a:gd name="connsiteY5" fmla="*/ 42862 h 1890712"/>
                <a:gd name="connsiteX6" fmla="*/ 47625 w 2543175"/>
                <a:gd name="connsiteY6" fmla="*/ 47625 h 1890712"/>
                <a:gd name="connsiteX7" fmla="*/ 57150 w 2543175"/>
                <a:gd name="connsiteY7" fmla="*/ 54769 h 1890712"/>
                <a:gd name="connsiteX8" fmla="*/ 64294 w 2543175"/>
                <a:gd name="connsiteY8" fmla="*/ 59531 h 1890712"/>
                <a:gd name="connsiteX9" fmla="*/ 83344 w 2543175"/>
                <a:gd name="connsiteY9" fmla="*/ 73819 h 1890712"/>
                <a:gd name="connsiteX10" fmla="*/ 97632 w 2543175"/>
                <a:gd name="connsiteY10" fmla="*/ 80962 h 1890712"/>
                <a:gd name="connsiteX11" fmla="*/ 104775 w 2543175"/>
                <a:gd name="connsiteY11" fmla="*/ 85725 h 1890712"/>
                <a:gd name="connsiteX12" fmla="*/ 114300 w 2543175"/>
                <a:gd name="connsiteY12" fmla="*/ 95250 h 1890712"/>
                <a:gd name="connsiteX13" fmla="*/ 123825 w 2543175"/>
                <a:gd name="connsiteY13" fmla="*/ 97631 h 1890712"/>
                <a:gd name="connsiteX14" fmla="*/ 130969 w 2543175"/>
                <a:gd name="connsiteY14" fmla="*/ 104775 h 1890712"/>
                <a:gd name="connsiteX15" fmla="*/ 140494 w 2543175"/>
                <a:gd name="connsiteY15" fmla="*/ 111919 h 1890712"/>
                <a:gd name="connsiteX16" fmla="*/ 147638 w 2543175"/>
                <a:gd name="connsiteY16" fmla="*/ 116681 h 1890712"/>
                <a:gd name="connsiteX17" fmla="*/ 164307 w 2543175"/>
                <a:gd name="connsiteY17" fmla="*/ 128587 h 1890712"/>
                <a:gd name="connsiteX18" fmla="*/ 180975 w 2543175"/>
                <a:gd name="connsiteY18" fmla="*/ 140494 h 1890712"/>
                <a:gd name="connsiteX19" fmla="*/ 197644 w 2543175"/>
                <a:gd name="connsiteY19" fmla="*/ 152400 h 1890712"/>
                <a:gd name="connsiteX20" fmla="*/ 204788 w 2543175"/>
                <a:gd name="connsiteY20" fmla="*/ 157162 h 1890712"/>
                <a:gd name="connsiteX21" fmla="*/ 214313 w 2543175"/>
                <a:gd name="connsiteY21" fmla="*/ 164306 h 1890712"/>
                <a:gd name="connsiteX22" fmla="*/ 230982 w 2543175"/>
                <a:gd name="connsiteY22" fmla="*/ 180975 h 1890712"/>
                <a:gd name="connsiteX23" fmla="*/ 247650 w 2543175"/>
                <a:gd name="connsiteY23" fmla="*/ 185737 h 1890712"/>
                <a:gd name="connsiteX24" fmla="*/ 259557 w 2543175"/>
                <a:gd name="connsiteY24" fmla="*/ 188119 h 1890712"/>
                <a:gd name="connsiteX25" fmla="*/ 266700 w 2543175"/>
                <a:gd name="connsiteY25" fmla="*/ 190500 h 1890712"/>
                <a:gd name="connsiteX26" fmla="*/ 283369 w 2543175"/>
                <a:gd name="connsiteY26" fmla="*/ 192881 h 1890712"/>
                <a:gd name="connsiteX27" fmla="*/ 302419 w 2543175"/>
                <a:gd name="connsiteY27" fmla="*/ 204787 h 1890712"/>
                <a:gd name="connsiteX28" fmla="*/ 309563 w 2543175"/>
                <a:gd name="connsiteY28" fmla="*/ 209550 h 1890712"/>
                <a:gd name="connsiteX29" fmla="*/ 319088 w 2543175"/>
                <a:gd name="connsiteY29" fmla="*/ 219075 h 1890712"/>
                <a:gd name="connsiteX30" fmla="*/ 333375 w 2543175"/>
                <a:gd name="connsiteY30" fmla="*/ 228600 h 1890712"/>
                <a:gd name="connsiteX31" fmla="*/ 340519 w 2543175"/>
                <a:gd name="connsiteY31" fmla="*/ 233362 h 1890712"/>
                <a:gd name="connsiteX32" fmla="*/ 354807 w 2543175"/>
                <a:gd name="connsiteY32" fmla="*/ 247650 h 1890712"/>
                <a:gd name="connsiteX33" fmla="*/ 366713 w 2543175"/>
                <a:gd name="connsiteY33" fmla="*/ 264319 h 1890712"/>
                <a:gd name="connsiteX34" fmla="*/ 371475 w 2543175"/>
                <a:gd name="connsiteY34" fmla="*/ 271462 h 1890712"/>
                <a:gd name="connsiteX35" fmla="*/ 378619 w 2543175"/>
                <a:gd name="connsiteY35" fmla="*/ 276225 h 1890712"/>
                <a:gd name="connsiteX36" fmla="*/ 385763 w 2543175"/>
                <a:gd name="connsiteY36" fmla="*/ 283369 h 1890712"/>
                <a:gd name="connsiteX37" fmla="*/ 395288 w 2543175"/>
                <a:gd name="connsiteY37" fmla="*/ 288131 h 1890712"/>
                <a:gd name="connsiteX38" fmla="*/ 404813 w 2543175"/>
                <a:gd name="connsiteY38" fmla="*/ 295275 h 1890712"/>
                <a:gd name="connsiteX39" fmla="*/ 411957 w 2543175"/>
                <a:gd name="connsiteY39" fmla="*/ 297656 h 1890712"/>
                <a:gd name="connsiteX40" fmla="*/ 421482 w 2543175"/>
                <a:gd name="connsiteY40" fmla="*/ 302419 h 1890712"/>
                <a:gd name="connsiteX41" fmla="*/ 447675 w 2543175"/>
                <a:gd name="connsiteY41" fmla="*/ 307181 h 1890712"/>
                <a:gd name="connsiteX42" fmla="*/ 461963 w 2543175"/>
                <a:gd name="connsiteY42" fmla="*/ 321469 h 1890712"/>
                <a:gd name="connsiteX43" fmla="*/ 466725 w 2543175"/>
                <a:gd name="connsiteY43" fmla="*/ 328612 h 1890712"/>
                <a:gd name="connsiteX44" fmla="*/ 476250 w 2543175"/>
                <a:gd name="connsiteY44" fmla="*/ 335756 h 1890712"/>
                <a:gd name="connsiteX45" fmla="*/ 481013 w 2543175"/>
                <a:gd name="connsiteY45" fmla="*/ 342900 h 1890712"/>
                <a:gd name="connsiteX46" fmla="*/ 490538 w 2543175"/>
                <a:gd name="connsiteY46" fmla="*/ 352425 h 1890712"/>
                <a:gd name="connsiteX47" fmla="*/ 495300 w 2543175"/>
                <a:gd name="connsiteY47" fmla="*/ 359569 h 1890712"/>
                <a:gd name="connsiteX48" fmla="*/ 509588 w 2543175"/>
                <a:gd name="connsiteY48" fmla="*/ 376237 h 1890712"/>
                <a:gd name="connsiteX49" fmla="*/ 514350 w 2543175"/>
                <a:gd name="connsiteY49" fmla="*/ 383381 h 1890712"/>
                <a:gd name="connsiteX50" fmla="*/ 531019 w 2543175"/>
                <a:gd name="connsiteY50" fmla="*/ 397669 h 1890712"/>
                <a:gd name="connsiteX51" fmla="*/ 538163 w 2543175"/>
                <a:gd name="connsiteY51" fmla="*/ 407194 h 1890712"/>
                <a:gd name="connsiteX52" fmla="*/ 554832 w 2543175"/>
                <a:gd name="connsiteY52" fmla="*/ 421481 h 1890712"/>
                <a:gd name="connsiteX53" fmla="*/ 564357 w 2543175"/>
                <a:gd name="connsiteY53" fmla="*/ 431006 h 1890712"/>
                <a:gd name="connsiteX54" fmla="*/ 573882 w 2543175"/>
                <a:gd name="connsiteY54" fmla="*/ 438150 h 1890712"/>
                <a:gd name="connsiteX55" fmla="*/ 595313 w 2543175"/>
                <a:gd name="connsiteY55" fmla="*/ 454819 h 1890712"/>
                <a:gd name="connsiteX56" fmla="*/ 602457 w 2543175"/>
                <a:gd name="connsiteY56" fmla="*/ 457200 h 1890712"/>
                <a:gd name="connsiteX57" fmla="*/ 628650 w 2543175"/>
                <a:gd name="connsiteY57" fmla="*/ 469106 h 1890712"/>
                <a:gd name="connsiteX58" fmla="*/ 645319 w 2543175"/>
                <a:gd name="connsiteY58" fmla="*/ 483394 h 1890712"/>
                <a:gd name="connsiteX59" fmla="*/ 654844 w 2543175"/>
                <a:gd name="connsiteY59" fmla="*/ 488156 h 1890712"/>
                <a:gd name="connsiteX60" fmla="*/ 661988 w 2543175"/>
                <a:gd name="connsiteY60" fmla="*/ 497681 h 1890712"/>
                <a:gd name="connsiteX61" fmla="*/ 683419 w 2543175"/>
                <a:gd name="connsiteY61" fmla="*/ 514350 h 1890712"/>
                <a:gd name="connsiteX62" fmla="*/ 700088 w 2543175"/>
                <a:gd name="connsiteY62" fmla="*/ 526256 h 1890712"/>
                <a:gd name="connsiteX63" fmla="*/ 709613 w 2543175"/>
                <a:gd name="connsiteY63" fmla="*/ 535781 h 1890712"/>
                <a:gd name="connsiteX64" fmla="*/ 719138 w 2543175"/>
                <a:gd name="connsiteY64" fmla="*/ 542925 h 1890712"/>
                <a:gd name="connsiteX65" fmla="*/ 733425 w 2543175"/>
                <a:gd name="connsiteY65" fmla="*/ 557212 h 1890712"/>
                <a:gd name="connsiteX66" fmla="*/ 750094 w 2543175"/>
                <a:gd name="connsiteY66" fmla="*/ 569119 h 1890712"/>
                <a:gd name="connsiteX67" fmla="*/ 769144 w 2543175"/>
                <a:gd name="connsiteY67" fmla="*/ 581025 h 1890712"/>
                <a:gd name="connsiteX68" fmla="*/ 785813 w 2543175"/>
                <a:gd name="connsiteY68" fmla="*/ 590550 h 1890712"/>
                <a:gd name="connsiteX69" fmla="*/ 792957 w 2543175"/>
                <a:gd name="connsiteY69" fmla="*/ 600075 h 1890712"/>
                <a:gd name="connsiteX70" fmla="*/ 809625 w 2543175"/>
                <a:gd name="connsiteY70" fmla="*/ 611981 h 1890712"/>
                <a:gd name="connsiteX71" fmla="*/ 816769 w 2543175"/>
                <a:gd name="connsiteY71" fmla="*/ 619125 h 1890712"/>
                <a:gd name="connsiteX72" fmla="*/ 826294 w 2543175"/>
                <a:gd name="connsiteY72" fmla="*/ 626269 h 1890712"/>
                <a:gd name="connsiteX73" fmla="*/ 840582 w 2543175"/>
                <a:gd name="connsiteY73" fmla="*/ 638175 h 1890712"/>
                <a:gd name="connsiteX74" fmla="*/ 847725 w 2543175"/>
                <a:gd name="connsiteY74" fmla="*/ 645319 h 1890712"/>
                <a:gd name="connsiteX75" fmla="*/ 857250 w 2543175"/>
                <a:gd name="connsiteY75" fmla="*/ 652462 h 1890712"/>
                <a:gd name="connsiteX76" fmla="*/ 864394 w 2543175"/>
                <a:gd name="connsiteY76" fmla="*/ 657225 h 1890712"/>
                <a:gd name="connsiteX77" fmla="*/ 888207 w 2543175"/>
                <a:gd name="connsiteY77" fmla="*/ 676275 h 1890712"/>
                <a:gd name="connsiteX78" fmla="*/ 895350 w 2543175"/>
                <a:gd name="connsiteY78" fmla="*/ 681037 h 1890712"/>
                <a:gd name="connsiteX79" fmla="*/ 907257 w 2543175"/>
                <a:gd name="connsiteY79" fmla="*/ 683419 h 1890712"/>
                <a:gd name="connsiteX80" fmla="*/ 928688 w 2543175"/>
                <a:gd name="connsiteY80" fmla="*/ 695325 h 1890712"/>
                <a:gd name="connsiteX81" fmla="*/ 942975 w 2543175"/>
                <a:gd name="connsiteY81" fmla="*/ 700087 h 1890712"/>
                <a:gd name="connsiteX82" fmla="*/ 964407 w 2543175"/>
                <a:gd name="connsiteY82" fmla="*/ 716756 h 1890712"/>
                <a:gd name="connsiteX83" fmla="*/ 971550 w 2543175"/>
                <a:gd name="connsiteY83" fmla="*/ 723900 h 1890712"/>
                <a:gd name="connsiteX84" fmla="*/ 983457 w 2543175"/>
                <a:gd name="connsiteY84" fmla="*/ 733425 h 1890712"/>
                <a:gd name="connsiteX85" fmla="*/ 990600 w 2543175"/>
                <a:gd name="connsiteY85" fmla="*/ 738187 h 1890712"/>
                <a:gd name="connsiteX86" fmla="*/ 1007269 w 2543175"/>
                <a:gd name="connsiteY86" fmla="*/ 752475 h 1890712"/>
                <a:gd name="connsiteX87" fmla="*/ 1031082 w 2543175"/>
                <a:gd name="connsiteY87" fmla="*/ 766762 h 1890712"/>
                <a:gd name="connsiteX88" fmla="*/ 1042988 w 2543175"/>
                <a:gd name="connsiteY88" fmla="*/ 773906 h 1890712"/>
                <a:gd name="connsiteX89" fmla="*/ 1071563 w 2543175"/>
                <a:gd name="connsiteY89" fmla="*/ 785812 h 1890712"/>
                <a:gd name="connsiteX90" fmla="*/ 1097757 w 2543175"/>
                <a:gd name="connsiteY90" fmla="*/ 807244 h 1890712"/>
                <a:gd name="connsiteX91" fmla="*/ 1104900 w 2543175"/>
                <a:gd name="connsiteY91" fmla="*/ 814387 h 1890712"/>
                <a:gd name="connsiteX92" fmla="*/ 1121569 w 2543175"/>
                <a:gd name="connsiteY92" fmla="*/ 823912 h 1890712"/>
                <a:gd name="connsiteX93" fmla="*/ 1138238 w 2543175"/>
                <a:gd name="connsiteY93" fmla="*/ 835819 h 1890712"/>
                <a:gd name="connsiteX94" fmla="*/ 1147763 w 2543175"/>
                <a:gd name="connsiteY94" fmla="*/ 842962 h 1890712"/>
                <a:gd name="connsiteX95" fmla="*/ 1157288 w 2543175"/>
                <a:gd name="connsiteY95" fmla="*/ 847725 h 1890712"/>
                <a:gd name="connsiteX96" fmla="*/ 1178719 w 2543175"/>
                <a:gd name="connsiteY96" fmla="*/ 859631 h 1890712"/>
                <a:gd name="connsiteX97" fmla="*/ 1188244 w 2543175"/>
                <a:gd name="connsiteY97" fmla="*/ 866775 h 1890712"/>
                <a:gd name="connsiteX98" fmla="*/ 1195388 w 2543175"/>
                <a:gd name="connsiteY98" fmla="*/ 871537 h 1890712"/>
                <a:gd name="connsiteX99" fmla="*/ 1212057 w 2543175"/>
                <a:gd name="connsiteY99" fmla="*/ 883444 h 1890712"/>
                <a:gd name="connsiteX100" fmla="*/ 1226344 w 2543175"/>
                <a:gd name="connsiteY100" fmla="*/ 895350 h 1890712"/>
                <a:gd name="connsiteX101" fmla="*/ 1245394 w 2543175"/>
                <a:gd name="connsiteY101" fmla="*/ 907256 h 1890712"/>
                <a:gd name="connsiteX102" fmla="*/ 1254919 w 2543175"/>
                <a:gd name="connsiteY102" fmla="*/ 914400 h 1890712"/>
                <a:gd name="connsiteX103" fmla="*/ 1269207 w 2543175"/>
                <a:gd name="connsiteY103" fmla="*/ 921544 h 1890712"/>
                <a:gd name="connsiteX104" fmla="*/ 1290638 w 2543175"/>
                <a:gd name="connsiteY104" fmla="*/ 935831 h 1890712"/>
                <a:gd name="connsiteX105" fmla="*/ 1307307 w 2543175"/>
                <a:gd name="connsiteY105" fmla="*/ 952500 h 1890712"/>
                <a:gd name="connsiteX106" fmla="*/ 1333500 w 2543175"/>
                <a:gd name="connsiteY106" fmla="*/ 971550 h 1890712"/>
                <a:gd name="connsiteX107" fmla="*/ 1359694 w 2543175"/>
                <a:gd name="connsiteY107" fmla="*/ 990600 h 1890712"/>
                <a:gd name="connsiteX108" fmla="*/ 1373982 w 2543175"/>
                <a:gd name="connsiteY108" fmla="*/ 997744 h 1890712"/>
                <a:gd name="connsiteX109" fmla="*/ 1388269 w 2543175"/>
                <a:gd name="connsiteY109" fmla="*/ 1007269 h 1890712"/>
                <a:gd name="connsiteX110" fmla="*/ 1414463 w 2543175"/>
                <a:gd name="connsiteY110" fmla="*/ 1019175 h 1890712"/>
                <a:gd name="connsiteX111" fmla="*/ 1428750 w 2543175"/>
                <a:gd name="connsiteY111" fmla="*/ 1026319 h 1890712"/>
                <a:gd name="connsiteX112" fmla="*/ 1471613 w 2543175"/>
                <a:gd name="connsiteY112" fmla="*/ 1059656 h 1890712"/>
                <a:gd name="connsiteX113" fmla="*/ 1495425 w 2543175"/>
                <a:gd name="connsiteY113" fmla="*/ 1088231 h 1890712"/>
                <a:gd name="connsiteX114" fmla="*/ 1547812 w 2543175"/>
                <a:gd name="connsiteY114" fmla="*/ 1133475 h 1890712"/>
                <a:gd name="connsiteX115" fmla="*/ 1597819 w 2543175"/>
                <a:gd name="connsiteY115" fmla="*/ 1154906 h 1890712"/>
                <a:gd name="connsiteX116" fmla="*/ 1604963 w 2543175"/>
                <a:gd name="connsiteY116" fmla="*/ 1162050 h 1890712"/>
                <a:gd name="connsiteX117" fmla="*/ 1612107 w 2543175"/>
                <a:gd name="connsiteY117" fmla="*/ 1166812 h 1890712"/>
                <a:gd name="connsiteX118" fmla="*/ 1628775 w 2543175"/>
                <a:gd name="connsiteY118" fmla="*/ 1183481 h 1890712"/>
                <a:gd name="connsiteX119" fmla="*/ 1662113 w 2543175"/>
                <a:gd name="connsiteY119" fmla="*/ 1209675 h 1890712"/>
                <a:gd name="connsiteX120" fmla="*/ 1678782 w 2543175"/>
                <a:gd name="connsiteY120" fmla="*/ 1226344 h 1890712"/>
                <a:gd name="connsiteX121" fmla="*/ 1700213 w 2543175"/>
                <a:gd name="connsiteY121" fmla="*/ 1247775 h 1890712"/>
                <a:gd name="connsiteX122" fmla="*/ 1712119 w 2543175"/>
                <a:gd name="connsiteY122" fmla="*/ 1259681 h 1890712"/>
                <a:gd name="connsiteX123" fmla="*/ 1733550 w 2543175"/>
                <a:gd name="connsiteY123" fmla="*/ 1273969 h 1890712"/>
                <a:gd name="connsiteX124" fmla="*/ 1743075 w 2543175"/>
                <a:gd name="connsiteY124" fmla="*/ 1283494 h 1890712"/>
                <a:gd name="connsiteX125" fmla="*/ 1754982 w 2543175"/>
                <a:gd name="connsiteY125" fmla="*/ 1290637 h 1890712"/>
                <a:gd name="connsiteX126" fmla="*/ 1766888 w 2543175"/>
                <a:gd name="connsiteY126" fmla="*/ 1300162 h 1890712"/>
                <a:gd name="connsiteX127" fmla="*/ 1783557 w 2543175"/>
                <a:gd name="connsiteY127" fmla="*/ 1307306 h 1890712"/>
                <a:gd name="connsiteX128" fmla="*/ 1790700 w 2543175"/>
                <a:gd name="connsiteY128" fmla="*/ 1312069 h 1890712"/>
                <a:gd name="connsiteX129" fmla="*/ 1800225 w 2543175"/>
                <a:gd name="connsiteY129" fmla="*/ 1319212 h 1890712"/>
                <a:gd name="connsiteX130" fmla="*/ 1807369 w 2543175"/>
                <a:gd name="connsiteY130" fmla="*/ 1321594 h 1890712"/>
                <a:gd name="connsiteX131" fmla="*/ 1824038 w 2543175"/>
                <a:gd name="connsiteY131" fmla="*/ 1333500 h 1890712"/>
                <a:gd name="connsiteX132" fmla="*/ 1843088 w 2543175"/>
                <a:gd name="connsiteY132" fmla="*/ 1352550 h 1890712"/>
                <a:gd name="connsiteX133" fmla="*/ 1852613 w 2543175"/>
                <a:gd name="connsiteY133" fmla="*/ 1359694 h 1890712"/>
                <a:gd name="connsiteX134" fmla="*/ 1859757 w 2543175"/>
                <a:gd name="connsiteY134" fmla="*/ 1366837 h 1890712"/>
                <a:gd name="connsiteX135" fmla="*/ 1869282 w 2543175"/>
                <a:gd name="connsiteY135" fmla="*/ 1371600 h 1890712"/>
                <a:gd name="connsiteX136" fmla="*/ 1883569 w 2543175"/>
                <a:gd name="connsiteY136" fmla="*/ 1388269 h 1890712"/>
                <a:gd name="connsiteX137" fmla="*/ 1893094 w 2543175"/>
                <a:gd name="connsiteY137" fmla="*/ 1395412 h 1890712"/>
                <a:gd name="connsiteX138" fmla="*/ 1902619 w 2543175"/>
                <a:gd name="connsiteY138" fmla="*/ 1404937 h 1890712"/>
                <a:gd name="connsiteX139" fmla="*/ 1912144 w 2543175"/>
                <a:gd name="connsiteY139" fmla="*/ 1409700 h 1890712"/>
                <a:gd name="connsiteX140" fmla="*/ 1931194 w 2543175"/>
                <a:gd name="connsiteY140" fmla="*/ 1421606 h 1890712"/>
                <a:gd name="connsiteX141" fmla="*/ 1935957 w 2543175"/>
                <a:gd name="connsiteY141" fmla="*/ 1428750 h 1890712"/>
                <a:gd name="connsiteX142" fmla="*/ 1952625 w 2543175"/>
                <a:gd name="connsiteY142" fmla="*/ 1438275 h 1890712"/>
                <a:gd name="connsiteX143" fmla="*/ 1971675 w 2543175"/>
                <a:gd name="connsiteY143" fmla="*/ 1450181 h 1890712"/>
                <a:gd name="connsiteX144" fmla="*/ 1981200 w 2543175"/>
                <a:gd name="connsiteY144" fmla="*/ 1454944 h 1890712"/>
                <a:gd name="connsiteX145" fmla="*/ 1997869 w 2543175"/>
                <a:gd name="connsiteY145" fmla="*/ 1471612 h 1890712"/>
                <a:gd name="connsiteX146" fmla="*/ 2007394 w 2543175"/>
                <a:gd name="connsiteY146" fmla="*/ 1478756 h 1890712"/>
                <a:gd name="connsiteX147" fmla="*/ 2016919 w 2543175"/>
                <a:gd name="connsiteY147" fmla="*/ 1483519 h 1890712"/>
                <a:gd name="connsiteX148" fmla="*/ 2024063 w 2543175"/>
                <a:gd name="connsiteY148" fmla="*/ 1490662 h 1890712"/>
                <a:gd name="connsiteX149" fmla="*/ 2033588 w 2543175"/>
                <a:gd name="connsiteY149" fmla="*/ 1495425 h 1890712"/>
                <a:gd name="connsiteX150" fmla="*/ 2040732 w 2543175"/>
                <a:gd name="connsiteY150" fmla="*/ 1502569 h 1890712"/>
                <a:gd name="connsiteX151" fmla="*/ 2047875 w 2543175"/>
                <a:gd name="connsiteY151" fmla="*/ 1507331 h 1890712"/>
                <a:gd name="connsiteX152" fmla="*/ 2057400 w 2543175"/>
                <a:gd name="connsiteY152" fmla="*/ 1514475 h 1890712"/>
                <a:gd name="connsiteX153" fmla="*/ 2064544 w 2543175"/>
                <a:gd name="connsiteY153" fmla="*/ 1519237 h 1890712"/>
                <a:gd name="connsiteX154" fmla="*/ 2071688 w 2543175"/>
                <a:gd name="connsiteY154" fmla="*/ 1526381 h 1890712"/>
                <a:gd name="connsiteX155" fmla="*/ 2081213 w 2543175"/>
                <a:gd name="connsiteY155" fmla="*/ 1531144 h 1890712"/>
                <a:gd name="connsiteX156" fmla="*/ 2090738 w 2543175"/>
                <a:gd name="connsiteY156" fmla="*/ 1538287 h 1890712"/>
                <a:gd name="connsiteX157" fmla="*/ 2109788 w 2543175"/>
                <a:gd name="connsiteY157" fmla="*/ 1547812 h 1890712"/>
                <a:gd name="connsiteX158" fmla="*/ 2131219 w 2543175"/>
                <a:gd name="connsiteY158" fmla="*/ 1562100 h 1890712"/>
                <a:gd name="connsiteX159" fmla="*/ 2140744 w 2543175"/>
                <a:gd name="connsiteY159" fmla="*/ 1566862 h 1890712"/>
                <a:gd name="connsiteX160" fmla="*/ 2152650 w 2543175"/>
                <a:gd name="connsiteY160" fmla="*/ 1576387 h 1890712"/>
                <a:gd name="connsiteX161" fmla="*/ 2181225 w 2543175"/>
                <a:gd name="connsiteY161" fmla="*/ 1590675 h 1890712"/>
                <a:gd name="connsiteX162" fmla="*/ 2200275 w 2543175"/>
                <a:gd name="connsiteY162" fmla="*/ 1607344 h 1890712"/>
                <a:gd name="connsiteX163" fmla="*/ 2207419 w 2543175"/>
                <a:gd name="connsiteY163" fmla="*/ 1612106 h 1890712"/>
                <a:gd name="connsiteX164" fmla="*/ 2216944 w 2543175"/>
                <a:gd name="connsiteY164" fmla="*/ 1619250 h 1890712"/>
                <a:gd name="connsiteX165" fmla="*/ 2224088 w 2543175"/>
                <a:gd name="connsiteY165" fmla="*/ 1624012 h 1890712"/>
                <a:gd name="connsiteX166" fmla="*/ 2247900 w 2543175"/>
                <a:gd name="connsiteY166" fmla="*/ 1643062 h 1890712"/>
                <a:gd name="connsiteX167" fmla="*/ 2255044 w 2543175"/>
                <a:gd name="connsiteY167" fmla="*/ 1650206 h 1890712"/>
                <a:gd name="connsiteX168" fmla="*/ 2281238 w 2543175"/>
                <a:gd name="connsiteY168" fmla="*/ 1664494 h 1890712"/>
                <a:gd name="connsiteX169" fmla="*/ 2297907 w 2543175"/>
                <a:gd name="connsiteY169" fmla="*/ 1674019 h 1890712"/>
                <a:gd name="connsiteX170" fmla="*/ 2305050 w 2543175"/>
                <a:gd name="connsiteY170" fmla="*/ 1678781 h 1890712"/>
                <a:gd name="connsiteX171" fmla="*/ 2312194 w 2543175"/>
                <a:gd name="connsiteY171" fmla="*/ 1685925 h 1890712"/>
                <a:gd name="connsiteX172" fmla="*/ 2321719 w 2543175"/>
                <a:gd name="connsiteY172" fmla="*/ 1690687 h 1890712"/>
                <a:gd name="connsiteX173" fmla="*/ 2328863 w 2543175"/>
                <a:gd name="connsiteY173" fmla="*/ 1697831 h 1890712"/>
                <a:gd name="connsiteX174" fmla="*/ 2350294 w 2543175"/>
                <a:gd name="connsiteY174" fmla="*/ 1712119 h 1890712"/>
                <a:gd name="connsiteX175" fmla="*/ 2369344 w 2543175"/>
                <a:gd name="connsiteY175" fmla="*/ 1724025 h 1890712"/>
                <a:gd name="connsiteX176" fmla="*/ 2428876 w 2543175"/>
                <a:gd name="connsiteY176" fmla="*/ 1785938 h 1890712"/>
                <a:gd name="connsiteX177" fmla="*/ 2466975 w 2543175"/>
                <a:gd name="connsiteY177" fmla="*/ 1783556 h 1890712"/>
                <a:gd name="connsiteX178" fmla="*/ 2481263 w 2543175"/>
                <a:gd name="connsiteY178" fmla="*/ 1795462 h 1890712"/>
                <a:gd name="connsiteX179" fmla="*/ 2486025 w 2543175"/>
                <a:gd name="connsiteY179" fmla="*/ 1802606 h 1890712"/>
                <a:gd name="connsiteX180" fmla="*/ 2493169 w 2543175"/>
                <a:gd name="connsiteY180" fmla="*/ 1807369 h 1890712"/>
                <a:gd name="connsiteX181" fmla="*/ 2495550 w 2543175"/>
                <a:gd name="connsiteY181" fmla="*/ 1816894 h 1890712"/>
                <a:gd name="connsiteX182" fmla="*/ 2497932 w 2543175"/>
                <a:gd name="connsiteY182" fmla="*/ 1824037 h 1890712"/>
                <a:gd name="connsiteX183" fmla="*/ 2514600 w 2543175"/>
                <a:gd name="connsiteY183" fmla="*/ 1850231 h 1890712"/>
                <a:gd name="connsiteX184" fmla="*/ 2519363 w 2543175"/>
                <a:gd name="connsiteY184" fmla="*/ 1857375 h 1890712"/>
                <a:gd name="connsiteX185" fmla="*/ 2540794 w 2543175"/>
                <a:gd name="connsiteY185" fmla="*/ 1883569 h 1890712"/>
                <a:gd name="connsiteX186" fmla="*/ 2543175 w 2543175"/>
                <a:gd name="connsiteY186" fmla="*/ 1890712 h 1890712"/>
                <a:gd name="connsiteX0" fmla="*/ 0 w 2543175"/>
                <a:gd name="connsiteY0" fmla="*/ 0 h 1890712"/>
                <a:gd name="connsiteX1" fmla="*/ 11907 w 2543175"/>
                <a:gd name="connsiteY1" fmla="*/ 11906 h 1890712"/>
                <a:gd name="connsiteX2" fmla="*/ 21432 w 2543175"/>
                <a:gd name="connsiteY2" fmla="*/ 16669 h 1890712"/>
                <a:gd name="connsiteX3" fmla="*/ 23813 w 2543175"/>
                <a:gd name="connsiteY3" fmla="*/ 23812 h 1890712"/>
                <a:gd name="connsiteX4" fmla="*/ 33338 w 2543175"/>
                <a:gd name="connsiteY4" fmla="*/ 33337 h 1890712"/>
                <a:gd name="connsiteX5" fmla="*/ 40482 w 2543175"/>
                <a:gd name="connsiteY5" fmla="*/ 42862 h 1890712"/>
                <a:gd name="connsiteX6" fmla="*/ 47625 w 2543175"/>
                <a:gd name="connsiteY6" fmla="*/ 47625 h 1890712"/>
                <a:gd name="connsiteX7" fmla="*/ 57150 w 2543175"/>
                <a:gd name="connsiteY7" fmla="*/ 54769 h 1890712"/>
                <a:gd name="connsiteX8" fmla="*/ 64294 w 2543175"/>
                <a:gd name="connsiteY8" fmla="*/ 59531 h 1890712"/>
                <a:gd name="connsiteX9" fmla="*/ 83344 w 2543175"/>
                <a:gd name="connsiteY9" fmla="*/ 73819 h 1890712"/>
                <a:gd name="connsiteX10" fmla="*/ 97632 w 2543175"/>
                <a:gd name="connsiteY10" fmla="*/ 80962 h 1890712"/>
                <a:gd name="connsiteX11" fmla="*/ 104775 w 2543175"/>
                <a:gd name="connsiteY11" fmla="*/ 85725 h 1890712"/>
                <a:gd name="connsiteX12" fmla="*/ 114300 w 2543175"/>
                <a:gd name="connsiteY12" fmla="*/ 95250 h 1890712"/>
                <a:gd name="connsiteX13" fmla="*/ 123825 w 2543175"/>
                <a:gd name="connsiteY13" fmla="*/ 97631 h 1890712"/>
                <a:gd name="connsiteX14" fmla="*/ 130969 w 2543175"/>
                <a:gd name="connsiteY14" fmla="*/ 104775 h 1890712"/>
                <a:gd name="connsiteX15" fmla="*/ 140494 w 2543175"/>
                <a:gd name="connsiteY15" fmla="*/ 111919 h 1890712"/>
                <a:gd name="connsiteX16" fmla="*/ 147638 w 2543175"/>
                <a:gd name="connsiteY16" fmla="*/ 116681 h 1890712"/>
                <a:gd name="connsiteX17" fmla="*/ 164307 w 2543175"/>
                <a:gd name="connsiteY17" fmla="*/ 128587 h 1890712"/>
                <a:gd name="connsiteX18" fmla="*/ 180975 w 2543175"/>
                <a:gd name="connsiteY18" fmla="*/ 140494 h 1890712"/>
                <a:gd name="connsiteX19" fmla="*/ 197644 w 2543175"/>
                <a:gd name="connsiteY19" fmla="*/ 152400 h 1890712"/>
                <a:gd name="connsiteX20" fmla="*/ 204788 w 2543175"/>
                <a:gd name="connsiteY20" fmla="*/ 157162 h 1890712"/>
                <a:gd name="connsiteX21" fmla="*/ 214313 w 2543175"/>
                <a:gd name="connsiteY21" fmla="*/ 164306 h 1890712"/>
                <a:gd name="connsiteX22" fmla="*/ 230982 w 2543175"/>
                <a:gd name="connsiteY22" fmla="*/ 180975 h 1890712"/>
                <a:gd name="connsiteX23" fmla="*/ 247650 w 2543175"/>
                <a:gd name="connsiteY23" fmla="*/ 185737 h 1890712"/>
                <a:gd name="connsiteX24" fmla="*/ 259557 w 2543175"/>
                <a:gd name="connsiteY24" fmla="*/ 188119 h 1890712"/>
                <a:gd name="connsiteX25" fmla="*/ 266700 w 2543175"/>
                <a:gd name="connsiteY25" fmla="*/ 190500 h 1890712"/>
                <a:gd name="connsiteX26" fmla="*/ 283369 w 2543175"/>
                <a:gd name="connsiteY26" fmla="*/ 192881 h 1890712"/>
                <a:gd name="connsiteX27" fmla="*/ 302419 w 2543175"/>
                <a:gd name="connsiteY27" fmla="*/ 204787 h 1890712"/>
                <a:gd name="connsiteX28" fmla="*/ 309563 w 2543175"/>
                <a:gd name="connsiteY28" fmla="*/ 209550 h 1890712"/>
                <a:gd name="connsiteX29" fmla="*/ 319088 w 2543175"/>
                <a:gd name="connsiteY29" fmla="*/ 219075 h 1890712"/>
                <a:gd name="connsiteX30" fmla="*/ 333375 w 2543175"/>
                <a:gd name="connsiteY30" fmla="*/ 228600 h 1890712"/>
                <a:gd name="connsiteX31" fmla="*/ 340519 w 2543175"/>
                <a:gd name="connsiteY31" fmla="*/ 233362 h 1890712"/>
                <a:gd name="connsiteX32" fmla="*/ 354807 w 2543175"/>
                <a:gd name="connsiteY32" fmla="*/ 247650 h 1890712"/>
                <a:gd name="connsiteX33" fmla="*/ 366713 w 2543175"/>
                <a:gd name="connsiteY33" fmla="*/ 264319 h 1890712"/>
                <a:gd name="connsiteX34" fmla="*/ 371475 w 2543175"/>
                <a:gd name="connsiteY34" fmla="*/ 271462 h 1890712"/>
                <a:gd name="connsiteX35" fmla="*/ 378619 w 2543175"/>
                <a:gd name="connsiteY35" fmla="*/ 276225 h 1890712"/>
                <a:gd name="connsiteX36" fmla="*/ 385763 w 2543175"/>
                <a:gd name="connsiteY36" fmla="*/ 283369 h 1890712"/>
                <a:gd name="connsiteX37" fmla="*/ 395288 w 2543175"/>
                <a:gd name="connsiteY37" fmla="*/ 288131 h 1890712"/>
                <a:gd name="connsiteX38" fmla="*/ 404813 w 2543175"/>
                <a:gd name="connsiteY38" fmla="*/ 295275 h 1890712"/>
                <a:gd name="connsiteX39" fmla="*/ 411957 w 2543175"/>
                <a:gd name="connsiteY39" fmla="*/ 297656 h 1890712"/>
                <a:gd name="connsiteX40" fmla="*/ 421482 w 2543175"/>
                <a:gd name="connsiteY40" fmla="*/ 302419 h 1890712"/>
                <a:gd name="connsiteX41" fmla="*/ 447675 w 2543175"/>
                <a:gd name="connsiteY41" fmla="*/ 307181 h 1890712"/>
                <a:gd name="connsiteX42" fmla="*/ 461963 w 2543175"/>
                <a:gd name="connsiteY42" fmla="*/ 321469 h 1890712"/>
                <a:gd name="connsiteX43" fmla="*/ 466725 w 2543175"/>
                <a:gd name="connsiteY43" fmla="*/ 328612 h 1890712"/>
                <a:gd name="connsiteX44" fmla="*/ 476250 w 2543175"/>
                <a:gd name="connsiteY44" fmla="*/ 335756 h 1890712"/>
                <a:gd name="connsiteX45" fmla="*/ 481013 w 2543175"/>
                <a:gd name="connsiteY45" fmla="*/ 342900 h 1890712"/>
                <a:gd name="connsiteX46" fmla="*/ 490538 w 2543175"/>
                <a:gd name="connsiteY46" fmla="*/ 352425 h 1890712"/>
                <a:gd name="connsiteX47" fmla="*/ 495300 w 2543175"/>
                <a:gd name="connsiteY47" fmla="*/ 359569 h 1890712"/>
                <a:gd name="connsiteX48" fmla="*/ 509588 w 2543175"/>
                <a:gd name="connsiteY48" fmla="*/ 376237 h 1890712"/>
                <a:gd name="connsiteX49" fmla="*/ 514350 w 2543175"/>
                <a:gd name="connsiteY49" fmla="*/ 383381 h 1890712"/>
                <a:gd name="connsiteX50" fmla="*/ 531019 w 2543175"/>
                <a:gd name="connsiteY50" fmla="*/ 397669 h 1890712"/>
                <a:gd name="connsiteX51" fmla="*/ 538163 w 2543175"/>
                <a:gd name="connsiteY51" fmla="*/ 407194 h 1890712"/>
                <a:gd name="connsiteX52" fmla="*/ 554832 w 2543175"/>
                <a:gd name="connsiteY52" fmla="*/ 421481 h 1890712"/>
                <a:gd name="connsiteX53" fmla="*/ 564357 w 2543175"/>
                <a:gd name="connsiteY53" fmla="*/ 431006 h 1890712"/>
                <a:gd name="connsiteX54" fmla="*/ 573882 w 2543175"/>
                <a:gd name="connsiteY54" fmla="*/ 438150 h 1890712"/>
                <a:gd name="connsiteX55" fmla="*/ 595313 w 2543175"/>
                <a:gd name="connsiteY55" fmla="*/ 454819 h 1890712"/>
                <a:gd name="connsiteX56" fmla="*/ 602457 w 2543175"/>
                <a:gd name="connsiteY56" fmla="*/ 457200 h 1890712"/>
                <a:gd name="connsiteX57" fmla="*/ 628650 w 2543175"/>
                <a:gd name="connsiteY57" fmla="*/ 469106 h 1890712"/>
                <a:gd name="connsiteX58" fmla="*/ 645319 w 2543175"/>
                <a:gd name="connsiteY58" fmla="*/ 483394 h 1890712"/>
                <a:gd name="connsiteX59" fmla="*/ 654844 w 2543175"/>
                <a:gd name="connsiteY59" fmla="*/ 488156 h 1890712"/>
                <a:gd name="connsiteX60" fmla="*/ 661988 w 2543175"/>
                <a:gd name="connsiteY60" fmla="*/ 497681 h 1890712"/>
                <a:gd name="connsiteX61" fmla="*/ 683419 w 2543175"/>
                <a:gd name="connsiteY61" fmla="*/ 514350 h 1890712"/>
                <a:gd name="connsiteX62" fmla="*/ 700088 w 2543175"/>
                <a:gd name="connsiteY62" fmla="*/ 526256 h 1890712"/>
                <a:gd name="connsiteX63" fmla="*/ 709613 w 2543175"/>
                <a:gd name="connsiteY63" fmla="*/ 535781 h 1890712"/>
                <a:gd name="connsiteX64" fmla="*/ 719138 w 2543175"/>
                <a:gd name="connsiteY64" fmla="*/ 542925 h 1890712"/>
                <a:gd name="connsiteX65" fmla="*/ 733425 w 2543175"/>
                <a:gd name="connsiteY65" fmla="*/ 557212 h 1890712"/>
                <a:gd name="connsiteX66" fmla="*/ 750094 w 2543175"/>
                <a:gd name="connsiteY66" fmla="*/ 569119 h 1890712"/>
                <a:gd name="connsiteX67" fmla="*/ 769144 w 2543175"/>
                <a:gd name="connsiteY67" fmla="*/ 581025 h 1890712"/>
                <a:gd name="connsiteX68" fmla="*/ 785813 w 2543175"/>
                <a:gd name="connsiteY68" fmla="*/ 590550 h 1890712"/>
                <a:gd name="connsiteX69" fmla="*/ 792957 w 2543175"/>
                <a:gd name="connsiteY69" fmla="*/ 600075 h 1890712"/>
                <a:gd name="connsiteX70" fmla="*/ 809625 w 2543175"/>
                <a:gd name="connsiteY70" fmla="*/ 611981 h 1890712"/>
                <a:gd name="connsiteX71" fmla="*/ 816769 w 2543175"/>
                <a:gd name="connsiteY71" fmla="*/ 619125 h 1890712"/>
                <a:gd name="connsiteX72" fmla="*/ 826294 w 2543175"/>
                <a:gd name="connsiteY72" fmla="*/ 626269 h 1890712"/>
                <a:gd name="connsiteX73" fmla="*/ 840582 w 2543175"/>
                <a:gd name="connsiteY73" fmla="*/ 638175 h 1890712"/>
                <a:gd name="connsiteX74" fmla="*/ 847725 w 2543175"/>
                <a:gd name="connsiteY74" fmla="*/ 645319 h 1890712"/>
                <a:gd name="connsiteX75" fmla="*/ 857250 w 2543175"/>
                <a:gd name="connsiteY75" fmla="*/ 652462 h 1890712"/>
                <a:gd name="connsiteX76" fmla="*/ 864394 w 2543175"/>
                <a:gd name="connsiteY76" fmla="*/ 657225 h 1890712"/>
                <a:gd name="connsiteX77" fmla="*/ 888207 w 2543175"/>
                <a:gd name="connsiteY77" fmla="*/ 676275 h 1890712"/>
                <a:gd name="connsiteX78" fmla="*/ 895350 w 2543175"/>
                <a:gd name="connsiteY78" fmla="*/ 681037 h 1890712"/>
                <a:gd name="connsiteX79" fmla="*/ 907257 w 2543175"/>
                <a:gd name="connsiteY79" fmla="*/ 683419 h 1890712"/>
                <a:gd name="connsiteX80" fmla="*/ 928688 w 2543175"/>
                <a:gd name="connsiteY80" fmla="*/ 695325 h 1890712"/>
                <a:gd name="connsiteX81" fmla="*/ 942975 w 2543175"/>
                <a:gd name="connsiteY81" fmla="*/ 700087 h 1890712"/>
                <a:gd name="connsiteX82" fmla="*/ 964407 w 2543175"/>
                <a:gd name="connsiteY82" fmla="*/ 716756 h 1890712"/>
                <a:gd name="connsiteX83" fmla="*/ 971550 w 2543175"/>
                <a:gd name="connsiteY83" fmla="*/ 723900 h 1890712"/>
                <a:gd name="connsiteX84" fmla="*/ 983457 w 2543175"/>
                <a:gd name="connsiteY84" fmla="*/ 733425 h 1890712"/>
                <a:gd name="connsiteX85" fmla="*/ 990600 w 2543175"/>
                <a:gd name="connsiteY85" fmla="*/ 738187 h 1890712"/>
                <a:gd name="connsiteX86" fmla="*/ 1007269 w 2543175"/>
                <a:gd name="connsiteY86" fmla="*/ 752475 h 1890712"/>
                <a:gd name="connsiteX87" fmla="*/ 1031082 w 2543175"/>
                <a:gd name="connsiteY87" fmla="*/ 766762 h 1890712"/>
                <a:gd name="connsiteX88" fmla="*/ 1042988 w 2543175"/>
                <a:gd name="connsiteY88" fmla="*/ 773906 h 1890712"/>
                <a:gd name="connsiteX89" fmla="*/ 1071563 w 2543175"/>
                <a:gd name="connsiteY89" fmla="*/ 785812 h 1890712"/>
                <a:gd name="connsiteX90" fmla="*/ 1097757 w 2543175"/>
                <a:gd name="connsiteY90" fmla="*/ 807244 h 1890712"/>
                <a:gd name="connsiteX91" fmla="*/ 1104900 w 2543175"/>
                <a:gd name="connsiteY91" fmla="*/ 814387 h 1890712"/>
                <a:gd name="connsiteX92" fmla="*/ 1121569 w 2543175"/>
                <a:gd name="connsiteY92" fmla="*/ 823912 h 1890712"/>
                <a:gd name="connsiteX93" fmla="*/ 1138238 w 2543175"/>
                <a:gd name="connsiteY93" fmla="*/ 835819 h 1890712"/>
                <a:gd name="connsiteX94" fmla="*/ 1147763 w 2543175"/>
                <a:gd name="connsiteY94" fmla="*/ 842962 h 1890712"/>
                <a:gd name="connsiteX95" fmla="*/ 1157288 w 2543175"/>
                <a:gd name="connsiteY95" fmla="*/ 847725 h 1890712"/>
                <a:gd name="connsiteX96" fmla="*/ 1178719 w 2543175"/>
                <a:gd name="connsiteY96" fmla="*/ 859631 h 1890712"/>
                <a:gd name="connsiteX97" fmla="*/ 1188244 w 2543175"/>
                <a:gd name="connsiteY97" fmla="*/ 866775 h 1890712"/>
                <a:gd name="connsiteX98" fmla="*/ 1195388 w 2543175"/>
                <a:gd name="connsiteY98" fmla="*/ 871537 h 1890712"/>
                <a:gd name="connsiteX99" fmla="*/ 1212057 w 2543175"/>
                <a:gd name="connsiteY99" fmla="*/ 883444 h 1890712"/>
                <a:gd name="connsiteX100" fmla="*/ 1226344 w 2543175"/>
                <a:gd name="connsiteY100" fmla="*/ 895350 h 1890712"/>
                <a:gd name="connsiteX101" fmla="*/ 1245394 w 2543175"/>
                <a:gd name="connsiteY101" fmla="*/ 907256 h 1890712"/>
                <a:gd name="connsiteX102" fmla="*/ 1254919 w 2543175"/>
                <a:gd name="connsiteY102" fmla="*/ 914400 h 1890712"/>
                <a:gd name="connsiteX103" fmla="*/ 1269207 w 2543175"/>
                <a:gd name="connsiteY103" fmla="*/ 921544 h 1890712"/>
                <a:gd name="connsiteX104" fmla="*/ 1290638 w 2543175"/>
                <a:gd name="connsiteY104" fmla="*/ 935831 h 1890712"/>
                <a:gd name="connsiteX105" fmla="*/ 1307307 w 2543175"/>
                <a:gd name="connsiteY105" fmla="*/ 952500 h 1890712"/>
                <a:gd name="connsiteX106" fmla="*/ 1333500 w 2543175"/>
                <a:gd name="connsiteY106" fmla="*/ 971550 h 1890712"/>
                <a:gd name="connsiteX107" fmla="*/ 1359694 w 2543175"/>
                <a:gd name="connsiteY107" fmla="*/ 990600 h 1890712"/>
                <a:gd name="connsiteX108" fmla="*/ 1373982 w 2543175"/>
                <a:gd name="connsiteY108" fmla="*/ 997744 h 1890712"/>
                <a:gd name="connsiteX109" fmla="*/ 1388269 w 2543175"/>
                <a:gd name="connsiteY109" fmla="*/ 1007269 h 1890712"/>
                <a:gd name="connsiteX110" fmla="*/ 1414463 w 2543175"/>
                <a:gd name="connsiteY110" fmla="*/ 1019175 h 1890712"/>
                <a:gd name="connsiteX111" fmla="*/ 1428750 w 2543175"/>
                <a:gd name="connsiteY111" fmla="*/ 1026319 h 1890712"/>
                <a:gd name="connsiteX112" fmla="*/ 1471613 w 2543175"/>
                <a:gd name="connsiteY112" fmla="*/ 1059656 h 1890712"/>
                <a:gd name="connsiteX113" fmla="*/ 1495425 w 2543175"/>
                <a:gd name="connsiteY113" fmla="*/ 1088231 h 1890712"/>
                <a:gd name="connsiteX114" fmla="*/ 1547812 w 2543175"/>
                <a:gd name="connsiteY114" fmla="*/ 1133475 h 1890712"/>
                <a:gd name="connsiteX115" fmla="*/ 1597819 w 2543175"/>
                <a:gd name="connsiteY115" fmla="*/ 1154906 h 1890712"/>
                <a:gd name="connsiteX116" fmla="*/ 1604963 w 2543175"/>
                <a:gd name="connsiteY116" fmla="*/ 1162050 h 1890712"/>
                <a:gd name="connsiteX117" fmla="*/ 1612107 w 2543175"/>
                <a:gd name="connsiteY117" fmla="*/ 1166812 h 1890712"/>
                <a:gd name="connsiteX118" fmla="*/ 1628775 w 2543175"/>
                <a:gd name="connsiteY118" fmla="*/ 1183481 h 1890712"/>
                <a:gd name="connsiteX119" fmla="*/ 1662113 w 2543175"/>
                <a:gd name="connsiteY119" fmla="*/ 1209675 h 1890712"/>
                <a:gd name="connsiteX120" fmla="*/ 1678782 w 2543175"/>
                <a:gd name="connsiteY120" fmla="*/ 1226344 h 1890712"/>
                <a:gd name="connsiteX121" fmla="*/ 1700213 w 2543175"/>
                <a:gd name="connsiteY121" fmla="*/ 1247775 h 1890712"/>
                <a:gd name="connsiteX122" fmla="*/ 1712119 w 2543175"/>
                <a:gd name="connsiteY122" fmla="*/ 1259681 h 1890712"/>
                <a:gd name="connsiteX123" fmla="*/ 1733550 w 2543175"/>
                <a:gd name="connsiteY123" fmla="*/ 1273969 h 1890712"/>
                <a:gd name="connsiteX124" fmla="*/ 1743075 w 2543175"/>
                <a:gd name="connsiteY124" fmla="*/ 1283494 h 1890712"/>
                <a:gd name="connsiteX125" fmla="*/ 1754982 w 2543175"/>
                <a:gd name="connsiteY125" fmla="*/ 1290637 h 1890712"/>
                <a:gd name="connsiteX126" fmla="*/ 1766888 w 2543175"/>
                <a:gd name="connsiteY126" fmla="*/ 1300162 h 1890712"/>
                <a:gd name="connsiteX127" fmla="*/ 1783557 w 2543175"/>
                <a:gd name="connsiteY127" fmla="*/ 1307306 h 1890712"/>
                <a:gd name="connsiteX128" fmla="*/ 1790700 w 2543175"/>
                <a:gd name="connsiteY128" fmla="*/ 1312069 h 1890712"/>
                <a:gd name="connsiteX129" fmla="*/ 1800225 w 2543175"/>
                <a:gd name="connsiteY129" fmla="*/ 1319212 h 1890712"/>
                <a:gd name="connsiteX130" fmla="*/ 1807369 w 2543175"/>
                <a:gd name="connsiteY130" fmla="*/ 1321594 h 1890712"/>
                <a:gd name="connsiteX131" fmla="*/ 1824038 w 2543175"/>
                <a:gd name="connsiteY131" fmla="*/ 1333500 h 1890712"/>
                <a:gd name="connsiteX132" fmla="*/ 1843088 w 2543175"/>
                <a:gd name="connsiteY132" fmla="*/ 1352550 h 1890712"/>
                <a:gd name="connsiteX133" fmla="*/ 1852613 w 2543175"/>
                <a:gd name="connsiteY133" fmla="*/ 1359694 h 1890712"/>
                <a:gd name="connsiteX134" fmla="*/ 1859757 w 2543175"/>
                <a:gd name="connsiteY134" fmla="*/ 1366837 h 1890712"/>
                <a:gd name="connsiteX135" fmla="*/ 1869282 w 2543175"/>
                <a:gd name="connsiteY135" fmla="*/ 1371600 h 1890712"/>
                <a:gd name="connsiteX136" fmla="*/ 1883569 w 2543175"/>
                <a:gd name="connsiteY136" fmla="*/ 1388269 h 1890712"/>
                <a:gd name="connsiteX137" fmla="*/ 1893094 w 2543175"/>
                <a:gd name="connsiteY137" fmla="*/ 1395412 h 1890712"/>
                <a:gd name="connsiteX138" fmla="*/ 1902619 w 2543175"/>
                <a:gd name="connsiteY138" fmla="*/ 1404937 h 1890712"/>
                <a:gd name="connsiteX139" fmla="*/ 1912144 w 2543175"/>
                <a:gd name="connsiteY139" fmla="*/ 1409700 h 1890712"/>
                <a:gd name="connsiteX140" fmla="*/ 1931194 w 2543175"/>
                <a:gd name="connsiteY140" fmla="*/ 1421606 h 1890712"/>
                <a:gd name="connsiteX141" fmla="*/ 1935957 w 2543175"/>
                <a:gd name="connsiteY141" fmla="*/ 1428750 h 1890712"/>
                <a:gd name="connsiteX142" fmla="*/ 1952625 w 2543175"/>
                <a:gd name="connsiteY142" fmla="*/ 1438275 h 1890712"/>
                <a:gd name="connsiteX143" fmla="*/ 1971675 w 2543175"/>
                <a:gd name="connsiteY143" fmla="*/ 1450181 h 1890712"/>
                <a:gd name="connsiteX144" fmla="*/ 1981200 w 2543175"/>
                <a:gd name="connsiteY144" fmla="*/ 1454944 h 1890712"/>
                <a:gd name="connsiteX145" fmla="*/ 1997869 w 2543175"/>
                <a:gd name="connsiteY145" fmla="*/ 1471612 h 1890712"/>
                <a:gd name="connsiteX146" fmla="*/ 2007394 w 2543175"/>
                <a:gd name="connsiteY146" fmla="*/ 1478756 h 1890712"/>
                <a:gd name="connsiteX147" fmla="*/ 2016919 w 2543175"/>
                <a:gd name="connsiteY147" fmla="*/ 1483519 h 1890712"/>
                <a:gd name="connsiteX148" fmla="*/ 2024063 w 2543175"/>
                <a:gd name="connsiteY148" fmla="*/ 1490662 h 1890712"/>
                <a:gd name="connsiteX149" fmla="*/ 2033588 w 2543175"/>
                <a:gd name="connsiteY149" fmla="*/ 1495425 h 1890712"/>
                <a:gd name="connsiteX150" fmla="*/ 2040732 w 2543175"/>
                <a:gd name="connsiteY150" fmla="*/ 1502569 h 1890712"/>
                <a:gd name="connsiteX151" fmla="*/ 2047875 w 2543175"/>
                <a:gd name="connsiteY151" fmla="*/ 1507331 h 1890712"/>
                <a:gd name="connsiteX152" fmla="*/ 2057400 w 2543175"/>
                <a:gd name="connsiteY152" fmla="*/ 1514475 h 1890712"/>
                <a:gd name="connsiteX153" fmla="*/ 2064544 w 2543175"/>
                <a:gd name="connsiteY153" fmla="*/ 1519237 h 1890712"/>
                <a:gd name="connsiteX154" fmla="*/ 2071688 w 2543175"/>
                <a:gd name="connsiteY154" fmla="*/ 1526381 h 1890712"/>
                <a:gd name="connsiteX155" fmla="*/ 2081213 w 2543175"/>
                <a:gd name="connsiteY155" fmla="*/ 1531144 h 1890712"/>
                <a:gd name="connsiteX156" fmla="*/ 2090738 w 2543175"/>
                <a:gd name="connsiteY156" fmla="*/ 1538287 h 1890712"/>
                <a:gd name="connsiteX157" fmla="*/ 2109788 w 2543175"/>
                <a:gd name="connsiteY157" fmla="*/ 1547812 h 1890712"/>
                <a:gd name="connsiteX158" fmla="*/ 2131219 w 2543175"/>
                <a:gd name="connsiteY158" fmla="*/ 1562100 h 1890712"/>
                <a:gd name="connsiteX159" fmla="*/ 2140744 w 2543175"/>
                <a:gd name="connsiteY159" fmla="*/ 1566862 h 1890712"/>
                <a:gd name="connsiteX160" fmla="*/ 2152650 w 2543175"/>
                <a:gd name="connsiteY160" fmla="*/ 1576387 h 1890712"/>
                <a:gd name="connsiteX161" fmla="*/ 2181225 w 2543175"/>
                <a:gd name="connsiteY161" fmla="*/ 1590675 h 1890712"/>
                <a:gd name="connsiteX162" fmla="*/ 2200275 w 2543175"/>
                <a:gd name="connsiteY162" fmla="*/ 1607344 h 1890712"/>
                <a:gd name="connsiteX163" fmla="*/ 2207419 w 2543175"/>
                <a:gd name="connsiteY163" fmla="*/ 1612106 h 1890712"/>
                <a:gd name="connsiteX164" fmla="*/ 2216944 w 2543175"/>
                <a:gd name="connsiteY164" fmla="*/ 1619250 h 1890712"/>
                <a:gd name="connsiteX165" fmla="*/ 2224088 w 2543175"/>
                <a:gd name="connsiteY165" fmla="*/ 1624012 h 1890712"/>
                <a:gd name="connsiteX166" fmla="*/ 2247900 w 2543175"/>
                <a:gd name="connsiteY166" fmla="*/ 1643062 h 1890712"/>
                <a:gd name="connsiteX167" fmla="*/ 2255044 w 2543175"/>
                <a:gd name="connsiteY167" fmla="*/ 1650206 h 1890712"/>
                <a:gd name="connsiteX168" fmla="*/ 2281238 w 2543175"/>
                <a:gd name="connsiteY168" fmla="*/ 1664494 h 1890712"/>
                <a:gd name="connsiteX169" fmla="*/ 2297907 w 2543175"/>
                <a:gd name="connsiteY169" fmla="*/ 1674019 h 1890712"/>
                <a:gd name="connsiteX170" fmla="*/ 2305050 w 2543175"/>
                <a:gd name="connsiteY170" fmla="*/ 1678781 h 1890712"/>
                <a:gd name="connsiteX171" fmla="*/ 2312194 w 2543175"/>
                <a:gd name="connsiteY171" fmla="*/ 1685925 h 1890712"/>
                <a:gd name="connsiteX172" fmla="*/ 2328863 w 2543175"/>
                <a:gd name="connsiteY172" fmla="*/ 1697831 h 1890712"/>
                <a:gd name="connsiteX173" fmla="*/ 2350294 w 2543175"/>
                <a:gd name="connsiteY173" fmla="*/ 1712119 h 1890712"/>
                <a:gd name="connsiteX174" fmla="*/ 2369344 w 2543175"/>
                <a:gd name="connsiteY174" fmla="*/ 1724025 h 1890712"/>
                <a:gd name="connsiteX175" fmla="*/ 2428876 w 2543175"/>
                <a:gd name="connsiteY175" fmla="*/ 1785938 h 1890712"/>
                <a:gd name="connsiteX176" fmla="*/ 2466975 w 2543175"/>
                <a:gd name="connsiteY176" fmla="*/ 1783556 h 1890712"/>
                <a:gd name="connsiteX177" fmla="*/ 2481263 w 2543175"/>
                <a:gd name="connsiteY177" fmla="*/ 1795462 h 1890712"/>
                <a:gd name="connsiteX178" fmla="*/ 2486025 w 2543175"/>
                <a:gd name="connsiteY178" fmla="*/ 1802606 h 1890712"/>
                <a:gd name="connsiteX179" fmla="*/ 2493169 w 2543175"/>
                <a:gd name="connsiteY179" fmla="*/ 1807369 h 1890712"/>
                <a:gd name="connsiteX180" fmla="*/ 2495550 w 2543175"/>
                <a:gd name="connsiteY180" fmla="*/ 1816894 h 1890712"/>
                <a:gd name="connsiteX181" fmla="*/ 2497932 w 2543175"/>
                <a:gd name="connsiteY181" fmla="*/ 1824037 h 1890712"/>
                <a:gd name="connsiteX182" fmla="*/ 2514600 w 2543175"/>
                <a:gd name="connsiteY182" fmla="*/ 1850231 h 1890712"/>
                <a:gd name="connsiteX183" fmla="*/ 2519363 w 2543175"/>
                <a:gd name="connsiteY183" fmla="*/ 1857375 h 1890712"/>
                <a:gd name="connsiteX184" fmla="*/ 2540794 w 2543175"/>
                <a:gd name="connsiteY184" fmla="*/ 1883569 h 1890712"/>
                <a:gd name="connsiteX185" fmla="*/ 2543175 w 2543175"/>
                <a:gd name="connsiteY185" fmla="*/ 1890712 h 1890712"/>
                <a:gd name="connsiteX0" fmla="*/ 0 w 2543175"/>
                <a:gd name="connsiteY0" fmla="*/ 0 h 1890712"/>
                <a:gd name="connsiteX1" fmla="*/ 11907 w 2543175"/>
                <a:gd name="connsiteY1" fmla="*/ 11906 h 1890712"/>
                <a:gd name="connsiteX2" fmla="*/ 21432 w 2543175"/>
                <a:gd name="connsiteY2" fmla="*/ 16669 h 1890712"/>
                <a:gd name="connsiteX3" fmla="*/ 23813 w 2543175"/>
                <a:gd name="connsiteY3" fmla="*/ 23812 h 1890712"/>
                <a:gd name="connsiteX4" fmla="*/ 33338 w 2543175"/>
                <a:gd name="connsiteY4" fmla="*/ 33337 h 1890712"/>
                <a:gd name="connsiteX5" fmla="*/ 40482 w 2543175"/>
                <a:gd name="connsiteY5" fmla="*/ 42862 h 1890712"/>
                <a:gd name="connsiteX6" fmla="*/ 47625 w 2543175"/>
                <a:gd name="connsiteY6" fmla="*/ 47625 h 1890712"/>
                <a:gd name="connsiteX7" fmla="*/ 57150 w 2543175"/>
                <a:gd name="connsiteY7" fmla="*/ 54769 h 1890712"/>
                <a:gd name="connsiteX8" fmla="*/ 64294 w 2543175"/>
                <a:gd name="connsiteY8" fmla="*/ 59531 h 1890712"/>
                <a:gd name="connsiteX9" fmla="*/ 83344 w 2543175"/>
                <a:gd name="connsiteY9" fmla="*/ 73819 h 1890712"/>
                <a:gd name="connsiteX10" fmla="*/ 97632 w 2543175"/>
                <a:gd name="connsiteY10" fmla="*/ 80962 h 1890712"/>
                <a:gd name="connsiteX11" fmla="*/ 104775 w 2543175"/>
                <a:gd name="connsiteY11" fmla="*/ 85725 h 1890712"/>
                <a:gd name="connsiteX12" fmla="*/ 114300 w 2543175"/>
                <a:gd name="connsiteY12" fmla="*/ 95250 h 1890712"/>
                <a:gd name="connsiteX13" fmla="*/ 123825 w 2543175"/>
                <a:gd name="connsiteY13" fmla="*/ 97631 h 1890712"/>
                <a:gd name="connsiteX14" fmla="*/ 130969 w 2543175"/>
                <a:gd name="connsiteY14" fmla="*/ 104775 h 1890712"/>
                <a:gd name="connsiteX15" fmla="*/ 140494 w 2543175"/>
                <a:gd name="connsiteY15" fmla="*/ 111919 h 1890712"/>
                <a:gd name="connsiteX16" fmla="*/ 147638 w 2543175"/>
                <a:gd name="connsiteY16" fmla="*/ 116681 h 1890712"/>
                <a:gd name="connsiteX17" fmla="*/ 164307 w 2543175"/>
                <a:gd name="connsiteY17" fmla="*/ 128587 h 1890712"/>
                <a:gd name="connsiteX18" fmla="*/ 180975 w 2543175"/>
                <a:gd name="connsiteY18" fmla="*/ 140494 h 1890712"/>
                <a:gd name="connsiteX19" fmla="*/ 197644 w 2543175"/>
                <a:gd name="connsiteY19" fmla="*/ 152400 h 1890712"/>
                <a:gd name="connsiteX20" fmla="*/ 204788 w 2543175"/>
                <a:gd name="connsiteY20" fmla="*/ 157162 h 1890712"/>
                <a:gd name="connsiteX21" fmla="*/ 214313 w 2543175"/>
                <a:gd name="connsiteY21" fmla="*/ 164306 h 1890712"/>
                <a:gd name="connsiteX22" fmla="*/ 230982 w 2543175"/>
                <a:gd name="connsiteY22" fmla="*/ 180975 h 1890712"/>
                <a:gd name="connsiteX23" fmla="*/ 247650 w 2543175"/>
                <a:gd name="connsiteY23" fmla="*/ 185737 h 1890712"/>
                <a:gd name="connsiteX24" fmla="*/ 259557 w 2543175"/>
                <a:gd name="connsiteY24" fmla="*/ 188119 h 1890712"/>
                <a:gd name="connsiteX25" fmla="*/ 266700 w 2543175"/>
                <a:gd name="connsiteY25" fmla="*/ 190500 h 1890712"/>
                <a:gd name="connsiteX26" fmla="*/ 283369 w 2543175"/>
                <a:gd name="connsiteY26" fmla="*/ 192881 h 1890712"/>
                <a:gd name="connsiteX27" fmla="*/ 302419 w 2543175"/>
                <a:gd name="connsiteY27" fmla="*/ 204787 h 1890712"/>
                <a:gd name="connsiteX28" fmla="*/ 309563 w 2543175"/>
                <a:gd name="connsiteY28" fmla="*/ 209550 h 1890712"/>
                <a:gd name="connsiteX29" fmla="*/ 319088 w 2543175"/>
                <a:gd name="connsiteY29" fmla="*/ 219075 h 1890712"/>
                <a:gd name="connsiteX30" fmla="*/ 333375 w 2543175"/>
                <a:gd name="connsiteY30" fmla="*/ 228600 h 1890712"/>
                <a:gd name="connsiteX31" fmla="*/ 340519 w 2543175"/>
                <a:gd name="connsiteY31" fmla="*/ 233362 h 1890712"/>
                <a:gd name="connsiteX32" fmla="*/ 354807 w 2543175"/>
                <a:gd name="connsiteY32" fmla="*/ 247650 h 1890712"/>
                <a:gd name="connsiteX33" fmla="*/ 366713 w 2543175"/>
                <a:gd name="connsiteY33" fmla="*/ 264319 h 1890712"/>
                <a:gd name="connsiteX34" fmla="*/ 371475 w 2543175"/>
                <a:gd name="connsiteY34" fmla="*/ 271462 h 1890712"/>
                <a:gd name="connsiteX35" fmla="*/ 378619 w 2543175"/>
                <a:gd name="connsiteY35" fmla="*/ 276225 h 1890712"/>
                <a:gd name="connsiteX36" fmla="*/ 385763 w 2543175"/>
                <a:gd name="connsiteY36" fmla="*/ 283369 h 1890712"/>
                <a:gd name="connsiteX37" fmla="*/ 395288 w 2543175"/>
                <a:gd name="connsiteY37" fmla="*/ 288131 h 1890712"/>
                <a:gd name="connsiteX38" fmla="*/ 404813 w 2543175"/>
                <a:gd name="connsiteY38" fmla="*/ 295275 h 1890712"/>
                <a:gd name="connsiteX39" fmla="*/ 411957 w 2543175"/>
                <a:gd name="connsiteY39" fmla="*/ 297656 h 1890712"/>
                <a:gd name="connsiteX40" fmla="*/ 421482 w 2543175"/>
                <a:gd name="connsiteY40" fmla="*/ 302419 h 1890712"/>
                <a:gd name="connsiteX41" fmla="*/ 447675 w 2543175"/>
                <a:gd name="connsiteY41" fmla="*/ 307181 h 1890712"/>
                <a:gd name="connsiteX42" fmla="*/ 461963 w 2543175"/>
                <a:gd name="connsiteY42" fmla="*/ 321469 h 1890712"/>
                <a:gd name="connsiteX43" fmla="*/ 466725 w 2543175"/>
                <a:gd name="connsiteY43" fmla="*/ 328612 h 1890712"/>
                <a:gd name="connsiteX44" fmla="*/ 476250 w 2543175"/>
                <a:gd name="connsiteY44" fmla="*/ 335756 h 1890712"/>
                <a:gd name="connsiteX45" fmla="*/ 481013 w 2543175"/>
                <a:gd name="connsiteY45" fmla="*/ 342900 h 1890712"/>
                <a:gd name="connsiteX46" fmla="*/ 490538 w 2543175"/>
                <a:gd name="connsiteY46" fmla="*/ 352425 h 1890712"/>
                <a:gd name="connsiteX47" fmla="*/ 495300 w 2543175"/>
                <a:gd name="connsiteY47" fmla="*/ 359569 h 1890712"/>
                <a:gd name="connsiteX48" fmla="*/ 509588 w 2543175"/>
                <a:gd name="connsiteY48" fmla="*/ 376237 h 1890712"/>
                <a:gd name="connsiteX49" fmla="*/ 514350 w 2543175"/>
                <a:gd name="connsiteY49" fmla="*/ 383381 h 1890712"/>
                <a:gd name="connsiteX50" fmla="*/ 531019 w 2543175"/>
                <a:gd name="connsiteY50" fmla="*/ 397669 h 1890712"/>
                <a:gd name="connsiteX51" fmla="*/ 538163 w 2543175"/>
                <a:gd name="connsiteY51" fmla="*/ 407194 h 1890712"/>
                <a:gd name="connsiteX52" fmla="*/ 554832 w 2543175"/>
                <a:gd name="connsiteY52" fmla="*/ 421481 h 1890712"/>
                <a:gd name="connsiteX53" fmla="*/ 564357 w 2543175"/>
                <a:gd name="connsiteY53" fmla="*/ 431006 h 1890712"/>
                <a:gd name="connsiteX54" fmla="*/ 573882 w 2543175"/>
                <a:gd name="connsiteY54" fmla="*/ 438150 h 1890712"/>
                <a:gd name="connsiteX55" fmla="*/ 595313 w 2543175"/>
                <a:gd name="connsiteY55" fmla="*/ 454819 h 1890712"/>
                <a:gd name="connsiteX56" fmla="*/ 602457 w 2543175"/>
                <a:gd name="connsiteY56" fmla="*/ 457200 h 1890712"/>
                <a:gd name="connsiteX57" fmla="*/ 628650 w 2543175"/>
                <a:gd name="connsiteY57" fmla="*/ 469106 h 1890712"/>
                <a:gd name="connsiteX58" fmla="*/ 645319 w 2543175"/>
                <a:gd name="connsiteY58" fmla="*/ 483394 h 1890712"/>
                <a:gd name="connsiteX59" fmla="*/ 654844 w 2543175"/>
                <a:gd name="connsiteY59" fmla="*/ 488156 h 1890712"/>
                <a:gd name="connsiteX60" fmla="*/ 661988 w 2543175"/>
                <a:gd name="connsiteY60" fmla="*/ 497681 h 1890712"/>
                <a:gd name="connsiteX61" fmla="*/ 683419 w 2543175"/>
                <a:gd name="connsiteY61" fmla="*/ 514350 h 1890712"/>
                <a:gd name="connsiteX62" fmla="*/ 700088 w 2543175"/>
                <a:gd name="connsiteY62" fmla="*/ 526256 h 1890712"/>
                <a:gd name="connsiteX63" fmla="*/ 709613 w 2543175"/>
                <a:gd name="connsiteY63" fmla="*/ 535781 h 1890712"/>
                <a:gd name="connsiteX64" fmla="*/ 719138 w 2543175"/>
                <a:gd name="connsiteY64" fmla="*/ 542925 h 1890712"/>
                <a:gd name="connsiteX65" fmla="*/ 733425 w 2543175"/>
                <a:gd name="connsiteY65" fmla="*/ 557212 h 1890712"/>
                <a:gd name="connsiteX66" fmla="*/ 750094 w 2543175"/>
                <a:gd name="connsiteY66" fmla="*/ 569119 h 1890712"/>
                <a:gd name="connsiteX67" fmla="*/ 769144 w 2543175"/>
                <a:gd name="connsiteY67" fmla="*/ 581025 h 1890712"/>
                <a:gd name="connsiteX68" fmla="*/ 785813 w 2543175"/>
                <a:gd name="connsiteY68" fmla="*/ 590550 h 1890712"/>
                <a:gd name="connsiteX69" fmla="*/ 792957 w 2543175"/>
                <a:gd name="connsiteY69" fmla="*/ 600075 h 1890712"/>
                <a:gd name="connsiteX70" fmla="*/ 809625 w 2543175"/>
                <a:gd name="connsiteY70" fmla="*/ 611981 h 1890712"/>
                <a:gd name="connsiteX71" fmla="*/ 816769 w 2543175"/>
                <a:gd name="connsiteY71" fmla="*/ 619125 h 1890712"/>
                <a:gd name="connsiteX72" fmla="*/ 826294 w 2543175"/>
                <a:gd name="connsiteY72" fmla="*/ 626269 h 1890712"/>
                <a:gd name="connsiteX73" fmla="*/ 840582 w 2543175"/>
                <a:gd name="connsiteY73" fmla="*/ 638175 h 1890712"/>
                <a:gd name="connsiteX74" fmla="*/ 847725 w 2543175"/>
                <a:gd name="connsiteY74" fmla="*/ 645319 h 1890712"/>
                <a:gd name="connsiteX75" fmla="*/ 857250 w 2543175"/>
                <a:gd name="connsiteY75" fmla="*/ 652462 h 1890712"/>
                <a:gd name="connsiteX76" fmla="*/ 864394 w 2543175"/>
                <a:gd name="connsiteY76" fmla="*/ 657225 h 1890712"/>
                <a:gd name="connsiteX77" fmla="*/ 888207 w 2543175"/>
                <a:gd name="connsiteY77" fmla="*/ 676275 h 1890712"/>
                <a:gd name="connsiteX78" fmla="*/ 895350 w 2543175"/>
                <a:gd name="connsiteY78" fmla="*/ 681037 h 1890712"/>
                <a:gd name="connsiteX79" fmla="*/ 907257 w 2543175"/>
                <a:gd name="connsiteY79" fmla="*/ 683419 h 1890712"/>
                <a:gd name="connsiteX80" fmla="*/ 928688 w 2543175"/>
                <a:gd name="connsiteY80" fmla="*/ 695325 h 1890712"/>
                <a:gd name="connsiteX81" fmla="*/ 942975 w 2543175"/>
                <a:gd name="connsiteY81" fmla="*/ 700087 h 1890712"/>
                <a:gd name="connsiteX82" fmla="*/ 964407 w 2543175"/>
                <a:gd name="connsiteY82" fmla="*/ 716756 h 1890712"/>
                <a:gd name="connsiteX83" fmla="*/ 971550 w 2543175"/>
                <a:gd name="connsiteY83" fmla="*/ 723900 h 1890712"/>
                <a:gd name="connsiteX84" fmla="*/ 983457 w 2543175"/>
                <a:gd name="connsiteY84" fmla="*/ 733425 h 1890712"/>
                <a:gd name="connsiteX85" fmla="*/ 990600 w 2543175"/>
                <a:gd name="connsiteY85" fmla="*/ 738187 h 1890712"/>
                <a:gd name="connsiteX86" fmla="*/ 1007269 w 2543175"/>
                <a:gd name="connsiteY86" fmla="*/ 752475 h 1890712"/>
                <a:gd name="connsiteX87" fmla="*/ 1031082 w 2543175"/>
                <a:gd name="connsiteY87" fmla="*/ 766762 h 1890712"/>
                <a:gd name="connsiteX88" fmla="*/ 1042988 w 2543175"/>
                <a:gd name="connsiteY88" fmla="*/ 773906 h 1890712"/>
                <a:gd name="connsiteX89" fmla="*/ 1071563 w 2543175"/>
                <a:gd name="connsiteY89" fmla="*/ 785812 h 1890712"/>
                <a:gd name="connsiteX90" fmla="*/ 1097757 w 2543175"/>
                <a:gd name="connsiteY90" fmla="*/ 807244 h 1890712"/>
                <a:gd name="connsiteX91" fmla="*/ 1104900 w 2543175"/>
                <a:gd name="connsiteY91" fmla="*/ 814387 h 1890712"/>
                <a:gd name="connsiteX92" fmla="*/ 1121569 w 2543175"/>
                <a:gd name="connsiteY92" fmla="*/ 823912 h 1890712"/>
                <a:gd name="connsiteX93" fmla="*/ 1138238 w 2543175"/>
                <a:gd name="connsiteY93" fmla="*/ 835819 h 1890712"/>
                <a:gd name="connsiteX94" fmla="*/ 1147763 w 2543175"/>
                <a:gd name="connsiteY94" fmla="*/ 842962 h 1890712"/>
                <a:gd name="connsiteX95" fmla="*/ 1157288 w 2543175"/>
                <a:gd name="connsiteY95" fmla="*/ 847725 h 1890712"/>
                <a:gd name="connsiteX96" fmla="*/ 1178719 w 2543175"/>
                <a:gd name="connsiteY96" fmla="*/ 859631 h 1890712"/>
                <a:gd name="connsiteX97" fmla="*/ 1188244 w 2543175"/>
                <a:gd name="connsiteY97" fmla="*/ 866775 h 1890712"/>
                <a:gd name="connsiteX98" fmla="*/ 1195388 w 2543175"/>
                <a:gd name="connsiteY98" fmla="*/ 871537 h 1890712"/>
                <a:gd name="connsiteX99" fmla="*/ 1212057 w 2543175"/>
                <a:gd name="connsiteY99" fmla="*/ 883444 h 1890712"/>
                <a:gd name="connsiteX100" fmla="*/ 1226344 w 2543175"/>
                <a:gd name="connsiteY100" fmla="*/ 895350 h 1890712"/>
                <a:gd name="connsiteX101" fmla="*/ 1245394 w 2543175"/>
                <a:gd name="connsiteY101" fmla="*/ 907256 h 1890712"/>
                <a:gd name="connsiteX102" fmla="*/ 1254919 w 2543175"/>
                <a:gd name="connsiteY102" fmla="*/ 914400 h 1890712"/>
                <a:gd name="connsiteX103" fmla="*/ 1269207 w 2543175"/>
                <a:gd name="connsiteY103" fmla="*/ 921544 h 1890712"/>
                <a:gd name="connsiteX104" fmla="*/ 1290638 w 2543175"/>
                <a:gd name="connsiteY104" fmla="*/ 935831 h 1890712"/>
                <a:gd name="connsiteX105" fmla="*/ 1307307 w 2543175"/>
                <a:gd name="connsiteY105" fmla="*/ 952500 h 1890712"/>
                <a:gd name="connsiteX106" fmla="*/ 1333500 w 2543175"/>
                <a:gd name="connsiteY106" fmla="*/ 971550 h 1890712"/>
                <a:gd name="connsiteX107" fmla="*/ 1359694 w 2543175"/>
                <a:gd name="connsiteY107" fmla="*/ 990600 h 1890712"/>
                <a:gd name="connsiteX108" fmla="*/ 1373982 w 2543175"/>
                <a:gd name="connsiteY108" fmla="*/ 997744 h 1890712"/>
                <a:gd name="connsiteX109" fmla="*/ 1388269 w 2543175"/>
                <a:gd name="connsiteY109" fmla="*/ 1007269 h 1890712"/>
                <a:gd name="connsiteX110" fmla="*/ 1414463 w 2543175"/>
                <a:gd name="connsiteY110" fmla="*/ 1019175 h 1890712"/>
                <a:gd name="connsiteX111" fmla="*/ 1428750 w 2543175"/>
                <a:gd name="connsiteY111" fmla="*/ 1026319 h 1890712"/>
                <a:gd name="connsiteX112" fmla="*/ 1471613 w 2543175"/>
                <a:gd name="connsiteY112" fmla="*/ 1059656 h 1890712"/>
                <a:gd name="connsiteX113" fmla="*/ 1495425 w 2543175"/>
                <a:gd name="connsiteY113" fmla="*/ 1088231 h 1890712"/>
                <a:gd name="connsiteX114" fmla="*/ 1547812 w 2543175"/>
                <a:gd name="connsiteY114" fmla="*/ 1133475 h 1890712"/>
                <a:gd name="connsiteX115" fmla="*/ 1597819 w 2543175"/>
                <a:gd name="connsiteY115" fmla="*/ 1154906 h 1890712"/>
                <a:gd name="connsiteX116" fmla="*/ 1604963 w 2543175"/>
                <a:gd name="connsiteY116" fmla="*/ 1162050 h 1890712"/>
                <a:gd name="connsiteX117" fmla="*/ 1612107 w 2543175"/>
                <a:gd name="connsiteY117" fmla="*/ 1166812 h 1890712"/>
                <a:gd name="connsiteX118" fmla="*/ 1628775 w 2543175"/>
                <a:gd name="connsiteY118" fmla="*/ 1183481 h 1890712"/>
                <a:gd name="connsiteX119" fmla="*/ 1662113 w 2543175"/>
                <a:gd name="connsiteY119" fmla="*/ 1209675 h 1890712"/>
                <a:gd name="connsiteX120" fmla="*/ 1678782 w 2543175"/>
                <a:gd name="connsiteY120" fmla="*/ 1226344 h 1890712"/>
                <a:gd name="connsiteX121" fmla="*/ 1700213 w 2543175"/>
                <a:gd name="connsiteY121" fmla="*/ 1247775 h 1890712"/>
                <a:gd name="connsiteX122" fmla="*/ 1712119 w 2543175"/>
                <a:gd name="connsiteY122" fmla="*/ 1259681 h 1890712"/>
                <a:gd name="connsiteX123" fmla="*/ 1733550 w 2543175"/>
                <a:gd name="connsiteY123" fmla="*/ 1273969 h 1890712"/>
                <a:gd name="connsiteX124" fmla="*/ 1743075 w 2543175"/>
                <a:gd name="connsiteY124" fmla="*/ 1283494 h 1890712"/>
                <a:gd name="connsiteX125" fmla="*/ 1754982 w 2543175"/>
                <a:gd name="connsiteY125" fmla="*/ 1290637 h 1890712"/>
                <a:gd name="connsiteX126" fmla="*/ 1766888 w 2543175"/>
                <a:gd name="connsiteY126" fmla="*/ 1300162 h 1890712"/>
                <a:gd name="connsiteX127" fmla="*/ 1783557 w 2543175"/>
                <a:gd name="connsiteY127" fmla="*/ 1307306 h 1890712"/>
                <a:gd name="connsiteX128" fmla="*/ 1790700 w 2543175"/>
                <a:gd name="connsiteY128" fmla="*/ 1312069 h 1890712"/>
                <a:gd name="connsiteX129" fmla="*/ 1800225 w 2543175"/>
                <a:gd name="connsiteY129" fmla="*/ 1319212 h 1890712"/>
                <a:gd name="connsiteX130" fmla="*/ 1807369 w 2543175"/>
                <a:gd name="connsiteY130" fmla="*/ 1321594 h 1890712"/>
                <a:gd name="connsiteX131" fmla="*/ 1824038 w 2543175"/>
                <a:gd name="connsiteY131" fmla="*/ 1333500 h 1890712"/>
                <a:gd name="connsiteX132" fmla="*/ 1843088 w 2543175"/>
                <a:gd name="connsiteY132" fmla="*/ 1352550 h 1890712"/>
                <a:gd name="connsiteX133" fmla="*/ 1852613 w 2543175"/>
                <a:gd name="connsiteY133" fmla="*/ 1359694 h 1890712"/>
                <a:gd name="connsiteX134" fmla="*/ 1859757 w 2543175"/>
                <a:gd name="connsiteY134" fmla="*/ 1366837 h 1890712"/>
                <a:gd name="connsiteX135" fmla="*/ 1869282 w 2543175"/>
                <a:gd name="connsiteY135" fmla="*/ 1371600 h 1890712"/>
                <a:gd name="connsiteX136" fmla="*/ 1883569 w 2543175"/>
                <a:gd name="connsiteY136" fmla="*/ 1388269 h 1890712"/>
                <a:gd name="connsiteX137" fmla="*/ 1893094 w 2543175"/>
                <a:gd name="connsiteY137" fmla="*/ 1395412 h 1890712"/>
                <a:gd name="connsiteX138" fmla="*/ 1902619 w 2543175"/>
                <a:gd name="connsiteY138" fmla="*/ 1404937 h 1890712"/>
                <a:gd name="connsiteX139" fmla="*/ 1912144 w 2543175"/>
                <a:gd name="connsiteY139" fmla="*/ 1409700 h 1890712"/>
                <a:gd name="connsiteX140" fmla="*/ 1931194 w 2543175"/>
                <a:gd name="connsiteY140" fmla="*/ 1421606 h 1890712"/>
                <a:gd name="connsiteX141" fmla="*/ 1935957 w 2543175"/>
                <a:gd name="connsiteY141" fmla="*/ 1428750 h 1890712"/>
                <a:gd name="connsiteX142" fmla="*/ 1952625 w 2543175"/>
                <a:gd name="connsiteY142" fmla="*/ 1438275 h 1890712"/>
                <a:gd name="connsiteX143" fmla="*/ 1971675 w 2543175"/>
                <a:gd name="connsiteY143" fmla="*/ 1450181 h 1890712"/>
                <a:gd name="connsiteX144" fmla="*/ 1981200 w 2543175"/>
                <a:gd name="connsiteY144" fmla="*/ 1454944 h 1890712"/>
                <a:gd name="connsiteX145" fmla="*/ 1997869 w 2543175"/>
                <a:gd name="connsiteY145" fmla="*/ 1471612 h 1890712"/>
                <a:gd name="connsiteX146" fmla="*/ 2007394 w 2543175"/>
                <a:gd name="connsiteY146" fmla="*/ 1478756 h 1890712"/>
                <a:gd name="connsiteX147" fmla="*/ 2016919 w 2543175"/>
                <a:gd name="connsiteY147" fmla="*/ 1483519 h 1890712"/>
                <a:gd name="connsiteX148" fmla="*/ 2024063 w 2543175"/>
                <a:gd name="connsiteY148" fmla="*/ 1490662 h 1890712"/>
                <a:gd name="connsiteX149" fmla="*/ 2033588 w 2543175"/>
                <a:gd name="connsiteY149" fmla="*/ 1495425 h 1890712"/>
                <a:gd name="connsiteX150" fmla="*/ 2040732 w 2543175"/>
                <a:gd name="connsiteY150" fmla="*/ 1502569 h 1890712"/>
                <a:gd name="connsiteX151" fmla="*/ 2047875 w 2543175"/>
                <a:gd name="connsiteY151" fmla="*/ 1507331 h 1890712"/>
                <a:gd name="connsiteX152" fmla="*/ 2057400 w 2543175"/>
                <a:gd name="connsiteY152" fmla="*/ 1514475 h 1890712"/>
                <a:gd name="connsiteX153" fmla="*/ 2064544 w 2543175"/>
                <a:gd name="connsiteY153" fmla="*/ 1519237 h 1890712"/>
                <a:gd name="connsiteX154" fmla="*/ 2071688 w 2543175"/>
                <a:gd name="connsiteY154" fmla="*/ 1526381 h 1890712"/>
                <a:gd name="connsiteX155" fmla="*/ 2081213 w 2543175"/>
                <a:gd name="connsiteY155" fmla="*/ 1531144 h 1890712"/>
                <a:gd name="connsiteX156" fmla="*/ 2090738 w 2543175"/>
                <a:gd name="connsiteY156" fmla="*/ 1538287 h 1890712"/>
                <a:gd name="connsiteX157" fmla="*/ 2109788 w 2543175"/>
                <a:gd name="connsiteY157" fmla="*/ 1547812 h 1890712"/>
                <a:gd name="connsiteX158" fmla="*/ 2131219 w 2543175"/>
                <a:gd name="connsiteY158" fmla="*/ 1562100 h 1890712"/>
                <a:gd name="connsiteX159" fmla="*/ 2140744 w 2543175"/>
                <a:gd name="connsiteY159" fmla="*/ 1566862 h 1890712"/>
                <a:gd name="connsiteX160" fmla="*/ 2152650 w 2543175"/>
                <a:gd name="connsiteY160" fmla="*/ 1576387 h 1890712"/>
                <a:gd name="connsiteX161" fmla="*/ 2181225 w 2543175"/>
                <a:gd name="connsiteY161" fmla="*/ 1590675 h 1890712"/>
                <a:gd name="connsiteX162" fmla="*/ 2200275 w 2543175"/>
                <a:gd name="connsiteY162" fmla="*/ 1607344 h 1890712"/>
                <a:gd name="connsiteX163" fmla="*/ 2207419 w 2543175"/>
                <a:gd name="connsiteY163" fmla="*/ 1612106 h 1890712"/>
                <a:gd name="connsiteX164" fmla="*/ 2216944 w 2543175"/>
                <a:gd name="connsiteY164" fmla="*/ 1619250 h 1890712"/>
                <a:gd name="connsiteX165" fmla="*/ 2224088 w 2543175"/>
                <a:gd name="connsiteY165" fmla="*/ 1624012 h 1890712"/>
                <a:gd name="connsiteX166" fmla="*/ 2247900 w 2543175"/>
                <a:gd name="connsiteY166" fmla="*/ 1643062 h 1890712"/>
                <a:gd name="connsiteX167" fmla="*/ 2255044 w 2543175"/>
                <a:gd name="connsiteY167" fmla="*/ 1650206 h 1890712"/>
                <a:gd name="connsiteX168" fmla="*/ 2281238 w 2543175"/>
                <a:gd name="connsiteY168" fmla="*/ 1664494 h 1890712"/>
                <a:gd name="connsiteX169" fmla="*/ 2297907 w 2543175"/>
                <a:gd name="connsiteY169" fmla="*/ 1674019 h 1890712"/>
                <a:gd name="connsiteX170" fmla="*/ 2312194 w 2543175"/>
                <a:gd name="connsiteY170" fmla="*/ 1685925 h 1890712"/>
                <a:gd name="connsiteX171" fmla="*/ 2328863 w 2543175"/>
                <a:gd name="connsiteY171" fmla="*/ 1697831 h 1890712"/>
                <a:gd name="connsiteX172" fmla="*/ 2350294 w 2543175"/>
                <a:gd name="connsiteY172" fmla="*/ 1712119 h 1890712"/>
                <a:gd name="connsiteX173" fmla="*/ 2369344 w 2543175"/>
                <a:gd name="connsiteY173" fmla="*/ 1724025 h 1890712"/>
                <a:gd name="connsiteX174" fmla="*/ 2428876 w 2543175"/>
                <a:gd name="connsiteY174" fmla="*/ 1785938 h 1890712"/>
                <a:gd name="connsiteX175" fmla="*/ 2466975 w 2543175"/>
                <a:gd name="connsiteY175" fmla="*/ 1783556 h 1890712"/>
                <a:gd name="connsiteX176" fmla="*/ 2481263 w 2543175"/>
                <a:gd name="connsiteY176" fmla="*/ 1795462 h 1890712"/>
                <a:gd name="connsiteX177" fmla="*/ 2486025 w 2543175"/>
                <a:gd name="connsiteY177" fmla="*/ 1802606 h 1890712"/>
                <a:gd name="connsiteX178" fmla="*/ 2493169 w 2543175"/>
                <a:gd name="connsiteY178" fmla="*/ 1807369 h 1890712"/>
                <a:gd name="connsiteX179" fmla="*/ 2495550 w 2543175"/>
                <a:gd name="connsiteY179" fmla="*/ 1816894 h 1890712"/>
                <a:gd name="connsiteX180" fmla="*/ 2497932 w 2543175"/>
                <a:gd name="connsiteY180" fmla="*/ 1824037 h 1890712"/>
                <a:gd name="connsiteX181" fmla="*/ 2514600 w 2543175"/>
                <a:gd name="connsiteY181" fmla="*/ 1850231 h 1890712"/>
                <a:gd name="connsiteX182" fmla="*/ 2519363 w 2543175"/>
                <a:gd name="connsiteY182" fmla="*/ 1857375 h 1890712"/>
                <a:gd name="connsiteX183" fmla="*/ 2540794 w 2543175"/>
                <a:gd name="connsiteY183" fmla="*/ 1883569 h 1890712"/>
                <a:gd name="connsiteX184" fmla="*/ 2543175 w 2543175"/>
                <a:gd name="connsiteY184" fmla="*/ 1890712 h 1890712"/>
                <a:gd name="connsiteX0" fmla="*/ 0 w 2543175"/>
                <a:gd name="connsiteY0" fmla="*/ 0 h 1890712"/>
                <a:gd name="connsiteX1" fmla="*/ 11907 w 2543175"/>
                <a:gd name="connsiteY1" fmla="*/ 11906 h 1890712"/>
                <a:gd name="connsiteX2" fmla="*/ 21432 w 2543175"/>
                <a:gd name="connsiteY2" fmla="*/ 16669 h 1890712"/>
                <a:gd name="connsiteX3" fmla="*/ 23813 w 2543175"/>
                <a:gd name="connsiteY3" fmla="*/ 23812 h 1890712"/>
                <a:gd name="connsiteX4" fmla="*/ 33338 w 2543175"/>
                <a:gd name="connsiteY4" fmla="*/ 33337 h 1890712"/>
                <a:gd name="connsiteX5" fmla="*/ 40482 w 2543175"/>
                <a:gd name="connsiteY5" fmla="*/ 42862 h 1890712"/>
                <a:gd name="connsiteX6" fmla="*/ 47625 w 2543175"/>
                <a:gd name="connsiteY6" fmla="*/ 47625 h 1890712"/>
                <a:gd name="connsiteX7" fmla="*/ 57150 w 2543175"/>
                <a:gd name="connsiteY7" fmla="*/ 54769 h 1890712"/>
                <a:gd name="connsiteX8" fmla="*/ 64294 w 2543175"/>
                <a:gd name="connsiteY8" fmla="*/ 59531 h 1890712"/>
                <a:gd name="connsiteX9" fmla="*/ 83344 w 2543175"/>
                <a:gd name="connsiteY9" fmla="*/ 73819 h 1890712"/>
                <a:gd name="connsiteX10" fmla="*/ 97632 w 2543175"/>
                <a:gd name="connsiteY10" fmla="*/ 80962 h 1890712"/>
                <a:gd name="connsiteX11" fmla="*/ 104775 w 2543175"/>
                <a:gd name="connsiteY11" fmla="*/ 85725 h 1890712"/>
                <a:gd name="connsiteX12" fmla="*/ 114300 w 2543175"/>
                <a:gd name="connsiteY12" fmla="*/ 95250 h 1890712"/>
                <a:gd name="connsiteX13" fmla="*/ 123825 w 2543175"/>
                <a:gd name="connsiteY13" fmla="*/ 97631 h 1890712"/>
                <a:gd name="connsiteX14" fmla="*/ 130969 w 2543175"/>
                <a:gd name="connsiteY14" fmla="*/ 104775 h 1890712"/>
                <a:gd name="connsiteX15" fmla="*/ 140494 w 2543175"/>
                <a:gd name="connsiteY15" fmla="*/ 111919 h 1890712"/>
                <a:gd name="connsiteX16" fmla="*/ 147638 w 2543175"/>
                <a:gd name="connsiteY16" fmla="*/ 116681 h 1890712"/>
                <a:gd name="connsiteX17" fmla="*/ 164307 w 2543175"/>
                <a:gd name="connsiteY17" fmla="*/ 128587 h 1890712"/>
                <a:gd name="connsiteX18" fmla="*/ 180975 w 2543175"/>
                <a:gd name="connsiteY18" fmla="*/ 140494 h 1890712"/>
                <a:gd name="connsiteX19" fmla="*/ 197644 w 2543175"/>
                <a:gd name="connsiteY19" fmla="*/ 152400 h 1890712"/>
                <a:gd name="connsiteX20" fmla="*/ 204788 w 2543175"/>
                <a:gd name="connsiteY20" fmla="*/ 157162 h 1890712"/>
                <a:gd name="connsiteX21" fmla="*/ 214313 w 2543175"/>
                <a:gd name="connsiteY21" fmla="*/ 164306 h 1890712"/>
                <a:gd name="connsiteX22" fmla="*/ 230982 w 2543175"/>
                <a:gd name="connsiteY22" fmla="*/ 180975 h 1890712"/>
                <a:gd name="connsiteX23" fmla="*/ 247650 w 2543175"/>
                <a:gd name="connsiteY23" fmla="*/ 185737 h 1890712"/>
                <a:gd name="connsiteX24" fmla="*/ 259557 w 2543175"/>
                <a:gd name="connsiteY24" fmla="*/ 188119 h 1890712"/>
                <a:gd name="connsiteX25" fmla="*/ 266700 w 2543175"/>
                <a:gd name="connsiteY25" fmla="*/ 190500 h 1890712"/>
                <a:gd name="connsiteX26" fmla="*/ 283369 w 2543175"/>
                <a:gd name="connsiteY26" fmla="*/ 192881 h 1890712"/>
                <a:gd name="connsiteX27" fmla="*/ 302419 w 2543175"/>
                <a:gd name="connsiteY27" fmla="*/ 204787 h 1890712"/>
                <a:gd name="connsiteX28" fmla="*/ 309563 w 2543175"/>
                <a:gd name="connsiteY28" fmla="*/ 209550 h 1890712"/>
                <a:gd name="connsiteX29" fmla="*/ 319088 w 2543175"/>
                <a:gd name="connsiteY29" fmla="*/ 219075 h 1890712"/>
                <a:gd name="connsiteX30" fmla="*/ 333375 w 2543175"/>
                <a:gd name="connsiteY30" fmla="*/ 228600 h 1890712"/>
                <a:gd name="connsiteX31" fmla="*/ 340519 w 2543175"/>
                <a:gd name="connsiteY31" fmla="*/ 233362 h 1890712"/>
                <a:gd name="connsiteX32" fmla="*/ 354807 w 2543175"/>
                <a:gd name="connsiteY32" fmla="*/ 247650 h 1890712"/>
                <a:gd name="connsiteX33" fmla="*/ 366713 w 2543175"/>
                <a:gd name="connsiteY33" fmla="*/ 264319 h 1890712"/>
                <a:gd name="connsiteX34" fmla="*/ 371475 w 2543175"/>
                <a:gd name="connsiteY34" fmla="*/ 271462 h 1890712"/>
                <a:gd name="connsiteX35" fmla="*/ 378619 w 2543175"/>
                <a:gd name="connsiteY35" fmla="*/ 276225 h 1890712"/>
                <a:gd name="connsiteX36" fmla="*/ 385763 w 2543175"/>
                <a:gd name="connsiteY36" fmla="*/ 283369 h 1890712"/>
                <a:gd name="connsiteX37" fmla="*/ 395288 w 2543175"/>
                <a:gd name="connsiteY37" fmla="*/ 288131 h 1890712"/>
                <a:gd name="connsiteX38" fmla="*/ 404813 w 2543175"/>
                <a:gd name="connsiteY38" fmla="*/ 295275 h 1890712"/>
                <a:gd name="connsiteX39" fmla="*/ 411957 w 2543175"/>
                <a:gd name="connsiteY39" fmla="*/ 297656 h 1890712"/>
                <a:gd name="connsiteX40" fmla="*/ 421482 w 2543175"/>
                <a:gd name="connsiteY40" fmla="*/ 302419 h 1890712"/>
                <a:gd name="connsiteX41" fmla="*/ 447675 w 2543175"/>
                <a:gd name="connsiteY41" fmla="*/ 307181 h 1890712"/>
                <a:gd name="connsiteX42" fmla="*/ 461963 w 2543175"/>
                <a:gd name="connsiteY42" fmla="*/ 321469 h 1890712"/>
                <a:gd name="connsiteX43" fmla="*/ 466725 w 2543175"/>
                <a:gd name="connsiteY43" fmla="*/ 328612 h 1890712"/>
                <a:gd name="connsiteX44" fmla="*/ 476250 w 2543175"/>
                <a:gd name="connsiteY44" fmla="*/ 335756 h 1890712"/>
                <a:gd name="connsiteX45" fmla="*/ 481013 w 2543175"/>
                <a:gd name="connsiteY45" fmla="*/ 342900 h 1890712"/>
                <a:gd name="connsiteX46" fmla="*/ 490538 w 2543175"/>
                <a:gd name="connsiteY46" fmla="*/ 352425 h 1890712"/>
                <a:gd name="connsiteX47" fmla="*/ 495300 w 2543175"/>
                <a:gd name="connsiteY47" fmla="*/ 359569 h 1890712"/>
                <a:gd name="connsiteX48" fmla="*/ 509588 w 2543175"/>
                <a:gd name="connsiteY48" fmla="*/ 376237 h 1890712"/>
                <a:gd name="connsiteX49" fmla="*/ 514350 w 2543175"/>
                <a:gd name="connsiteY49" fmla="*/ 383381 h 1890712"/>
                <a:gd name="connsiteX50" fmla="*/ 531019 w 2543175"/>
                <a:gd name="connsiteY50" fmla="*/ 397669 h 1890712"/>
                <a:gd name="connsiteX51" fmla="*/ 538163 w 2543175"/>
                <a:gd name="connsiteY51" fmla="*/ 407194 h 1890712"/>
                <a:gd name="connsiteX52" fmla="*/ 554832 w 2543175"/>
                <a:gd name="connsiteY52" fmla="*/ 421481 h 1890712"/>
                <a:gd name="connsiteX53" fmla="*/ 564357 w 2543175"/>
                <a:gd name="connsiteY53" fmla="*/ 431006 h 1890712"/>
                <a:gd name="connsiteX54" fmla="*/ 573882 w 2543175"/>
                <a:gd name="connsiteY54" fmla="*/ 438150 h 1890712"/>
                <a:gd name="connsiteX55" fmla="*/ 595313 w 2543175"/>
                <a:gd name="connsiteY55" fmla="*/ 454819 h 1890712"/>
                <a:gd name="connsiteX56" fmla="*/ 602457 w 2543175"/>
                <a:gd name="connsiteY56" fmla="*/ 457200 h 1890712"/>
                <a:gd name="connsiteX57" fmla="*/ 628650 w 2543175"/>
                <a:gd name="connsiteY57" fmla="*/ 469106 h 1890712"/>
                <a:gd name="connsiteX58" fmla="*/ 645319 w 2543175"/>
                <a:gd name="connsiteY58" fmla="*/ 483394 h 1890712"/>
                <a:gd name="connsiteX59" fmla="*/ 654844 w 2543175"/>
                <a:gd name="connsiteY59" fmla="*/ 488156 h 1890712"/>
                <a:gd name="connsiteX60" fmla="*/ 661988 w 2543175"/>
                <a:gd name="connsiteY60" fmla="*/ 497681 h 1890712"/>
                <a:gd name="connsiteX61" fmla="*/ 683419 w 2543175"/>
                <a:gd name="connsiteY61" fmla="*/ 514350 h 1890712"/>
                <a:gd name="connsiteX62" fmla="*/ 700088 w 2543175"/>
                <a:gd name="connsiteY62" fmla="*/ 526256 h 1890712"/>
                <a:gd name="connsiteX63" fmla="*/ 709613 w 2543175"/>
                <a:gd name="connsiteY63" fmla="*/ 535781 h 1890712"/>
                <a:gd name="connsiteX64" fmla="*/ 719138 w 2543175"/>
                <a:gd name="connsiteY64" fmla="*/ 542925 h 1890712"/>
                <a:gd name="connsiteX65" fmla="*/ 733425 w 2543175"/>
                <a:gd name="connsiteY65" fmla="*/ 557212 h 1890712"/>
                <a:gd name="connsiteX66" fmla="*/ 750094 w 2543175"/>
                <a:gd name="connsiteY66" fmla="*/ 569119 h 1890712"/>
                <a:gd name="connsiteX67" fmla="*/ 769144 w 2543175"/>
                <a:gd name="connsiteY67" fmla="*/ 581025 h 1890712"/>
                <a:gd name="connsiteX68" fmla="*/ 785813 w 2543175"/>
                <a:gd name="connsiteY68" fmla="*/ 590550 h 1890712"/>
                <a:gd name="connsiteX69" fmla="*/ 792957 w 2543175"/>
                <a:gd name="connsiteY69" fmla="*/ 600075 h 1890712"/>
                <a:gd name="connsiteX70" fmla="*/ 809625 w 2543175"/>
                <a:gd name="connsiteY70" fmla="*/ 611981 h 1890712"/>
                <a:gd name="connsiteX71" fmla="*/ 816769 w 2543175"/>
                <a:gd name="connsiteY71" fmla="*/ 619125 h 1890712"/>
                <a:gd name="connsiteX72" fmla="*/ 826294 w 2543175"/>
                <a:gd name="connsiteY72" fmla="*/ 626269 h 1890712"/>
                <a:gd name="connsiteX73" fmla="*/ 840582 w 2543175"/>
                <a:gd name="connsiteY73" fmla="*/ 638175 h 1890712"/>
                <a:gd name="connsiteX74" fmla="*/ 847725 w 2543175"/>
                <a:gd name="connsiteY74" fmla="*/ 645319 h 1890712"/>
                <a:gd name="connsiteX75" fmla="*/ 857250 w 2543175"/>
                <a:gd name="connsiteY75" fmla="*/ 652462 h 1890712"/>
                <a:gd name="connsiteX76" fmla="*/ 864394 w 2543175"/>
                <a:gd name="connsiteY76" fmla="*/ 657225 h 1890712"/>
                <a:gd name="connsiteX77" fmla="*/ 888207 w 2543175"/>
                <a:gd name="connsiteY77" fmla="*/ 676275 h 1890712"/>
                <a:gd name="connsiteX78" fmla="*/ 895350 w 2543175"/>
                <a:gd name="connsiteY78" fmla="*/ 681037 h 1890712"/>
                <a:gd name="connsiteX79" fmla="*/ 907257 w 2543175"/>
                <a:gd name="connsiteY79" fmla="*/ 683419 h 1890712"/>
                <a:gd name="connsiteX80" fmla="*/ 928688 w 2543175"/>
                <a:gd name="connsiteY80" fmla="*/ 695325 h 1890712"/>
                <a:gd name="connsiteX81" fmla="*/ 942975 w 2543175"/>
                <a:gd name="connsiteY81" fmla="*/ 700087 h 1890712"/>
                <a:gd name="connsiteX82" fmla="*/ 964407 w 2543175"/>
                <a:gd name="connsiteY82" fmla="*/ 716756 h 1890712"/>
                <a:gd name="connsiteX83" fmla="*/ 971550 w 2543175"/>
                <a:gd name="connsiteY83" fmla="*/ 723900 h 1890712"/>
                <a:gd name="connsiteX84" fmla="*/ 983457 w 2543175"/>
                <a:gd name="connsiteY84" fmla="*/ 733425 h 1890712"/>
                <a:gd name="connsiteX85" fmla="*/ 990600 w 2543175"/>
                <a:gd name="connsiteY85" fmla="*/ 738187 h 1890712"/>
                <a:gd name="connsiteX86" fmla="*/ 1007269 w 2543175"/>
                <a:gd name="connsiteY86" fmla="*/ 752475 h 1890712"/>
                <a:gd name="connsiteX87" fmla="*/ 1031082 w 2543175"/>
                <a:gd name="connsiteY87" fmla="*/ 766762 h 1890712"/>
                <a:gd name="connsiteX88" fmla="*/ 1042988 w 2543175"/>
                <a:gd name="connsiteY88" fmla="*/ 773906 h 1890712"/>
                <a:gd name="connsiteX89" fmla="*/ 1071563 w 2543175"/>
                <a:gd name="connsiteY89" fmla="*/ 785812 h 1890712"/>
                <a:gd name="connsiteX90" fmla="*/ 1097757 w 2543175"/>
                <a:gd name="connsiteY90" fmla="*/ 807244 h 1890712"/>
                <a:gd name="connsiteX91" fmla="*/ 1104900 w 2543175"/>
                <a:gd name="connsiteY91" fmla="*/ 814387 h 1890712"/>
                <a:gd name="connsiteX92" fmla="*/ 1121569 w 2543175"/>
                <a:gd name="connsiteY92" fmla="*/ 823912 h 1890712"/>
                <a:gd name="connsiteX93" fmla="*/ 1138238 w 2543175"/>
                <a:gd name="connsiteY93" fmla="*/ 835819 h 1890712"/>
                <a:gd name="connsiteX94" fmla="*/ 1147763 w 2543175"/>
                <a:gd name="connsiteY94" fmla="*/ 842962 h 1890712"/>
                <a:gd name="connsiteX95" fmla="*/ 1157288 w 2543175"/>
                <a:gd name="connsiteY95" fmla="*/ 847725 h 1890712"/>
                <a:gd name="connsiteX96" fmla="*/ 1178719 w 2543175"/>
                <a:gd name="connsiteY96" fmla="*/ 859631 h 1890712"/>
                <a:gd name="connsiteX97" fmla="*/ 1188244 w 2543175"/>
                <a:gd name="connsiteY97" fmla="*/ 866775 h 1890712"/>
                <a:gd name="connsiteX98" fmla="*/ 1195388 w 2543175"/>
                <a:gd name="connsiteY98" fmla="*/ 871537 h 1890712"/>
                <a:gd name="connsiteX99" fmla="*/ 1212057 w 2543175"/>
                <a:gd name="connsiteY99" fmla="*/ 883444 h 1890712"/>
                <a:gd name="connsiteX100" fmla="*/ 1226344 w 2543175"/>
                <a:gd name="connsiteY100" fmla="*/ 895350 h 1890712"/>
                <a:gd name="connsiteX101" fmla="*/ 1245394 w 2543175"/>
                <a:gd name="connsiteY101" fmla="*/ 907256 h 1890712"/>
                <a:gd name="connsiteX102" fmla="*/ 1254919 w 2543175"/>
                <a:gd name="connsiteY102" fmla="*/ 914400 h 1890712"/>
                <a:gd name="connsiteX103" fmla="*/ 1269207 w 2543175"/>
                <a:gd name="connsiteY103" fmla="*/ 921544 h 1890712"/>
                <a:gd name="connsiteX104" fmla="*/ 1290638 w 2543175"/>
                <a:gd name="connsiteY104" fmla="*/ 935831 h 1890712"/>
                <a:gd name="connsiteX105" fmla="*/ 1307307 w 2543175"/>
                <a:gd name="connsiteY105" fmla="*/ 952500 h 1890712"/>
                <a:gd name="connsiteX106" fmla="*/ 1333500 w 2543175"/>
                <a:gd name="connsiteY106" fmla="*/ 971550 h 1890712"/>
                <a:gd name="connsiteX107" fmla="*/ 1359694 w 2543175"/>
                <a:gd name="connsiteY107" fmla="*/ 990600 h 1890712"/>
                <a:gd name="connsiteX108" fmla="*/ 1373982 w 2543175"/>
                <a:gd name="connsiteY108" fmla="*/ 997744 h 1890712"/>
                <a:gd name="connsiteX109" fmla="*/ 1388269 w 2543175"/>
                <a:gd name="connsiteY109" fmla="*/ 1007269 h 1890712"/>
                <a:gd name="connsiteX110" fmla="*/ 1414463 w 2543175"/>
                <a:gd name="connsiteY110" fmla="*/ 1019175 h 1890712"/>
                <a:gd name="connsiteX111" fmla="*/ 1428750 w 2543175"/>
                <a:gd name="connsiteY111" fmla="*/ 1026319 h 1890712"/>
                <a:gd name="connsiteX112" fmla="*/ 1471613 w 2543175"/>
                <a:gd name="connsiteY112" fmla="*/ 1059656 h 1890712"/>
                <a:gd name="connsiteX113" fmla="*/ 1495425 w 2543175"/>
                <a:gd name="connsiteY113" fmla="*/ 1088231 h 1890712"/>
                <a:gd name="connsiteX114" fmla="*/ 1547812 w 2543175"/>
                <a:gd name="connsiteY114" fmla="*/ 1133475 h 1890712"/>
                <a:gd name="connsiteX115" fmla="*/ 1597819 w 2543175"/>
                <a:gd name="connsiteY115" fmla="*/ 1154906 h 1890712"/>
                <a:gd name="connsiteX116" fmla="*/ 1604963 w 2543175"/>
                <a:gd name="connsiteY116" fmla="*/ 1162050 h 1890712"/>
                <a:gd name="connsiteX117" fmla="*/ 1612107 w 2543175"/>
                <a:gd name="connsiteY117" fmla="*/ 1166812 h 1890712"/>
                <a:gd name="connsiteX118" fmla="*/ 1628775 w 2543175"/>
                <a:gd name="connsiteY118" fmla="*/ 1183481 h 1890712"/>
                <a:gd name="connsiteX119" fmla="*/ 1662113 w 2543175"/>
                <a:gd name="connsiteY119" fmla="*/ 1209675 h 1890712"/>
                <a:gd name="connsiteX120" fmla="*/ 1678782 w 2543175"/>
                <a:gd name="connsiteY120" fmla="*/ 1226344 h 1890712"/>
                <a:gd name="connsiteX121" fmla="*/ 1700213 w 2543175"/>
                <a:gd name="connsiteY121" fmla="*/ 1247775 h 1890712"/>
                <a:gd name="connsiteX122" fmla="*/ 1712119 w 2543175"/>
                <a:gd name="connsiteY122" fmla="*/ 1259681 h 1890712"/>
                <a:gd name="connsiteX123" fmla="*/ 1733550 w 2543175"/>
                <a:gd name="connsiteY123" fmla="*/ 1273969 h 1890712"/>
                <a:gd name="connsiteX124" fmla="*/ 1743075 w 2543175"/>
                <a:gd name="connsiteY124" fmla="*/ 1283494 h 1890712"/>
                <a:gd name="connsiteX125" fmla="*/ 1754982 w 2543175"/>
                <a:gd name="connsiteY125" fmla="*/ 1290637 h 1890712"/>
                <a:gd name="connsiteX126" fmla="*/ 1766888 w 2543175"/>
                <a:gd name="connsiteY126" fmla="*/ 1300162 h 1890712"/>
                <a:gd name="connsiteX127" fmla="*/ 1783557 w 2543175"/>
                <a:gd name="connsiteY127" fmla="*/ 1307306 h 1890712"/>
                <a:gd name="connsiteX128" fmla="*/ 1790700 w 2543175"/>
                <a:gd name="connsiteY128" fmla="*/ 1312069 h 1890712"/>
                <a:gd name="connsiteX129" fmla="*/ 1800225 w 2543175"/>
                <a:gd name="connsiteY129" fmla="*/ 1319212 h 1890712"/>
                <a:gd name="connsiteX130" fmla="*/ 1807369 w 2543175"/>
                <a:gd name="connsiteY130" fmla="*/ 1321594 h 1890712"/>
                <a:gd name="connsiteX131" fmla="*/ 1824038 w 2543175"/>
                <a:gd name="connsiteY131" fmla="*/ 1333500 h 1890712"/>
                <a:gd name="connsiteX132" fmla="*/ 1843088 w 2543175"/>
                <a:gd name="connsiteY132" fmla="*/ 1352550 h 1890712"/>
                <a:gd name="connsiteX133" fmla="*/ 1852613 w 2543175"/>
                <a:gd name="connsiteY133" fmla="*/ 1359694 h 1890712"/>
                <a:gd name="connsiteX134" fmla="*/ 1859757 w 2543175"/>
                <a:gd name="connsiteY134" fmla="*/ 1366837 h 1890712"/>
                <a:gd name="connsiteX135" fmla="*/ 1869282 w 2543175"/>
                <a:gd name="connsiteY135" fmla="*/ 1371600 h 1890712"/>
                <a:gd name="connsiteX136" fmla="*/ 1883569 w 2543175"/>
                <a:gd name="connsiteY136" fmla="*/ 1388269 h 1890712"/>
                <a:gd name="connsiteX137" fmla="*/ 1893094 w 2543175"/>
                <a:gd name="connsiteY137" fmla="*/ 1395412 h 1890712"/>
                <a:gd name="connsiteX138" fmla="*/ 1902619 w 2543175"/>
                <a:gd name="connsiteY138" fmla="*/ 1404937 h 1890712"/>
                <a:gd name="connsiteX139" fmla="*/ 1912144 w 2543175"/>
                <a:gd name="connsiteY139" fmla="*/ 1409700 h 1890712"/>
                <a:gd name="connsiteX140" fmla="*/ 1931194 w 2543175"/>
                <a:gd name="connsiteY140" fmla="*/ 1421606 h 1890712"/>
                <a:gd name="connsiteX141" fmla="*/ 1935957 w 2543175"/>
                <a:gd name="connsiteY141" fmla="*/ 1428750 h 1890712"/>
                <a:gd name="connsiteX142" fmla="*/ 1952625 w 2543175"/>
                <a:gd name="connsiteY142" fmla="*/ 1438275 h 1890712"/>
                <a:gd name="connsiteX143" fmla="*/ 1971675 w 2543175"/>
                <a:gd name="connsiteY143" fmla="*/ 1450181 h 1890712"/>
                <a:gd name="connsiteX144" fmla="*/ 1981200 w 2543175"/>
                <a:gd name="connsiteY144" fmla="*/ 1454944 h 1890712"/>
                <a:gd name="connsiteX145" fmla="*/ 1997869 w 2543175"/>
                <a:gd name="connsiteY145" fmla="*/ 1471612 h 1890712"/>
                <a:gd name="connsiteX146" fmla="*/ 2007394 w 2543175"/>
                <a:gd name="connsiteY146" fmla="*/ 1478756 h 1890712"/>
                <a:gd name="connsiteX147" fmla="*/ 2016919 w 2543175"/>
                <a:gd name="connsiteY147" fmla="*/ 1483519 h 1890712"/>
                <a:gd name="connsiteX148" fmla="*/ 2024063 w 2543175"/>
                <a:gd name="connsiteY148" fmla="*/ 1490662 h 1890712"/>
                <a:gd name="connsiteX149" fmla="*/ 2033588 w 2543175"/>
                <a:gd name="connsiteY149" fmla="*/ 1495425 h 1890712"/>
                <a:gd name="connsiteX150" fmla="*/ 2040732 w 2543175"/>
                <a:gd name="connsiteY150" fmla="*/ 1502569 h 1890712"/>
                <a:gd name="connsiteX151" fmla="*/ 2047875 w 2543175"/>
                <a:gd name="connsiteY151" fmla="*/ 1507331 h 1890712"/>
                <a:gd name="connsiteX152" fmla="*/ 2057400 w 2543175"/>
                <a:gd name="connsiteY152" fmla="*/ 1514475 h 1890712"/>
                <a:gd name="connsiteX153" fmla="*/ 2064544 w 2543175"/>
                <a:gd name="connsiteY153" fmla="*/ 1519237 h 1890712"/>
                <a:gd name="connsiteX154" fmla="*/ 2071688 w 2543175"/>
                <a:gd name="connsiteY154" fmla="*/ 1526381 h 1890712"/>
                <a:gd name="connsiteX155" fmla="*/ 2081213 w 2543175"/>
                <a:gd name="connsiteY155" fmla="*/ 1531144 h 1890712"/>
                <a:gd name="connsiteX156" fmla="*/ 2090738 w 2543175"/>
                <a:gd name="connsiteY156" fmla="*/ 1538287 h 1890712"/>
                <a:gd name="connsiteX157" fmla="*/ 2109788 w 2543175"/>
                <a:gd name="connsiteY157" fmla="*/ 1547812 h 1890712"/>
                <a:gd name="connsiteX158" fmla="*/ 2131219 w 2543175"/>
                <a:gd name="connsiteY158" fmla="*/ 1562100 h 1890712"/>
                <a:gd name="connsiteX159" fmla="*/ 2140744 w 2543175"/>
                <a:gd name="connsiteY159" fmla="*/ 1566862 h 1890712"/>
                <a:gd name="connsiteX160" fmla="*/ 2152650 w 2543175"/>
                <a:gd name="connsiteY160" fmla="*/ 1576387 h 1890712"/>
                <a:gd name="connsiteX161" fmla="*/ 2181225 w 2543175"/>
                <a:gd name="connsiteY161" fmla="*/ 1590675 h 1890712"/>
                <a:gd name="connsiteX162" fmla="*/ 2200275 w 2543175"/>
                <a:gd name="connsiteY162" fmla="*/ 1607344 h 1890712"/>
                <a:gd name="connsiteX163" fmla="*/ 2207419 w 2543175"/>
                <a:gd name="connsiteY163" fmla="*/ 1612106 h 1890712"/>
                <a:gd name="connsiteX164" fmla="*/ 2216944 w 2543175"/>
                <a:gd name="connsiteY164" fmla="*/ 1619250 h 1890712"/>
                <a:gd name="connsiteX165" fmla="*/ 2224088 w 2543175"/>
                <a:gd name="connsiteY165" fmla="*/ 1624012 h 1890712"/>
                <a:gd name="connsiteX166" fmla="*/ 2247900 w 2543175"/>
                <a:gd name="connsiteY166" fmla="*/ 1643062 h 1890712"/>
                <a:gd name="connsiteX167" fmla="*/ 2255044 w 2543175"/>
                <a:gd name="connsiteY167" fmla="*/ 1650206 h 1890712"/>
                <a:gd name="connsiteX168" fmla="*/ 2281238 w 2543175"/>
                <a:gd name="connsiteY168" fmla="*/ 1664494 h 1890712"/>
                <a:gd name="connsiteX169" fmla="*/ 2297907 w 2543175"/>
                <a:gd name="connsiteY169" fmla="*/ 1674019 h 1890712"/>
                <a:gd name="connsiteX170" fmla="*/ 2312194 w 2543175"/>
                <a:gd name="connsiteY170" fmla="*/ 1685925 h 1890712"/>
                <a:gd name="connsiteX171" fmla="*/ 2328863 w 2543175"/>
                <a:gd name="connsiteY171" fmla="*/ 1697831 h 1890712"/>
                <a:gd name="connsiteX172" fmla="*/ 2350294 w 2543175"/>
                <a:gd name="connsiteY172" fmla="*/ 1712119 h 1890712"/>
                <a:gd name="connsiteX173" fmla="*/ 2369344 w 2543175"/>
                <a:gd name="connsiteY173" fmla="*/ 1724025 h 1890712"/>
                <a:gd name="connsiteX174" fmla="*/ 2428876 w 2543175"/>
                <a:gd name="connsiteY174" fmla="*/ 1785938 h 1890712"/>
                <a:gd name="connsiteX175" fmla="*/ 2466975 w 2543175"/>
                <a:gd name="connsiteY175" fmla="*/ 1783556 h 1890712"/>
                <a:gd name="connsiteX176" fmla="*/ 2481263 w 2543175"/>
                <a:gd name="connsiteY176" fmla="*/ 1795462 h 1890712"/>
                <a:gd name="connsiteX177" fmla="*/ 2486025 w 2543175"/>
                <a:gd name="connsiteY177" fmla="*/ 1802606 h 1890712"/>
                <a:gd name="connsiteX178" fmla="*/ 2495550 w 2543175"/>
                <a:gd name="connsiteY178" fmla="*/ 1816894 h 1890712"/>
                <a:gd name="connsiteX179" fmla="*/ 2497932 w 2543175"/>
                <a:gd name="connsiteY179" fmla="*/ 1824037 h 1890712"/>
                <a:gd name="connsiteX180" fmla="*/ 2514600 w 2543175"/>
                <a:gd name="connsiteY180" fmla="*/ 1850231 h 1890712"/>
                <a:gd name="connsiteX181" fmla="*/ 2519363 w 2543175"/>
                <a:gd name="connsiteY181" fmla="*/ 1857375 h 1890712"/>
                <a:gd name="connsiteX182" fmla="*/ 2540794 w 2543175"/>
                <a:gd name="connsiteY182" fmla="*/ 1883569 h 1890712"/>
                <a:gd name="connsiteX183" fmla="*/ 2543175 w 2543175"/>
                <a:gd name="connsiteY183" fmla="*/ 1890712 h 1890712"/>
                <a:gd name="connsiteX0" fmla="*/ 0 w 2543175"/>
                <a:gd name="connsiteY0" fmla="*/ 0 h 1890712"/>
                <a:gd name="connsiteX1" fmla="*/ 11907 w 2543175"/>
                <a:gd name="connsiteY1" fmla="*/ 11906 h 1890712"/>
                <a:gd name="connsiteX2" fmla="*/ 21432 w 2543175"/>
                <a:gd name="connsiteY2" fmla="*/ 16669 h 1890712"/>
                <a:gd name="connsiteX3" fmla="*/ 23813 w 2543175"/>
                <a:gd name="connsiteY3" fmla="*/ 23812 h 1890712"/>
                <a:gd name="connsiteX4" fmla="*/ 33338 w 2543175"/>
                <a:gd name="connsiteY4" fmla="*/ 33337 h 1890712"/>
                <a:gd name="connsiteX5" fmla="*/ 40482 w 2543175"/>
                <a:gd name="connsiteY5" fmla="*/ 42862 h 1890712"/>
                <a:gd name="connsiteX6" fmla="*/ 47625 w 2543175"/>
                <a:gd name="connsiteY6" fmla="*/ 47625 h 1890712"/>
                <a:gd name="connsiteX7" fmla="*/ 57150 w 2543175"/>
                <a:gd name="connsiteY7" fmla="*/ 54769 h 1890712"/>
                <a:gd name="connsiteX8" fmla="*/ 64294 w 2543175"/>
                <a:gd name="connsiteY8" fmla="*/ 59531 h 1890712"/>
                <a:gd name="connsiteX9" fmla="*/ 83344 w 2543175"/>
                <a:gd name="connsiteY9" fmla="*/ 73819 h 1890712"/>
                <a:gd name="connsiteX10" fmla="*/ 97632 w 2543175"/>
                <a:gd name="connsiteY10" fmla="*/ 80962 h 1890712"/>
                <a:gd name="connsiteX11" fmla="*/ 104775 w 2543175"/>
                <a:gd name="connsiteY11" fmla="*/ 85725 h 1890712"/>
                <a:gd name="connsiteX12" fmla="*/ 114300 w 2543175"/>
                <a:gd name="connsiteY12" fmla="*/ 95250 h 1890712"/>
                <a:gd name="connsiteX13" fmla="*/ 123825 w 2543175"/>
                <a:gd name="connsiteY13" fmla="*/ 97631 h 1890712"/>
                <a:gd name="connsiteX14" fmla="*/ 130969 w 2543175"/>
                <a:gd name="connsiteY14" fmla="*/ 104775 h 1890712"/>
                <a:gd name="connsiteX15" fmla="*/ 140494 w 2543175"/>
                <a:gd name="connsiteY15" fmla="*/ 111919 h 1890712"/>
                <a:gd name="connsiteX16" fmla="*/ 147638 w 2543175"/>
                <a:gd name="connsiteY16" fmla="*/ 116681 h 1890712"/>
                <a:gd name="connsiteX17" fmla="*/ 164307 w 2543175"/>
                <a:gd name="connsiteY17" fmla="*/ 128587 h 1890712"/>
                <a:gd name="connsiteX18" fmla="*/ 180975 w 2543175"/>
                <a:gd name="connsiteY18" fmla="*/ 140494 h 1890712"/>
                <a:gd name="connsiteX19" fmla="*/ 197644 w 2543175"/>
                <a:gd name="connsiteY19" fmla="*/ 152400 h 1890712"/>
                <a:gd name="connsiteX20" fmla="*/ 204788 w 2543175"/>
                <a:gd name="connsiteY20" fmla="*/ 157162 h 1890712"/>
                <a:gd name="connsiteX21" fmla="*/ 214313 w 2543175"/>
                <a:gd name="connsiteY21" fmla="*/ 164306 h 1890712"/>
                <a:gd name="connsiteX22" fmla="*/ 230982 w 2543175"/>
                <a:gd name="connsiteY22" fmla="*/ 180975 h 1890712"/>
                <a:gd name="connsiteX23" fmla="*/ 247650 w 2543175"/>
                <a:gd name="connsiteY23" fmla="*/ 185737 h 1890712"/>
                <a:gd name="connsiteX24" fmla="*/ 259557 w 2543175"/>
                <a:gd name="connsiteY24" fmla="*/ 188119 h 1890712"/>
                <a:gd name="connsiteX25" fmla="*/ 266700 w 2543175"/>
                <a:gd name="connsiteY25" fmla="*/ 190500 h 1890712"/>
                <a:gd name="connsiteX26" fmla="*/ 283369 w 2543175"/>
                <a:gd name="connsiteY26" fmla="*/ 192881 h 1890712"/>
                <a:gd name="connsiteX27" fmla="*/ 302419 w 2543175"/>
                <a:gd name="connsiteY27" fmla="*/ 204787 h 1890712"/>
                <a:gd name="connsiteX28" fmla="*/ 309563 w 2543175"/>
                <a:gd name="connsiteY28" fmla="*/ 209550 h 1890712"/>
                <a:gd name="connsiteX29" fmla="*/ 319088 w 2543175"/>
                <a:gd name="connsiteY29" fmla="*/ 219075 h 1890712"/>
                <a:gd name="connsiteX30" fmla="*/ 333375 w 2543175"/>
                <a:gd name="connsiteY30" fmla="*/ 228600 h 1890712"/>
                <a:gd name="connsiteX31" fmla="*/ 340519 w 2543175"/>
                <a:gd name="connsiteY31" fmla="*/ 233362 h 1890712"/>
                <a:gd name="connsiteX32" fmla="*/ 354807 w 2543175"/>
                <a:gd name="connsiteY32" fmla="*/ 247650 h 1890712"/>
                <a:gd name="connsiteX33" fmla="*/ 366713 w 2543175"/>
                <a:gd name="connsiteY33" fmla="*/ 264319 h 1890712"/>
                <a:gd name="connsiteX34" fmla="*/ 371475 w 2543175"/>
                <a:gd name="connsiteY34" fmla="*/ 271462 h 1890712"/>
                <a:gd name="connsiteX35" fmla="*/ 378619 w 2543175"/>
                <a:gd name="connsiteY35" fmla="*/ 276225 h 1890712"/>
                <a:gd name="connsiteX36" fmla="*/ 385763 w 2543175"/>
                <a:gd name="connsiteY36" fmla="*/ 283369 h 1890712"/>
                <a:gd name="connsiteX37" fmla="*/ 395288 w 2543175"/>
                <a:gd name="connsiteY37" fmla="*/ 288131 h 1890712"/>
                <a:gd name="connsiteX38" fmla="*/ 404813 w 2543175"/>
                <a:gd name="connsiteY38" fmla="*/ 295275 h 1890712"/>
                <a:gd name="connsiteX39" fmla="*/ 411957 w 2543175"/>
                <a:gd name="connsiteY39" fmla="*/ 297656 h 1890712"/>
                <a:gd name="connsiteX40" fmla="*/ 421482 w 2543175"/>
                <a:gd name="connsiteY40" fmla="*/ 302419 h 1890712"/>
                <a:gd name="connsiteX41" fmla="*/ 447675 w 2543175"/>
                <a:gd name="connsiteY41" fmla="*/ 307181 h 1890712"/>
                <a:gd name="connsiteX42" fmla="*/ 461963 w 2543175"/>
                <a:gd name="connsiteY42" fmla="*/ 321469 h 1890712"/>
                <a:gd name="connsiteX43" fmla="*/ 466725 w 2543175"/>
                <a:gd name="connsiteY43" fmla="*/ 328612 h 1890712"/>
                <a:gd name="connsiteX44" fmla="*/ 476250 w 2543175"/>
                <a:gd name="connsiteY44" fmla="*/ 335756 h 1890712"/>
                <a:gd name="connsiteX45" fmla="*/ 481013 w 2543175"/>
                <a:gd name="connsiteY45" fmla="*/ 342900 h 1890712"/>
                <a:gd name="connsiteX46" fmla="*/ 490538 w 2543175"/>
                <a:gd name="connsiteY46" fmla="*/ 352425 h 1890712"/>
                <a:gd name="connsiteX47" fmla="*/ 495300 w 2543175"/>
                <a:gd name="connsiteY47" fmla="*/ 359569 h 1890712"/>
                <a:gd name="connsiteX48" fmla="*/ 509588 w 2543175"/>
                <a:gd name="connsiteY48" fmla="*/ 376237 h 1890712"/>
                <a:gd name="connsiteX49" fmla="*/ 514350 w 2543175"/>
                <a:gd name="connsiteY49" fmla="*/ 383381 h 1890712"/>
                <a:gd name="connsiteX50" fmla="*/ 531019 w 2543175"/>
                <a:gd name="connsiteY50" fmla="*/ 397669 h 1890712"/>
                <a:gd name="connsiteX51" fmla="*/ 538163 w 2543175"/>
                <a:gd name="connsiteY51" fmla="*/ 407194 h 1890712"/>
                <a:gd name="connsiteX52" fmla="*/ 554832 w 2543175"/>
                <a:gd name="connsiteY52" fmla="*/ 421481 h 1890712"/>
                <a:gd name="connsiteX53" fmla="*/ 564357 w 2543175"/>
                <a:gd name="connsiteY53" fmla="*/ 431006 h 1890712"/>
                <a:gd name="connsiteX54" fmla="*/ 573882 w 2543175"/>
                <a:gd name="connsiteY54" fmla="*/ 438150 h 1890712"/>
                <a:gd name="connsiteX55" fmla="*/ 595313 w 2543175"/>
                <a:gd name="connsiteY55" fmla="*/ 454819 h 1890712"/>
                <a:gd name="connsiteX56" fmla="*/ 602457 w 2543175"/>
                <a:gd name="connsiteY56" fmla="*/ 457200 h 1890712"/>
                <a:gd name="connsiteX57" fmla="*/ 628650 w 2543175"/>
                <a:gd name="connsiteY57" fmla="*/ 469106 h 1890712"/>
                <a:gd name="connsiteX58" fmla="*/ 645319 w 2543175"/>
                <a:gd name="connsiteY58" fmla="*/ 483394 h 1890712"/>
                <a:gd name="connsiteX59" fmla="*/ 654844 w 2543175"/>
                <a:gd name="connsiteY59" fmla="*/ 488156 h 1890712"/>
                <a:gd name="connsiteX60" fmla="*/ 661988 w 2543175"/>
                <a:gd name="connsiteY60" fmla="*/ 497681 h 1890712"/>
                <a:gd name="connsiteX61" fmla="*/ 683419 w 2543175"/>
                <a:gd name="connsiteY61" fmla="*/ 514350 h 1890712"/>
                <a:gd name="connsiteX62" fmla="*/ 700088 w 2543175"/>
                <a:gd name="connsiteY62" fmla="*/ 526256 h 1890712"/>
                <a:gd name="connsiteX63" fmla="*/ 709613 w 2543175"/>
                <a:gd name="connsiteY63" fmla="*/ 535781 h 1890712"/>
                <a:gd name="connsiteX64" fmla="*/ 719138 w 2543175"/>
                <a:gd name="connsiteY64" fmla="*/ 542925 h 1890712"/>
                <a:gd name="connsiteX65" fmla="*/ 733425 w 2543175"/>
                <a:gd name="connsiteY65" fmla="*/ 557212 h 1890712"/>
                <a:gd name="connsiteX66" fmla="*/ 750094 w 2543175"/>
                <a:gd name="connsiteY66" fmla="*/ 569119 h 1890712"/>
                <a:gd name="connsiteX67" fmla="*/ 769144 w 2543175"/>
                <a:gd name="connsiteY67" fmla="*/ 581025 h 1890712"/>
                <a:gd name="connsiteX68" fmla="*/ 785813 w 2543175"/>
                <a:gd name="connsiteY68" fmla="*/ 590550 h 1890712"/>
                <a:gd name="connsiteX69" fmla="*/ 792957 w 2543175"/>
                <a:gd name="connsiteY69" fmla="*/ 600075 h 1890712"/>
                <a:gd name="connsiteX70" fmla="*/ 809625 w 2543175"/>
                <a:gd name="connsiteY70" fmla="*/ 611981 h 1890712"/>
                <a:gd name="connsiteX71" fmla="*/ 816769 w 2543175"/>
                <a:gd name="connsiteY71" fmla="*/ 619125 h 1890712"/>
                <a:gd name="connsiteX72" fmla="*/ 826294 w 2543175"/>
                <a:gd name="connsiteY72" fmla="*/ 626269 h 1890712"/>
                <a:gd name="connsiteX73" fmla="*/ 840582 w 2543175"/>
                <a:gd name="connsiteY73" fmla="*/ 638175 h 1890712"/>
                <a:gd name="connsiteX74" fmla="*/ 847725 w 2543175"/>
                <a:gd name="connsiteY74" fmla="*/ 645319 h 1890712"/>
                <a:gd name="connsiteX75" fmla="*/ 857250 w 2543175"/>
                <a:gd name="connsiteY75" fmla="*/ 652462 h 1890712"/>
                <a:gd name="connsiteX76" fmla="*/ 864394 w 2543175"/>
                <a:gd name="connsiteY76" fmla="*/ 657225 h 1890712"/>
                <a:gd name="connsiteX77" fmla="*/ 888207 w 2543175"/>
                <a:gd name="connsiteY77" fmla="*/ 676275 h 1890712"/>
                <a:gd name="connsiteX78" fmla="*/ 895350 w 2543175"/>
                <a:gd name="connsiteY78" fmla="*/ 681037 h 1890712"/>
                <a:gd name="connsiteX79" fmla="*/ 907257 w 2543175"/>
                <a:gd name="connsiteY79" fmla="*/ 683419 h 1890712"/>
                <a:gd name="connsiteX80" fmla="*/ 928688 w 2543175"/>
                <a:gd name="connsiteY80" fmla="*/ 695325 h 1890712"/>
                <a:gd name="connsiteX81" fmla="*/ 942975 w 2543175"/>
                <a:gd name="connsiteY81" fmla="*/ 700087 h 1890712"/>
                <a:gd name="connsiteX82" fmla="*/ 964407 w 2543175"/>
                <a:gd name="connsiteY82" fmla="*/ 716756 h 1890712"/>
                <a:gd name="connsiteX83" fmla="*/ 971550 w 2543175"/>
                <a:gd name="connsiteY83" fmla="*/ 723900 h 1890712"/>
                <a:gd name="connsiteX84" fmla="*/ 983457 w 2543175"/>
                <a:gd name="connsiteY84" fmla="*/ 733425 h 1890712"/>
                <a:gd name="connsiteX85" fmla="*/ 990600 w 2543175"/>
                <a:gd name="connsiteY85" fmla="*/ 738187 h 1890712"/>
                <a:gd name="connsiteX86" fmla="*/ 1007269 w 2543175"/>
                <a:gd name="connsiteY86" fmla="*/ 752475 h 1890712"/>
                <a:gd name="connsiteX87" fmla="*/ 1031082 w 2543175"/>
                <a:gd name="connsiteY87" fmla="*/ 766762 h 1890712"/>
                <a:gd name="connsiteX88" fmla="*/ 1042988 w 2543175"/>
                <a:gd name="connsiteY88" fmla="*/ 773906 h 1890712"/>
                <a:gd name="connsiteX89" fmla="*/ 1071563 w 2543175"/>
                <a:gd name="connsiteY89" fmla="*/ 785812 h 1890712"/>
                <a:gd name="connsiteX90" fmla="*/ 1097757 w 2543175"/>
                <a:gd name="connsiteY90" fmla="*/ 807244 h 1890712"/>
                <a:gd name="connsiteX91" fmla="*/ 1104900 w 2543175"/>
                <a:gd name="connsiteY91" fmla="*/ 814387 h 1890712"/>
                <a:gd name="connsiteX92" fmla="*/ 1121569 w 2543175"/>
                <a:gd name="connsiteY92" fmla="*/ 823912 h 1890712"/>
                <a:gd name="connsiteX93" fmla="*/ 1138238 w 2543175"/>
                <a:gd name="connsiteY93" fmla="*/ 835819 h 1890712"/>
                <a:gd name="connsiteX94" fmla="*/ 1147763 w 2543175"/>
                <a:gd name="connsiteY94" fmla="*/ 842962 h 1890712"/>
                <a:gd name="connsiteX95" fmla="*/ 1157288 w 2543175"/>
                <a:gd name="connsiteY95" fmla="*/ 847725 h 1890712"/>
                <a:gd name="connsiteX96" fmla="*/ 1178719 w 2543175"/>
                <a:gd name="connsiteY96" fmla="*/ 859631 h 1890712"/>
                <a:gd name="connsiteX97" fmla="*/ 1188244 w 2543175"/>
                <a:gd name="connsiteY97" fmla="*/ 866775 h 1890712"/>
                <a:gd name="connsiteX98" fmla="*/ 1195388 w 2543175"/>
                <a:gd name="connsiteY98" fmla="*/ 871537 h 1890712"/>
                <a:gd name="connsiteX99" fmla="*/ 1212057 w 2543175"/>
                <a:gd name="connsiteY99" fmla="*/ 883444 h 1890712"/>
                <a:gd name="connsiteX100" fmla="*/ 1226344 w 2543175"/>
                <a:gd name="connsiteY100" fmla="*/ 895350 h 1890712"/>
                <a:gd name="connsiteX101" fmla="*/ 1245394 w 2543175"/>
                <a:gd name="connsiteY101" fmla="*/ 907256 h 1890712"/>
                <a:gd name="connsiteX102" fmla="*/ 1254919 w 2543175"/>
                <a:gd name="connsiteY102" fmla="*/ 914400 h 1890712"/>
                <a:gd name="connsiteX103" fmla="*/ 1269207 w 2543175"/>
                <a:gd name="connsiteY103" fmla="*/ 921544 h 1890712"/>
                <a:gd name="connsiteX104" fmla="*/ 1290638 w 2543175"/>
                <a:gd name="connsiteY104" fmla="*/ 935831 h 1890712"/>
                <a:gd name="connsiteX105" fmla="*/ 1307307 w 2543175"/>
                <a:gd name="connsiteY105" fmla="*/ 952500 h 1890712"/>
                <a:gd name="connsiteX106" fmla="*/ 1333500 w 2543175"/>
                <a:gd name="connsiteY106" fmla="*/ 971550 h 1890712"/>
                <a:gd name="connsiteX107" fmla="*/ 1359694 w 2543175"/>
                <a:gd name="connsiteY107" fmla="*/ 990600 h 1890712"/>
                <a:gd name="connsiteX108" fmla="*/ 1373982 w 2543175"/>
                <a:gd name="connsiteY108" fmla="*/ 997744 h 1890712"/>
                <a:gd name="connsiteX109" fmla="*/ 1388269 w 2543175"/>
                <a:gd name="connsiteY109" fmla="*/ 1007269 h 1890712"/>
                <a:gd name="connsiteX110" fmla="*/ 1414463 w 2543175"/>
                <a:gd name="connsiteY110" fmla="*/ 1019175 h 1890712"/>
                <a:gd name="connsiteX111" fmla="*/ 1428750 w 2543175"/>
                <a:gd name="connsiteY111" fmla="*/ 1026319 h 1890712"/>
                <a:gd name="connsiteX112" fmla="*/ 1471613 w 2543175"/>
                <a:gd name="connsiteY112" fmla="*/ 1059656 h 1890712"/>
                <a:gd name="connsiteX113" fmla="*/ 1495425 w 2543175"/>
                <a:gd name="connsiteY113" fmla="*/ 1088231 h 1890712"/>
                <a:gd name="connsiteX114" fmla="*/ 1547812 w 2543175"/>
                <a:gd name="connsiteY114" fmla="*/ 1133475 h 1890712"/>
                <a:gd name="connsiteX115" fmla="*/ 1597819 w 2543175"/>
                <a:gd name="connsiteY115" fmla="*/ 1154906 h 1890712"/>
                <a:gd name="connsiteX116" fmla="*/ 1604963 w 2543175"/>
                <a:gd name="connsiteY116" fmla="*/ 1162050 h 1890712"/>
                <a:gd name="connsiteX117" fmla="*/ 1612107 w 2543175"/>
                <a:gd name="connsiteY117" fmla="*/ 1166812 h 1890712"/>
                <a:gd name="connsiteX118" fmla="*/ 1628775 w 2543175"/>
                <a:gd name="connsiteY118" fmla="*/ 1183481 h 1890712"/>
                <a:gd name="connsiteX119" fmla="*/ 1662113 w 2543175"/>
                <a:gd name="connsiteY119" fmla="*/ 1209675 h 1890712"/>
                <a:gd name="connsiteX120" fmla="*/ 1678782 w 2543175"/>
                <a:gd name="connsiteY120" fmla="*/ 1226344 h 1890712"/>
                <a:gd name="connsiteX121" fmla="*/ 1700213 w 2543175"/>
                <a:gd name="connsiteY121" fmla="*/ 1247775 h 1890712"/>
                <a:gd name="connsiteX122" fmla="*/ 1712119 w 2543175"/>
                <a:gd name="connsiteY122" fmla="*/ 1259681 h 1890712"/>
                <a:gd name="connsiteX123" fmla="*/ 1733550 w 2543175"/>
                <a:gd name="connsiteY123" fmla="*/ 1273969 h 1890712"/>
                <a:gd name="connsiteX124" fmla="*/ 1743075 w 2543175"/>
                <a:gd name="connsiteY124" fmla="*/ 1283494 h 1890712"/>
                <a:gd name="connsiteX125" fmla="*/ 1754982 w 2543175"/>
                <a:gd name="connsiteY125" fmla="*/ 1290637 h 1890712"/>
                <a:gd name="connsiteX126" fmla="*/ 1766888 w 2543175"/>
                <a:gd name="connsiteY126" fmla="*/ 1300162 h 1890712"/>
                <a:gd name="connsiteX127" fmla="*/ 1783557 w 2543175"/>
                <a:gd name="connsiteY127" fmla="*/ 1307306 h 1890712"/>
                <a:gd name="connsiteX128" fmla="*/ 1790700 w 2543175"/>
                <a:gd name="connsiteY128" fmla="*/ 1312069 h 1890712"/>
                <a:gd name="connsiteX129" fmla="*/ 1800225 w 2543175"/>
                <a:gd name="connsiteY129" fmla="*/ 1319212 h 1890712"/>
                <a:gd name="connsiteX130" fmla="*/ 1807369 w 2543175"/>
                <a:gd name="connsiteY130" fmla="*/ 1321594 h 1890712"/>
                <a:gd name="connsiteX131" fmla="*/ 1824038 w 2543175"/>
                <a:gd name="connsiteY131" fmla="*/ 1333500 h 1890712"/>
                <a:gd name="connsiteX132" fmla="*/ 1843088 w 2543175"/>
                <a:gd name="connsiteY132" fmla="*/ 1352550 h 1890712"/>
                <a:gd name="connsiteX133" fmla="*/ 1852613 w 2543175"/>
                <a:gd name="connsiteY133" fmla="*/ 1359694 h 1890712"/>
                <a:gd name="connsiteX134" fmla="*/ 1859757 w 2543175"/>
                <a:gd name="connsiteY134" fmla="*/ 1366837 h 1890712"/>
                <a:gd name="connsiteX135" fmla="*/ 1869282 w 2543175"/>
                <a:gd name="connsiteY135" fmla="*/ 1371600 h 1890712"/>
                <a:gd name="connsiteX136" fmla="*/ 1883569 w 2543175"/>
                <a:gd name="connsiteY136" fmla="*/ 1388269 h 1890712"/>
                <a:gd name="connsiteX137" fmla="*/ 1893094 w 2543175"/>
                <a:gd name="connsiteY137" fmla="*/ 1395412 h 1890712"/>
                <a:gd name="connsiteX138" fmla="*/ 1902619 w 2543175"/>
                <a:gd name="connsiteY138" fmla="*/ 1404937 h 1890712"/>
                <a:gd name="connsiteX139" fmla="*/ 1912144 w 2543175"/>
                <a:gd name="connsiteY139" fmla="*/ 1409700 h 1890712"/>
                <a:gd name="connsiteX140" fmla="*/ 1931194 w 2543175"/>
                <a:gd name="connsiteY140" fmla="*/ 1421606 h 1890712"/>
                <a:gd name="connsiteX141" fmla="*/ 1935957 w 2543175"/>
                <a:gd name="connsiteY141" fmla="*/ 1428750 h 1890712"/>
                <a:gd name="connsiteX142" fmla="*/ 1952625 w 2543175"/>
                <a:gd name="connsiteY142" fmla="*/ 1438275 h 1890712"/>
                <a:gd name="connsiteX143" fmla="*/ 1971675 w 2543175"/>
                <a:gd name="connsiteY143" fmla="*/ 1450181 h 1890712"/>
                <a:gd name="connsiteX144" fmla="*/ 1981200 w 2543175"/>
                <a:gd name="connsiteY144" fmla="*/ 1454944 h 1890712"/>
                <a:gd name="connsiteX145" fmla="*/ 1997869 w 2543175"/>
                <a:gd name="connsiteY145" fmla="*/ 1471612 h 1890712"/>
                <a:gd name="connsiteX146" fmla="*/ 2007394 w 2543175"/>
                <a:gd name="connsiteY146" fmla="*/ 1478756 h 1890712"/>
                <a:gd name="connsiteX147" fmla="*/ 2016919 w 2543175"/>
                <a:gd name="connsiteY147" fmla="*/ 1483519 h 1890712"/>
                <a:gd name="connsiteX148" fmla="*/ 2024063 w 2543175"/>
                <a:gd name="connsiteY148" fmla="*/ 1490662 h 1890712"/>
                <a:gd name="connsiteX149" fmla="*/ 2033588 w 2543175"/>
                <a:gd name="connsiteY149" fmla="*/ 1495425 h 1890712"/>
                <a:gd name="connsiteX150" fmla="*/ 2040732 w 2543175"/>
                <a:gd name="connsiteY150" fmla="*/ 1502569 h 1890712"/>
                <a:gd name="connsiteX151" fmla="*/ 2047875 w 2543175"/>
                <a:gd name="connsiteY151" fmla="*/ 1507331 h 1890712"/>
                <a:gd name="connsiteX152" fmla="*/ 2057400 w 2543175"/>
                <a:gd name="connsiteY152" fmla="*/ 1514475 h 1890712"/>
                <a:gd name="connsiteX153" fmla="*/ 2064544 w 2543175"/>
                <a:gd name="connsiteY153" fmla="*/ 1519237 h 1890712"/>
                <a:gd name="connsiteX154" fmla="*/ 2071688 w 2543175"/>
                <a:gd name="connsiteY154" fmla="*/ 1526381 h 1890712"/>
                <a:gd name="connsiteX155" fmla="*/ 2081213 w 2543175"/>
                <a:gd name="connsiteY155" fmla="*/ 1531144 h 1890712"/>
                <a:gd name="connsiteX156" fmla="*/ 2090738 w 2543175"/>
                <a:gd name="connsiteY156" fmla="*/ 1538287 h 1890712"/>
                <a:gd name="connsiteX157" fmla="*/ 2109788 w 2543175"/>
                <a:gd name="connsiteY157" fmla="*/ 1547812 h 1890712"/>
                <a:gd name="connsiteX158" fmla="*/ 2131219 w 2543175"/>
                <a:gd name="connsiteY158" fmla="*/ 1562100 h 1890712"/>
                <a:gd name="connsiteX159" fmla="*/ 2140744 w 2543175"/>
                <a:gd name="connsiteY159" fmla="*/ 1566862 h 1890712"/>
                <a:gd name="connsiteX160" fmla="*/ 2152650 w 2543175"/>
                <a:gd name="connsiteY160" fmla="*/ 1576387 h 1890712"/>
                <a:gd name="connsiteX161" fmla="*/ 2181225 w 2543175"/>
                <a:gd name="connsiteY161" fmla="*/ 1590675 h 1890712"/>
                <a:gd name="connsiteX162" fmla="*/ 2200275 w 2543175"/>
                <a:gd name="connsiteY162" fmla="*/ 1607344 h 1890712"/>
                <a:gd name="connsiteX163" fmla="*/ 2207419 w 2543175"/>
                <a:gd name="connsiteY163" fmla="*/ 1612106 h 1890712"/>
                <a:gd name="connsiteX164" fmla="*/ 2216944 w 2543175"/>
                <a:gd name="connsiteY164" fmla="*/ 1619250 h 1890712"/>
                <a:gd name="connsiteX165" fmla="*/ 2224088 w 2543175"/>
                <a:gd name="connsiteY165" fmla="*/ 1624012 h 1890712"/>
                <a:gd name="connsiteX166" fmla="*/ 2247900 w 2543175"/>
                <a:gd name="connsiteY166" fmla="*/ 1643062 h 1890712"/>
                <a:gd name="connsiteX167" fmla="*/ 2255044 w 2543175"/>
                <a:gd name="connsiteY167" fmla="*/ 1650206 h 1890712"/>
                <a:gd name="connsiteX168" fmla="*/ 2281238 w 2543175"/>
                <a:gd name="connsiteY168" fmla="*/ 1664494 h 1890712"/>
                <a:gd name="connsiteX169" fmla="*/ 2297907 w 2543175"/>
                <a:gd name="connsiteY169" fmla="*/ 1674019 h 1890712"/>
                <a:gd name="connsiteX170" fmla="*/ 2312194 w 2543175"/>
                <a:gd name="connsiteY170" fmla="*/ 1685925 h 1890712"/>
                <a:gd name="connsiteX171" fmla="*/ 2328863 w 2543175"/>
                <a:gd name="connsiteY171" fmla="*/ 1697831 h 1890712"/>
                <a:gd name="connsiteX172" fmla="*/ 2350294 w 2543175"/>
                <a:gd name="connsiteY172" fmla="*/ 1712119 h 1890712"/>
                <a:gd name="connsiteX173" fmla="*/ 2369344 w 2543175"/>
                <a:gd name="connsiteY173" fmla="*/ 1724025 h 1890712"/>
                <a:gd name="connsiteX174" fmla="*/ 2428876 w 2543175"/>
                <a:gd name="connsiteY174" fmla="*/ 1785938 h 1890712"/>
                <a:gd name="connsiteX175" fmla="*/ 2466975 w 2543175"/>
                <a:gd name="connsiteY175" fmla="*/ 1783556 h 1890712"/>
                <a:gd name="connsiteX176" fmla="*/ 2481263 w 2543175"/>
                <a:gd name="connsiteY176" fmla="*/ 1795462 h 1890712"/>
                <a:gd name="connsiteX177" fmla="*/ 2486025 w 2543175"/>
                <a:gd name="connsiteY177" fmla="*/ 1802606 h 1890712"/>
                <a:gd name="connsiteX178" fmla="*/ 2497932 w 2543175"/>
                <a:gd name="connsiteY178" fmla="*/ 1824037 h 1890712"/>
                <a:gd name="connsiteX179" fmla="*/ 2514600 w 2543175"/>
                <a:gd name="connsiteY179" fmla="*/ 1850231 h 1890712"/>
                <a:gd name="connsiteX180" fmla="*/ 2519363 w 2543175"/>
                <a:gd name="connsiteY180" fmla="*/ 1857375 h 1890712"/>
                <a:gd name="connsiteX181" fmla="*/ 2540794 w 2543175"/>
                <a:gd name="connsiteY181" fmla="*/ 1883569 h 1890712"/>
                <a:gd name="connsiteX182" fmla="*/ 2543175 w 2543175"/>
                <a:gd name="connsiteY182" fmla="*/ 1890712 h 1890712"/>
                <a:gd name="connsiteX0" fmla="*/ 0 w 2543175"/>
                <a:gd name="connsiteY0" fmla="*/ 0 h 1890712"/>
                <a:gd name="connsiteX1" fmla="*/ 11907 w 2543175"/>
                <a:gd name="connsiteY1" fmla="*/ 11906 h 1890712"/>
                <a:gd name="connsiteX2" fmla="*/ 21432 w 2543175"/>
                <a:gd name="connsiteY2" fmla="*/ 16669 h 1890712"/>
                <a:gd name="connsiteX3" fmla="*/ 23813 w 2543175"/>
                <a:gd name="connsiteY3" fmla="*/ 23812 h 1890712"/>
                <a:gd name="connsiteX4" fmla="*/ 33338 w 2543175"/>
                <a:gd name="connsiteY4" fmla="*/ 33337 h 1890712"/>
                <a:gd name="connsiteX5" fmla="*/ 40482 w 2543175"/>
                <a:gd name="connsiteY5" fmla="*/ 42862 h 1890712"/>
                <a:gd name="connsiteX6" fmla="*/ 47625 w 2543175"/>
                <a:gd name="connsiteY6" fmla="*/ 47625 h 1890712"/>
                <a:gd name="connsiteX7" fmla="*/ 57150 w 2543175"/>
                <a:gd name="connsiteY7" fmla="*/ 54769 h 1890712"/>
                <a:gd name="connsiteX8" fmla="*/ 64294 w 2543175"/>
                <a:gd name="connsiteY8" fmla="*/ 59531 h 1890712"/>
                <a:gd name="connsiteX9" fmla="*/ 83344 w 2543175"/>
                <a:gd name="connsiteY9" fmla="*/ 73819 h 1890712"/>
                <a:gd name="connsiteX10" fmla="*/ 97632 w 2543175"/>
                <a:gd name="connsiteY10" fmla="*/ 80962 h 1890712"/>
                <a:gd name="connsiteX11" fmla="*/ 104775 w 2543175"/>
                <a:gd name="connsiteY11" fmla="*/ 85725 h 1890712"/>
                <a:gd name="connsiteX12" fmla="*/ 114300 w 2543175"/>
                <a:gd name="connsiteY12" fmla="*/ 95250 h 1890712"/>
                <a:gd name="connsiteX13" fmla="*/ 123825 w 2543175"/>
                <a:gd name="connsiteY13" fmla="*/ 97631 h 1890712"/>
                <a:gd name="connsiteX14" fmla="*/ 130969 w 2543175"/>
                <a:gd name="connsiteY14" fmla="*/ 104775 h 1890712"/>
                <a:gd name="connsiteX15" fmla="*/ 140494 w 2543175"/>
                <a:gd name="connsiteY15" fmla="*/ 111919 h 1890712"/>
                <a:gd name="connsiteX16" fmla="*/ 147638 w 2543175"/>
                <a:gd name="connsiteY16" fmla="*/ 116681 h 1890712"/>
                <a:gd name="connsiteX17" fmla="*/ 164307 w 2543175"/>
                <a:gd name="connsiteY17" fmla="*/ 128587 h 1890712"/>
                <a:gd name="connsiteX18" fmla="*/ 180975 w 2543175"/>
                <a:gd name="connsiteY18" fmla="*/ 140494 h 1890712"/>
                <a:gd name="connsiteX19" fmla="*/ 197644 w 2543175"/>
                <a:gd name="connsiteY19" fmla="*/ 152400 h 1890712"/>
                <a:gd name="connsiteX20" fmla="*/ 204788 w 2543175"/>
                <a:gd name="connsiteY20" fmla="*/ 157162 h 1890712"/>
                <a:gd name="connsiteX21" fmla="*/ 214313 w 2543175"/>
                <a:gd name="connsiteY21" fmla="*/ 164306 h 1890712"/>
                <a:gd name="connsiteX22" fmla="*/ 230982 w 2543175"/>
                <a:gd name="connsiteY22" fmla="*/ 180975 h 1890712"/>
                <a:gd name="connsiteX23" fmla="*/ 247650 w 2543175"/>
                <a:gd name="connsiteY23" fmla="*/ 185737 h 1890712"/>
                <a:gd name="connsiteX24" fmla="*/ 259557 w 2543175"/>
                <a:gd name="connsiteY24" fmla="*/ 188119 h 1890712"/>
                <a:gd name="connsiteX25" fmla="*/ 266700 w 2543175"/>
                <a:gd name="connsiteY25" fmla="*/ 190500 h 1890712"/>
                <a:gd name="connsiteX26" fmla="*/ 283369 w 2543175"/>
                <a:gd name="connsiteY26" fmla="*/ 192881 h 1890712"/>
                <a:gd name="connsiteX27" fmla="*/ 302419 w 2543175"/>
                <a:gd name="connsiteY27" fmla="*/ 204787 h 1890712"/>
                <a:gd name="connsiteX28" fmla="*/ 309563 w 2543175"/>
                <a:gd name="connsiteY28" fmla="*/ 209550 h 1890712"/>
                <a:gd name="connsiteX29" fmla="*/ 319088 w 2543175"/>
                <a:gd name="connsiteY29" fmla="*/ 219075 h 1890712"/>
                <a:gd name="connsiteX30" fmla="*/ 333375 w 2543175"/>
                <a:gd name="connsiteY30" fmla="*/ 228600 h 1890712"/>
                <a:gd name="connsiteX31" fmla="*/ 340519 w 2543175"/>
                <a:gd name="connsiteY31" fmla="*/ 233362 h 1890712"/>
                <a:gd name="connsiteX32" fmla="*/ 354807 w 2543175"/>
                <a:gd name="connsiteY32" fmla="*/ 247650 h 1890712"/>
                <a:gd name="connsiteX33" fmla="*/ 366713 w 2543175"/>
                <a:gd name="connsiteY33" fmla="*/ 264319 h 1890712"/>
                <a:gd name="connsiteX34" fmla="*/ 371475 w 2543175"/>
                <a:gd name="connsiteY34" fmla="*/ 271462 h 1890712"/>
                <a:gd name="connsiteX35" fmla="*/ 378619 w 2543175"/>
                <a:gd name="connsiteY35" fmla="*/ 276225 h 1890712"/>
                <a:gd name="connsiteX36" fmla="*/ 385763 w 2543175"/>
                <a:gd name="connsiteY36" fmla="*/ 283369 h 1890712"/>
                <a:gd name="connsiteX37" fmla="*/ 395288 w 2543175"/>
                <a:gd name="connsiteY37" fmla="*/ 288131 h 1890712"/>
                <a:gd name="connsiteX38" fmla="*/ 404813 w 2543175"/>
                <a:gd name="connsiteY38" fmla="*/ 295275 h 1890712"/>
                <a:gd name="connsiteX39" fmla="*/ 411957 w 2543175"/>
                <a:gd name="connsiteY39" fmla="*/ 297656 h 1890712"/>
                <a:gd name="connsiteX40" fmla="*/ 421482 w 2543175"/>
                <a:gd name="connsiteY40" fmla="*/ 302419 h 1890712"/>
                <a:gd name="connsiteX41" fmla="*/ 447675 w 2543175"/>
                <a:gd name="connsiteY41" fmla="*/ 307181 h 1890712"/>
                <a:gd name="connsiteX42" fmla="*/ 461963 w 2543175"/>
                <a:gd name="connsiteY42" fmla="*/ 321469 h 1890712"/>
                <a:gd name="connsiteX43" fmla="*/ 466725 w 2543175"/>
                <a:gd name="connsiteY43" fmla="*/ 328612 h 1890712"/>
                <a:gd name="connsiteX44" fmla="*/ 476250 w 2543175"/>
                <a:gd name="connsiteY44" fmla="*/ 335756 h 1890712"/>
                <a:gd name="connsiteX45" fmla="*/ 481013 w 2543175"/>
                <a:gd name="connsiteY45" fmla="*/ 342900 h 1890712"/>
                <a:gd name="connsiteX46" fmla="*/ 490538 w 2543175"/>
                <a:gd name="connsiteY46" fmla="*/ 352425 h 1890712"/>
                <a:gd name="connsiteX47" fmla="*/ 495300 w 2543175"/>
                <a:gd name="connsiteY47" fmla="*/ 359569 h 1890712"/>
                <a:gd name="connsiteX48" fmla="*/ 509588 w 2543175"/>
                <a:gd name="connsiteY48" fmla="*/ 376237 h 1890712"/>
                <a:gd name="connsiteX49" fmla="*/ 514350 w 2543175"/>
                <a:gd name="connsiteY49" fmla="*/ 383381 h 1890712"/>
                <a:gd name="connsiteX50" fmla="*/ 531019 w 2543175"/>
                <a:gd name="connsiteY50" fmla="*/ 397669 h 1890712"/>
                <a:gd name="connsiteX51" fmla="*/ 538163 w 2543175"/>
                <a:gd name="connsiteY51" fmla="*/ 407194 h 1890712"/>
                <a:gd name="connsiteX52" fmla="*/ 554832 w 2543175"/>
                <a:gd name="connsiteY52" fmla="*/ 421481 h 1890712"/>
                <a:gd name="connsiteX53" fmla="*/ 564357 w 2543175"/>
                <a:gd name="connsiteY53" fmla="*/ 431006 h 1890712"/>
                <a:gd name="connsiteX54" fmla="*/ 573882 w 2543175"/>
                <a:gd name="connsiteY54" fmla="*/ 438150 h 1890712"/>
                <a:gd name="connsiteX55" fmla="*/ 595313 w 2543175"/>
                <a:gd name="connsiteY55" fmla="*/ 454819 h 1890712"/>
                <a:gd name="connsiteX56" fmla="*/ 602457 w 2543175"/>
                <a:gd name="connsiteY56" fmla="*/ 457200 h 1890712"/>
                <a:gd name="connsiteX57" fmla="*/ 628650 w 2543175"/>
                <a:gd name="connsiteY57" fmla="*/ 469106 h 1890712"/>
                <a:gd name="connsiteX58" fmla="*/ 645319 w 2543175"/>
                <a:gd name="connsiteY58" fmla="*/ 483394 h 1890712"/>
                <a:gd name="connsiteX59" fmla="*/ 654844 w 2543175"/>
                <a:gd name="connsiteY59" fmla="*/ 488156 h 1890712"/>
                <a:gd name="connsiteX60" fmla="*/ 661988 w 2543175"/>
                <a:gd name="connsiteY60" fmla="*/ 497681 h 1890712"/>
                <a:gd name="connsiteX61" fmla="*/ 683419 w 2543175"/>
                <a:gd name="connsiteY61" fmla="*/ 514350 h 1890712"/>
                <a:gd name="connsiteX62" fmla="*/ 700088 w 2543175"/>
                <a:gd name="connsiteY62" fmla="*/ 526256 h 1890712"/>
                <a:gd name="connsiteX63" fmla="*/ 709613 w 2543175"/>
                <a:gd name="connsiteY63" fmla="*/ 535781 h 1890712"/>
                <a:gd name="connsiteX64" fmla="*/ 719138 w 2543175"/>
                <a:gd name="connsiteY64" fmla="*/ 542925 h 1890712"/>
                <a:gd name="connsiteX65" fmla="*/ 733425 w 2543175"/>
                <a:gd name="connsiteY65" fmla="*/ 557212 h 1890712"/>
                <a:gd name="connsiteX66" fmla="*/ 750094 w 2543175"/>
                <a:gd name="connsiteY66" fmla="*/ 569119 h 1890712"/>
                <a:gd name="connsiteX67" fmla="*/ 769144 w 2543175"/>
                <a:gd name="connsiteY67" fmla="*/ 581025 h 1890712"/>
                <a:gd name="connsiteX68" fmla="*/ 785813 w 2543175"/>
                <a:gd name="connsiteY68" fmla="*/ 590550 h 1890712"/>
                <a:gd name="connsiteX69" fmla="*/ 792957 w 2543175"/>
                <a:gd name="connsiteY69" fmla="*/ 600075 h 1890712"/>
                <a:gd name="connsiteX70" fmla="*/ 809625 w 2543175"/>
                <a:gd name="connsiteY70" fmla="*/ 611981 h 1890712"/>
                <a:gd name="connsiteX71" fmla="*/ 816769 w 2543175"/>
                <a:gd name="connsiteY71" fmla="*/ 619125 h 1890712"/>
                <a:gd name="connsiteX72" fmla="*/ 826294 w 2543175"/>
                <a:gd name="connsiteY72" fmla="*/ 626269 h 1890712"/>
                <a:gd name="connsiteX73" fmla="*/ 840582 w 2543175"/>
                <a:gd name="connsiteY73" fmla="*/ 638175 h 1890712"/>
                <a:gd name="connsiteX74" fmla="*/ 847725 w 2543175"/>
                <a:gd name="connsiteY74" fmla="*/ 645319 h 1890712"/>
                <a:gd name="connsiteX75" fmla="*/ 857250 w 2543175"/>
                <a:gd name="connsiteY75" fmla="*/ 652462 h 1890712"/>
                <a:gd name="connsiteX76" fmla="*/ 864394 w 2543175"/>
                <a:gd name="connsiteY76" fmla="*/ 657225 h 1890712"/>
                <a:gd name="connsiteX77" fmla="*/ 888207 w 2543175"/>
                <a:gd name="connsiteY77" fmla="*/ 676275 h 1890712"/>
                <a:gd name="connsiteX78" fmla="*/ 895350 w 2543175"/>
                <a:gd name="connsiteY78" fmla="*/ 681037 h 1890712"/>
                <a:gd name="connsiteX79" fmla="*/ 907257 w 2543175"/>
                <a:gd name="connsiteY79" fmla="*/ 683419 h 1890712"/>
                <a:gd name="connsiteX80" fmla="*/ 928688 w 2543175"/>
                <a:gd name="connsiteY80" fmla="*/ 695325 h 1890712"/>
                <a:gd name="connsiteX81" fmla="*/ 942975 w 2543175"/>
                <a:gd name="connsiteY81" fmla="*/ 700087 h 1890712"/>
                <a:gd name="connsiteX82" fmla="*/ 964407 w 2543175"/>
                <a:gd name="connsiteY82" fmla="*/ 716756 h 1890712"/>
                <a:gd name="connsiteX83" fmla="*/ 971550 w 2543175"/>
                <a:gd name="connsiteY83" fmla="*/ 723900 h 1890712"/>
                <a:gd name="connsiteX84" fmla="*/ 983457 w 2543175"/>
                <a:gd name="connsiteY84" fmla="*/ 733425 h 1890712"/>
                <a:gd name="connsiteX85" fmla="*/ 990600 w 2543175"/>
                <a:gd name="connsiteY85" fmla="*/ 738187 h 1890712"/>
                <a:gd name="connsiteX86" fmla="*/ 1007269 w 2543175"/>
                <a:gd name="connsiteY86" fmla="*/ 752475 h 1890712"/>
                <a:gd name="connsiteX87" fmla="*/ 1031082 w 2543175"/>
                <a:gd name="connsiteY87" fmla="*/ 766762 h 1890712"/>
                <a:gd name="connsiteX88" fmla="*/ 1042988 w 2543175"/>
                <a:gd name="connsiteY88" fmla="*/ 773906 h 1890712"/>
                <a:gd name="connsiteX89" fmla="*/ 1071563 w 2543175"/>
                <a:gd name="connsiteY89" fmla="*/ 785812 h 1890712"/>
                <a:gd name="connsiteX90" fmla="*/ 1097757 w 2543175"/>
                <a:gd name="connsiteY90" fmla="*/ 807244 h 1890712"/>
                <a:gd name="connsiteX91" fmla="*/ 1104900 w 2543175"/>
                <a:gd name="connsiteY91" fmla="*/ 814387 h 1890712"/>
                <a:gd name="connsiteX92" fmla="*/ 1121569 w 2543175"/>
                <a:gd name="connsiteY92" fmla="*/ 823912 h 1890712"/>
                <a:gd name="connsiteX93" fmla="*/ 1138238 w 2543175"/>
                <a:gd name="connsiteY93" fmla="*/ 835819 h 1890712"/>
                <a:gd name="connsiteX94" fmla="*/ 1147763 w 2543175"/>
                <a:gd name="connsiteY94" fmla="*/ 842962 h 1890712"/>
                <a:gd name="connsiteX95" fmla="*/ 1157288 w 2543175"/>
                <a:gd name="connsiteY95" fmla="*/ 847725 h 1890712"/>
                <a:gd name="connsiteX96" fmla="*/ 1178719 w 2543175"/>
                <a:gd name="connsiteY96" fmla="*/ 859631 h 1890712"/>
                <a:gd name="connsiteX97" fmla="*/ 1188244 w 2543175"/>
                <a:gd name="connsiteY97" fmla="*/ 866775 h 1890712"/>
                <a:gd name="connsiteX98" fmla="*/ 1195388 w 2543175"/>
                <a:gd name="connsiteY98" fmla="*/ 871537 h 1890712"/>
                <a:gd name="connsiteX99" fmla="*/ 1212057 w 2543175"/>
                <a:gd name="connsiteY99" fmla="*/ 883444 h 1890712"/>
                <a:gd name="connsiteX100" fmla="*/ 1226344 w 2543175"/>
                <a:gd name="connsiteY100" fmla="*/ 895350 h 1890712"/>
                <a:gd name="connsiteX101" fmla="*/ 1245394 w 2543175"/>
                <a:gd name="connsiteY101" fmla="*/ 907256 h 1890712"/>
                <a:gd name="connsiteX102" fmla="*/ 1254919 w 2543175"/>
                <a:gd name="connsiteY102" fmla="*/ 914400 h 1890712"/>
                <a:gd name="connsiteX103" fmla="*/ 1269207 w 2543175"/>
                <a:gd name="connsiteY103" fmla="*/ 921544 h 1890712"/>
                <a:gd name="connsiteX104" fmla="*/ 1290638 w 2543175"/>
                <a:gd name="connsiteY104" fmla="*/ 935831 h 1890712"/>
                <a:gd name="connsiteX105" fmla="*/ 1307307 w 2543175"/>
                <a:gd name="connsiteY105" fmla="*/ 952500 h 1890712"/>
                <a:gd name="connsiteX106" fmla="*/ 1333500 w 2543175"/>
                <a:gd name="connsiteY106" fmla="*/ 971550 h 1890712"/>
                <a:gd name="connsiteX107" fmla="*/ 1359694 w 2543175"/>
                <a:gd name="connsiteY107" fmla="*/ 990600 h 1890712"/>
                <a:gd name="connsiteX108" fmla="*/ 1373982 w 2543175"/>
                <a:gd name="connsiteY108" fmla="*/ 997744 h 1890712"/>
                <a:gd name="connsiteX109" fmla="*/ 1388269 w 2543175"/>
                <a:gd name="connsiteY109" fmla="*/ 1007269 h 1890712"/>
                <a:gd name="connsiteX110" fmla="*/ 1414463 w 2543175"/>
                <a:gd name="connsiteY110" fmla="*/ 1019175 h 1890712"/>
                <a:gd name="connsiteX111" fmla="*/ 1428750 w 2543175"/>
                <a:gd name="connsiteY111" fmla="*/ 1026319 h 1890712"/>
                <a:gd name="connsiteX112" fmla="*/ 1471613 w 2543175"/>
                <a:gd name="connsiteY112" fmla="*/ 1059656 h 1890712"/>
                <a:gd name="connsiteX113" fmla="*/ 1495425 w 2543175"/>
                <a:gd name="connsiteY113" fmla="*/ 1088231 h 1890712"/>
                <a:gd name="connsiteX114" fmla="*/ 1547812 w 2543175"/>
                <a:gd name="connsiteY114" fmla="*/ 1133475 h 1890712"/>
                <a:gd name="connsiteX115" fmla="*/ 1597819 w 2543175"/>
                <a:gd name="connsiteY115" fmla="*/ 1154906 h 1890712"/>
                <a:gd name="connsiteX116" fmla="*/ 1604963 w 2543175"/>
                <a:gd name="connsiteY116" fmla="*/ 1162050 h 1890712"/>
                <a:gd name="connsiteX117" fmla="*/ 1612107 w 2543175"/>
                <a:gd name="connsiteY117" fmla="*/ 1166812 h 1890712"/>
                <a:gd name="connsiteX118" fmla="*/ 1628775 w 2543175"/>
                <a:gd name="connsiteY118" fmla="*/ 1183481 h 1890712"/>
                <a:gd name="connsiteX119" fmla="*/ 1662113 w 2543175"/>
                <a:gd name="connsiteY119" fmla="*/ 1209675 h 1890712"/>
                <a:gd name="connsiteX120" fmla="*/ 1678782 w 2543175"/>
                <a:gd name="connsiteY120" fmla="*/ 1226344 h 1890712"/>
                <a:gd name="connsiteX121" fmla="*/ 1700213 w 2543175"/>
                <a:gd name="connsiteY121" fmla="*/ 1247775 h 1890712"/>
                <a:gd name="connsiteX122" fmla="*/ 1712119 w 2543175"/>
                <a:gd name="connsiteY122" fmla="*/ 1259681 h 1890712"/>
                <a:gd name="connsiteX123" fmla="*/ 1733550 w 2543175"/>
                <a:gd name="connsiteY123" fmla="*/ 1273969 h 1890712"/>
                <a:gd name="connsiteX124" fmla="*/ 1743075 w 2543175"/>
                <a:gd name="connsiteY124" fmla="*/ 1283494 h 1890712"/>
                <a:gd name="connsiteX125" fmla="*/ 1754982 w 2543175"/>
                <a:gd name="connsiteY125" fmla="*/ 1290637 h 1890712"/>
                <a:gd name="connsiteX126" fmla="*/ 1766888 w 2543175"/>
                <a:gd name="connsiteY126" fmla="*/ 1300162 h 1890712"/>
                <a:gd name="connsiteX127" fmla="*/ 1783557 w 2543175"/>
                <a:gd name="connsiteY127" fmla="*/ 1307306 h 1890712"/>
                <a:gd name="connsiteX128" fmla="*/ 1790700 w 2543175"/>
                <a:gd name="connsiteY128" fmla="*/ 1312069 h 1890712"/>
                <a:gd name="connsiteX129" fmla="*/ 1800225 w 2543175"/>
                <a:gd name="connsiteY129" fmla="*/ 1319212 h 1890712"/>
                <a:gd name="connsiteX130" fmla="*/ 1807369 w 2543175"/>
                <a:gd name="connsiteY130" fmla="*/ 1321594 h 1890712"/>
                <a:gd name="connsiteX131" fmla="*/ 1824038 w 2543175"/>
                <a:gd name="connsiteY131" fmla="*/ 1333500 h 1890712"/>
                <a:gd name="connsiteX132" fmla="*/ 1843088 w 2543175"/>
                <a:gd name="connsiteY132" fmla="*/ 1352550 h 1890712"/>
                <a:gd name="connsiteX133" fmla="*/ 1852613 w 2543175"/>
                <a:gd name="connsiteY133" fmla="*/ 1359694 h 1890712"/>
                <a:gd name="connsiteX134" fmla="*/ 1859757 w 2543175"/>
                <a:gd name="connsiteY134" fmla="*/ 1366837 h 1890712"/>
                <a:gd name="connsiteX135" fmla="*/ 1869282 w 2543175"/>
                <a:gd name="connsiteY135" fmla="*/ 1371600 h 1890712"/>
                <a:gd name="connsiteX136" fmla="*/ 1883569 w 2543175"/>
                <a:gd name="connsiteY136" fmla="*/ 1388269 h 1890712"/>
                <a:gd name="connsiteX137" fmla="*/ 1893094 w 2543175"/>
                <a:gd name="connsiteY137" fmla="*/ 1395412 h 1890712"/>
                <a:gd name="connsiteX138" fmla="*/ 1902619 w 2543175"/>
                <a:gd name="connsiteY138" fmla="*/ 1404937 h 1890712"/>
                <a:gd name="connsiteX139" fmla="*/ 1912144 w 2543175"/>
                <a:gd name="connsiteY139" fmla="*/ 1409700 h 1890712"/>
                <a:gd name="connsiteX140" fmla="*/ 1931194 w 2543175"/>
                <a:gd name="connsiteY140" fmla="*/ 1421606 h 1890712"/>
                <a:gd name="connsiteX141" fmla="*/ 1935957 w 2543175"/>
                <a:gd name="connsiteY141" fmla="*/ 1428750 h 1890712"/>
                <a:gd name="connsiteX142" fmla="*/ 1952625 w 2543175"/>
                <a:gd name="connsiteY142" fmla="*/ 1438275 h 1890712"/>
                <a:gd name="connsiteX143" fmla="*/ 1971675 w 2543175"/>
                <a:gd name="connsiteY143" fmla="*/ 1450181 h 1890712"/>
                <a:gd name="connsiteX144" fmla="*/ 1981200 w 2543175"/>
                <a:gd name="connsiteY144" fmla="*/ 1454944 h 1890712"/>
                <a:gd name="connsiteX145" fmla="*/ 1997869 w 2543175"/>
                <a:gd name="connsiteY145" fmla="*/ 1471612 h 1890712"/>
                <a:gd name="connsiteX146" fmla="*/ 2007394 w 2543175"/>
                <a:gd name="connsiteY146" fmla="*/ 1478756 h 1890712"/>
                <a:gd name="connsiteX147" fmla="*/ 2016919 w 2543175"/>
                <a:gd name="connsiteY147" fmla="*/ 1483519 h 1890712"/>
                <a:gd name="connsiteX148" fmla="*/ 2024063 w 2543175"/>
                <a:gd name="connsiteY148" fmla="*/ 1490662 h 1890712"/>
                <a:gd name="connsiteX149" fmla="*/ 2033588 w 2543175"/>
                <a:gd name="connsiteY149" fmla="*/ 1495425 h 1890712"/>
                <a:gd name="connsiteX150" fmla="*/ 2040732 w 2543175"/>
                <a:gd name="connsiteY150" fmla="*/ 1502569 h 1890712"/>
                <a:gd name="connsiteX151" fmla="*/ 2047875 w 2543175"/>
                <a:gd name="connsiteY151" fmla="*/ 1507331 h 1890712"/>
                <a:gd name="connsiteX152" fmla="*/ 2057400 w 2543175"/>
                <a:gd name="connsiteY152" fmla="*/ 1514475 h 1890712"/>
                <a:gd name="connsiteX153" fmla="*/ 2064544 w 2543175"/>
                <a:gd name="connsiteY153" fmla="*/ 1519237 h 1890712"/>
                <a:gd name="connsiteX154" fmla="*/ 2071688 w 2543175"/>
                <a:gd name="connsiteY154" fmla="*/ 1526381 h 1890712"/>
                <a:gd name="connsiteX155" fmla="*/ 2081213 w 2543175"/>
                <a:gd name="connsiteY155" fmla="*/ 1531144 h 1890712"/>
                <a:gd name="connsiteX156" fmla="*/ 2090738 w 2543175"/>
                <a:gd name="connsiteY156" fmla="*/ 1538287 h 1890712"/>
                <a:gd name="connsiteX157" fmla="*/ 2109788 w 2543175"/>
                <a:gd name="connsiteY157" fmla="*/ 1547812 h 1890712"/>
                <a:gd name="connsiteX158" fmla="*/ 2131219 w 2543175"/>
                <a:gd name="connsiteY158" fmla="*/ 1562100 h 1890712"/>
                <a:gd name="connsiteX159" fmla="*/ 2140744 w 2543175"/>
                <a:gd name="connsiteY159" fmla="*/ 1566862 h 1890712"/>
                <a:gd name="connsiteX160" fmla="*/ 2152650 w 2543175"/>
                <a:gd name="connsiteY160" fmla="*/ 1576387 h 1890712"/>
                <a:gd name="connsiteX161" fmla="*/ 2181225 w 2543175"/>
                <a:gd name="connsiteY161" fmla="*/ 1590675 h 1890712"/>
                <a:gd name="connsiteX162" fmla="*/ 2200275 w 2543175"/>
                <a:gd name="connsiteY162" fmla="*/ 1607344 h 1890712"/>
                <a:gd name="connsiteX163" fmla="*/ 2207419 w 2543175"/>
                <a:gd name="connsiteY163" fmla="*/ 1612106 h 1890712"/>
                <a:gd name="connsiteX164" fmla="*/ 2216944 w 2543175"/>
                <a:gd name="connsiteY164" fmla="*/ 1619250 h 1890712"/>
                <a:gd name="connsiteX165" fmla="*/ 2224088 w 2543175"/>
                <a:gd name="connsiteY165" fmla="*/ 1624012 h 1890712"/>
                <a:gd name="connsiteX166" fmla="*/ 2247900 w 2543175"/>
                <a:gd name="connsiteY166" fmla="*/ 1643062 h 1890712"/>
                <a:gd name="connsiteX167" fmla="*/ 2255044 w 2543175"/>
                <a:gd name="connsiteY167" fmla="*/ 1650206 h 1890712"/>
                <a:gd name="connsiteX168" fmla="*/ 2281238 w 2543175"/>
                <a:gd name="connsiteY168" fmla="*/ 1664494 h 1890712"/>
                <a:gd name="connsiteX169" fmla="*/ 2297907 w 2543175"/>
                <a:gd name="connsiteY169" fmla="*/ 1674019 h 1890712"/>
                <a:gd name="connsiteX170" fmla="*/ 2312194 w 2543175"/>
                <a:gd name="connsiteY170" fmla="*/ 1685925 h 1890712"/>
                <a:gd name="connsiteX171" fmla="*/ 2328863 w 2543175"/>
                <a:gd name="connsiteY171" fmla="*/ 1697831 h 1890712"/>
                <a:gd name="connsiteX172" fmla="*/ 2350294 w 2543175"/>
                <a:gd name="connsiteY172" fmla="*/ 1712119 h 1890712"/>
                <a:gd name="connsiteX173" fmla="*/ 2369344 w 2543175"/>
                <a:gd name="connsiteY173" fmla="*/ 1724025 h 1890712"/>
                <a:gd name="connsiteX174" fmla="*/ 2428876 w 2543175"/>
                <a:gd name="connsiteY174" fmla="*/ 1785938 h 1890712"/>
                <a:gd name="connsiteX175" fmla="*/ 2466975 w 2543175"/>
                <a:gd name="connsiteY175" fmla="*/ 1783556 h 1890712"/>
                <a:gd name="connsiteX176" fmla="*/ 2481263 w 2543175"/>
                <a:gd name="connsiteY176" fmla="*/ 1795462 h 1890712"/>
                <a:gd name="connsiteX177" fmla="*/ 2486025 w 2543175"/>
                <a:gd name="connsiteY177" fmla="*/ 1802606 h 1890712"/>
                <a:gd name="connsiteX178" fmla="*/ 2514600 w 2543175"/>
                <a:gd name="connsiteY178" fmla="*/ 1850231 h 1890712"/>
                <a:gd name="connsiteX179" fmla="*/ 2519363 w 2543175"/>
                <a:gd name="connsiteY179" fmla="*/ 1857375 h 1890712"/>
                <a:gd name="connsiteX180" fmla="*/ 2540794 w 2543175"/>
                <a:gd name="connsiteY180" fmla="*/ 1883569 h 1890712"/>
                <a:gd name="connsiteX181" fmla="*/ 2543175 w 2543175"/>
                <a:gd name="connsiteY181" fmla="*/ 1890712 h 1890712"/>
                <a:gd name="connsiteX0" fmla="*/ 0 w 2543175"/>
                <a:gd name="connsiteY0" fmla="*/ 0 h 1890712"/>
                <a:gd name="connsiteX1" fmla="*/ 11907 w 2543175"/>
                <a:gd name="connsiteY1" fmla="*/ 11906 h 1890712"/>
                <a:gd name="connsiteX2" fmla="*/ 21432 w 2543175"/>
                <a:gd name="connsiteY2" fmla="*/ 16669 h 1890712"/>
                <a:gd name="connsiteX3" fmla="*/ 23813 w 2543175"/>
                <a:gd name="connsiteY3" fmla="*/ 23812 h 1890712"/>
                <a:gd name="connsiteX4" fmla="*/ 33338 w 2543175"/>
                <a:gd name="connsiteY4" fmla="*/ 33337 h 1890712"/>
                <a:gd name="connsiteX5" fmla="*/ 40482 w 2543175"/>
                <a:gd name="connsiteY5" fmla="*/ 42862 h 1890712"/>
                <a:gd name="connsiteX6" fmla="*/ 47625 w 2543175"/>
                <a:gd name="connsiteY6" fmla="*/ 47625 h 1890712"/>
                <a:gd name="connsiteX7" fmla="*/ 57150 w 2543175"/>
                <a:gd name="connsiteY7" fmla="*/ 54769 h 1890712"/>
                <a:gd name="connsiteX8" fmla="*/ 64294 w 2543175"/>
                <a:gd name="connsiteY8" fmla="*/ 59531 h 1890712"/>
                <a:gd name="connsiteX9" fmla="*/ 83344 w 2543175"/>
                <a:gd name="connsiteY9" fmla="*/ 73819 h 1890712"/>
                <a:gd name="connsiteX10" fmla="*/ 97632 w 2543175"/>
                <a:gd name="connsiteY10" fmla="*/ 80962 h 1890712"/>
                <a:gd name="connsiteX11" fmla="*/ 104775 w 2543175"/>
                <a:gd name="connsiteY11" fmla="*/ 85725 h 1890712"/>
                <a:gd name="connsiteX12" fmla="*/ 114300 w 2543175"/>
                <a:gd name="connsiteY12" fmla="*/ 95250 h 1890712"/>
                <a:gd name="connsiteX13" fmla="*/ 123825 w 2543175"/>
                <a:gd name="connsiteY13" fmla="*/ 97631 h 1890712"/>
                <a:gd name="connsiteX14" fmla="*/ 130969 w 2543175"/>
                <a:gd name="connsiteY14" fmla="*/ 104775 h 1890712"/>
                <a:gd name="connsiteX15" fmla="*/ 140494 w 2543175"/>
                <a:gd name="connsiteY15" fmla="*/ 111919 h 1890712"/>
                <a:gd name="connsiteX16" fmla="*/ 147638 w 2543175"/>
                <a:gd name="connsiteY16" fmla="*/ 116681 h 1890712"/>
                <a:gd name="connsiteX17" fmla="*/ 164307 w 2543175"/>
                <a:gd name="connsiteY17" fmla="*/ 128587 h 1890712"/>
                <a:gd name="connsiteX18" fmla="*/ 180975 w 2543175"/>
                <a:gd name="connsiteY18" fmla="*/ 140494 h 1890712"/>
                <a:gd name="connsiteX19" fmla="*/ 197644 w 2543175"/>
                <a:gd name="connsiteY19" fmla="*/ 152400 h 1890712"/>
                <a:gd name="connsiteX20" fmla="*/ 204788 w 2543175"/>
                <a:gd name="connsiteY20" fmla="*/ 157162 h 1890712"/>
                <a:gd name="connsiteX21" fmla="*/ 214313 w 2543175"/>
                <a:gd name="connsiteY21" fmla="*/ 164306 h 1890712"/>
                <a:gd name="connsiteX22" fmla="*/ 230982 w 2543175"/>
                <a:gd name="connsiteY22" fmla="*/ 180975 h 1890712"/>
                <a:gd name="connsiteX23" fmla="*/ 247650 w 2543175"/>
                <a:gd name="connsiteY23" fmla="*/ 185737 h 1890712"/>
                <a:gd name="connsiteX24" fmla="*/ 259557 w 2543175"/>
                <a:gd name="connsiteY24" fmla="*/ 188119 h 1890712"/>
                <a:gd name="connsiteX25" fmla="*/ 266700 w 2543175"/>
                <a:gd name="connsiteY25" fmla="*/ 190500 h 1890712"/>
                <a:gd name="connsiteX26" fmla="*/ 302419 w 2543175"/>
                <a:gd name="connsiteY26" fmla="*/ 204787 h 1890712"/>
                <a:gd name="connsiteX27" fmla="*/ 309563 w 2543175"/>
                <a:gd name="connsiteY27" fmla="*/ 209550 h 1890712"/>
                <a:gd name="connsiteX28" fmla="*/ 319088 w 2543175"/>
                <a:gd name="connsiteY28" fmla="*/ 219075 h 1890712"/>
                <a:gd name="connsiteX29" fmla="*/ 333375 w 2543175"/>
                <a:gd name="connsiteY29" fmla="*/ 228600 h 1890712"/>
                <a:gd name="connsiteX30" fmla="*/ 340519 w 2543175"/>
                <a:gd name="connsiteY30" fmla="*/ 233362 h 1890712"/>
                <a:gd name="connsiteX31" fmla="*/ 354807 w 2543175"/>
                <a:gd name="connsiteY31" fmla="*/ 247650 h 1890712"/>
                <a:gd name="connsiteX32" fmla="*/ 366713 w 2543175"/>
                <a:gd name="connsiteY32" fmla="*/ 264319 h 1890712"/>
                <a:gd name="connsiteX33" fmla="*/ 371475 w 2543175"/>
                <a:gd name="connsiteY33" fmla="*/ 271462 h 1890712"/>
                <a:gd name="connsiteX34" fmla="*/ 378619 w 2543175"/>
                <a:gd name="connsiteY34" fmla="*/ 276225 h 1890712"/>
                <a:gd name="connsiteX35" fmla="*/ 385763 w 2543175"/>
                <a:gd name="connsiteY35" fmla="*/ 283369 h 1890712"/>
                <a:gd name="connsiteX36" fmla="*/ 395288 w 2543175"/>
                <a:gd name="connsiteY36" fmla="*/ 288131 h 1890712"/>
                <a:gd name="connsiteX37" fmla="*/ 404813 w 2543175"/>
                <a:gd name="connsiteY37" fmla="*/ 295275 h 1890712"/>
                <a:gd name="connsiteX38" fmla="*/ 411957 w 2543175"/>
                <a:gd name="connsiteY38" fmla="*/ 297656 h 1890712"/>
                <a:gd name="connsiteX39" fmla="*/ 421482 w 2543175"/>
                <a:gd name="connsiteY39" fmla="*/ 302419 h 1890712"/>
                <a:gd name="connsiteX40" fmla="*/ 447675 w 2543175"/>
                <a:gd name="connsiteY40" fmla="*/ 307181 h 1890712"/>
                <a:gd name="connsiteX41" fmla="*/ 461963 w 2543175"/>
                <a:gd name="connsiteY41" fmla="*/ 321469 h 1890712"/>
                <a:gd name="connsiteX42" fmla="*/ 466725 w 2543175"/>
                <a:gd name="connsiteY42" fmla="*/ 328612 h 1890712"/>
                <a:gd name="connsiteX43" fmla="*/ 476250 w 2543175"/>
                <a:gd name="connsiteY43" fmla="*/ 335756 h 1890712"/>
                <a:gd name="connsiteX44" fmla="*/ 481013 w 2543175"/>
                <a:gd name="connsiteY44" fmla="*/ 342900 h 1890712"/>
                <a:gd name="connsiteX45" fmla="*/ 490538 w 2543175"/>
                <a:gd name="connsiteY45" fmla="*/ 352425 h 1890712"/>
                <a:gd name="connsiteX46" fmla="*/ 495300 w 2543175"/>
                <a:gd name="connsiteY46" fmla="*/ 359569 h 1890712"/>
                <a:gd name="connsiteX47" fmla="*/ 509588 w 2543175"/>
                <a:gd name="connsiteY47" fmla="*/ 376237 h 1890712"/>
                <a:gd name="connsiteX48" fmla="*/ 514350 w 2543175"/>
                <a:gd name="connsiteY48" fmla="*/ 383381 h 1890712"/>
                <a:gd name="connsiteX49" fmla="*/ 531019 w 2543175"/>
                <a:gd name="connsiteY49" fmla="*/ 397669 h 1890712"/>
                <a:gd name="connsiteX50" fmla="*/ 538163 w 2543175"/>
                <a:gd name="connsiteY50" fmla="*/ 407194 h 1890712"/>
                <a:gd name="connsiteX51" fmla="*/ 554832 w 2543175"/>
                <a:gd name="connsiteY51" fmla="*/ 421481 h 1890712"/>
                <a:gd name="connsiteX52" fmla="*/ 564357 w 2543175"/>
                <a:gd name="connsiteY52" fmla="*/ 431006 h 1890712"/>
                <a:gd name="connsiteX53" fmla="*/ 573882 w 2543175"/>
                <a:gd name="connsiteY53" fmla="*/ 438150 h 1890712"/>
                <a:gd name="connsiteX54" fmla="*/ 595313 w 2543175"/>
                <a:gd name="connsiteY54" fmla="*/ 454819 h 1890712"/>
                <a:gd name="connsiteX55" fmla="*/ 602457 w 2543175"/>
                <a:gd name="connsiteY55" fmla="*/ 457200 h 1890712"/>
                <a:gd name="connsiteX56" fmla="*/ 628650 w 2543175"/>
                <a:gd name="connsiteY56" fmla="*/ 469106 h 1890712"/>
                <a:gd name="connsiteX57" fmla="*/ 645319 w 2543175"/>
                <a:gd name="connsiteY57" fmla="*/ 483394 h 1890712"/>
                <a:gd name="connsiteX58" fmla="*/ 654844 w 2543175"/>
                <a:gd name="connsiteY58" fmla="*/ 488156 h 1890712"/>
                <a:gd name="connsiteX59" fmla="*/ 661988 w 2543175"/>
                <a:gd name="connsiteY59" fmla="*/ 497681 h 1890712"/>
                <a:gd name="connsiteX60" fmla="*/ 683419 w 2543175"/>
                <a:gd name="connsiteY60" fmla="*/ 514350 h 1890712"/>
                <a:gd name="connsiteX61" fmla="*/ 700088 w 2543175"/>
                <a:gd name="connsiteY61" fmla="*/ 526256 h 1890712"/>
                <a:gd name="connsiteX62" fmla="*/ 709613 w 2543175"/>
                <a:gd name="connsiteY62" fmla="*/ 535781 h 1890712"/>
                <a:gd name="connsiteX63" fmla="*/ 719138 w 2543175"/>
                <a:gd name="connsiteY63" fmla="*/ 542925 h 1890712"/>
                <a:gd name="connsiteX64" fmla="*/ 733425 w 2543175"/>
                <a:gd name="connsiteY64" fmla="*/ 557212 h 1890712"/>
                <a:gd name="connsiteX65" fmla="*/ 750094 w 2543175"/>
                <a:gd name="connsiteY65" fmla="*/ 569119 h 1890712"/>
                <a:gd name="connsiteX66" fmla="*/ 769144 w 2543175"/>
                <a:gd name="connsiteY66" fmla="*/ 581025 h 1890712"/>
                <a:gd name="connsiteX67" fmla="*/ 785813 w 2543175"/>
                <a:gd name="connsiteY67" fmla="*/ 590550 h 1890712"/>
                <a:gd name="connsiteX68" fmla="*/ 792957 w 2543175"/>
                <a:gd name="connsiteY68" fmla="*/ 600075 h 1890712"/>
                <a:gd name="connsiteX69" fmla="*/ 809625 w 2543175"/>
                <a:gd name="connsiteY69" fmla="*/ 611981 h 1890712"/>
                <a:gd name="connsiteX70" fmla="*/ 816769 w 2543175"/>
                <a:gd name="connsiteY70" fmla="*/ 619125 h 1890712"/>
                <a:gd name="connsiteX71" fmla="*/ 826294 w 2543175"/>
                <a:gd name="connsiteY71" fmla="*/ 626269 h 1890712"/>
                <a:gd name="connsiteX72" fmla="*/ 840582 w 2543175"/>
                <a:gd name="connsiteY72" fmla="*/ 638175 h 1890712"/>
                <a:gd name="connsiteX73" fmla="*/ 847725 w 2543175"/>
                <a:gd name="connsiteY73" fmla="*/ 645319 h 1890712"/>
                <a:gd name="connsiteX74" fmla="*/ 857250 w 2543175"/>
                <a:gd name="connsiteY74" fmla="*/ 652462 h 1890712"/>
                <a:gd name="connsiteX75" fmla="*/ 864394 w 2543175"/>
                <a:gd name="connsiteY75" fmla="*/ 657225 h 1890712"/>
                <a:gd name="connsiteX76" fmla="*/ 888207 w 2543175"/>
                <a:gd name="connsiteY76" fmla="*/ 676275 h 1890712"/>
                <a:gd name="connsiteX77" fmla="*/ 895350 w 2543175"/>
                <a:gd name="connsiteY77" fmla="*/ 681037 h 1890712"/>
                <a:gd name="connsiteX78" fmla="*/ 907257 w 2543175"/>
                <a:gd name="connsiteY78" fmla="*/ 683419 h 1890712"/>
                <a:gd name="connsiteX79" fmla="*/ 928688 w 2543175"/>
                <a:gd name="connsiteY79" fmla="*/ 695325 h 1890712"/>
                <a:gd name="connsiteX80" fmla="*/ 942975 w 2543175"/>
                <a:gd name="connsiteY80" fmla="*/ 700087 h 1890712"/>
                <a:gd name="connsiteX81" fmla="*/ 964407 w 2543175"/>
                <a:gd name="connsiteY81" fmla="*/ 716756 h 1890712"/>
                <a:gd name="connsiteX82" fmla="*/ 971550 w 2543175"/>
                <a:gd name="connsiteY82" fmla="*/ 723900 h 1890712"/>
                <a:gd name="connsiteX83" fmla="*/ 983457 w 2543175"/>
                <a:gd name="connsiteY83" fmla="*/ 733425 h 1890712"/>
                <a:gd name="connsiteX84" fmla="*/ 990600 w 2543175"/>
                <a:gd name="connsiteY84" fmla="*/ 738187 h 1890712"/>
                <a:gd name="connsiteX85" fmla="*/ 1007269 w 2543175"/>
                <a:gd name="connsiteY85" fmla="*/ 752475 h 1890712"/>
                <a:gd name="connsiteX86" fmla="*/ 1031082 w 2543175"/>
                <a:gd name="connsiteY86" fmla="*/ 766762 h 1890712"/>
                <a:gd name="connsiteX87" fmla="*/ 1042988 w 2543175"/>
                <a:gd name="connsiteY87" fmla="*/ 773906 h 1890712"/>
                <a:gd name="connsiteX88" fmla="*/ 1071563 w 2543175"/>
                <a:gd name="connsiteY88" fmla="*/ 785812 h 1890712"/>
                <a:gd name="connsiteX89" fmla="*/ 1097757 w 2543175"/>
                <a:gd name="connsiteY89" fmla="*/ 807244 h 1890712"/>
                <a:gd name="connsiteX90" fmla="*/ 1104900 w 2543175"/>
                <a:gd name="connsiteY90" fmla="*/ 814387 h 1890712"/>
                <a:gd name="connsiteX91" fmla="*/ 1121569 w 2543175"/>
                <a:gd name="connsiteY91" fmla="*/ 823912 h 1890712"/>
                <a:gd name="connsiteX92" fmla="*/ 1138238 w 2543175"/>
                <a:gd name="connsiteY92" fmla="*/ 835819 h 1890712"/>
                <a:gd name="connsiteX93" fmla="*/ 1147763 w 2543175"/>
                <a:gd name="connsiteY93" fmla="*/ 842962 h 1890712"/>
                <a:gd name="connsiteX94" fmla="*/ 1157288 w 2543175"/>
                <a:gd name="connsiteY94" fmla="*/ 847725 h 1890712"/>
                <a:gd name="connsiteX95" fmla="*/ 1178719 w 2543175"/>
                <a:gd name="connsiteY95" fmla="*/ 859631 h 1890712"/>
                <a:gd name="connsiteX96" fmla="*/ 1188244 w 2543175"/>
                <a:gd name="connsiteY96" fmla="*/ 866775 h 1890712"/>
                <a:gd name="connsiteX97" fmla="*/ 1195388 w 2543175"/>
                <a:gd name="connsiteY97" fmla="*/ 871537 h 1890712"/>
                <a:gd name="connsiteX98" fmla="*/ 1212057 w 2543175"/>
                <a:gd name="connsiteY98" fmla="*/ 883444 h 1890712"/>
                <a:gd name="connsiteX99" fmla="*/ 1226344 w 2543175"/>
                <a:gd name="connsiteY99" fmla="*/ 895350 h 1890712"/>
                <a:gd name="connsiteX100" fmla="*/ 1245394 w 2543175"/>
                <a:gd name="connsiteY100" fmla="*/ 907256 h 1890712"/>
                <a:gd name="connsiteX101" fmla="*/ 1254919 w 2543175"/>
                <a:gd name="connsiteY101" fmla="*/ 914400 h 1890712"/>
                <a:gd name="connsiteX102" fmla="*/ 1269207 w 2543175"/>
                <a:gd name="connsiteY102" fmla="*/ 921544 h 1890712"/>
                <a:gd name="connsiteX103" fmla="*/ 1290638 w 2543175"/>
                <a:gd name="connsiteY103" fmla="*/ 935831 h 1890712"/>
                <a:gd name="connsiteX104" fmla="*/ 1307307 w 2543175"/>
                <a:gd name="connsiteY104" fmla="*/ 952500 h 1890712"/>
                <a:gd name="connsiteX105" fmla="*/ 1333500 w 2543175"/>
                <a:gd name="connsiteY105" fmla="*/ 971550 h 1890712"/>
                <a:gd name="connsiteX106" fmla="*/ 1359694 w 2543175"/>
                <a:gd name="connsiteY106" fmla="*/ 990600 h 1890712"/>
                <a:gd name="connsiteX107" fmla="*/ 1373982 w 2543175"/>
                <a:gd name="connsiteY107" fmla="*/ 997744 h 1890712"/>
                <a:gd name="connsiteX108" fmla="*/ 1388269 w 2543175"/>
                <a:gd name="connsiteY108" fmla="*/ 1007269 h 1890712"/>
                <a:gd name="connsiteX109" fmla="*/ 1414463 w 2543175"/>
                <a:gd name="connsiteY109" fmla="*/ 1019175 h 1890712"/>
                <a:gd name="connsiteX110" fmla="*/ 1428750 w 2543175"/>
                <a:gd name="connsiteY110" fmla="*/ 1026319 h 1890712"/>
                <a:gd name="connsiteX111" fmla="*/ 1471613 w 2543175"/>
                <a:gd name="connsiteY111" fmla="*/ 1059656 h 1890712"/>
                <a:gd name="connsiteX112" fmla="*/ 1495425 w 2543175"/>
                <a:gd name="connsiteY112" fmla="*/ 1088231 h 1890712"/>
                <a:gd name="connsiteX113" fmla="*/ 1547812 w 2543175"/>
                <a:gd name="connsiteY113" fmla="*/ 1133475 h 1890712"/>
                <a:gd name="connsiteX114" fmla="*/ 1597819 w 2543175"/>
                <a:gd name="connsiteY114" fmla="*/ 1154906 h 1890712"/>
                <a:gd name="connsiteX115" fmla="*/ 1604963 w 2543175"/>
                <a:gd name="connsiteY115" fmla="*/ 1162050 h 1890712"/>
                <a:gd name="connsiteX116" fmla="*/ 1612107 w 2543175"/>
                <a:gd name="connsiteY116" fmla="*/ 1166812 h 1890712"/>
                <a:gd name="connsiteX117" fmla="*/ 1628775 w 2543175"/>
                <a:gd name="connsiteY117" fmla="*/ 1183481 h 1890712"/>
                <a:gd name="connsiteX118" fmla="*/ 1662113 w 2543175"/>
                <a:gd name="connsiteY118" fmla="*/ 1209675 h 1890712"/>
                <a:gd name="connsiteX119" fmla="*/ 1678782 w 2543175"/>
                <a:gd name="connsiteY119" fmla="*/ 1226344 h 1890712"/>
                <a:gd name="connsiteX120" fmla="*/ 1700213 w 2543175"/>
                <a:gd name="connsiteY120" fmla="*/ 1247775 h 1890712"/>
                <a:gd name="connsiteX121" fmla="*/ 1712119 w 2543175"/>
                <a:gd name="connsiteY121" fmla="*/ 1259681 h 1890712"/>
                <a:gd name="connsiteX122" fmla="*/ 1733550 w 2543175"/>
                <a:gd name="connsiteY122" fmla="*/ 1273969 h 1890712"/>
                <a:gd name="connsiteX123" fmla="*/ 1743075 w 2543175"/>
                <a:gd name="connsiteY123" fmla="*/ 1283494 h 1890712"/>
                <a:gd name="connsiteX124" fmla="*/ 1754982 w 2543175"/>
                <a:gd name="connsiteY124" fmla="*/ 1290637 h 1890712"/>
                <a:gd name="connsiteX125" fmla="*/ 1766888 w 2543175"/>
                <a:gd name="connsiteY125" fmla="*/ 1300162 h 1890712"/>
                <a:gd name="connsiteX126" fmla="*/ 1783557 w 2543175"/>
                <a:gd name="connsiteY126" fmla="*/ 1307306 h 1890712"/>
                <a:gd name="connsiteX127" fmla="*/ 1790700 w 2543175"/>
                <a:gd name="connsiteY127" fmla="*/ 1312069 h 1890712"/>
                <a:gd name="connsiteX128" fmla="*/ 1800225 w 2543175"/>
                <a:gd name="connsiteY128" fmla="*/ 1319212 h 1890712"/>
                <a:gd name="connsiteX129" fmla="*/ 1807369 w 2543175"/>
                <a:gd name="connsiteY129" fmla="*/ 1321594 h 1890712"/>
                <a:gd name="connsiteX130" fmla="*/ 1824038 w 2543175"/>
                <a:gd name="connsiteY130" fmla="*/ 1333500 h 1890712"/>
                <a:gd name="connsiteX131" fmla="*/ 1843088 w 2543175"/>
                <a:gd name="connsiteY131" fmla="*/ 1352550 h 1890712"/>
                <a:gd name="connsiteX132" fmla="*/ 1852613 w 2543175"/>
                <a:gd name="connsiteY132" fmla="*/ 1359694 h 1890712"/>
                <a:gd name="connsiteX133" fmla="*/ 1859757 w 2543175"/>
                <a:gd name="connsiteY133" fmla="*/ 1366837 h 1890712"/>
                <a:gd name="connsiteX134" fmla="*/ 1869282 w 2543175"/>
                <a:gd name="connsiteY134" fmla="*/ 1371600 h 1890712"/>
                <a:gd name="connsiteX135" fmla="*/ 1883569 w 2543175"/>
                <a:gd name="connsiteY135" fmla="*/ 1388269 h 1890712"/>
                <a:gd name="connsiteX136" fmla="*/ 1893094 w 2543175"/>
                <a:gd name="connsiteY136" fmla="*/ 1395412 h 1890712"/>
                <a:gd name="connsiteX137" fmla="*/ 1902619 w 2543175"/>
                <a:gd name="connsiteY137" fmla="*/ 1404937 h 1890712"/>
                <a:gd name="connsiteX138" fmla="*/ 1912144 w 2543175"/>
                <a:gd name="connsiteY138" fmla="*/ 1409700 h 1890712"/>
                <a:gd name="connsiteX139" fmla="*/ 1931194 w 2543175"/>
                <a:gd name="connsiteY139" fmla="*/ 1421606 h 1890712"/>
                <a:gd name="connsiteX140" fmla="*/ 1935957 w 2543175"/>
                <a:gd name="connsiteY140" fmla="*/ 1428750 h 1890712"/>
                <a:gd name="connsiteX141" fmla="*/ 1952625 w 2543175"/>
                <a:gd name="connsiteY141" fmla="*/ 1438275 h 1890712"/>
                <a:gd name="connsiteX142" fmla="*/ 1971675 w 2543175"/>
                <a:gd name="connsiteY142" fmla="*/ 1450181 h 1890712"/>
                <a:gd name="connsiteX143" fmla="*/ 1981200 w 2543175"/>
                <a:gd name="connsiteY143" fmla="*/ 1454944 h 1890712"/>
                <a:gd name="connsiteX144" fmla="*/ 1997869 w 2543175"/>
                <a:gd name="connsiteY144" fmla="*/ 1471612 h 1890712"/>
                <a:gd name="connsiteX145" fmla="*/ 2007394 w 2543175"/>
                <a:gd name="connsiteY145" fmla="*/ 1478756 h 1890712"/>
                <a:gd name="connsiteX146" fmla="*/ 2016919 w 2543175"/>
                <a:gd name="connsiteY146" fmla="*/ 1483519 h 1890712"/>
                <a:gd name="connsiteX147" fmla="*/ 2024063 w 2543175"/>
                <a:gd name="connsiteY147" fmla="*/ 1490662 h 1890712"/>
                <a:gd name="connsiteX148" fmla="*/ 2033588 w 2543175"/>
                <a:gd name="connsiteY148" fmla="*/ 1495425 h 1890712"/>
                <a:gd name="connsiteX149" fmla="*/ 2040732 w 2543175"/>
                <a:gd name="connsiteY149" fmla="*/ 1502569 h 1890712"/>
                <a:gd name="connsiteX150" fmla="*/ 2047875 w 2543175"/>
                <a:gd name="connsiteY150" fmla="*/ 1507331 h 1890712"/>
                <a:gd name="connsiteX151" fmla="*/ 2057400 w 2543175"/>
                <a:gd name="connsiteY151" fmla="*/ 1514475 h 1890712"/>
                <a:gd name="connsiteX152" fmla="*/ 2064544 w 2543175"/>
                <a:gd name="connsiteY152" fmla="*/ 1519237 h 1890712"/>
                <a:gd name="connsiteX153" fmla="*/ 2071688 w 2543175"/>
                <a:gd name="connsiteY153" fmla="*/ 1526381 h 1890712"/>
                <a:gd name="connsiteX154" fmla="*/ 2081213 w 2543175"/>
                <a:gd name="connsiteY154" fmla="*/ 1531144 h 1890712"/>
                <a:gd name="connsiteX155" fmla="*/ 2090738 w 2543175"/>
                <a:gd name="connsiteY155" fmla="*/ 1538287 h 1890712"/>
                <a:gd name="connsiteX156" fmla="*/ 2109788 w 2543175"/>
                <a:gd name="connsiteY156" fmla="*/ 1547812 h 1890712"/>
                <a:gd name="connsiteX157" fmla="*/ 2131219 w 2543175"/>
                <a:gd name="connsiteY157" fmla="*/ 1562100 h 1890712"/>
                <a:gd name="connsiteX158" fmla="*/ 2140744 w 2543175"/>
                <a:gd name="connsiteY158" fmla="*/ 1566862 h 1890712"/>
                <a:gd name="connsiteX159" fmla="*/ 2152650 w 2543175"/>
                <a:gd name="connsiteY159" fmla="*/ 1576387 h 1890712"/>
                <a:gd name="connsiteX160" fmla="*/ 2181225 w 2543175"/>
                <a:gd name="connsiteY160" fmla="*/ 1590675 h 1890712"/>
                <a:gd name="connsiteX161" fmla="*/ 2200275 w 2543175"/>
                <a:gd name="connsiteY161" fmla="*/ 1607344 h 1890712"/>
                <a:gd name="connsiteX162" fmla="*/ 2207419 w 2543175"/>
                <a:gd name="connsiteY162" fmla="*/ 1612106 h 1890712"/>
                <a:gd name="connsiteX163" fmla="*/ 2216944 w 2543175"/>
                <a:gd name="connsiteY163" fmla="*/ 1619250 h 1890712"/>
                <a:gd name="connsiteX164" fmla="*/ 2224088 w 2543175"/>
                <a:gd name="connsiteY164" fmla="*/ 1624012 h 1890712"/>
                <a:gd name="connsiteX165" fmla="*/ 2247900 w 2543175"/>
                <a:gd name="connsiteY165" fmla="*/ 1643062 h 1890712"/>
                <a:gd name="connsiteX166" fmla="*/ 2255044 w 2543175"/>
                <a:gd name="connsiteY166" fmla="*/ 1650206 h 1890712"/>
                <a:gd name="connsiteX167" fmla="*/ 2281238 w 2543175"/>
                <a:gd name="connsiteY167" fmla="*/ 1664494 h 1890712"/>
                <a:gd name="connsiteX168" fmla="*/ 2297907 w 2543175"/>
                <a:gd name="connsiteY168" fmla="*/ 1674019 h 1890712"/>
                <a:gd name="connsiteX169" fmla="*/ 2312194 w 2543175"/>
                <a:gd name="connsiteY169" fmla="*/ 1685925 h 1890712"/>
                <a:gd name="connsiteX170" fmla="*/ 2328863 w 2543175"/>
                <a:gd name="connsiteY170" fmla="*/ 1697831 h 1890712"/>
                <a:gd name="connsiteX171" fmla="*/ 2350294 w 2543175"/>
                <a:gd name="connsiteY171" fmla="*/ 1712119 h 1890712"/>
                <a:gd name="connsiteX172" fmla="*/ 2369344 w 2543175"/>
                <a:gd name="connsiteY172" fmla="*/ 1724025 h 1890712"/>
                <a:gd name="connsiteX173" fmla="*/ 2428876 w 2543175"/>
                <a:gd name="connsiteY173" fmla="*/ 1785938 h 1890712"/>
                <a:gd name="connsiteX174" fmla="*/ 2466975 w 2543175"/>
                <a:gd name="connsiteY174" fmla="*/ 1783556 h 1890712"/>
                <a:gd name="connsiteX175" fmla="*/ 2481263 w 2543175"/>
                <a:gd name="connsiteY175" fmla="*/ 1795462 h 1890712"/>
                <a:gd name="connsiteX176" fmla="*/ 2486025 w 2543175"/>
                <a:gd name="connsiteY176" fmla="*/ 1802606 h 1890712"/>
                <a:gd name="connsiteX177" fmla="*/ 2514600 w 2543175"/>
                <a:gd name="connsiteY177" fmla="*/ 1850231 h 1890712"/>
                <a:gd name="connsiteX178" fmla="*/ 2519363 w 2543175"/>
                <a:gd name="connsiteY178" fmla="*/ 1857375 h 1890712"/>
                <a:gd name="connsiteX179" fmla="*/ 2540794 w 2543175"/>
                <a:gd name="connsiteY179" fmla="*/ 1883569 h 1890712"/>
                <a:gd name="connsiteX180" fmla="*/ 2543175 w 2543175"/>
                <a:gd name="connsiteY180" fmla="*/ 1890712 h 1890712"/>
                <a:gd name="connsiteX0" fmla="*/ 0 w 2543175"/>
                <a:gd name="connsiteY0" fmla="*/ 0 h 1890712"/>
                <a:gd name="connsiteX1" fmla="*/ 11907 w 2543175"/>
                <a:gd name="connsiteY1" fmla="*/ 11906 h 1890712"/>
                <a:gd name="connsiteX2" fmla="*/ 21432 w 2543175"/>
                <a:gd name="connsiteY2" fmla="*/ 16669 h 1890712"/>
                <a:gd name="connsiteX3" fmla="*/ 23813 w 2543175"/>
                <a:gd name="connsiteY3" fmla="*/ 23812 h 1890712"/>
                <a:gd name="connsiteX4" fmla="*/ 33338 w 2543175"/>
                <a:gd name="connsiteY4" fmla="*/ 33337 h 1890712"/>
                <a:gd name="connsiteX5" fmla="*/ 40482 w 2543175"/>
                <a:gd name="connsiteY5" fmla="*/ 42862 h 1890712"/>
                <a:gd name="connsiteX6" fmla="*/ 47625 w 2543175"/>
                <a:gd name="connsiteY6" fmla="*/ 47625 h 1890712"/>
                <a:gd name="connsiteX7" fmla="*/ 57150 w 2543175"/>
                <a:gd name="connsiteY7" fmla="*/ 54769 h 1890712"/>
                <a:gd name="connsiteX8" fmla="*/ 64294 w 2543175"/>
                <a:gd name="connsiteY8" fmla="*/ 59531 h 1890712"/>
                <a:gd name="connsiteX9" fmla="*/ 83344 w 2543175"/>
                <a:gd name="connsiteY9" fmla="*/ 73819 h 1890712"/>
                <a:gd name="connsiteX10" fmla="*/ 97632 w 2543175"/>
                <a:gd name="connsiteY10" fmla="*/ 80962 h 1890712"/>
                <a:gd name="connsiteX11" fmla="*/ 104775 w 2543175"/>
                <a:gd name="connsiteY11" fmla="*/ 85725 h 1890712"/>
                <a:gd name="connsiteX12" fmla="*/ 114300 w 2543175"/>
                <a:gd name="connsiteY12" fmla="*/ 95250 h 1890712"/>
                <a:gd name="connsiteX13" fmla="*/ 123825 w 2543175"/>
                <a:gd name="connsiteY13" fmla="*/ 97631 h 1890712"/>
                <a:gd name="connsiteX14" fmla="*/ 130969 w 2543175"/>
                <a:gd name="connsiteY14" fmla="*/ 104775 h 1890712"/>
                <a:gd name="connsiteX15" fmla="*/ 140494 w 2543175"/>
                <a:gd name="connsiteY15" fmla="*/ 111919 h 1890712"/>
                <a:gd name="connsiteX16" fmla="*/ 147638 w 2543175"/>
                <a:gd name="connsiteY16" fmla="*/ 116681 h 1890712"/>
                <a:gd name="connsiteX17" fmla="*/ 164307 w 2543175"/>
                <a:gd name="connsiteY17" fmla="*/ 128587 h 1890712"/>
                <a:gd name="connsiteX18" fmla="*/ 180975 w 2543175"/>
                <a:gd name="connsiteY18" fmla="*/ 140494 h 1890712"/>
                <a:gd name="connsiteX19" fmla="*/ 197644 w 2543175"/>
                <a:gd name="connsiteY19" fmla="*/ 152400 h 1890712"/>
                <a:gd name="connsiteX20" fmla="*/ 204788 w 2543175"/>
                <a:gd name="connsiteY20" fmla="*/ 157162 h 1890712"/>
                <a:gd name="connsiteX21" fmla="*/ 214313 w 2543175"/>
                <a:gd name="connsiteY21" fmla="*/ 164306 h 1890712"/>
                <a:gd name="connsiteX22" fmla="*/ 230982 w 2543175"/>
                <a:gd name="connsiteY22" fmla="*/ 180975 h 1890712"/>
                <a:gd name="connsiteX23" fmla="*/ 247650 w 2543175"/>
                <a:gd name="connsiteY23" fmla="*/ 185737 h 1890712"/>
                <a:gd name="connsiteX24" fmla="*/ 259557 w 2543175"/>
                <a:gd name="connsiteY24" fmla="*/ 188119 h 1890712"/>
                <a:gd name="connsiteX25" fmla="*/ 266700 w 2543175"/>
                <a:gd name="connsiteY25" fmla="*/ 190500 h 1890712"/>
                <a:gd name="connsiteX26" fmla="*/ 302419 w 2543175"/>
                <a:gd name="connsiteY26" fmla="*/ 204787 h 1890712"/>
                <a:gd name="connsiteX27" fmla="*/ 309563 w 2543175"/>
                <a:gd name="connsiteY27" fmla="*/ 209550 h 1890712"/>
                <a:gd name="connsiteX28" fmla="*/ 333375 w 2543175"/>
                <a:gd name="connsiteY28" fmla="*/ 228600 h 1890712"/>
                <a:gd name="connsiteX29" fmla="*/ 340519 w 2543175"/>
                <a:gd name="connsiteY29" fmla="*/ 233362 h 1890712"/>
                <a:gd name="connsiteX30" fmla="*/ 354807 w 2543175"/>
                <a:gd name="connsiteY30" fmla="*/ 247650 h 1890712"/>
                <a:gd name="connsiteX31" fmla="*/ 366713 w 2543175"/>
                <a:gd name="connsiteY31" fmla="*/ 264319 h 1890712"/>
                <a:gd name="connsiteX32" fmla="*/ 371475 w 2543175"/>
                <a:gd name="connsiteY32" fmla="*/ 271462 h 1890712"/>
                <a:gd name="connsiteX33" fmla="*/ 378619 w 2543175"/>
                <a:gd name="connsiteY33" fmla="*/ 276225 h 1890712"/>
                <a:gd name="connsiteX34" fmla="*/ 385763 w 2543175"/>
                <a:gd name="connsiteY34" fmla="*/ 283369 h 1890712"/>
                <a:gd name="connsiteX35" fmla="*/ 395288 w 2543175"/>
                <a:gd name="connsiteY35" fmla="*/ 288131 h 1890712"/>
                <a:gd name="connsiteX36" fmla="*/ 404813 w 2543175"/>
                <a:gd name="connsiteY36" fmla="*/ 295275 h 1890712"/>
                <a:gd name="connsiteX37" fmla="*/ 411957 w 2543175"/>
                <a:gd name="connsiteY37" fmla="*/ 297656 h 1890712"/>
                <a:gd name="connsiteX38" fmla="*/ 421482 w 2543175"/>
                <a:gd name="connsiteY38" fmla="*/ 302419 h 1890712"/>
                <a:gd name="connsiteX39" fmla="*/ 447675 w 2543175"/>
                <a:gd name="connsiteY39" fmla="*/ 307181 h 1890712"/>
                <a:gd name="connsiteX40" fmla="*/ 461963 w 2543175"/>
                <a:gd name="connsiteY40" fmla="*/ 321469 h 1890712"/>
                <a:gd name="connsiteX41" fmla="*/ 466725 w 2543175"/>
                <a:gd name="connsiteY41" fmla="*/ 328612 h 1890712"/>
                <a:gd name="connsiteX42" fmla="*/ 476250 w 2543175"/>
                <a:gd name="connsiteY42" fmla="*/ 335756 h 1890712"/>
                <a:gd name="connsiteX43" fmla="*/ 481013 w 2543175"/>
                <a:gd name="connsiteY43" fmla="*/ 342900 h 1890712"/>
                <a:gd name="connsiteX44" fmla="*/ 490538 w 2543175"/>
                <a:gd name="connsiteY44" fmla="*/ 352425 h 1890712"/>
                <a:gd name="connsiteX45" fmla="*/ 495300 w 2543175"/>
                <a:gd name="connsiteY45" fmla="*/ 359569 h 1890712"/>
                <a:gd name="connsiteX46" fmla="*/ 509588 w 2543175"/>
                <a:gd name="connsiteY46" fmla="*/ 376237 h 1890712"/>
                <a:gd name="connsiteX47" fmla="*/ 514350 w 2543175"/>
                <a:gd name="connsiteY47" fmla="*/ 383381 h 1890712"/>
                <a:gd name="connsiteX48" fmla="*/ 531019 w 2543175"/>
                <a:gd name="connsiteY48" fmla="*/ 397669 h 1890712"/>
                <a:gd name="connsiteX49" fmla="*/ 538163 w 2543175"/>
                <a:gd name="connsiteY49" fmla="*/ 407194 h 1890712"/>
                <a:gd name="connsiteX50" fmla="*/ 554832 w 2543175"/>
                <a:gd name="connsiteY50" fmla="*/ 421481 h 1890712"/>
                <a:gd name="connsiteX51" fmla="*/ 564357 w 2543175"/>
                <a:gd name="connsiteY51" fmla="*/ 431006 h 1890712"/>
                <a:gd name="connsiteX52" fmla="*/ 573882 w 2543175"/>
                <a:gd name="connsiteY52" fmla="*/ 438150 h 1890712"/>
                <a:gd name="connsiteX53" fmla="*/ 595313 w 2543175"/>
                <a:gd name="connsiteY53" fmla="*/ 454819 h 1890712"/>
                <a:gd name="connsiteX54" fmla="*/ 602457 w 2543175"/>
                <a:gd name="connsiteY54" fmla="*/ 457200 h 1890712"/>
                <a:gd name="connsiteX55" fmla="*/ 628650 w 2543175"/>
                <a:gd name="connsiteY55" fmla="*/ 469106 h 1890712"/>
                <a:gd name="connsiteX56" fmla="*/ 645319 w 2543175"/>
                <a:gd name="connsiteY56" fmla="*/ 483394 h 1890712"/>
                <a:gd name="connsiteX57" fmla="*/ 654844 w 2543175"/>
                <a:gd name="connsiteY57" fmla="*/ 488156 h 1890712"/>
                <a:gd name="connsiteX58" fmla="*/ 661988 w 2543175"/>
                <a:gd name="connsiteY58" fmla="*/ 497681 h 1890712"/>
                <a:gd name="connsiteX59" fmla="*/ 683419 w 2543175"/>
                <a:gd name="connsiteY59" fmla="*/ 514350 h 1890712"/>
                <a:gd name="connsiteX60" fmla="*/ 700088 w 2543175"/>
                <a:gd name="connsiteY60" fmla="*/ 526256 h 1890712"/>
                <a:gd name="connsiteX61" fmla="*/ 709613 w 2543175"/>
                <a:gd name="connsiteY61" fmla="*/ 535781 h 1890712"/>
                <a:gd name="connsiteX62" fmla="*/ 719138 w 2543175"/>
                <a:gd name="connsiteY62" fmla="*/ 542925 h 1890712"/>
                <a:gd name="connsiteX63" fmla="*/ 733425 w 2543175"/>
                <a:gd name="connsiteY63" fmla="*/ 557212 h 1890712"/>
                <a:gd name="connsiteX64" fmla="*/ 750094 w 2543175"/>
                <a:gd name="connsiteY64" fmla="*/ 569119 h 1890712"/>
                <a:gd name="connsiteX65" fmla="*/ 769144 w 2543175"/>
                <a:gd name="connsiteY65" fmla="*/ 581025 h 1890712"/>
                <a:gd name="connsiteX66" fmla="*/ 785813 w 2543175"/>
                <a:gd name="connsiteY66" fmla="*/ 590550 h 1890712"/>
                <a:gd name="connsiteX67" fmla="*/ 792957 w 2543175"/>
                <a:gd name="connsiteY67" fmla="*/ 600075 h 1890712"/>
                <a:gd name="connsiteX68" fmla="*/ 809625 w 2543175"/>
                <a:gd name="connsiteY68" fmla="*/ 611981 h 1890712"/>
                <a:gd name="connsiteX69" fmla="*/ 816769 w 2543175"/>
                <a:gd name="connsiteY69" fmla="*/ 619125 h 1890712"/>
                <a:gd name="connsiteX70" fmla="*/ 826294 w 2543175"/>
                <a:gd name="connsiteY70" fmla="*/ 626269 h 1890712"/>
                <a:gd name="connsiteX71" fmla="*/ 840582 w 2543175"/>
                <a:gd name="connsiteY71" fmla="*/ 638175 h 1890712"/>
                <a:gd name="connsiteX72" fmla="*/ 847725 w 2543175"/>
                <a:gd name="connsiteY72" fmla="*/ 645319 h 1890712"/>
                <a:gd name="connsiteX73" fmla="*/ 857250 w 2543175"/>
                <a:gd name="connsiteY73" fmla="*/ 652462 h 1890712"/>
                <a:gd name="connsiteX74" fmla="*/ 864394 w 2543175"/>
                <a:gd name="connsiteY74" fmla="*/ 657225 h 1890712"/>
                <a:gd name="connsiteX75" fmla="*/ 888207 w 2543175"/>
                <a:gd name="connsiteY75" fmla="*/ 676275 h 1890712"/>
                <a:gd name="connsiteX76" fmla="*/ 895350 w 2543175"/>
                <a:gd name="connsiteY76" fmla="*/ 681037 h 1890712"/>
                <a:gd name="connsiteX77" fmla="*/ 907257 w 2543175"/>
                <a:gd name="connsiteY77" fmla="*/ 683419 h 1890712"/>
                <a:gd name="connsiteX78" fmla="*/ 928688 w 2543175"/>
                <a:gd name="connsiteY78" fmla="*/ 695325 h 1890712"/>
                <a:gd name="connsiteX79" fmla="*/ 942975 w 2543175"/>
                <a:gd name="connsiteY79" fmla="*/ 700087 h 1890712"/>
                <a:gd name="connsiteX80" fmla="*/ 964407 w 2543175"/>
                <a:gd name="connsiteY80" fmla="*/ 716756 h 1890712"/>
                <a:gd name="connsiteX81" fmla="*/ 971550 w 2543175"/>
                <a:gd name="connsiteY81" fmla="*/ 723900 h 1890712"/>
                <a:gd name="connsiteX82" fmla="*/ 983457 w 2543175"/>
                <a:gd name="connsiteY82" fmla="*/ 733425 h 1890712"/>
                <a:gd name="connsiteX83" fmla="*/ 990600 w 2543175"/>
                <a:gd name="connsiteY83" fmla="*/ 738187 h 1890712"/>
                <a:gd name="connsiteX84" fmla="*/ 1007269 w 2543175"/>
                <a:gd name="connsiteY84" fmla="*/ 752475 h 1890712"/>
                <a:gd name="connsiteX85" fmla="*/ 1031082 w 2543175"/>
                <a:gd name="connsiteY85" fmla="*/ 766762 h 1890712"/>
                <a:gd name="connsiteX86" fmla="*/ 1042988 w 2543175"/>
                <a:gd name="connsiteY86" fmla="*/ 773906 h 1890712"/>
                <a:gd name="connsiteX87" fmla="*/ 1071563 w 2543175"/>
                <a:gd name="connsiteY87" fmla="*/ 785812 h 1890712"/>
                <a:gd name="connsiteX88" fmla="*/ 1097757 w 2543175"/>
                <a:gd name="connsiteY88" fmla="*/ 807244 h 1890712"/>
                <a:gd name="connsiteX89" fmla="*/ 1104900 w 2543175"/>
                <a:gd name="connsiteY89" fmla="*/ 814387 h 1890712"/>
                <a:gd name="connsiteX90" fmla="*/ 1121569 w 2543175"/>
                <a:gd name="connsiteY90" fmla="*/ 823912 h 1890712"/>
                <a:gd name="connsiteX91" fmla="*/ 1138238 w 2543175"/>
                <a:gd name="connsiteY91" fmla="*/ 835819 h 1890712"/>
                <a:gd name="connsiteX92" fmla="*/ 1147763 w 2543175"/>
                <a:gd name="connsiteY92" fmla="*/ 842962 h 1890712"/>
                <a:gd name="connsiteX93" fmla="*/ 1157288 w 2543175"/>
                <a:gd name="connsiteY93" fmla="*/ 847725 h 1890712"/>
                <a:gd name="connsiteX94" fmla="*/ 1178719 w 2543175"/>
                <a:gd name="connsiteY94" fmla="*/ 859631 h 1890712"/>
                <a:gd name="connsiteX95" fmla="*/ 1188244 w 2543175"/>
                <a:gd name="connsiteY95" fmla="*/ 866775 h 1890712"/>
                <a:gd name="connsiteX96" fmla="*/ 1195388 w 2543175"/>
                <a:gd name="connsiteY96" fmla="*/ 871537 h 1890712"/>
                <a:gd name="connsiteX97" fmla="*/ 1212057 w 2543175"/>
                <a:gd name="connsiteY97" fmla="*/ 883444 h 1890712"/>
                <a:gd name="connsiteX98" fmla="*/ 1226344 w 2543175"/>
                <a:gd name="connsiteY98" fmla="*/ 895350 h 1890712"/>
                <a:gd name="connsiteX99" fmla="*/ 1245394 w 2543175"/>
                <a:gd name="connsiteY99" fmla="*/ 907256 h 1890712"/>
                <a:gd name="connsiteX100" fmla="*/ 1254919 w 2543175"/>
                <a:gd name="connsiteY100" fmla="*/ 914400 h 1890712"/>
                <a:gd name="connsiteX101" fmla="*/ 1269207 w 2543175"/>
                <a:gd name="connsiteY101" fmla="*/ 921544 h 1890712"/>
                <a:gd name="connsiteX102" fmla="*/ 1290638 w 2543175"/>
                <a:gd name="connsiteY102" fmla="*/ 935831 h 1890712"/>
                <a:gd name="connsiteX103" fmla="*/ 1307307 w 2543175"/>
                <a:gd name="connsiteY103" fmla="*/ 952500 h 1890712"/>
                <a:gd name="connsiteX104" fmla="*/ 1333500 w 2543175"/>
                <a:gd name="connsiteY104" fmla="*/ 971550 h 1890712"/>
                <a:gd name="connsiteX105" fmla="*/ 1359694 w 2543175"/>
                <a:gd name="connsiteY105" fmla="*/ 990600 h 1890712"/>
                <a:gd name="connsiteX106" fmla="*/ 1373982 w 2543175"/>
                <a:gd name="connsiteY106" fmla="*/ 997744 h 1890712"/>
                <a:gd name="connsiteX107" fmla="*/ 1388269 w 2543175"/>
                <a:gd name="connsiteY107" fmla="*/ 1007269 h 1890712"/>
                <a:gd name="connsiteX108" fmla="*/ 1414463 w 2543175"/>
                <a:gd name="connsiteY108" fmla="*/ 1019175 h 1890712"/>
                <a:gd name="connsiteX109" fmla="*/ 1428750 w 2543175"/>
                <a:gd name="connsiteY109" fmla="*/ 1026319 h 1890712"/>
                <a:gd name="connsiteX110" fmla="*/ 1471613 w 2543175"/>
                <a:gd name="connsiteY110" fmla="*/ 1059656 h 1890712"/>
                <a:gd name="connsiteX111" fmla="*/ 1495425 w 2543175"/>
                <a:gd name="connsiteY111" fmla="*/ 1088231 h 1890712"/>
                <a:gd name="connsiteX112" fmla="*/ 1547812 w 2543175"/>
                <a:gd name="connsiteY112" fmla="*/ 1133475 h 1890712"/>
                <a:gd name="connsiteX113" fmla="*/ 1597819 w 2543175"/>
                <a:gd name="connsiteY113" fmla="*/ 1154906 h 1890712"/>
                <a:gd name="connsiteX114" fmla="*/ 1604963 w 2543175"/>
                <a:gd name="connsiteY114" fmla="*/ 1162050 h 1890712"/>
                <a:gd name="connsiteX115" fmla="*/ 1612107 w 2543175"/>
                <a:gd name="connsiteY115" fmla="*/ 1166812 h 1890712"/>
                <a:gd name="connsiteX116" fmla="*/ 1628775 w 2543175"/>
                <a:gd name="connsiteY116" fmla="*/ 1183481 h 1890712"/>
                <a:gd name="connsiteX117" fmla="*/ 1662113 w 2543175"/>
                <a:gd name="connsiteY117" fmla="*/ 1209675 h 1890712"/>
                <a:gd name="connsiteX118" fmla="*/ 1678782 w 2543175"/>
                <a:gd name="connsiteY118" fmla="*/ 1226344 h 1890712"/>
                <a:gd name="connsiteX119" fmla="*/ 1700213 w 2543175"/>
                <a:gd name="connsiteY119" fmla="*/ 1247775 h 1890712"/>
                <a:gd name="connsiteX120" fmla="*/ 1712119 w 2543175"/>
                <a:gd name="connsiteY120" fmla="*/ 1259681 h 1890712"/>
                <a:gd name="connsiteX121" fmla="*/ 1733550 w 2543175"/>
                <a:gd name="connsiteY121" fmla="*/ 1273969 h 1890712"/>
                <a:gd name="connsiteX122" fmla="*/ 1743075 w 2543175"/>
                <a:gd name="connsiteY122" fmla="*/ 1283494 h 1890712"/>
                <a:gd name="connsiteX123" fmla="*/ 1754982 w 2543175"/>
                <a:gd name="connsiteY123" fmla="*/ 1290637 h 1890712"/>
                <a:gd name="connsiteX124" fmla="*/ 1766888 w 2543175"/>
                <a:gd name="connsiteY124" fmla="*/ 1300162 h 1890712"/>
                <a:gd name="connsiteX125" fmla="*/ 1783557 w 2543175"/>
                <a:gd name="connsiteY125" fmla="*/ 1307306 h 1890712"/>
                <a:gd name="connsiteX126" fmla="*/ 1790700 w 2543175"/>
                <a:gd name="connsiteY126" fmla="*/ 1312069 h 1890712"/>
                <a:gd name="connsiteX127" fmla="*/ 1800225 w 2543175"/>
                <a:gd name="connsiteY127" fmla="*/ 1319212 h 1890712"/>
                <a:gd name="connsiteX128" fmla="*/ 1807369 w 2543175"/>
                <a:gd name="connsiteY128" fmla="*/ 1321594 h 1890712"/>
                <a:gd name="connsiteX129" fmla="*/ 1824038 w 2543175"/>
                <a:gd name="connsiteY129" fmla="*/ 1333500 h 1890712"/>
                <a:gd name="connsiteX130" fmla="*/ 1843088 w 2543175"/>
                <a:gd name="connsiteY130" fmla="*/ 1352550 h 1890712"/>
                <a:gd name="connsiteX131" fmla="*/ 1852613 w 2543175"/>
                <a:gd name="connsiteY131" fmla="*/ 1359694 h 1890712"/>
                <a:gd name="connsiteX132" fmla="*/ 1859757 w 2543175"/>
                <a:gd name="connsiteY132" fmla="*/ 1366837 h 1890712"/>
                <a:gd name="connsiteX133" fmla="*/ 1869282 w 2543175"/>
                <a:gd name="connsiteY133" fmla="*/ 1371600 h 1890712"/>
                <a:gd name="connsiteX134" fmla="*/ 1883569 w 2543175"/>
                <a:gd name="connsiteY134" fmla="*/ 1388269 h 1890712"/>
                <a:gd name="connsiteX135" fmla="*/ 1893094 w 2543175"/>
                <a:gd name="connsiteY135" fmla="*/ 1395412 h 1890712"/>
                <a:gd name="connsiteX136" fmla="*/ 1902619 w 2543175"/>
                <a:gd name="connsiteY136" fmla="*/ 1404937 h 1890712"/>
                <a:gd name="connsiteX137" fmla="*/ 1912144 w 2543175"/>
                <a:gd name="connsiteY137" fmla="*/ 1409700 h 1890712"/>
                <a:gd name="connsiteX138" fmla="*/ 1931194 w 2543175"/>
                <a:gd name="connsiteY138" fmla="*/ 1421606 h 1890712"/>
                <a:gd name="connsiteX139" fmla="*/ 1935957 w 2543175"/>
                <a:gd name="connsiteY139" fmla="*/ 1428750 h 1890712"/>
                <a:gd name="connsiteX140" fmla="*/ 1952625 w 2543175"/>
                <a:gd name="connsiteY140" fmla="*/ 1438275 h 1890712"/>
                <a:gd name="connsiteX141" fmla="*/ 1971675 w 2543175"/>
                <a:gd name="connsiteY141" fmla="*/ 1450181 h 1890712"/>
                <a:gd name="connsiteX142" fmla="*/ 1981200 w 2543175"/>
                <a:gd name="connsiteY142" fmla="*/ 1454944 h 1890712"/>
                <a:gd name="connsiteX143" fmla="*/ 1997869 w 2543175"/>
                <a:gd name="connsiteY143" fmla="*/ 1471612 h 1890712"/>
                <a:gd name="connsiteX144" fmla="*/ 2007394 w 2543175"/>
                <a:gd name="connsiteY144" fmla="*/ 1478756 h 1890712"/>
                <a:gd name="connsiteX145" fmla="*/ 2016919 w 2543175"/>
                <a:gd name="connsiteY145" fmla="*/ 1483519 h 1890712"/>
                <a:gd name="connsiteX146" fmla="*/ 2024063 w 2543175"/>
                <a:gd name="connsiteY146" fmla="*/ 1490662 h 1890712"/>
                <a:gd name="connsiteX147" fmla="*/ 2033588 w 2543175"/>
                <a:gd name="connsiteY147" fmla="*/ 1495425 h 1890712"/>
                <a:gd name="connsiteX148" fmla="*/ 2040732 w 2543175"/>
                <a:gd name="connsiteY148" fmla="*/ 1502569 h 1890712"/>
                <a:gd name="connsiteX149" fmla="*/ 2047875 w 2543175"/>
                <a:gd name="connsiteY149" fmla="*/ 1507331 h 1890712"/>
                <a:gd name="connsiteX150" fmla="*/ 2057400 w 2543175"/>
                <a:gd name="connsiteY150" fmla="*/ 1514475 h 1890712"/>
                <a:gd name="connsiteX151" fmla="*/ 2064544 w 2543175"/>
                <a:gd name="connsiteY151" fmla="*/ 1519237 h 1890712"/>
                <a:gd name="connsiteX152" fmla="*/ 2071688 w 2543175"/>
                <a:gd name="connsiteY152" fmla="*/ 1526381 h 1890712"/>
                <a:gd name="connsiteX153" fmla="*/ 2081213 w 2543175"/>
                <a:gd name="connsiteY153" fmla="*/ 1531144 h 1890712"/>
                <a:gd name="connsiteX154" fmla="*/ 2090738 w 2543175"/>
                <a:gd name="connsiteY154" fmla="*/ 1538287 h 1890712"/>
                <a:gd name="connsiteX155" fmla="*/ 2109788 w 2543175"/>
                <a:gd name="connsiteY155" fmla="*/ 1547812 h 1890712"/>
                <a:gd name="connsiteX156" fmla="*/ 2131219 w 2543175"/>
                <a:gd name="connsiteY156" fmla="*/ 1562100 h 1890712"/>
                <a:gd name="connsiteX157" fmla="*/ 2140744 w 2543175"/>
                <a:gd name="connsiteY157" fmla="*/ 1566862 h 1890712"/>
                <a:gd name="connsiteX158" fmla="*/ 2152650 w 2543175"/>
                <a:gd name="connsiteY158" fmla="*/ 1576387 h 1890712"/>
                <a:gd name="connsiteX159" fmla="*/ 2181225 w 2543175"/>
                <a:gd name="connsiteY159" fmla="*/ 1590675 h 1890712"/>
                <a:gd name="connsiteX160" fmla="*/ 2200275 w 2543175"/>
                <a:gd name="connsiteY160" fmla="*/ 1607344 h 1890712"/>
                <a:gd name="connsiteX161" fmla="*/ 2207419 w 2543175"/>
                <a:gd name="connsiteY161" fmla="*/ 1612106 h 1890712"/>
                <a:gd name="connsiteX162" fmla="*/ 2216944 w 2543175"/>
                <a:gd name="connsiteY162" fmla="*/ 1619250 h 1890712"/>
                <a:gd name="connsiteX163" fmla="*/ 2224088 w 2543175"/>
                <a:gd name="connsiteY163" fmla="*/ 1624012 h 1890712"/>
                <a:gd name="connsiteX164" fmla="*/ 2247900 w 2543175"/>
                <a:gd name="connsiteY164" fmla="*/ 1643062 h 1890712"/>
                <a:gd name="connsiteX165" fmla="*/ 2255044 w 2543175"/>
                <a:gd name="connsiteY165" fmla="*/ 1650206 h 1890712"/>
                <a:gd name="connsiteX166" fmla="*/ 2281238 w 2543175"/>
                <a:gd name="connsiteY166" fmla="*/ 1664494 h 1890712"/>
                <a:gd name="connsiteX167" fmla="*/ 2297907 w 2543175"/>
                <a:gd name="connsiteY167" fmla="*/ 1674019 h 1890712"/>
                <a:gd name="connsiteX168" fmla="*/ 2312194 w 2543175"/>
                <a:gd name="connsiteY168" fmla="*/ 1685925 h 1890712"/>
                <a:gd name="connsiteX169" fmla="*/ 2328863 w 2543175"/>
                <a:gd name="connsiteY169" fmla="*/ 1697831 h 1890712"/>
                <a:gd name="connsiteX170" fmla="*/ 2350294 w 2543175"/>
                <a:gd name="connsiteY170" fmla="*/ 1712119 h 1890712"/>
                <a:gd name="connsiteX171" fmla="*/ 2369344 w 2543175"/>
                <a:gd name="connsiteY171" fmla="*/ 1724025 h 1890712"/>
                <a:gd name="connsiteX172" fmla="*/ 2428876 w 2543175"/>
                <a:gd name="connsiteY172" fmla="*/ 1785938 h 1890712"/>
                <a:gd name="connsiteX173" fmla="*/ 2466975 w 2543175"/>
                <a:gd name="connsiteY173" fmla="*/ 1783556 h 1890712"/>
                <a:gd name="connsiteX174" fmla="*/ 2481263 w 2543175"/>
                <a:gd name="connsiteY174" fmla="*/ 1795462 h 1890712"/>
                <a:gd name="connsiteX175" fmla="*/ 2486025 w 2543175"/>
                <a:gd name="connsiteY175" fmla="*/ 1802606 h 1890712"/>
                <a:gd name="connsiteX176" fmla="*/ 2514600 w 2543175"/>
                <a:gd name="connsiteY176" fmla="*/ 1850231 h 1890712"/>
                <a:gd name="connsiteX177" fmla="*/ 2519363 w 2543175"/>
                <a:gd name="connsiteY177" fmla="*/ 1857375 h 1890712"/>
                <a:gd name="connsiteX178" fmla="*/ 2540794 w 2543175"/>
                <a:gd name="connsiteY178" fmla="*/ 1883569 h 1890712"/>
                <a:gd name="connsiteX179" fmla="*/ 2543175 w 2543175"/>
                <a:gd name="connsiteY179" fmla="*/ 1890712 h 1890712"/>
                <a:gd name="connsiteX0" fmla="*/ 0 w 2543175"/>
                <a:gd name="connsiteY0" fmla="*/ 0 h 1890712"/>
                <a:gd name="connsiteX1" fmla="*/ 11907 w 2543175"/>
                <a:gd name="connsiteY1" fmla="*/ 11906 h 1890712"/>
                <a:gd name="connsiteX2" fmla="*/ 21432 w 2543175"/>
                <a:gd name="connsiteY2" fmla="*/ 16669 h 1890712"/>
                <a:gd name="connsiteX3" fmla="*/ 23813 w 2543175"/>
                <a:gd name="connsiteY3" fmla="*/ 23812 h 1890712"/>
                <a:gd name="connsiteX4" fmla="*/ 33338 w 2543175"/>
                <a:gd name="connsiteY4" fmla="*/ 33337 h 1890712"/>
                <a:gd name="connsiteX5" fmla="*/ 40482 w 2543175"/>
                <a:gd name="connsiteY5" fmla="*/ 42862 h 1890712"/>
                <a:gd name="connsiteX6" fmla="*/ 47625 w 2543175"/>
                <a:gd name="connsiteY6" fmla="*/ 47625 h 1890712"/>
                <a:gd name="connsiteX7" fmla="*/ 57150 w 2543175"/>
                <a:gd name="connsiteY7" fmla="*/ 54769 h 1890712"/>
                <a:gd name="connsiteX8" fmla="*/ 64294 w 2543175"/>
                <a:gd name="connsiteY8" fmla="*/ 59531 h 1890712"/>
                <a:gd name="connsiteX9" fmla="*/ 83344 w 2543175"/>
                <a:gd name="connsiteY9" fmla="*/ 73819 h 1890712"/>
                <a:gd name="connsiteX10" fmla="*/ 97632 w 2543175"/>
                <a:gd name="connsiteY10" fmla="*/ 80962 h 1890712"/>
                <a:gd name="connsiteX11" fmla="*/ 104775 w 2543175"/>
                <a:gd name="connsiteY11" fmla="*/ 85725 h 1890712"/>
                <a:gd name="connsiteX12" fmla="*/ 114300 w 2543175"/>
                <a:gd name="connsiteY12" fmla="*/ 95250 h 1890712"/>
                <a:gd name="connsiteX13" fmla="*/ 123825 w 2543175"/>
                <a:gd name="connsiteY13" fmla="*/ 97631 h 1890712"/>
                <a:gd name="connsiteX14" fmla="*/ 130969 w 2543175"/>
                <a:gd name="connsiteY14" fmla="*/ 104775 h 1890712"/>
                <a:gd name="connsiteX15" fmla="*/ 140494 w 2543175"/>
                <a:gd name="connsiteY15" fmla="*/ 111919 h 1890712"/>
                <a:gd name="connsiteX16" fmla="*/ 147638 w 2543175"/>
                <a:gd name="connsiteY16" fmla="*/ 116681 h 1890712"/>
                <a:gd name="connsiteX17" fmla="*/ 164307 w 2543175"/>
                <a:gd name="connsiteY17" fmla="*/ 128587 h 1890712"/>
                <a:gd name="connsiteX18" fmla="*/ 180975 w 2543175"/>
                <a:gd name="connsiteY18" fmla="*/ 140494 h 1890712"/>
                <a:gd name="connsiteX19" fmla="*/ 197644 w 2543175"/>
                <a:gd name="connsiteY19" fmla="*/ 152400 h 1890712"/>
                <a:gd name="connsiteX20" fmla="*/ 204788 w 2543175"/>
                <a:gd name="connsiteY20" fmla="*/ 157162 h 1890712"/>
                <a:gd name="connsiteX21" fmla="*/ 214313 w 2543175"/>
                <a:gd name="connsiteY21" fmla="*/ 164306 h 1890712"/>
                <a:gd name="connsiteX22" fmla="*/ 230982 w 2543175"/>
                <a:gd name="connsiteY22" fmla="*/ 180975 h 1890712"/>
                <a:gd name="connsiteX23" fmla="*/ 247650 w 2543175"/>
                <a:gd name="connsiteY23" fmla="*/ 185737 h 1890712"/>
                <a:gd name="connsiteX24" fmla="*/ 259557 w 2543175"/>
                <a:gd name="connsiteY24" fmla="*/ 188119 h 1890712"/>
                <a:gd name="connsiteX25" fmla="*/ 302419 w 2543175"/>
                <a:gd name="connsiteY25" fmla="*/ 204787 h 1890712"/>
                <a:gd name="connsiteX26" fmla="*/ 309563 w 2543175"/>
                <a:gd name="connsiteY26" fmla="*/ 209550 h 1890712"/>
                <a:gd name="connsiteX27" fmla="*/ 333375 w 2543175"/>
                <a:gd name="connsiteY27" fmla="*/ 228600 h 1890712"/>
                <a:gd name="connsiteX28" fmla="*/ 340519 w 2543175"/>
                <a:gd name="connsiteY28" fmla="*/ 233362 h 1890712"/>
                <a:gd name="connsiteX29" fmla="*/ 354807 w 2543175"/>
                <a:gd name="connsiteY29" fmla="*/ 247650 h 1890712"/>
                <a:gd name="connsiteX30" fmla="*/ 366713 w 2543175"/>
                <a:gd name="connsiteY30" fmla="*/ 264319 h 1890712"/>
                <a:gd name="connsiteX31" fmla="*/ 371475 w 2543175"/>
                <a:gd name="connsiteY31" fmla="*/ 271462 h 1890712"/>
                <a:gd name="connsiteX32" fmla="*/ 378619 w 2543175"/>
                <a:gd name="connsiteY32" fmla="*/ 276225 h 1890712"/>
                <a:gd name="connsiteX33" fmla="*/ 385763 w 2543175"/>
                <a:gd name="connsiteY33" fmla="*/ 283369 h 1890712"/>
                <a:gd name="connsiteX34" fmla="*/ 395288 w 2543175"/>
                <a:gd name="connsiteY34" fmla="*/ 288131 h 1890712"/>
                <a:gd name="connsiteX35" fmla="*/ 404813 w 2543175"/>
                <a:gd name="connsiteY35" fmla="*/ 295275 h 1890712"/>
                <a:gd name="connsiteX36" fmla="*/ 411957 w 2543175"/>
                <a:gd name="connsiteY36" fmla="*/ 297656 h 1890712"/>
                <a:gd name="connsiteX37" fmla="*/ 421482 w 2543175"/>
                <a:gd name="connsiteY37" fmla="*/ 302419 h 1890712"/>
                <a:gd name="connsiteX38" fmla="*/ 447675 w 2543175"/>
                <a:gd name="connsiteY38" fmla="*/ 307181 h 1890712"/>
                <a:gd name="connsiteX39" fmla="*/ 461963 w 2543175"/>
                <a:gd name="connsiteY39" fmla="*/ 321469 h 1890712"/>
                <a:gd name="connsiteX40" fmla="*/ 466725 w 2543175"/>
                <a:gd name="connsiteY40" fmla="*/ 328612 h 1890712"/>
                <a:gd name="connsiteX41" fmla="*/ 476250 w 2543175"/>
                <a:gd name="connsiteY41" fmla="*/ 335756 h 1890712"/>
                <a:gd name="connsiteX42" fmla="*/ 481013 w 2543175"/>
                <a:gd name="connsiteY42" fmla="*/ 342900 h 1890712"/>
                <a:gd name="connsiteX43" fmla="*/ 490538 w 2543175"/>
                <a:gd name="connsiteY43" fmla="*/ 352425 h 1890712"/>
                <a:gd name="connsiteX44" fmla="*/ 495300 w 2543175"/>
                <a:gd name="connsiteY44" fmla="*/ 359569 h 1890712"/>
                <a:gd name="connsiteX45" fmla="*/ 509588 w 2543175"/>
                <a:gd name="connsiteY45" fmla="*/ 376237 h 1890712"/>
                <a:gd name="connsiteX46" fmla="*/ 514350 w 2543175"/>
                <a:gd name="connsiteY46" fmla="*/ 383381 h 1890712"/>
                <a:gd name="connsiteX47" fmla="*/ 531019 w 2543175"/>
                <a:gd name="connsiteY47" fmla="*/ 397669 h 1890712"/>
                <a:gd name="connsiteX48" fmla="*/ 538163 w 2543175"/>
                <a:gd name="connsiteY48" fmla="*/ 407194 h 1890712"/>
                <a:gd name="connsiteX49" fmla="*/ 554832 w 2543175"/>
                <a:gd name="connsiteY49" fmla="*/ 421481 h 1890712"/>
                <a:gd name="connsiteX50" fmla="*/ 564357 w 2543175"/>
                <a:gd name="connsiteY50" fmla="*/ 431006 h 1890712"/>
                <a:gd name="connsiteX51" fmla="*/ 573882 w 2543175"/>
                <a:gd name="connsiteY51" fmla="*/ 438150 h 1890712"/>
                <a:gd name="connsiteX52" fmla="*/ 595313 w 2543175"/>
                <a:gd name="connsiteY52" fmla="*/ 454819 h 1890712"/>
                <a:gd name="connsiteX53" fmla="*/ 602457 w 2543175"/>
                <a:gd name="connsiteY53" fmla="*/ 457200 h 1890712"/>
                <a:gd name="connsiteX54" fmla="*/ 628650 w 2543175"/>
                <a:gd name="connsiteY54" fmla="*/ 469106 h 1890712"/>
                <a:gd name="connsiteX55" fmla="*/ 645319 w 2543175"/>
                <a:gd name="connsiteY55" fmla="*/ 483394 h 1890712"/>
                <a:gd name="connsiteX56" fmla="*/ 654844 w 2543175"/>
                <a:gd name="connsiteY56" fmla="*/ 488156 h 1890712"/>
                <a:gd name="connsiteX57" fmla="*/ 661988 w 2543175"/>
                <a:gd name="connsiteY57" fmla="*/ 497681 h 1890712"/>
                <a:gd name="connsiteX58" fmla="*/ 683419 w 2543175"/>
                <a:gd name="connsiteY58" fmla="*/ 514350 h 1890712"/>
                <a:gd name="connsiteX59" fmla="*/ 700088 w 2543175"/>
                <a:gd name="connsiteY59" fmla="*/ 526256 h 1890712"/>
                <a:gd name="connsiteX60" fmla="*/ 709613 w 2543175"/>
                <a:gd name="connsiteY60" fmla="*/ 535781 h 1890712"/>
                <a:gd name="connsiteX61" fmla="*/ 719138 w 2543175"/>
                <a:gd name="connsiteY61" fmla="*/ 542925 h 1890712"/>
                <a:gd name="connsiteX62" fmla="*/ 733425 w 2543175"/>
                <a:gd name="connsiteY62" fmla="*/ 557212 h 1890712"/>
                <a:gd name="connsiteX63" fmla="*/ 750094 w 2543175"/>
                <a:gd name="connsiteY63" fmla="*/ 569119 h 1890712"/>
                <a:gd name="connsiteX64" fmla="*/ 769144 w 2543175"/>
                <a:gd name="connsiteY64" fmla="*/ 581025 h 1890712"/>
                <a:gd name="connsiteX65" fmla="*/ 785813 w 2543175"/>
                <a:gd name="connsiteY65" fmla="*/ 590550 h 1890712"/>
                <a:gd name="connsiteX66" fmla="*/ 792957 w 2543175"/>
                <a:gd name="connsiteY66" fmla="*/ 600075 h 1890712"/>
                <a:gd name="connsiteX67" fmla="*/ 809625 w 2543175"/>
                <a:gd name="connsiteY67" fmla="*/ 611981 h 1890712"/>
                <a:gd name="connsiteX68" fmla="*/ 816769 w 2543175"/>
                <a:gd name="connsiteY68" fmla="*/ 619125 h 1890712"/>
                <a:gd name="connsiteX69" fmla="*/ 826294 w 2543175"/>
                <a:gd name="connsiteY69" fmla="*/ 626269 h 1890712"/>
                <a:gd name="connsiteX70" fmla="*/ 840582 w 2543175"/>
                <a:gd name="connsiteY70" fmla="*/ 638175 h 1890712"/>
                <a:gd name="connsiteX71" fmla="*/ 847725 w 2543175"/>
                <a:gd name="connsiteY71" fmla="*/ 645319 h 1890712"/>
                <a:gd name="connsiteX72" fmla="*/ 857250 w 2543175"/>
                <a:gd name="connsiteY72" fmla="*/ 652462 h 1890712"/>
                <a:gd name="connsiteX73" fmla="*/ 864394 w 2543175"/>
                <a:gd name="connsiteY73" fmla="*/ 657225 h 1890712"/>
                <a:gd name="connsiteX74" fmla="*/ 888207 w 2543175"/>
                <a:gd name="connsiteY74" fmla="*/ 676275 h 1890712"/>
                <a:gd name="connsiteX75" fmla="*/ 895350 w 2543175"/>
                <a:gd name="connsiteY75" fmla="*/ 681037 h 1890712"/>
                <a:gd name="connsiteX76" fmla="*/ 907257 w 2543175"/>
                <a:gd name="connsiteY76" fmla="*/ 683419 h 1890712"/>
                <a:gd name="connsiteX77" fmla="*/ 928688 w 2543175"/>
                <a:gd name="connsiteY77" fmla="*/ 695325 h 1890712"/>
                <a:gd name="connsiteX78" fmla="*/ 942975 w 2543175"/>
                <a:gd name="connsiteY78" fmla="*/ 700087 h 1890712"/>
                <a:gd name="connsiteX79" fmla="*/ 964407 w 2543175"/>
                <a:gd name="connsiteY79" fmla="*/ 716756 h 1890712"/>
                <a:gd name="connsiteX80" fmla="*/ 971550 w 2543175"/>
                <a:gd name="connsiteY80" fmla="*/ 723900 h 1890712"/>
                <a:gd name="connsiteX81" fmla="*/ 983457 w 2543175"/>
                <a:gd name="connsiteY81" fmla="*/ 733425 h 1890712"/>
                <a:gd name="connsiteX82" fmla="*/ 990600 w 2543175"/>
                <a:gd name="connsiteY82" fmla="*/ 738187 h 1890712"/>
                <a:gd name="connsiteX83" fmla="*/ 1007269 w 2543175"/>
                <a:gd name="connsiteY83" fmla="*/ 752475 h 1890712"/>
                <a:gd name="connsiteX84" fmla="*/ 1031082 w 2543175"/>
                <a:gd name="connsiteY84" fmla="*/ 766762 h 1890712"/>
                <a:gd name="connsiteX85" fmla="*/ 1042988 w 2543175"/>
                <a:gd name="connsiteY85" fmla="*/ 773906 h 1890712"/>
                <a:gd name="connsiteX86" fmla="*/ 1071563 w 2543175"/>
                <a:gd name="connsiteY86" fmla="*/ 785812 h 1890712"/>
                <a:gd name="connsiteX87" fmla="*/ 1097757 w 2543175"/>
                <a:gd name="connsiteY87" fmla="*/ 807244 h 1890712"/>
                <a:gd name="connsiteX88" fmla="*/ 1104900 w 2543175"/>
                <a:gd name="connsiteY88" fmla="*/ 814387 h 1890712"/>
                <a:gd name="connsiteX89" fmla="*/ 1121569 w 2543175"/>
                <a:gd name="connsiteY89" fmla="*/ 823912 h 1890712"/>
                <a:gd name="connsiteX90" fmla="*/ 1138238 w 2543175"/>
                <a:gd name="connsiteY90" fmla="*/ 835819 h 1890712"/>
                <a:gd name="connsiteX91" fmla="*/ 1147763 w 2543175"/>
                <a:gd name="connsiteY91" fmla="*/ 842962 h 1890712"/>
                <a:gd name="connsiteX92" fmla="*/ 1157288 w 2543175"/>
                <a:gd name="connsiteY92" fmla="*/ 847725 h 1890712"/>
                <a:gd name="connsiteX93" fmla="*/ 1178719 w 2543175"/>
                <a:gd name="connsiteY93" fmla="*/ 859631 h 1890712"/>
                <a:gd name="connsiteX94" fmla="*/ 1188244 w 2543175"/>
                <a:gd name="connsiteY94" fmla="*/ 866775 h 1890712"/>
                <a:gd name="connsiteX95" fmla="*/ 1195388 w 2543175"/>
                <a:gd name="connsiteY95" fmla="*/ 871537 h 1890712"/>
                <a:gd name="connsiteX96" fmla="*/ 1212057 w 2543175"/>
                <a:gd name="connsiteY96" fmla="*/ 883444 h 1890712"/>
                <a:gd name="connsiteX97" fmla="*/ 1226344 w 2543175"/>
                <a:gd name="connsiteY97" fmla="*/ 895350 h 1890712"/>
                <a:gd name="connsiteX98" fmla="*/ 1245394 w 2543175"/>
                <a:gd name="connsiteY98" fmla="*/ 907256 h 1890712"/>
                <a:gd name="connsiteX99" fmla="*/ 1254919 w 2543175"/>
                <a:gd name="connsiteY99" fmla="*/ 914400 h 1890712"/>
                <a:gd name="connsiteX100" fmla="*/ 1269207 w 2543175"/>
                <a:gd name="connsiteY100" fmla="*/ 921544 h 1890712"/>
                <a:gd name="connsiteX101" fmla="*/ 1290638 w 2543175"/>
                <a:gd name="connsiteY101" fmla="*/ 935831 h 1890712"/>
                <a:gd name="connsiteX102" fmla="*/ 1307307 w 2543175"/>
                <a:gd name="connsiteY102" fmla="*/ 952500 h 1890712"/>
                <a:gd name="connsiteX103" fmla="*/ 1333500 w 2543175"/>
                <a:gd name="connsiteY103" fmla="*/ 971550 h 1890712"/>
                <a:gd name="connsiteX104" fmla="*/ 1359694 w 2543175"/>
                <a:gd name="connsiteY104" fmla="*/ 990600 h 1890712"/>
                <a:gd name="connsiteX105" fmla="*/ 1373982 w 2543175"/>
                <a:gd name="connsiteY105" fmla="*/ 997744 h 1890712"/>
                <a:gd name="connsiteX106" fmla="*/ 1388269 w 2543175"/>
                <a:gd name="connsiteY106" fmla="*/ 1007269 h 1890712"/>
                <a:gd name="connsiteX107" fmla="*/ 1414463 w 2543175"/>
                <a:gd name="connsiteY107" fmla="*/ 1019175 h 1890712"/>
                <a:gd name="connsiteX108" fmla="*/ 1428750 w 2543175"/>
                <a:gd name="connsiteY108" fmla="*/ 1026319 h 1890712"/>
                <a:gd name="connsiteX109" fmla="*/ 1471613 w 2543175"/>
                <a:gd name="connsiteY109" fmla="*/ 1059656 h 1890712"/>
                <a:gd name="connsiteX110" fmla="*/ 1495425 w 2543175"/>
                <a:gd name="connsiteY110" fmla="*/ 1088231 h 1890712"/>
                <a:gd name="connsiteX111" fmla="*/ 1547812 w 2543175"/>
                <a:gd name="connsiteY111" fmla="*/ 1133475 h 1890712"/>
                <a:gd name="connsiteX112" fmla="*/ 1597819 w 2543175"/>
                <a:gd name="connsiteY112" fmla="*/ 1154906 h 1890712"/>
                <a:gd name="connsiteX113" fmla="*/ 1604963 w 2543175"/>
                <a:gd name="connsiteY113" fmla="*/ 1162050 h 1890712"/>
                <a:gd name="connsiteX114" fmla="*/ 1612107 w 2543175"/>
                <a:gd name="connsiteY114" fmla="*/ 1166812 h 1890712"/>
                <a:gd name="connsiteX115" fmla="*/ 1628775 w 2543175"/>
                <a:gd name="connsiteY115" fmla="*/ 1183481 h 1890712"/>
                <a:gd name="connsiteX116" fmla="*/ 1662113 w 2543175"/>
                <a:gd name="connsiteY116" fmla="*/ 1209675 h 1890712"/>
                <a:gd name="connsiteX117" fmla="*/ 1678782 w 2543175"/>
                <a:gd name="connsiteY117" fmla="*/ 1226344 h 1890712"/>
                <a:gd name="connsiteX118" fmla="*/ 1700213 w 2543175"/>
                <a:gd name="connsiteY118" fmla="*/ 1247775 h 1890712"/>
                <a:gd name="connsiteX119" fmla="*/ 1712119 w 2543175"/>
                <a:gd name="connsiteY119" fmla="*/ 1259681 h 1890712"/>
                <a:gd name="connsiteX120" fmla="*/ 1733550 w 2543175"/>
                <a:gd name="connsiteY120" fmla="*/ 1273969 h 1890712"/>
                <a:gd name="connsiteX121" fmla="*/ 1743075 w 2543175"/>
                <a:gd name="connsiteY121" fmla="*/ 1283494 h 1890712"/>
                <a:gd name="connsiteX122" fmla="*/ 1754982 w 2543175"/>
                <a:gd name="connsiteY122" fmla="*/ 1290637 h 1890712"/>
                <a:gd name="connsiteX123" fmla="*/ 1766888 w 2543175"/>
                <a:gd name="connsiteY123" fmla="*/ 1300162 h 1890712"/>
                <a:gd name="connsiteX124" fmla="*/ 1783557 w 2543175"/>
                <a:gd name="connsiteY124" fmla="*/ 1307306 h 1890712"/>
                <a:gd name="connsiteX125" fmla="*/ 1790700 w 2543175"/>
                <a:gd name="connsiteY125" fmla="*/ 1312069 h 1890712"/>
                <a:gd name="connsiteX126" fmla="*/ 1800225 w 2543175"/>
                <a:gd name="connsiteY126" fmla="*/ 1319212 h 1890712"/>
                <a:gd name="connsiteX127" fmla="*/ 1807369 w 2543175"/>
                <a:gd name="connsiteY127" fmla="*/ 1321594 h 1890712"/>
                <a:gd name="connsiteX128" fmla="*/ 1824038 w 2543175"/>
                <a:gd name="connsiteY128" fmla="*/ 1333500 h 1890712"/>
                <a:gd name="connsiteX129" fmla="*/ 1843088 w 2543175"/>
                <a:gd name="connsiteY129" fmla="*/ 1352550 h 1890712"/>
                <a:gd name="connsiteX130" fmla="*/ 1852613 w 2543175"/>
                <a:gd name="connsiteY130" fmla="*/ 1359694 h 1890712"/>
                <a:gd name="connsiteX131" fmla="*/ 1859757 w 2543175"/>
                <a:gd name="connsiteY131" fmla="*/ 1366837 h 1890712"/>
                <a:gd name="connsiteX132" fmla="*/ 1869282 w 2543175"/>
                <a:gd name="connsiteY132" fmla="*/ 1371600 h 1890712"/>
                <a:gd name="connsiteX133" fmla="*/ 1883569 w 2543175"/>
                <a:gd name="connsiteY133" fmla="*/ 1388269 h 1890712"/>
                <a:gd name="connsiteX134" fmla="*/ 1893094 w 2543175"/>
                <a:gd name="connsiteY134" fmla="*/ 1395412 h 1890712"/>
                <a:gd name="connsiteX135" fmla="*/ 1902619 w 2543175"/>
                <a:gd name="connsiteY135" fmla="*/ 1404937 h 1890712"/>
                <a:gd name="connsiteX136" fmla="*/ 1912144 w 2543175"/>
                <a:gd name="connsiteY136" fmla="*/ 1409700 h 1890712"/>
                <a:gd name="connsiteX137" fmla="*/ 1931194 w 2543175"/>
                <a:gd name="connsiteY137" fmla="*/ 1421606 h 1890712"/>
                <a:gd name="connsiteX138" fmla="*/ 1935957 w 2543175"/>
                <a:gd name="connsiteY138" fmla="*/ 1428750 h 1890712"/>
                <a:gd name="connsiteX139" fmla="*/ 1952625 w 2543175"/>
                <a:gd name="connsiteY139" fmla="*/ 1438275 h 1890712"/>
                <a:gd name="connsiteX140" fmla="*/ 1971675 w 2543175"/>
                <a:gd name="connsiteY140" fmla="*/ 1450181 h 1890712"/>
                <a:gd name="connsiteX141" fmla="*/ 1981200 w 2543175"/>
                <a:gd name="connsiteY141" fmla="*/ 1454944 h 1890712"/>
                <a:gd name="connsiteX142" fmla="*/ 1997869 w 2543175"/>
                <a:gd name="connsiteY142" fmla="*/ 1471612 h 1890712"/>
                <a:gd name="connsiteX143" fmla="*/ 2007394 w 2543175"/>
                <a:gd name="connsiteY143" fmla="*/ 1478756 h 1890712"/>
                <a:gd name="connsiteX144" fmla="*/ 2016919 w 2543175"/>
                <a:gd name="connsiteY144" fmla="*/ 1483519 h 1890712"/>
                <a:gd name="connsiteX145" fmla="*/ 2024063 w 2543175"/>
                <a:gd name="connsiteY145" fmla="*/ 1490662 h 1890712"/>
                <a:gd name="connsiteX146" fmla="*/ 2033588 w 2543175"/>
                <a:gd name="connsiteY146" fmla="*/ 1495425 h 1890712"/>
                <a:gd name="connsiteX147" fmla="*/ 2040732 w 2543175"/>
                <a:gd name="connsiteY147" fmla="*/ 1502569 h 1890712"/>
                <a:gd name="connsiteX148" fmla="*/ 2047875 w 2543175"/>
                <a:gd name="connsiteY148" fmla="*/ 1507331 h 1890712"/>
                <a:gd name="connsiteX149" fmla="*/ 2057400 w 2543175"/>
                <a:gd name="connsiteY149" fmla="*/ 1514475 h 1890712"/>
                <a:gd name="connsiteX150" fmla="*/ 2064544 w 2543175"/>
                <a:gd name="connsiteY150" fmla="*/ 1519237 h 1890712"/>
                <a:gd name="connsiteX151" fmla="*/ 2071688 w 2543175"/>
                <a:gd name="connsiteY151" fmla="*/ 1526381 h 1890712"/>
                <a:gd name="connsiteX152" fmla="*/ 2081213 w 2543175"/>
                <a:gd name="connsiteY152" fmla="*/ 1531144 h 1890712"/>
                <a:gd name="connsiteX153" fmla="*/ 2090738 w 2543175"/>
                <a:gd name="connsiteY153" fmla="*/ 1538287 h 1890712"/>
                <a:gd name="connsiteX154" fmla="*/ 2109788 w 2543175"/>
                <a:gd name="connsiteY154" fmla="*/ 1547812 h 1890712"/>
                <a:gd name="connsiteX155" fmla="*/ 2131219 w 2543175"/>
                <a:gd name="connsiteY155" fmla="*/ 1562100 h 1890712"/>
                <a:gd name="connsiteX156" fmla="*/ 2140744 w 2543175"/>
                <a:gd name="connsiteY156" fmla="*/ 1566862 h 1890712"/>
                <a:gd name="connsiteX157" fmla="*/ 2152650 w 2543175"/>
                <a:gd name="connsiteY157" fmla="*/ 1576387 h 1890712"/>
                <a:gd name="connsiteX158" fmla="*/ 2181225 w 2543175"/>
                <a:gd name="connsiteY158" fmla="*/ 1590675 h 1890712"/>
                <a:gd name="connsiteX159" fmla="*/ 2200275 w 2543175"/>
                <a:gd name="connsiteY159" fmla="*/ 1607344 h 1890712"/>
                <a:gd name="connsiteX160" fmla="*/ 2207419 w 2543175"/>
                <a:gd name="connsiteY160" fmla="*/ 1612106 h 1890712"/>
                <a:gd name="connsiteX161" fmla="*/ 2216944 w 2543175"/>
                <a:gd name="connsiteY161" fmla="*/ 1619250 h 1890712"/>
                <a:gd name="connsiteX162" fmla="*/ 2224088 w 2543175"/>
                <a:gd name="connsiteY162" fmla="*/ 1624012 h 1890712"/>
                <a:gd name="connsiteX163" fmla="*/ 2247900 w 2543175"/>
                <a:gd name="connsiteY163" fmla="*/ 1643062 h 1890712"/>
                <a:gd name="connsiteX164" fmla="*/ 2255044 w 2543175"/>
                <a:gd name="connsiteY164" fmla="*/ 1650206 h 1890712"/>
                <a:gd name="connsiteX165" fmla="*/ 2281238 w 2543175"/>
                <a:gd name="connsiteY165" fmla="*/ 1664494 h 1890712"/>
                <a:gd name="connsiteX166" fmla="*/ 2297907 w 2543175"/>
                <a:gd name="connsiteY166" fmla="*/ 1674019 h 1890712"/>
                <a:gd name="connsiteX167" fmla="*/ 2312194 w 2543175"/>
                <a:gd name="connsiteY167" fmla="*/ 1685925 h 1890712"/>
                <a:gd name="connsiteX168" fmla="*/ 2328863 w 2543175"/>
                <a:gd name="connsiteY168" fmla="*/ 1697831 h 1890712"/>
                <a:gd name="connsiteX169" fmla="*/ 2350294 w 2543175"/>
                <a:gd name="connsiteY169" fmla="*/ 1712119 h 1890712"/>
                <a:gd name="connsiteX170" fmla="*/ 2369344 w 2543175"/>
                <a:gd name="connsiteY170" fmla="*/ 1724025 h 1890712"/>
                <a:gd name="connsiteX171" fmla="*/ 2428876 w 2543175"/>
                <a:gd name="connsiteY171" fmla="*/ 1785938 h 1890712"/>
                <a:gd name="connsiteX172" fmla="*/ 2466975 w 2543175"/>
                <a:gd name="connsiteY172" fmla="*/ 1783556 h 1890712"/>
                <a:gd name="connsiteX173" fmla="*/ 2481263 w 2543175"/>
                <a:gd name="connsiteY173" fmla="*/ 1795462 h 1890712"/>
                <a:gd name="connsiteX174" fmla="*/ 2486025 w 2543175"/>
                <a:gd name="connsiteY174" fmla="*/ 1802606 h 1890712"/>
                <a:gd name="connsiteX175" fmla="*/ 2514600 w 2543175"/>
                <a:gd name="connsiteY175" fmla="*/ 1850231 h 1890712"/>
                <a:gd name="connsiteX176" fmla="*/ 2519363 w 2543175"/>
                <a:gd name="connsiteY176" fmla="*/ 1857375 h 1890712"/>
                <a:gd name="connsiteX177" fmla="*/ 2540794 w 2543175"/>
                <a:gd name="connsiteY177" fmla="*/ 1883569 h 1890712"/>
                <a:gd name="connsiteX178" fmla="*/ 2543175 w 2543175"/>
                <a:gd name="connsiteY178" fmla="*/ 1890712 h 1890712"/>
                <a:gd name="connsiteX0" fmla="*/ 0 w 2543175"/>
                <a:gd name="connsiteY0" fmla="*/ 0 h 1890712"/>
                <a:gd name="connsiteX1" fmla="*/ 11907 w 2543175"/>
                <a:gd name="connsiteY1" fmla="*/ 11906 h 1890712"/>
                <a:gd name="connsiteX2" fmla="*/ 21432 w 2543175"/>
                <a:gd name="connsiteY2" fmla="*/ 16669 h 1890712"/>
                <a:gd name="connsiteX3" fmla="*/ 23813 w 2543175"/>
                <a:gd name="connsiteY3" fmla="*/ 23812 h 1890712"/>
                <a:gd name="connsiteX4" fmla="*/ 33338 w 2543175"/>
                <a:gd name="connsiteY4" fmla="*/ 33337 h 1890712"/>
                <a:gd name="connsiteX5" fmla="*/ 40482 w 2543175"/>
                <a:gd name="connsiteY5" fmla="*/ 42862 h 1890712"/>
                <a:gd name="connsiteX6" fmla="*/ 47625 w 2543175"/>
                <a:gd name="connsiteY6" fmla="*/ 47625 h 1890712"/>
                <a:gd name="connsiteX7" fmla="*/ 57150 w 2543175"/>
                <a:gd name="connsiteY7" fmla="*/ 54769 h 1890712"/>
                <a:gd name="connsiteX8" fmla="*/ 64294 w 2543175"/>
                <a:gd name="connsiteY8" fmla="*/ 59531 h 1890712"/>
                <a:gd name="connsiteX9" fmla="*/ 83344 w 2543175"/>
                <a:gd name="connsiteY9" fmla="*/ 73819 h 1890712"/>
                <a:gd name="connsiteX10" fmla="*/ 97632 w 2543175"/>
                <a:gd name="connsiteY10" fmla="*/ 80962 h 1890712"/>
                <a:gd name="connsiteX11" fmla="*/ 104775 w 2543175"/>
                <a:gd name="connsiteY11" fmla="*/ 85725 h 1890712"/>
                <a:gd name="connsiteX12" fmla="*/ 114300 w 2543175"/>
                <a:gd name="connsiteY12" fmla="*/ 95250 h 1890712"/>
                <a:gd name="connsiteX13" fmla="*/ 123825 w 2543175"/>
                <a:gd name="connsiteY13" fmla="*/ 97631 h 1890712"/>
                <a:gd name="connsiteX14" fmla="*/ 130969 w 2543175"/>
                <a:gd name="connsiteY14" fmla="*/ 104775 h 1890712"/>
                <a:gd name="connsiteX15" fmla="*/ 140494 w 2543175"/>
                <a:gd name="connsiteY15" fmla="*/ 111919 h 1890712"/>
                <a:gd name="connsiteX16" fmla="*/ 147638 w 2543175"/>
                <a:gd name="connsiteY16" fmla="*/ 116681 h 1890712"/>
                <a:gd name="connsiteX17" fmla="*/ 164307 w 2543175"/>
                <a:gd name="connsiteY17" fmla="*/ 128587 h 1890712"/>
                <a:gd name="connsiteX18" fmla="*/ 180975 w 2543175"/>
                <a:gd name="connsiteY18" fmla="*/ 140494 h 1890712"/>
                <a:gd name="connsiteX19" fmla="*/ 197644 w 2543175"/>
                <a:gd name="connsiteY19" fmla="*/ 152400 h 1890712"/>
                <a:gd name="connsiteX20" fmla="*/ 204788 w 2543175"/>
                <a:gd name="connsiteY20" fmla="*/ 157162 h 1890712"/>
                <a:gd name="connsiteX21" fmla="*/ 214313 w 2543175"/>
                <a:gd name="connsiteY21" fmla="*/ 164306 h 1890712"/>
                <a:gd name="connsiteX22" fmla="*/ 230982 w 2543175"/>
                <a:gd name="connsiteY22" fmla="*/ 180975 h 1890712"/>
                <a:gd name="connsiteX23" fmla="*/ 247650 w 2543175"/>
                <a:gd name="connsiteY23" fmla="*/ 185737 h 1890712"/>
                <a:gd name="connsiteX24" fmla="*/ 302419 w 2543175"/>
                <a:gd name="connsiteY24" fmla="*/ 204787 h 1890712"/>
                <a:gd name="connsiteX25" fmla="*/ 309563 w 2543175"/>
                <a:gd name="connsiteY25" fmla="*/ 209550 h 1890712"/>
                <a:gd name="connsiteX26" fmla="*/ 333375 w 2543175"/>
                <a:gd name="connsiteY26" fmla="*/ 228600 h 1890712"/>
                <a:gd name="connsiteX27" fmla="*/ 340519 w 2543175"/>
                <a:gd name="connsiteY27" fmla="*/ 233362 h 1890712"/>
                <a:gd name="connsiteX28" fmla="*/ 354807 w 2543175"/>
                <a:gd name="connsiteY28" fmla="*/ 247650 h 1890712"/>
                <a:gd name="connsiteX29" fmla="*/ 366713 w 2543175"/>
                <a:gd name="connsiteY29" fmla="*/ 264319 h 1890712"/>
                <a:gd name="connsiteX30" fmla="*/ 371475 w 2543175"/>
                <a:gd name="connsiteY30" fmla="*/ 271462 h 1890712"/>
                <a:gd name="connsiteX31" fmla="*/ 378619 w 2543175"/>
                <a:gd name="connsiteY31" fmla="*/ 276225 h 1890712"/>
                <a:gd name="connsiteX32" fmla="*/ 385763 w 2543175"/>
                <a:gd name="connsiteY32" fmla="*/ 283369 h 1890712"/>
                <a:gd name="connsiteX33" fmla="*/ 395288 w 2543175"/>
                <a:gd name="connsiteY33" fmla="*/ 288131 h 1890712"/>
                <a:gd name="connsiteX34" fmla="*/ 404813 w 2543175"/>
                <a:gd name="connsiteY34" fmla="*/ 295275 h 1890712"/>
                <a:gd name="connsiteX35" fmla="*/ 411957 w 2543175"/>
                <a:gd name="connsiteY35" fmla="*/ 297656 h 1890712"/>
                <a:gd name="connsiteX36" fmla="*/ 421482 w 2543175"/>
                <a:gd name="connsiteY36" fmla="*/ 302419 h 1890712"/>
                <a:gd name="connsiteX37" fmla="*/ 447675 w 2543175"/>
                <a:gd name="connsiteY37" fmla="*/ 307181 h 1890712"/>
                <a:gd name="connsiteX38" fmla="*/ 461963 w 2543175"/>
                <a:gd name="connsiteY38" fmla="*/ 321469 h 1890712"/>
                <a:gd name="connsiteX39" fmla="*/ 466725 w 2543175"/>
                <a:gd name="connsiteY39" fmla="*/ 328612 h 1890712"/>
                <a:gd name="connsiteX40" fmla="*/ 476250 w 2543175"/>
                <a:gd name="connsiteY40" fmla="*/ 335756 h 1890712"/>
                <a:gd name="connsiteX41" fmla="*/ 481013 w 2543175"/>
                <a:gd name="connsiteY41" fmla="*/ 342900 h 1890712"/>
                <a:gd name="connsiteX42" fmla="*/ 490538 w 2543175"/>
                <a:gd name="connsiteY42" fmla="*/ 352425 h 1890712"/>
                <a:gd name="connsiteX43" fmla="*/ 495300 w 2543175"/>
                <a:gd name="connsiteY43" fmla="*/ 359569 h 1890712"/>
                <a:gd name="connsiteX44" fmla="*/ 509588 w 2543175"/>
                <a:gd name="connsiteY44" fmla="*/ 376237 h 1890712"/>
                <a:gd name="connsiteX45" fmla="*/ 514350 w 2543175"/>
                <a:gd name="connsiteY45" fmla="*/ 383381 h 1890712"/>
                <a:gd name="connsiteX46" fmla="*/ 531019 w 2543175"/>
                <a:gd name="connsiteY46" fmla="*/ 397669 h 1890712"/>
                <a:gd name="connsiteX47" fmla="*/ 538163 w 2543175"/>
                <a:gd name="connsiteY47" fmla="*/ 407194 h 1890712"/>
                <a:gd name="connsiteX48" fmla="*/ 554832 w 2543175"/>
                <a:gd name="connsiteY48" fmla="*/ 421481 h 1890712"/>
                <a:gd name="connsiteX49" fmla="*/ 564357 w 2543175"/>
                <a:gd name="connsiteY49" fmla="*/ 431006 h 1890712"/>
                <a:gd name="connsiteX50" fmla="*/ 573882 w 2543175"/>
                <a:gd name="connsiteY50" fmla="*/ 438150 h 1890712"/>
                <a:gd name="connsiteX51" fmla="*/ 595313 w 2543175"/>
                <a:gd name="connsiteY51" fmla="*/ 454819 h 1890712"/>
                <a:gd name="connsiteX52" fmla="*/ 602457 w 2543175"/>
                <a:gd name="connsiteY52" fmla="*/ 457200 h 1890712"/>
                <a:gd name="connsiteX53" fmla="*/ 628650 w 2543175"/>
                <a:gd name="connsiteY53" fmla="*/ 469106 h 1890712"/>
                <a:gd name="connsiteX54" fmla="*/ 645319 w 2543175"/>
                <a:gd name="connsiteY54" fmla="*/ 483394 h 1890712"/>
                <a:gd name="connsiteX55" fmla="*/ 654844 w 2543175"/>
                <a:gd name="connsiteY55" fmla="*/ 488156 h 1890712"/>
                <a:gd name="connsiteX56" fmla="*/ 661988 w 2543175"/>
                <a:gd name="connsiteY56" fmla="*/ 497681 h 1890712"/>
                <a:gd name="connsiteX57" fmla="*/ 683419 w 2543175"/>
                <a:gd name="connsiteY57" fmla="*/ 514350 h 1890712"/>
                <a:gd name="connsiteX58" fmla="*/ 700088 w 2543175"/>
                <a:gd name="connsiteY58" fmla="*/ 526256 h 1890712"/>
                <a:gd name="connsiteX59" fmla="*/ 709613 w 2543175"/>
                <a:gd name="connsiteY59" fmla="*/ 535781 h 1890712"/>
                <a:gd name="connsiteX60" fmla="*/ 719138 w 2543175"/>
                <a:gd name="connsiteY60" fmla="*/ 542925 h 1890712"/>
                <a:gd name="connsiteX61" fmla="*/ 733425 w 2543175"/>
                <a:gd name="connsiteY61" fmla="*/ 557212 h 1890712"/>
                <a:gd name="connsiteX62" fmla="*/ 750094 w 2543175"/>
                <a:gd name="connsiteY62" fmla="*/ 569119 h 1890712"/>
                <a:gd name="connsiteX63" fmla="*/ 769144 w 2543175"/>
                <a:gd name="connsiteY63" fmla="*/ 581025 h 1890712"/>
                <a:gd name="connsiteX64" fmla="*/ 785813 w 2543175"/>
                <a:gd name="connsiteY64" fmla="*/ 590550 h 1890712"/>
                <a:gd name="connsiteX65" fmla="*/ 792957 w 2543175"/>
                <a:gd name="connsiteY65" fmla="*/ 600075 h 1890712"/>
                <a:gd name="connsiteX66" fmla="*/ 809625 w 2543175"/>
                <a:gd name="connsiteY66" fmla="*/ 611981 h 1890712"/>
                <a:gd name="connsiteX67" fmla="*/ 816769 w 2543175"/>
                <a:gd name="connsiteY67" fmla="*/ 619125 h 1890712"/>
                <a:gd name="connsiteX68" fmla="*/ 826294 w 2543175"/>
                <a:gd name="connsiteY68" fmla="*/ 626269 h 1890712"/>
                <a:gd name="connsiteX69" fmla="*/ 840582 w 2543175"/>
                <a:gd name="connsiteY69" fmla="*/ 638175 h 1890712"/>
                <a:gd name="connsiteX70" fmla="*/ 847725 w 2543175"/>
                <a:gd name="connsiteY70" fmla="*/ 645319 h 1890712"/>
                <a:gd name="connsiteX71" fmla="*/ 857250 w 2543175"/>
                <a:gd name="connsiteY71" fmla="*/ 652462 h 1890712"/>
                <a:gd name="connsiteX72" fmla="*/ 864394 w 2543175"/>
                <a:gd name="connsiteY72" fmla="*/ 657225 h 1890712"/>
                <a:gd name="connsiteX73" fmla="*/ 888207 w 2543175"/>
                <a:gd name="connsiteY73" fmla="*/ 676275 h 1890712"/>
                <a:gd name="connsiteX74" fmla="*/ 895350 w 2543175"/>
                <a:gd name="connsiteY74" fmla="*/ 681037 h 1890712"/>
                <a:gd name="connsiteX75" fmla="*/ 907257 w 2543175"/>
                <a:gd name="connsiteY75" fmla="*/ 683419 h 1890712"/>
                <a:gd name="connsiteX76" fmla="*/ 928688 w 2543175"/>
                <a:gd name="connsiteY76" fmla="*/ 695325 h 1890712"/>
                <a:gd name="connsiteX77" fmla="*/ 942975 w 2543175"/>
                <a:gd name="connsiteY77" fmla="*/ 700087 h 1890712"/>
                <a:gd name="connsiteX78" fmla="*/ 964407 w 2543175"/>
                <a:gd name="connsiteY78" fmla="*/ 716756 h 1890712"/>
                <a:gd name="connsiteX79" fmla="*/ 971550 w 2543175"/>
                <a:gd name="connsiteY79" fmla="*/ 723900 h 1890712"/>
                <a:gd name="connsiteX80" fmla="*/ 983457 w 2543175"/>
                <a:gd name="connsiteY80" fmla="*/ 733425 h 1890712"/>
                <a:gd name="connsiteX81" fmla="*/ 990600 w 2543175"/>
                <a:gd name="connsiteY81" fmla="*/ 738187 h 1890712"/>
                <a:gd name="connsiteX82" fmla="*/ 1007269 w 2543175"/>
                <a:gd name="connsiteY82" fmla="*/ 752475 h 1890712"/>
                <a:gd name="connsiteX83" fmla="*/ 1031082 w 2543175"/>
                <a:gd name="connsiteY83" fmla="*/ 766762 h 1890712"/>
                <a:gd name="connsiteX84" fmla="*/ 1042988 w 2543175"/>
                <a:gd name="connsiteY84" fmla="*/ 773906 h 1890712"/>
                <a:gd name="connsiteX85" fmla="*/ 1071563 w 2543175"/>
                <a:gd name="connsiteY85" fmla="*/ 785812 h 1890712"/>
                <a:gd name="connsiteX86" fmla="*/ 1097757 w 2543175"/>
                <a:gd name="connsiteY86" fmla="*/ 807244 h 1890712"/>
                <a:gd name="connsiteX87" fmla="*/ 1104900 w 2543175"/>
                <a:gd name="connsiteY87" fmla="*/ 814387 h 1890712"/>
                <a:gd name="connsiteX88" fmla="*/ 1121569 w 2543175"/>
                <a:gd name="connsiteY88" fmla="*/ 823912 h 1890712"/>
                <a:gd name="connsiteX89" fmla="*/ 1138238 w 2543175"/>
                <a:gd name="connsiteY89" fmla="*/ 835819 h 1890712"/>
                <a:gd name="connsiteX90" fmla="*/ 1147763 w 2543175"/>
                <a:gd name="connsiteY90" fmla="*/ 842962 h 1890712"/>
                <a:gd name="connsiteX91" fmla="*/ 1157288 w 2543175"/>
                <a:gd name="connsiteY91" fmla="*/ 847725 h 1890712"/>
                <a:gd name="connsiteX92" fmla="*/ 1178719 w 2543175"/>
                <a:gd name="connsiteY92" fmla="*/ 859631 h 1890712"/>
                <a:gd name="connsiteX93" fmla="*/ 1188244 w 2543175"/>
                <a:gd name="connsiteY93" fmla="*/ 866775 h 1890712"/>
                <a:gd name="connsiteX94" fmla="*/ 1195388 w 2543175"/>
                <a:gd name="connsiteY94" fmla="*/ 871537 h 1890712"/>
                <a:gd name="connsiteX95" fmla="*/ 1212057 w 2543175"/>
                <a:gd name="connsiteY95" fmla="*/ 883444 h 1890712"/>
                <a:gd name="connsiteX96" fmla="*/ 1226344 w 2543175"/>
                <a:gd name="connsiteY96" fmla="*/ 895350 h 1890712"/>
                <a:gd name="connsiteX97" fmla="*/ 1245394 w 2543175"/>
                <a:gd name="connsiteY97" fmla="*/ 907256 h 1890712"/>
                <a:gd name="connsiteX98" fmla="*/ 1254919 w 2543175"/>
                <a:gd name="connsiteY98" fmla="*/ 914400 h 1890712"/>
                <a:gd name="connsiteX99" fmla="*/ 1269207 w 2543175"/>
                <a:gd name="connsiteY99" fmla="*/ 921544 h 1890712"/>
                <a:gd name="connsiteX100" fmla="*/ 1290638 w 2543175"/>
                <a:gd name="connsiteY100" fmla="*/ 935831 h 1890712"/>
                <a:gd name="connsiteX101" fmla="*/ 1307307 w 2543175"/>
                <a:gd name="connsiteY101" fmla="*/ 952500 h 1890712"/>
                <a:gd name="connsiteX102" fmla="*/ 1333500 w 2543175"/>
                <a:gd name="connsiteY102" fmla="*/ 971550 h 1890712"/>
                <a:gd name="connsiteX103" fmla="*/ 1359694 w 2543175"/>
                <a:gd name="connsiteY103" fmla="*/ 990600 h 1890712"/>
                <a:gd name="connsiteX104" fmla="*/ 1373982 w 2543175"/>
                <a:gd name="connsiteY104" fmla="*/ 997744 h 1890712"/>
                <a:gd name="connsiteX105" fmla="*/ 1388269 w 2543175"/>
                <a:gd name="connsiteY105" fmla="*/ 1007269 h 1890712"/>
                <a:gd name="connsiteX106" fmla="*/ 1414463 w 2543175"/>
                <a:gd name="connsiteY106" fmla="*/ 1019175 h 1890712"/>
                <a:gd name="connsiteX107" fmla="*/ 1428750 w 2543175"/>
                <a:gd name="connsiteY107" fmla="*/ 1026319 h 1890712"/>
                <a:gd name="connsiteX108" fmla="*/ 1471613 w 2543175"/>
                <a:gd name="connsiteY108" fmla="*/ 1059656 h 1890712"/>
                <a:gd name="connsiteX109" fmla="*/ 1495425 w 2543175"/>
                <a:gd name="connsiteY109" fmla="*/ 1088231 h 1890712"/>
                <a:gd name="connsiteX110" fmla="*/ 1547812 w 2543175"/>
                <a:gd name="connsiteY110" fmla="*/ 1133475 h 1890712"/>
                <a:gd name="connsiteX111" fmla="*/ 1597819 w 2543175"/>
                <a:gd name="connsiteY111" fmla="*/ 1154906 h 1890712"/>
                <a:gd name="connsiteX112" fmla="*/ 1604963 w 2543175"/>
                <a:gd name="connsiteY112" fmla="*/ 1162050 h 1890712"/>
                <a:gd name="connsiteX113" fmla="*/ 1612107 w 2543175"/>
                <a:gd name="connsiteY113" fmla="*/ 1166812 h 1890712"/>
                <a:gd name="connsiteX114" fmla="*/ 1628775 w 2543175"/>
                <a:gd name="connsiteY114" fmla="*/ 1183481 h 1890712"/>
                <a:gd name="connsiteX115" fmla="*/ 1662113 w 2543175"/>
                <a:gd name="connsiteY115" fmla="*/ 1209675 h 1890712"/>
                <a:gd name="connsiteX116" fmla="*/ 1678782 w 2543175"/>
                <a:gd name="connsiteY116" fmla="*/ 1226344 h 1890712"/>
                <a:gd name="connsiteX117" fmla="*/ 1700213 w 2543175"/>
                <a:gd name="connsiteY117" fmla="*/ 1247775 h 1890712"/>
                <a:gd name="connsiteX118" fmla="*/ 1712119 w 2543175"/>
                <a:gd name="connsiteY118" fmla="*/ 1259681 h 1890712"/>
                <a:gd name="connsiteX119" fmla="*/ 1733550 w 2543175"/>
                <a:gd name="connsiteY119" fmla="*/ 1273969 h 1890712"/>
                <a:gd name="connsiteX120" fmla="*/ 1743075 w 2543175"/>
                <a:gd name="connsiteY120" fmla="*/ 1283494 h 1890712"/>
                <a:gd name="connsiteX121" fmla="*/ 1754982 w 2543175"/>
                <a:gd name="connsiteY121" fmla="*/ 1290637 h 1890712"/>
                <a:gd name="connsiteX122" fmla="*/ 1766888 w 2543175"/>
                <a:gd name="connsiteY122" fmla="*/ 1300162 h 1890712"/>
                <a:gd name="connsiteX123" fmla="*/ 1783557 w 2543175"/>
                <a:gd name="connsiteY123" fmla="*/ 1307306 h 1890712"/>
                <a:gd name="connsiteX124" fmla="*/ 1790700 w 2543175"/>
                <a:gd name="connsiteY124" fmla="*/ 1312069 h 1890712"/>
                <a:gd name="connsiteX125" fmla="*/ 1800225 w 2543175"/>
                <a:gd name="connsiteY125" fmla="*/ 1319212 h 1890712"/>
                <a:gd name="connsiteX126" fmla="*/ 1807369 w 2543175"/>
                <a:gd name="connsiteY126" fmla="*/ 1321594 h 1890712"/>
                <a:gd name="connsiteX127" fmla="*/ 1824038 w 2543175"/>
                <a:gd name="connsiteY127" fmla="*/ 1333500 h 1890712"/>
                <a:gd name="connsiteX128" fmla="*/ 1843088 w 2543175"/>
                <a:gd name="connsiteY128" fmla="*/ 1352550 h 1890712"/>
                <a:gd name="connsiteX129" fmla="*/ 1852613 w 2543175"/>
                <a:gd name="connsiteY129" fmla="*/ 1359694 h 1890712"/>
                <a:gd name="connsiteX130" fmla="*/ 1859757 w 2543175"/>
                <a:gd name="connsiteY130" fmla="*/ 1366837 h 1890712"/>
                <a:gd name="connsiteX131" fmla="*/ 1869282 w 2543175"/>
                <a:gd name="connsiteY131" fmla="*/ 1371600 h 1890712"/>
                <a:gd name="connsiteX132" fmla="*/ 1883569 w 2543175"/>
                <a:gd name="connsiteY132" fmla="*/ 1388269 h 1890712"/>
                <a:gd name="connsiteX133" fmla="*/ 1893094 w 2543175"/>
                <a:gd name="connsiteY133" fmla="*/ 1395412 h 1890712"/>
                <a:gd name="connsiteX134" fmla="*/ 1902619 w 2543175"/>
                <a:gd name="connsiteY134" fmla="*/ 1404937 h 1890712"/>
                <a:gd name="connsiteX135" fmla="*/ 1912144 w 2543175"/>
                <a:gd name="connsiteY135" fmla="*/ 1409700 h 1890712"/>
                <a:gd name="connsiteX136" fmla="*/ 1931194 w 2543175"/>
                <a:gd name="connsiteY136" fmla="*/ 1421606 h 1890712"/>
                <a:gd name="connsiteX137" fmla="*/ 1935957 w 2543175"/>
                <a:gd name="connsiteY137" fmla="*/ 1428750 h 1890712"/>
                <a:gd name="connsiteX138" fmla="*/ 1952625 w 2543175"/>
                <a:gd name="connsiteY138" fmla="*/ 1438275 h 1890712"/>
                <a:gd name="connsiteX139" fmla="*/ 1971675 w 2543175"/>
                <a:gd name="connsiteY139" fmla="*/ 1450181 h 1890712"/>
                <a:gd name="connsiteX140" fmla="*/ 1981200 w 2543175"/>
                <a:gd name="connsiteY140" fmla="*/ 1454944 h 1890712"/>
                <a:gd name="connsiteX141" fmla="*/ 1997869 w 2543175"/>
                <a:gd name="connsiteY141" fmla="*/ 1471612 h 1890712"/>
                <a:gd name="connsiteX142" fmla="*/ 2007394 w 2543175"/>
                <a:gd name="connsiteY142" fmla="*/ 1478756 h 1890712"/>
                <a:gd name="connsiteX143" fmla="*/ 2016919 w 2543175"/>
                <a:gd name="connsiteY143" fmla="*/ 1483519 h 1890712"/>
                <a:gd name="connsiteX144" fmla="*/ 2024063 w 2543175"/>
                <a:gd name="connsiteY144" fmla="*/ 1490662 h 1890712"/>
                <a:gd name="connsiteX145" fmla="*/ 2033588 w 2543175"/>
                <a:gd name="connsiteY145" fmla="*/ 1495425 h 1890712"/>
                <a:gd name="connsiteX146" fmla="*/ 2040732 w 2543175"/>
                <a:gd name="connsiteY146" fmla="*/ 1502569 h 1890712"/>
                <a:gd name="connsiteX147" fmla="*/ 2047875 w 2543175"/>
                <a:gd name="connsiteY147" fmla="*/ 1507331 h 1890712"/>
                <a:gd name="connsiteX148" fmla="*/ 2057400 w 2543175"/>
                <a:gd name="connsiteY148" fmla="*/ 1514475 h 1890712"/>
                <a:gd name="connsiteX149" fmla="*/ 2064544 w 2543175"/>
                <a:gd name="connsiteY149" fmla="*/ 1519237 h 1890712"/>
                <a:gd name="connsiteX150" fmla="*/ 2071688 w 2543175"/>
                <a:gd name="connsiteY150" fmla="*/ 1526381 h 1890712"/>
                <a:gd name="connsiteX151" fmla="*/ 2081213 w 2543175"/>
                <a:gd name="connsiteY151" fmla="*/ 1531144 h 1890712"/>
                <a:gd name="connsiteX152" fmla="*/ 2090738 w 2543175"/>
                <a:gd name="connsiteY152" fmla="*/ 1538287 h 1890712"/>
                <a:gd name="connsiteX153" fmla="*/ 2109788 w 2543175"/>
                <a:gd name="connsiteY153" fmla="*/ 1547812 h 1890712"/>
                <a:gd name="connsiteX154" fmla="*/ 2131219 w 2543175"/>
                <a:gd name="connsiteY154" fmla="*/ 1562100 h 1890712"/>
                <a:gd name="connsiteX155" fmla="*/ 2140744 w 2543175"/>
                <a:gd name="connsiteY155" fmla="*/ 1566862 h 1890712"/>
                <a:gd name="connsiteX156" fmla="*/ 2152650 w 2543175"/>
                <a:gd name="connsiteY156" fmla="*/ 1576387 h 1890712"/>
                <a:gd name="connsiteX157" fmla="*/ 2181225 w 2543175"/>
                <a:gd name="connsiteY157" fmla="*/ 1590675 h 1890712"/>
                <a:gd name="connsiteX158" fmla="*/ 2200275 w 2543175"/>
                <a:gd name="connsiteY158" fmla="*/ 1607344 h 1890712"/>
                <a:gd name="connsiteX159" fmla="*/ 2207419 w 2543175"/>
                <a:gd name="connsiteY159" fmla="*/ 1612106 h 1890712"/>
                <a:gd name="connsiteX160" fmla="*/ 2216944 w 2543175"/>
                <a:gd name="connsiteY160" fmla="*/ 1619250 h 1890712"/>
                <a:gd name="connsiteX161" fmla="*/ 2224088 w 2543175"/>
                <a:gd name="connsiteY161" fmla="*/ 1624012 h 1890712"/>
                <a:gd name="connsiteX162" fmla="*/ 2247900 w 2543175"/>
                <a:gd name="connsiteY162" fmla="*/ 1643062 h 1890712"/>
                <a:gd name="connsiteX163" fmla="*/ 2255044 w 2543175"/>
                <a:gd name="connsiteY163" fmla="*/ 1650206 h 1890712"/>
                <a:gd name="connsiteX164" fmla="*/ 2281238 w 2543175"/>
                <a:gd name="connsiteY164" fmla="*/ 1664494 h 1890712"/>
                <a:gd name="connsiteX165" fmla="*/ 2297907 w 2543175"/>
                <a:gd name="connsiteY165" fmla="*/ 1674019 h 1890712"/>
                <a:gd name="connsiteX166" fmla="*/ 2312194 w 2543175"/>
                <a:gd name="connsiteY166" fmla="*/ 1685925 h 1890712"/>
                <a:gd name="connsiteX167" fmla="*/ 2328863 w 2543175"/>
                <a:gd name="connsiteY167" fmla="*/ 1697831 h 1890712"/>
                <a:gd name="connsiteX168" fmla="*/ 2350294 w 2543175"/>
                <a:gd name="connsiteY168" fmla="*/ 1712119 h 1890712"/>
                <a:gd name="connsiteX169" fmla="*/ 2369344 w 2543175"/>
                <a:gd name="connsiteY169" fmla="*/ 1724025 h 1890712"/>
                <a:gd name="connsiteX170" fmla="*/ 2428876 w 2543175"/>
                <a:gd name="connsiteY170" fmla="*/ 1785938 h 1890712"/>
                <a:gd name="connsiteX171" fmla="*/ 2466975 w 2543175"/>
                <a:gd name="connsiteY171" fmla="*/ 1783556 h 1890712"/>
                <a:gd name="connsiteX172" fmla="*/ 2481263 w 2543175"/>
                <a:gd name="connsiteY172" fmla="*/ 1795462 h 1890712"/>
                <a:gd name="connsiteX173" fmla="*/ 2486025 w 2543175"/>
                <a:gd name="connsiteY173" fmla="*/ 1802606 h 1890712"/>
                <a:gd name="connsiteX174" fmla="*/ 2514600 w 2543175"/>
                <a:gd name="connsiteY174" fmla="*/ 1850231 h 1890712"/>
                <a:gd name="connsiteX175" fmla="*/ 2519363 w 2543175"/>
                <a:gd name="connsiteY175" fmla="*/ 1857375 h 1890712"/>
                <a:gd name="connsiteX176" fmla="*/ 2540794 w 2543175"/>
                <a:gd name="connsiteY176" fmla="*/ 1883569 h 1890712"/>
                <a:gd name="connsiteX177" fmla="*/ 2543175 w 2543175"/>
                <a:gd name="connsiteY177" fmla="*/ 1890712 h 1890712"/>
                <a:gd name="connsiteX0" fmla="*/ 0 w 2543175"/>
                <a:gd name="connsiteY0" fmla="*/ 0 h 1890712"/>
                <a:gd name="connsiteX1" fmla="*/ 11907 w 2543175"/>
                <a:gd name="connsiteY1" fmla="*/ 11906 h 1890712"/>
                <a:gd name="connsiteX2" fmla="*/ 21432 w 2543175"/>
                <a:gd name="connsiteY2" fmla="*/ 16669 h 1890712"/>
                <a:gd name="connsiteX3" fmla="*/ 23813 w 2543175"/>
                <a:gd name="connsiteY3" fmla="*/ 23812 h 1890712"/>
                <a:gd name="connsiteX4" fmla="*/ 33338 w 2543175"/>
                <a:gd name="connsiteY4" fmla="*/ 33337 h 1890712"/>
                <a:gd name="connsiteX5" fmla="*/ 40482 w 2543175"/>
                <a:gd name="connsiteY5" fmla="*/ 42862 h 1890712"/>
                <a:gd name="connsiteX6" fmla="*/ 47625 w 2543175"/>
                <a:gd name="connsiteY6" fmla="*/ 47625 h 1890712"/>
                <a:gd name="connsiteX7" fmla="*/ 57150 w 2543175"/>
                <a:gd name="connsiteY7" fmla="*/ 54769 h 1890712"/>
                <a:gd name="connsiteX8" fmla="*/ 64294 w 2543175"/>
                <a:gd name="connsiteY8" fmla="*/ 59531 h 1890712"/>
                <a:gd name="connsiteX9" fmla="*/ 83344 w 2543175"/>
                <a:gd name="connsiteY9" fmla="*/ 73819 h 1890712"/>
                <a:gd name="connsiteX10" fmla="*/ 97632 w 2543175"/>
                <a:gd name="connsiteY10" fmla="*/ 80962 h 1890712"/>
                <a:gd name="connsiteX11" fmla="*/ 104775 w 2543175"/>
                <a:gd name="connsiteY11" fmla="*/ 85725 h 1890712"/>
                <a:gd name="connsiteX12" fmla="*/ 114300 w 2543175"/>
                <a:gd name="connsiteY12" fmla="*/ 95250 h 1890712"/>
                <a:gd name="connsiteX13" fmla="*/ 123825 w 2543175"/>
                <a:gd name="connsiteY13" fmla="*/ 97631 h 1890712"/>
                <a:gd name="connsiteX14" fmla="*/ 130969 w 2543175"/>
                <a:gd name="connsiteY14" fmla="*/ 104775 h 1890712"/>
                <a:gd name="connsiteX15" fmla="*/ 140494 w 2543175"/>
                <a:gd name="connsiteY15" fmla="*/ 111919 h 1890712"/>
                <a:gd name="connsiteX16" fmla="*/ 147638 w 2543175"/>
                <a:gd name="connsiteY16" fmla="*/ 116681 h 1890712"/>
                <a:gd name="connsiteX17" fmla="*/ 164307 w 2543175"/>
                <a:gd name="connsiteY17" fmla="*/ 128587 h 1890712"/>
                <a:gd name="connsiteX18" fmla="*/ 180975 w 2543175"/>
                <a:gd name="connsiteY18" fmla="*/ 140494 h 1890712"/>
                <a:gd name="connsiteX19" fmla="*/ 197644 w 2543175"/>
                <a:gd name="connsiteY19" fmla="*/ 152400 h 1890712"/>
                <a:gd name="connsiteX20" fmla="*/ 204788 w 2543175"/>
                <a:gd name="connsiteY20" fmla="*/ 157162 h 1890712"/>
                <a:gd name="connsiteX21" fmla="*/ 214313 w 2543175"/>
                <a:gd name="connsiteY21" fmla="*/ 164306 h 1890712"/>
                <a:gd name="connsiteX22" fmla="*/ 230982 w 2543175"/>
                <a:gd name="connsiteY22" fmla="*/ 180975 h 1890712"/>
                <a:gd name="connsiteX23" fmla="*/ 247650 w 2543175"/>
                <a:gd name="connsiteY23" fmla="*/ 185737 h 1890712"/>
                <a:gd name="connsiteX24" fmla="*/ 302419 w 2543175"/>
                <a:gd name="connsiteY24" fmla="*/ 204787 h 1890712"/>
                <a:gd name="connsiteX25" fmla="*/ 333375 w 2543175"/>
                <a:gd name="connsiteY25" fmla="*/ 228600 h 1890712"/>
                <a:gd name="connsiteX26" fmla="*/ 340519 w 2543175"/>
                <a:gd name="connsiteY26" fmla="*/ 233362 h 1890712"/>
                <a:gd name="connsiteX27" fmla="*/ 354807 w 2543175"/>
                <a:gd name="connsiteY27" fmla="*/ 247650 h 1890712"/>
                <a:gd name="connsiteX28" fmla="*/ 366713 w 2543175"/>
                <a:gd name="connsiteY28" fmla="*/ 264319 h 1890712"/>
                <a:gd name="connsiteX29" fmla="*/ 371475 w 2543175"/>
                <a:gd name="connsiteY29" fmla="*/ 271462 h 1890712"/>
                <a:gd name="connsiteX30" fmla="*/ 378619 w 2543175"/>
                <a:gd name="connsiteY30" fmla="*/ 276225 h 1890712"/>
                <a:gd name="connsiteX31" fmla="*/ 385763 w 2543175"/>
                <a:gd name="connsiteY31" fmla="*/ 283369 h 1890712"/>
                <a:gd name="connsiteX32" fmla="*/ 395288 w 2543175"/>
                <a:gd name="connsiteY32" fmla="*/ 288131 h 1890712"/>
                <a:gd name="connsiteX33" fmla="*/ 404813 w 2543175"/>
                <a:gd name="connsiteY33" fmla="*/ 295275 h 1890712"/>
                <a:gd name="connsiteX34" fmla="*/ 411957 w 2543175"/>
                <a:gd name="connsiteY34" fmla="*/ 297656 h 1890712"/>
                <a:gd name="connsiteX35" fmla="*/ 421482 w 2543175"/>
                <a:gd name="connsiteY35" fmla="*/ 302419 h 1890712"/>
                <a:gd name="connsiteX36" fmla="*/ 447675 w 2543175"/>
                <a:gd name="connsiteY36" fmla="*/ 307181 h 1890712"/>
                <a:gd name="connsiteX37" fmla="*/ 461963 w 2543175"/>
                <a:gd name="connsiteY37" fmla="*/ 321469 h 1890712"/>
                <a:gd name="connsiteX38" fmla="*/ 466725 w 2543175"/>
                <a:gd name="connsiteY38" fmla="*/ 328612 h 1890712"/>
                <a:gd name="connsiteX39" fmla="*/ 476250 w 2543175"/>
                <a:gd name="connsiteY39" fmla="*/ 335756 h 1890712"/>
                <a:gd name="connsiteX40" fmla="*/ 481013 w 2543175"/>
                <a:gd name="connsiteY40" fmla="*/ 342900 h 1890712"/>
                <a:gd name="connsiteX41" fmla="*/ 490538 w 2543175"/>
                <a:gd name="connsiteY41" fmla="*/ 352425 h 1890712"/>
                <a:gd name="connsiteX42" fmla="*/ 495300 w 2543175"/>
                <a:gd name="connsiteY42" fmla="*/ 359569 h 1890712"/>
                <a:gd name="connsiteX43" fmla="*/ 509588 w 2543175"/>
                <a:gd name="connsiteY43" fmla="*/ 376237 h 1890712"/>
                <a:gd name="connsiteX44" fmla="*/ 514350 w 2543175"/>
                <a:gd name="connsiteY44" fmla="*/ 383381 h 1890712"/>
                <a:gd name="connsiteX45" fmla="*/ 531019 w 2543175"/>
                <a:gd name="connsiteY45" fmla="*/ 397669 h 1890712"/>
                <a:gd name="connsiteX46" fmla="*/ 538163 w 2543175"/>
                <a:gd name="connsiteY46" fmla="*/ 407194 h 1890712"/>
                <a:gd name="connsiteX47" fmla="*/ 554832 w 2543175"/>
                <a:gd name="connsiteY47" fmla="*/ 421481 h 1890712"/>
                <a:gd name="connsiteX48" fmla="*/ 564357 w 2543175"/>
                <a:gd name="connsiteY48" fmla="*/ 431006 h 1890712"/>
                <a:gd name="connsiteX49" fmla="*/ 573882 w 2543175"/>
                <a:gd name="connsiteY49" fmla="*/ 438150 h 1890712"/>
                <a:gd name="connsiteX50" fmla="*/ 595313 w 2543175"/>
                <a:gd name="connsiteY50" fmla="*/ 454819 h 1890712"/>
                <a:gd name="connsiteX51" fmla="*/ 602457 w 2543175"/>
                <a:gd name="connsiteY51" fmla="*/ 457200 h 1890712"/>
                <a:gd name="connsiteX52" fmla="*/ 628650 w 2543175"/>
                <a:gd name="connsiteY52" fmla="*/ 469106 h 1890712"/>
                <a:gd name="connsiteX53" fmla="*/ 645319 w 2543175"/>
                <a:gd name="connsiteY53" fmla="*/ 483394 h 1890712"/>
                <a:gd name="connsiteX54" fmla="*/ 654844 w 2543175"/>
                <a:gd name="connsiteY54" fmla="*/ 488156 h 1890712"/>
                <a:gd name="connsiteX55" fmla="*/ 661988 w 2543175"/>
                <a:gd name="connsiteY55" fmla="*/ 497681 h 1890712"/>
                <a:gd name="connsiteX56" fmla="*/ 683419 w 2543175"/>
                <a:gd name="connsiteY56" fmla="*/ 514350 h 1890712"/>
                <a:gd name="connsiteX57" fmla="*/ 700088 w 2543175"/>
                <a:gd name="connsiteY57" fmla="*/ 526256 h 1890712"/>
                <a:gd name="connsiteX58" fmla="*/ 709613 w 2543175"/>
                <a:gd name="connsiteY58" fmla="*/ 535781 h 1890712"/>
                <a:gd name="connsiteX59" fmla="*/ 719138 w 2543175"/>
                <a:gd name="connsiteY59" fmla="*/ 542925 h 1890712"/>
                <a:gd name="connsiteX60" fmla="*/ 733425 w 2543175"/>
                <a:gd name="connsiteY60" fmla="*/ 557212 h 1890712"/>
                <a:gd name="connsiteX61" fmla="*/ 750094 w 2543175"/>
                <a:gd name="connsiteY61" fmla="*/ 569119 h 1890712"/>
                <a:gd name="connsiteX62" fmla="*/ 769144 w 2543175"/>
                <a:gd name="connsiteY62" fmla="*/ 581025 h 1890712"/>
                <a:gd name="connsiteX63" fmla="*/ 785813 w 2543175"/>
                <a:gd name="connsiteY63" fmla="*/ 590550 h 1890712"/>
                <a:gd name="connsiteX64" fmla="*/ 792957 w 2543175"/>
                <a:gd name="connsiteY64" fmla="*/ 600075 h 1890712"/>
                <a:gd name="connsiteX65" fmla="*/ 809625 w 2543175"/>
                <a:gd name="connsiteY65" fmla="*/ 611981 h 1890712"/>
                <a:gd name="connsiteX66" fmla="*/ 816769 w 2543175"/>
                <a:gd name="connsiteY66" fmla="*/ 619125 h 1890712"/>
                <a:gd name="connsiteX67" fmla="*/ 826294 w 2543175"/>
                <a:gd name="connsiteY67" fmla="*/ 626269 h 1890712"/>
                <a:gd name="connsiteX68" fmla="*/ 840582 w 2543175"/>
                <a:gd name="connsiteY68" fmla="*/ 638175 h 1890712"/>
                <a:gd name="connsiteX69" fmla="*/ 847725 w 2543175"/>
                <a:gd name="connsiteY69" fmla="*/ 645319 h 1890712"/>
                <a:gd name="connsiteX70" fmla="*/ 857250 w 2543175"/>
                <a:gd name="connsiteY70" fmla="*/ 652462 h 1890712"/>
                <a:gd name="connsiteX71" fmla="*/ 864394 w 2543175"/>
                <a:gd name="connsiteY71" fmla="*/ 657225 h 1890712"/>
                <a:gd name="connsiteX72" fmla="*/ 888207 w 2543175"/>
                <a:gd name="connsiteY72" fmla="*/ 676275 h 1890712"/>
                <a:gd name="connsiteX73" fmla="*/ 895350 w 2543175"/>
                <a:gd name="connsiteY73" fmla="*/ 681037 h 1890712"/>
                <a:gd name="connsiteX74" fmla="*/ 907257 w 2543175"/>
                <a:gd name="connsiteY74" fmla="*/ 683419 h 1890712"/>
                <a:gd name="connsiteX75" fmla="*/ 928688 w 2543175"/>
                <a:gd name="connsiteY75" fmla="*/ 695325 h 1890712"/>
                <a:gd name="connsiteX76" fmla="*/ 942975 w 2543175"/>
                <a:gd name="connsiteY76" fmla="*/ 700087 h 1890712"/>
                <a:gd name="connsiteX77" fmla="*/ 964407 w 2543175"/>
                <a:gd name="connsiteY77" fmla="*/ 716756 h 1890712"/>
                <a:gd name="connsiteX78" fmla="*/ 971550 w 2543175"/>
                <a:gd name="connsiteY78" fmla="*/ 723900 h 1890712"/>
                <a:gd name="connsiteX79" fmla="*/ 983457 w 2543175"/>
                <a:gd name="connsiteY79" fmla="*/ 733425 h 1890712"/>
                <a:gd name="connsiteX80" fmla="*/ 990600 w 2543175"/>
                <a:gd name="connsiteY80" fmla="*/ 738187 h 1890712"/>
                <a:gd name="connsiteX81" fmla="*/ 1007269 w 2543175"/>
                <a:gd name="connsiteY81" fmla="*/ 752475 h 1890712"/>
                <a:gd name="connsiteX82" fmla="*/ 1031082 w 2543175"/>
                <a:gd name="connsiteY82" fmla="*/ 766762 h 1890712"/>
                <a:gd name="connsiteX83" fmla="*/ 1042988 w 2543175"/>
                <a:gd name="connsiteY83" fmla="*/ 773906 h 1890712"/>
                <a:gd name="connsiteX84" fmla="*/ 1071563 w 2543175"/>
                <a:gd name="connsiteY84" fmla="*/ 785812 h 1890712"/>
                <a:gd name="connsiteX85" fmla="*/ 1097757 w 2543175"/>
                <a:gd name="connsiteY85" fmla="*/ 807244 h 1890712"/>
                <a:gd name="connsiteX86" fmla="*/ 1104900 w 2543175"/>
                <a:gd name="connsiteY86" fmla="*/ 814387 h 1890712"/>
                <a:gd name="connsiteX87" fmla="*/ 1121569 w 2543175"/>
                <a:gd name="connsiteY87" fmla="*/ 823912 h 1890712"/>
                <a:gd name="connsiteX88" fmla="*/ 1138238 w 2543175"/>
                <a:gd name="connsiteY88" fmla="*/ 835819 h 1890712"/>
                <a:gd name="connsiteX89" fmla="*/ 1147763 w 2543175"/>
                <a:gd name="connsiteY89" fmla="*/ 842962 h 1890712"/>
                <a:gd name="connsiteX90" fmla="*/ 1157288 w 2543175"/>
                <a:gd name="connsiteY90" fmla="*/ 847725 h 1890712"/>
                <a:gd name="connsiteX91" fmla="*/ 1178719 w 2543175"/>
                <a:gd name="connsiteY91" fmla="*/ 859631 h 1890712"/>
                <a:gd name="connsiteX92" fmla="*/ 1188244 w 2543175"/>
                <a:gd name="connsiteY92" fmla="*/ 866775 h 1890712"/>
                <a:gd name="connsiteX93" fmla="*/ 1195388 w 2543175"/>
                <a:gd name="connsiteY93" fmla="*/ 871537 h 1890712"/>
                <a:gd name="connsiteX94" fmla="*/ 1212057 w 2543175"/>
                <a:gd name="connsiteY94" fmla="*/ 883444 h 1890712"/>
                <a:gd name="connsiteX95" fmla="*/ 1226344 w 2543175"/>
                <a:gd name="connsiteY95" fmla="*/ 895350 h 1890712"/>
                <a:gd name="connsiteX96" fmla="*/ 1245394 w 2543175"/>
                <a:gd name="connsiteY96" fmla="*/ 907256 h 1890712"/>
                <a:gd name="connsiteX97" fmla="*/ 1254919 w 2543175"/>
                <a:gd name="connsiteY97" fmla="*/ 914400 h 1890712"/>
                <a:gd name="connsiteX98" fmla="*/ 1269207 w 2543175"/>
                <a:gd name="connsiteY98" fmla="*/ 921544 h 1890712"/>
                <a:gd name="connsiteX99" fmla="*/ 1290638 w 2543175"/>
                <a:gd name="connsiteY99" fmla="*/ 935831 h 1890712"/>
                <a:gd name="connsiteX100" fmla="*/ 1307307 w 2543175"/>
                <a:gd name="connsiteY100" fmla="*/ 952500 h 1890712"/>
                <a:gd name="connsiteX101" fmla="*/ 1333500 w 2543175"/>
                <a:gd name="connsiteY101" fmla="*/ 971550 h 1890712"/>
                <a:gd name="connsiteX102" fmla="*/ 1359694 w 2543175"/>
                <a:gd name="connsiteY102" fmla="*/ 990600 h 1890712"/>
                <a:gd name="connsiteX103" fmla="*/ 1373982 w 2543175"/>
                <a:gd name="connsiteY103" fmla="*/ 997744 h 1890712"/>
                <a:gd name="connsiteX104" fmla="*/ 1388269 w 2543175"/>
                <a:gd name="connsiteY104" fmla="*/ 1007269 h 1890712"/>
                <a:gd name="connsiteX105" fmla="*/ 1414463 w 2543175"/>
                <a:gd name="connsiteY105" fmla="*/ 1019175 h 1890712"/>
                <a:gd name="connsiteX106" fmla="*/ 1428750 w 2543175"/>
                <a:gd name="connsiteY106" fmla="*/ 1026319 h 1890712"/>
                <a:gd name="connsiteX107" fmla="*/ 1471613 w 2543175"/>
                <a:gd name="connsiteY107" fmla="*/ 1059656 h 1890712"/>
                <a:gd name="connsiteX108" fmla="*/ 1495425 w 2543175"/>
                <a:gd name="connsiteY108" fmla="*/ 1088231 h 1890712"/>
                <a:gd name="connsiteX109" fmla="*/ 1547812 w 2543175"/>
                <a:gd name="connsiteY109" fmla="*/ 1133475 h 1890712"/>
                <a:gd name="connsiteX110" fmla="*/ 1597819 w 2543175"/>
                <a:gd name="connsiteY110" fmla="*/ 1154906 h 1890712"/>
                <a:gd name="connsiteX111" fmla="*/ 1604963 w 2543175"/>
                <a:gd name="connsiteY111" fmla="*/ 1162050 h 1890712"/>
                <a:gd name="connsiteX112" fmla="*/ 1612107 w 2543175"/>
                <a:gd name="connsiteY112" fmla="*/ 1166812 h 1890712"/>
                <a:gd name="connsiteX113" fmla="*/ 1628775 w 2543175"/>
                <a:gd name="connsiteY113" fmla="*/ 1183481 h 1890712"/>
                <a:gd name="connsiteX114" fmla="*/ 1662113 w 2543175"/>
                <a:gd name="connsiteY114" fmla="*/ 1209675 h 1890712"/>
                <a:gd name="connsiteX115" fmla="*/ 1678782 w 2543175"/>
                <a:gd name="connsiteY115" fmla="*/ 1226344 h 1890712"/>
                <a:gd name="connsiteX116" fmla="*/ 1700213 w 2543175"/>
                <a:gd name="connsiteY116" fmla="*/ 1247775 h 1890712"/>
                <a:gd name="connsiteX117" fmla="*/ 1712119 w 2543175"/>
                <a:gd name="connsiteY117" fmla="*/ 1259681 h 1890712"/>
                <a:gd name="connsiteX118" fmla="*/ 1733550 w 2543175"/>
                <a:gd name="connsiteY118" fmla="*/ 1273969 h 1890712"/>
                <a:gd name="connsiteX119" fmla="*/ 1743075 w 2543175"/>
                <a:gd name="connsiteY119" fmla="*/ 1283494 h 1890712"/>
                <a:gd name="connsiteX120" fmla="*/ 1754982 w 2543175"/>
                <a:gd name="connsiteY120" fmla="*/ 1290637 h 1890712"/>
                <a:gd name="connsiteX121" fmla="*/ 1766888 w 2543175"/>
                <a:gd name="connsiteY121" fmla="*/ 1300162 h 1890712"/>
                <a:gd name="connsiteX122" fmla="*/ 1783557 w 2543175"/>
                <a:gd name="connsiteY122" fmla="*/ 1307306 h 1890712"/>
                <a:gd name="connsiteX123" fmla="*/ 1790700 w 2543175"/>
                <a:gd name="connsiteY123" fmla="*/ 1312069 h 1890712"/>
                <a:gd name="connsiteX124" fmla="*/ 1800225 w 2543175"/>
                <a:gd name="connsiteY124" fmla="*/ 1319212 h 1890712"/>
                <a:gd name="connsiteX125" fmla="*/ 1807369 w 2543175"/>
                <a:gd name="connsiteY125" fmla="*/ 1321594 h 1890712"/>
                <a:gd name="connsiteX126" fmla="*/ 1824038 w 2543175"/>
                <a:gd name="connsiteY126" fmla="*/ 1333500 h 1890712"/>
                <a:gd name="connsiteX127" fmla="*/ 1843088 w 2543175"/>
                <a:gd name="connsiteY127" fmla="*/ 1352550 h 1890712"/>
                <a:gd name="connsiteX128" fmla="*/ 1852613 w 2543175"/>
                <a:gd name="connsiteY128" fmla="*/ 1359694 h 1890712"/>
                <a:gd name="connsiteX129" fmla="*/ 1859757 w 2543175"/>
                <a:gd name="connsiteY129" fmla="*/ 1366837 h 1890712"/>
                <a:gd name="connsiteX130" fmla="*/ 1869282 w 2543175"/>
                <a:gd name="connsiteY130" fmla="*/ 1371600 h 1890712"/>
                <a:gd name="connsiteX131" fmla="*/ 1883569 w 2543175"/>
                <a:gd name="connsiteY131" fmla="*/ 1388269 h 1890712"/>
                <a:gd name="connsiteX132" fmla="*/ 1893094 w 2543175"/>
                <a:gd name="connsiteY132" fmla="*/ 1395412 h 1890712"/>
                <a:gd name="connsiteX133" fmla="*/ 1902619 w 2543175"/>
                <a:gd name="connsiteY133" fmla="*/ 1404937 h 1890712"/>
                <a:gd name="connsiteX134" fmla="*/ 1912144 w 2543175"/>
                <a:gd name="connsiteY134" fmla="*/ 1409700 h 1890712"/>
                <a:gd name="connsiteX135" fmla="*/ 1931194 w 2543175"/>
                <a:gd name="connsiteY135" fmla="*/ 1421606 h 1890712"/>
                <a:gd name="connsiteX136" fmla="*/ 1935957 w 2543175"/>
                <a:gd name="connsiteY136" fmla="*/ 1428750 h 1890712"/>
                <a:gd name="connsiteX137" fmla="*/ 1952625 w 2543175"/>
                <a:gd name="connsiteY137" fmla="*/ 1438275 h 1890712"/>
                <a:gd name="connsiteX138" fmla="*/ 1971675 w 2543175"/>
                <a:gd name="connsiteY138" fmla="*/ 1450181 h 1890712"/>
                <a:gd name="connsiteX139" fmla="*/ 1981200 w 2543175"/>
                <a:gd name="connsiteY139" fmla="*/ 1454944 h 1890712"/>
                <a:gd name="connsiteX140" fmla="*/ 1997869 w 2543175"/>
                <a:gd name="connsiteY140" fmla="*/ 1471612 h 1890712"/>
                <a:gd name="connsiteX141" fmla="*/ 2007394 w 2543175"/>
                <a:gd name="connsiteY141" fmla="*/ 1478756 h 1890712"/>
                <a:gd name="connsiteX142" fmla="*/ 2016919 w 2543175"/>
                <a:gd name="connsiteY142" fmla="*/ 1483519 h 1890712"/>
                <a:gd name="connsiteX143" fmla="*/ 2024063 w 2543175"/>
                <a:gd name="connsiteY143" fmla="*/ 1490662 h 1890712"/>
                <a:gd name="connsiteX144" fmla="*/ 2033588 w 2543175"/>
                <a:gd name="connsiteY144" fmla="*/ 1495425 h 1890712"/>
                <a:gd name="connsiteX145" fmla="*/ 2040732 w 2543175"/>
                <a:gd name="connsiteY145" fmla="*/ 1502569 h 1890712"/>
                <a:gd name="connsiteX146" fmla="*/ 2047875 w 2543175"/>
                <a:gd name="connsiteY146" fmla="*/ 1507331 h 1890712"/>
                <a:gd name="connsiteX147" fmla="*/ 2057400 w 2543175"/>
                <a:gd name="connsiteY147" fmla="*/ 1514475 h 1890712"/>
                <a:gd name="connsiteX148" fmla="*/ 2064544 w 2543175"/>
                <a:gd name="connsiteY148" fmla="*/ 1519237 h 1890712"/>
                <a:gd name="connsiteX149" fmla="*/ 2071688 w 2543175"/>
                <a:gd name="connsiteY149" fmla="*/ 1526381 h 1890712"/>
                <a:gd name="connsiteX150" fmla="*/ 2081213 w 2543175"/>
                <a:gd name="connsiteY150" fmla="*/ 1531144 h 1890712"/>
                <a:gd name="connsiteX151" fmla="*/ 2090738 w 2543175"/>
                <a:gd name="connsiteY151" fmla="*/ 1538287 h 1890712"/>
                <a:gd name="connsiteX152" fmla="*/ 2109788 w 2543175"/>
                <a:gd name="connsiteY152" fmla="*/ 1547812 h 1890712"/>
                <a:gd name="connsiteX153" fmla="*/ 2131219 w 2543175"/>
                <a:gd name="connsiteY153" fmla="*/ 1562100 h 1890712"/>
                <a:gd name="connsiteX154" fmla="*/ 2140744 w 2543175"/>
                <a:gd name="connsiteY154" fmla="*/ 1566862 h 1890712"/>
                <a:gd name="connsiteX155" fmla="*/ 2152650 w 2543175"/>
                <a:gd name="connsiteY155" fmla="*/ 1576387 h 1890712"/>
                <a:gd name="connsiteX156" fmla="*/ 2181225 w 2543175"/>
                <a:gd name="connsiteY156" fmla="*/ 1590675 h 1890712"/>
                <a:gd name="connsiteX157" fmla="*/ 2200275 w 2543175"/>
                <a:gd name="connsiteY157" fmla="*/ 1607344 h 1890712"/>
                <a:gd name="connsiteX158" fmla="*/ 2207419 w 2543175"/>
                <a:gd name="connsiteY158" fmla="*/ 1612106 h 1890712"/>
                <a:gd name="connsiteX159" fmla="*/ 2216944 w 2543175"/>
                <a:gd name="connsiteY159" fmla="*/ 1619250 h 1890712"/>
                <a:gd name="connsiteX160" fmla="*/ 2224088 w 2543175"/>
                <a:gd name="connsiteY160" fmla="*/ 1624012 h 1890712"/>
                <a:gd name="connsiteX161" fmla="*/ 2247900 w 2543175"/>
                <a:gd name="connsiteY161" fmla="*/ 1643062 h 1890712"/>
                <a:gd name="connsiteX162" fmla="*/ 2255044 w 2543175"/>
                <a:gd name="connsiteY162" fmla="*/ 1650206 h 1890712"/>
                <a:gd name="connsiteX163" fmla="*/ 2281238 w 2543175"/>
                <a:gd name="connsiteY163" fmla="*/ 1664494 h 1890712"/>
                <a:gd name="connsiteX164" fmla="*/ 2297907 w 2543175"/>
                <a:gd name="connsiteY164" fmla="*/ 1674019 h 1890712"/>
                <a:gd name="connsiteX165" fmla="*/ 2312194 w 2543175"/>
                <a:gd name="connsiteY165" fmla="*/ 1685925 h 1890712"/>
                <a:gd name="connsiteX166" fmla="*/ 2328863 w 2543175"/>
                <a:gd name="connsiteY166" fmla="*/ 1697831 h 1890712"/>
                <a:gd name="connsiteX167" fmla="*/ 2350294 w 2543175"/>
                <a:gd name="connsiteY167" fmla="*/ 1712119 h 1890712"/>
                <a:gd name="connsiteX168" fmla="*/ 2369344 w 2543175"/>
                <a:gd name="connsiteY168" fmla="*/ 1724025 h 1890712"/>
                <a:gd name="connsiteX169" fmla="*/ 2428876 w 2543175"/>
                <a:gd name="connsiteY169" fmla="*/ 1785938 h 1890712"/>
                <a:gd name="connsiteX170" fmla="*/ 2466975 w 2543175"/>
                <a:gd name="connsiteY170" fmla="*/ 1783556 h 1890712"/>
                <a:gd name="connsiteX171" fmla="*/ 2481263 w 2543175"/>
                <a:gd name="connsiteY171" fmla="*/ 1795462 h 1890712"/>
                <a:gd name="connsiteX172" fmla="*/ 2486025 w 2543175"/>
                <a:gd name="connsiteY172" fmla="*/ 1802606 h 1890712"/>
                <a:gd name="connsiteX173" fmla="*/ 2514600 w 2543175"/>
                <a:gd name="connsiteY173" fmla="*/ 1850231 h 1890712"/>
                <a:gd name="connsiteX174" fmla="*/ 2519363 w 2543175"/>
                <a:gd name="connsiteY174" fmla="*/ 1857375 h 1890712"/>
                <a:gd name="connsiteX175" fmla="*/ 2540794 w 2543175"/>
                <a:gd name="connsiteY175" fmla="*/ 1883569 h 1890712"/>
                <a:gd name="connsiteX176" fmla="*/ 2543175 w 2543175"/>
                <a:gd name="connsiteY176" fmla="*/ 1890712 h 1890712"/>
                <a:gd name="connsiteX0" fmla="*/ 0 w 2543175"/>
                <a:gd name="connsiteY0" fmla="*/ 0 h 1890712"/>
                <a:gd name="connsiteX1" fmla="*/ 11907 w 2543175"/>
                <a:gd name="connsiteY1" fmla="*/ 11906 h 1890712"/>
                <a:gd name="connsiteX2" fmla="*/ 21432 w 2543175"/>
                <a:gd name="connsiteY2" fmla="*/ 16669 h 1890712"/>
                <a:gd name="connsiteX3" fmla="*/ 23813 w 2543175"/>
                <a:gd name="connsiteY3" fmla="*/ 23812 h 1890712"/>
                <a:gd name="connsiteX4" fmla="*/ 33338 w 2543175"/>
                <a:gd name="connsiteY4" fmla="*/ 33337 h 1890712"/>
                <a:gd name="connsiteX5" fmla="*/ 40482 w 2543175"/>
                <a:gd name="connsiteY5" fmla="*/ 42862 h 1890712"/>
                <a:gd name="connsiteX6" fmla="*/ 47625 w 2543175"/>
                <a:gd name="connsiteY6" fmla="*/ 47625 h 1890712"/>
                <a:gd name="connsiteX7" fmla="*/ 57150 w 2543175"/>
                <a:gd name="connsiteY7" fmla="*/ 54769 h 1890712"/>
                <a:gd name="connsiteX8" fmla="*/ 64294 w 2543175"/>
                <a:gd name="connsiteY8" fmla="*/ 59531 h 1890712"/>
                <a:gd name="connsiteX9" fmla="*/ 83344 w 2543175"/>
                <a:gd name="connsiteY9" fmla="*/ 73819 h 1890712"/>
                <a:gd name="connsiteX10" fmla="*/ 97632 w 2543175"/>
                <a:gd name="connsiteY10" fmla="*/ 80962 h 1890712"/>
                <a:gd name="connsiteX11" fmla="*/ 104775 w 2543175"/>
                <a:gd name="connsiteY11" fmla="*/ 85725 h 1890712"/>
                <a:gd name="connsiteX12" fmla="*/ 114300 w 2543175"/>
                <a:gd name="connsiteY12" fmla="*/ 95250 h 1890712"/>
                <a:gd name="connsiteX13" fmla="*/ 123825 w 2543175"/>
                <a:gd name="connsiteY13" fmla="*/ 97631 h 1890712"/>
                <a:gd name="connsiteX14" fmla="*/ 130969 w 2543175"/>
                <a:gd name="connsiteY14" fmla="*/ 104775 h 1890712"/>
                <a:gd name="connsiteX15" fmla="*/ 140494 w 2543175"/>
                <a:gd name="connsiteY15" fmla="*/ 111919 h 1890712"/>
                <a:gd name="connsiteX16" fmla="*/ 147638 w 2543175"/>
                <a:gd name="connsiteY16" fmla="*/ 116681 h 1890712"/>
                <a:gd name="connsiteX17" fmla="*/ 164307 w 2543175"/>
                <a:gd name="connsiteY17" fmla="*/ 128587 h 1890712"/>
                <a:gd name="connsiteX18" fmla="*/ 180975 w 2543175"/>
                <a:gd name="connsiteY18" fmla="*/ 140494 h 1890712"/>
                <a:gd name="connsiteX19" fmla="*/ 197644 w 2543175"/>
                <a:gd name="connsiteY19" fmla="*/ 152400 h 1890712"/>
                <a:gd name="connsiteX20" fmla="*/ 204788 w 2543175"/>
                <a:gd name="connsiteY20" fmla="*/ 157162 h 1890712"/>
                <a:gd name="connsiteX21" fmla="*/ 214313 w 2543175"/>
                <a:gd name="connsiteY21" fmla="*/ 164306 h 1890712"/>
                <a:gd name="connsiteX22" fmla="*/ 230982 w 2543175"/>
                <a:gd name="connsiteY22" fmla="*/ 180975 h 1890712"/>
                <a:gd name="connsiteX23" fmla="*/ 247650 w 2543175"/>
                <a:gd name="connsiteY23" fmla="*/ 185737 h 1890712"/>
                <a:gd name="connsiteX24" fmla="*/ 302419 w 2543175"/>
                <a:gd name="connsiteY24" fmla="*/ 204787 h 1890712"/>
                <a:gd name="connsiteX25" fmla="*/ 333375 w 2543175"/>
                <a:gd name="connsiteY25" fmla="*/ 228600 h 1890712"/>
                <a:gd name="connsiteX26" fmla="*/ 340519 w 2543175"/>
                <a:gd name="connsiteY26" fmla="*/ 233362 h 1890712"/>
                <a:gd name="connsiteX27" fmla="*/ 354807 w 2543175"/>
                <a:gd name="connsiteY27" fmla="*/ 247650 h 1890712"/>
                <a:gd name="connsiteX28" fmla="*/ 366713 w 2543175"/>
                <a:gd name="connsiteY28" fmla="*/ 264319 h 1890712"/>
                <a:gd name="connsiteX29" fmla="*/ 371475 w 2543175"/>
                <a:gd name="connsiteY29" fmla="*/ 271462 h 1890712"/>
                <a:gd name="connsiteX30" fmla="*/ 378619 w 2543175"/>
                <a:gd name="connsiteY30" fmla="*/ 276225 h 1890712"/>
                <a:gd name="connsiteX31" fmla="*/ 385763 w 2543175"/>
                <a:gd name="connsiteY31" fmla="*/ 283369 h 1890712"/>
                <a:gd name="connsiteX32" fmla="*/ 395288 w 2543175"/>
                <a:gd name="connsiteY32" fmla="*/ 288131 h 1890712"/>
                <a:gd name="connsiteX33" fmla="*/ 404813 w 2543175"/>
                <a:gd name="connsiteY33" fmla="*/ 295275 h 1890712"/>
                <a:gd name="connsiteX34" fmla="*/ 411957 w 2543175"/>
                <a:gd name="connsiteY34" fmla="*/ 297656 h 1890712"/>
                <a:gd name="connsiteX35" fmla="*/ 421482 w 2543175"/>
                <a:gd name="connsiteY35" fmla="*/ 302419 h 1890712"/>
                <a:gd name="connsiteX36" fmla="*/ 447675 w 2543175"/>
                <a:gd name="connsiteY36" fmla="*/ 307181 h 1890712"/>
                <a:gd name="connsiteX37" fmla="*/ 466725 w 2543175"/>
                <a:gd name="connsiteY37" fmla="*/ 328612 h 1890712"/>
                <a:gd name="connsiteX38" fmla="*/ 476250 w 2543175"/>
                <a:gd name="connsiteY38" fmla="*/ 335756 h 1890712"/>
                <a:gd name="connsiteX39" fmla="*/ 481013 w 2543175"/>
                <a:gd name="connsiteY39" fmla="*/ 342900 h 1890712"/>
                <a:gd name="connsiteX40" fmla="*/ 490538 w 2543175"/>
                <a:gd name="connsiteY40" fmla="*/ 352425 h 1890712"/>
                <a:gd name="connsiteX41" fmla="*/ 495300 w 2543175"/>
                <a:gd name="connsiteY41" fmla="*/ 359569 h 1890712"/>
                <a:gd name="connsiteX42" fmla="*/ 509588 w 2543175"/>
                <a:gd name="connsiteY42" fmla="*/ 376237 h 1890712"/>
                <a:gd name="connsiteX43" fmla="*/ 514350 w 2543175"/>
                <a:gd name="connsiteY43" fmla="*/ 383381 h 1890712"/>
                <a:gd name="connsiteX44" fmla="*/ 531019 w 2543175"/>
                <a:gd name="connsiteY44" fmla="*/ 397669 h 1890712"/>
                <a:gd name="connsiteX45" fmla="*/ 538163 w 2543175"/>
                <a:gd name="connsiteY45" fmla="*/ 407194 h 1890712"/>
                <a:gd name="connsiteX46" fmla="*/ 554832 w 2543175"/>
                <a:gd name="connsiteY46" fmla="*/ 421481 h 1890712"/>
                <a:gd name="connsiteX47" fmla="*/ 564357 w 2543175"/>
                <a:gd name="connsiteY47" fmla="*/ 431006 h 1890712"/>
                <a:gd name="connsiteX48" fmla="*/ 573882 w 2543175"/>
                <a:gd name="connsiteY48" fmla="*/ 438150 h 1890712"/>
                <a:gd name="connsiteX49" fmla="*/ 595313 w 2543175"/>
                <a:gd name="connsiteY49" fmla="*/ 454819 h 1890712"/>
                <a:gd name="connsiteX50" fmla="*/ 602457 w 2543175"/>
                <a:gd name="connsiteY50" fmla="*/ 457200 h 1890712"/>
                <a:gd name="connsiteX51" fmla="*/ 628650 w 2543175"/>
                <a:gd name="connsiteY51" fmla="*/ 469106 h 1890712"/>
                <a:gd name="connsiteX52" fmla="*/ 645319 w 2543175"/>
                <a:gd name="connsiteY52" fmla="*/ 483394 h 1890712"/>
                <a:gd name="connsiteX53" fmla="*/ 654844 w 2543175"/>
                <a:gd name="connsiteY53" fmla="*/ 488156 h 1890712"/>
                <a:gd name="connsiteX54" fmla="*/ 661988 w 2543175"/>
                <a:gd name="connsiteY54" fmla="*/ 497681 h 1890712"/>
                <a:gd name="connsiteX55" fmla="*/ 683419 w 2543175"/>
                <a:gd name="connsiteY55" fmla="*/ 514350 h 1890712"/>
                <a:gd name="connsiteX56" fmla="*/ 700088 w 2543175"/>
                <a:gd name="connsiteY56" fmla="*/ 526256 h 1890712"/>
                <a:gd name="connsiteX57" fmla="*/ 709613 w 2543175"/>
                <a:gd name="connsiteY57" fmla="*/ 535781 h 1890712"/>
                <a:gd name="connsiteX58" fmla="*/ 719138 w 2543175"/>
                <a:gd name="connsiteY58" fmla="*/ 542925 h 1890712"/>
                <a:gd name="connsiteX59" fmla="*/ 733425 w 2543175"/>
                <a:gd name="connsiteY59" fmla="*/ 557212 h 1890712"/>
                <a:gd name="connsiteX60" fmla="*/ 750094 w 2543175"/>
                <a:gd name="connsiteY60" fmla="*/ 569119 h 1890712"/>
                <a:gd name="connsiteX61" fmla="*/ 769144 w 2543175"/>
                <a:gd name="connsiteY61" fmla="*/ 581025 h 1890712"/>
                <a:gd name="connsiteX62" fmla="*/ 785813 w 2543175"/>
                <a:gd name="connsiteY62" fmla="*/ 590550 h 1890712"/>
                <a:gd name="connsiteX63" fmla="*/ 792957 w 2543175"/>
                <a:gd name="connsiteY63" fmla="*/ 600075 h 1890712"/>
                <a:gd name="connsiteX64" fmla="*/ 809625 w 2543175"/>
                <a:gd name="connsiteY64" fmla="*/ 611981 h 1890712"/>
                <a:gd name="connsiteX65" fmla="*/ 816769 w 2543175"/>
                <a:gd name="connsiteY65" fmla="*/ 619125 h 1890712"/>
                <a:gd name="connsiteX66" fmla="*/ 826294 w 2543175"/>
                <a:gd name="connsiteY66" fmla="*/ 626269 h 1890712"/>
                <a:gd name="connsiteX67" fmla="*/ 840582 w 2543175"/>
                <a:gd name="connsiteY67" fmla="*/ 638175 h 1890712"/>
                <a:gd name="connsiteX68" fmla="*/ 847725 w 2543175"/>
                <a:gd name="connsiteY68" fmla="*/ 645319 h 1890712"/>
                <a:gd name="connsiteX69" fmla="*/ 857250 w 2543175"/>
                <a:gd name="connsiteY69" fmla="*/ 652462 h 1890712"/>
                <a:gd name="connsiteX70" fmla="*/ 864394 w 2543175"/>
                <a:gd name="connsiteY70" fmla="*/ 657225 h 1890712"/>
                <a:gd name="connsiteX71" fmla="*/ 888207 w 2543175"/>
                <a:gd name="connsiteY71" fmla="*/ 676275 h 1890712"/>
                <a:gd name="connsiteX72" fmla="*/ 895350 w 2543175"/>
                <a:gd name="connsiteY72" fmla="*/ 681037 h 1890712"/>
                <a:gd name="connsiteX73" fmla="*/ 907257 w 2543175"/>
                <a:gd name="connsiteY73" fmla="*/ 683419 h 1890712"/>
                <a:gd name="connsiteX74" fmla="*/ 928688 w 2543175"/>
                <a:gd name="connsiteY74" fmla="*/ 695325 h 1890712"/>
                <a:gd name="connsiteX75" fmla="*/ 942975 w 2543175"/>
                <a:gd name="connsiteY75" fmla="*/ 700087 h 1890712"/>
                <a:gd name="connsiteX76" fmla="*/ 964407 w 2543175"/>
                <a:gd name="connsiteY76" fmla="*/ 716756 h 1890712"/>
                <a:gd name="connsiteX77" fmla="*/ 971550 w 2543175"/>
                <a:gd name="connsiteY77" fmla="*/ 723900 h 1890712"/>
                <a:gd name="connsiteX78" fmla="*/ 983457 w 2543175"/>
                <a:gd name="connsiteY78" fmla="*/ 733425 h 1890712"/>
                <a:gd name="connsiteX79" fmla="*/ 990600 w 2543175"/>
                <a:gd name="connsiteY79" fmla="*/ 738187 h 1890712"/>
                <a:gd name="connsiteX80" fmla="*/ 1007269 w 2543175"/>
                <a:gd name="connsiteY80" fmla="*/ 752475 h 1890712"/>
                <a:gd name="connsiteX81" fmla="*/ 1031082 w 2543175"/>
                <a:gd name="connsiteY81" fmla="*/ 766762 h 1890712"/>
                <a:gd name="connsiteX82" fmla="*/ 1042988 w 2543175"/>
                <a:gd name="connsiteY82" fmla="*/ 773906 h 1890712"/>
                <a:gd name="connsiteX83" fmla="*/ 1071563 w 2543175"/>
                <a:gd name="connsiteY83" fmla="*/ 785812 h 1890712"/>
                <a:gd name="connsiteX84" fmla="*/ 1097757 w 2543175"/>
                <a:gd name="connsiteY84" fmla="*/ 807244 h 1890712"/>
                <a:gd name="connsiteX85" fmla="*/ 1104900 w 2543175"/>
                <a:gd name="connsiteY85" fmla="*/ 814387 h 1890712"/>
                <a:gd name="connsiteX86" fmla="*/ 1121569 w 2543175"/>
                <a:gd name="connsiteY86" fmla="*/ 823912 h 1890712"/>
                <a:gd name="connsiteX87" fmla="*/ 1138238 w 2543175"/>
                <a:gd name="connsiteY87" fmla="*/ 835819 h 1890712"/>
                <a:gd name="connsiteX88" fmla="*/ 1147763 w 2543175"/>
                <a:gd name="connsiteY88" fmla="*/ 842962 h 1890712"/>
                <a:gd name="connsiteX89" fmla="*/ 1157288 w 2543175"/>
                <a:gd name="connsiteY89" fmla="*/ 847725 h 1890712"/>
                <a:gd name="connsiteX90" fmla="*/ 1178719 w 2543175"/>
                <a:gd name="connsiteY90" fmla="*/ 859631 h 1890712"/>
                <a:gd name="connsiteX91" fmla="*/ 1188244 w 2543175"/>
                <a:gd name="connsiteY91" fmla="*/ 866775 h 1890712"/>
                <a:gd name="connsiteX92" fmla="*/ 1195388 w 2543175"/>
                <a:gd name="connsiteY92" fmla="*/ 871537 h 1890712"/>
                <a:gd name="connsiteX93" fmla="*/ 1212057 w 2543175"/>
                <a:gd name="connsiteY93" fmla="*/ 883444 h 1890712"/>
                <a:gd name="connsiteX94" fmla="*/ 1226344 w 2543175"/>
                <a:gd name="connsiteY94" fmla="*/ 895350 h 1890712"/>
                <a:gd name="connsiteX95" fmla="*/ 1245394 w 2543175"/>
                <a:gd name="connsiteY95" fmla="*/ 907256 h 1890712"/>
                <a:gd name="connsiteX96" fmla="*/ 1254919 w 2543175"/>
                <a:gd name="connsiteY96" fmla="*/ 914400 h 1890712"/>
                <a:gd name="connsiteX97" fmla="*/ 1269207 w 2543175"/>
                <a:gd name="connsiteY97" fmla="*/ 921544 h 1890712"/>
                <a:gd name="connsiteX98" fmla="*/ 1290638 w 2543175"/>
                <a:gd name="connsiteY98" fmla="*/ 935831 h 1890712"/>
                <a:gd name="connsiteX99" fmla="*/ 1307307 w 2543175"/>
                <a:gd name="connsiteY99" fmla="*/ 952500 h 1890712"/>
                <a:gd name="connsiteX100" fmla="*/ 1333500 w 2543175"/>
                <a:gd name="connsiteY100" fmla="*/ 971550 h 1890712"/>
                <a:gd name="connsiteX101" fmla="*/ 1359694 w 2543175"/>
                <a:gd name="connsiteY101" fmla="*/ 990600 h 1890712"/>
                <a:gd name="connsiteX102" fmla="*/ 1373982 w 2543175"/>
                <a:gd name="connsiteY102" fmla="*/ 997744 h 1890712"/>
                <a:gd name="connsiteX103" fmla="*/ 1388269 w 2543175"/>
                <a:gd name="connsiteY103" fmla="*/ 1007269 h 1890712"/>
                <a:gd name="connsiteX104" fmla="*/ 1414463 w 2543175"/>
                <a:gd name="connsiteY104" fmla="*/ 1019175 h 1890712"/>
                <a:gd name="connsiteX105" fmla="*/ 1428750 w 2543175"/>
                <a:gd name="connsiteY105" fmla="*/ 1026319 h 1890712"/>
                <a:gd name="connsiteX106" fmla="*/ 1471613 w 2543175"/>
                <a:gd name="connsiteY106" fmla="*/ 1059656 h 1890712"/>
                <a:gd name="connsiteX107" fmla="*/ 1495425 w 2543175"/>
                <a:gd name="connsiteY107" fmla="*/ 1088231 h 1890712"/>
                <a:gd name="connsiteX108" fmla="*/ 1547812 w 2543175"/>
                <a:gd name="connsiteY108" fmla="*/ 1133475 h 1890712"/>
                <a:gd name="connsiteX109" fmla="*/ 1597819 w 2543175"/>
                <a:gd name="connsiteY109" fmla="*/ 1154906 h 1890712"/>
                <a:gd name="connsiteX110" fmla="*/ 1604963 w 2543175"/>
                <a:gd name="connsiteY110" fmla="*/ 1162050 h 1890712"/>
                <a:gd name="connsiteX111" fmla="*/ 1612107 w 2543175"/>
                <a:gd name="connsiteY111" fmla="*/ 1166812 h 1890712"/>
                <a:gd name="connsiteX112" fmla="*/ 1628775 w 2543175"/>
                <a:gd name="connsiteY112" fmla="*/ 1183481 h 1890712"/>
                <a:gd name="connsiteX113" fmla="*/ 1662113 w 2543175"/>
                <a:gd name="connsiteY113" fmla="*/ 1209675 h 1890712"/>
                <a:gd name="connsiteX114" fmla="*/ 1678782 w 2543175"/>
                <a:gd name="connsiteY114" fmla="*/ 1226344 h 1890712"/>
                <a:gd name="connsiteX115" fmla="*/ 1700213 w 2543175"/>
                <a:gd name="connsiteY115" fmla="*/ 1247775 h 1890712"/>
                <a:gd name="connsiteX116" fmla="*/ 1712119 w 2543175"/>
                <a:gd name="connsiteY116" fmla="*/ 1259681 h 1890712"/>
                <a:gd name="connsiteX117" fmla="*/ 1733550 w 2543175"/>
                <a:gd name="connsiteY117" fmla="*/ 1273969 h 1890712"/>
                <a:gd name="connsiteX118" fmla="*/ 1743075 w 2543175"/>
                <a:gd name="connsiteY118" fmla="*/ 1283494 h 1890712"/>
                <a:gd name="connsiteX119" fmla="*/ 1754982 w 2543175"/>
                <a:gd name="connsiteY119" fmla="*/ 1290637 h 1890712"/>
                <a:gd name="connsiteX120" fmla="*/ 1766888 w 2543175"/>
                <a:gd name="connsiteY120" fmla="*/ 1300162 h 1890712"/>
                <a:gd name="connsiteX121" fmla="*/ 1783557 w 2543175"/>
                <a:gd name="connsiteY121" fmla="*/ 1307306 h 1890712"/>
                <a:gd name="connsiteX122" fmla="*/ 1790700 w 2543175"/>
                <a:gd name="connsiteY122" fmla="*/ 1312069 h 1890712"/>
                <a:gd name="connsiteX123" fmla="*/ 1800225 w 2543175"/>
                <a:gd name="connsiteY123" fmla="*/ 1319212 h 1890712"/>
                <a:gd name="connsiteX124" fmla="*/ 1807369 w 2543175"/>
                <a:gd name="connsiteY124" fmla="*/ 1321594 h 1890712"/>
                <a:gd name="connsiteX125" fmla="*/ 1824038 w 2543175"/>
                <a:gd name="connsiteY125" fmla="*/ 1333500 h 1890712"/>
                <a:gd name="connsiteX126" fmla="*/ 1843088 w 2543175"/>
                <a:gd name="connsiteY126" fmla="*/ 1352550 h 1890712"/>
                <a:gd name="connsiteX127" fmla="*/ 1852613 w 2543175"/>
                <a:gd name="connsiteY127" fmla="*/ 1359694 h 1890712"/>
                <a:gd name="connsiteX128" fmla="*/ 1859757 w 2543175"/>
                <a:gd name="connsiteY128" fmla="*/ 1366837 h 1890712"/>
                <a:gd name="connsiteX129" fmla="*/ 1869282 w 2543175"/>
                <a:gd name="connsiteY129" fmla="*/ 1371600 h 1890712"/>
                <a:gd name="connsiteX130" fmla="*/ 1883569 w 2543175"/>
                <a:gd name="connsiteY130" fmla="*/ 1388269 h 1890712"/>
                <a:gd name="connsiteX131" fmla="*/ 1893094 w 2543175"/>
                <a:gd name="connsiteY131" fmla="*/ 1395412 h 1890712"/>
                <a:gd name="connsiteX132" fmla="*/ 1902619 w 2543175"/>
                <a:gd name="connsiteY132" fmla="*/ 1404937 h 1890712"/>
                <a:gd name="connsiteX133" fmla="*/ 1912144 w 2543175"/>
                <a:gd name="connsiteY133" fmla="*/ 1409700 h 1890712"/>
                <a:gd name="connsiteX134" fmla="*/ 1931194 w 2543175"/>
                <a:gd name="connsiteY134" fmla="*/ 1421606 h 1890712"/>
                <a:gd name="connsiteX135" fmla="*/ 1935957 w 2543175"/>
                <a:gd name="connsiteY135" fmla="*/ 1428750 h 1890712"/>
                <a:gd name="connsiteX136" fmla="*/ 1952625 w 2543175"/>
                <a:gd name="connsiteY136" fmla="*/ 1438275 h 1890712"/>
                <a:gd name="connsiteX137" fmla="*/ 1971675 w 2543175"/>
                <a:gd name="connsiteY137" fmla="*/ 1450181 h 1890712"/>
                <a:gd name="connsiteX138" fmla="*/ 1981200 w 2543175"/>
                <a:gd name="connsiteY138" fmla="*/ 1454944 h 1890712"/>
                <a:gd name="connsiteX139" fmla="*/ 1997869 w 2543175"/>
                <a:gd name="connsiteY139" fmla="*/ 1471612 h 1890712"/>
                <a:gd name="connsiteX140" fmla="*/ 2007394 w 2543175"/>
                <a:gd name="connsiteY140" fmla="*/ 1478756 h 1890712"/>
                <a:gd name="connsiteX141" fmla="*/ 2016919 w 2543175"/>
                <a:gd name="connsiteY141" fmla="*/ 1483519 h 1890712"/>
                <a:gd name="connsiteX142" fmla="*/ 2024063 w 2543175"/>
                <a:gd name="connsiteY142" fmla="*/ 1490662 h 1890712"/>
                <a:gd name="connsiteX143" fmla="*/ 2033588 w 2543175"/>
                <a:gd name="connsiteY143" fmla="*/ 1495425 h 1890712"/>
                <a:gd name="connsiteX144" fmla="*/ 2040732 w 2543175"/>
                <a:gd name="connsiteY144" fmla="*/ 1502569 h 1890712"/>
                <a:gd name="connsiteX145" fmla="*/ 2047875 w 2543175"/>
                <a:gd name="connsiteY145" fmla="*/ 1507331 h 1890712"/>
                <a:gd name="connsiteX146" fmla="*/ 2057400 w 2543175"/>
                <a:gd name="connsiteY146" fmla="*/ 1514475 h 1890712"/>
                <a:gd name="connsiteX147" fmla="*/ 2064544 w 2543175"/>
                <a:gd name="connsiteY147" fmla="*/ 1519237 h 1890712"/>
                <a:gd name="connsiteX148" fmla="*/ 2071688 w 2543175"/>
                <a:gd name="connsiteY148" fmla="*/ 1526381 h 1890712"/>
                <a:gd name="connsiteX149" fmla="*/ 2081213 w 2543175"/>
                <a:gd name="connsiteY149" fmla="*/ 1531144 h 1890712"/>
                <a:gd name="connsiteX150" fmla="*/ 2090738 w 2543175"/>
                <a:gd name="connsiteY150" fmla="*/ 1538287 h 1890712"/>
                <a:gd name="connsiteX151" fmla="*/ 2109788 w 2543175"/>
                <a:gd name="connsiteY151" fmla="*/ 1547812 h 1890712"/>
                <a:gd name="connsiteX152" fmla="*/ 2131219 w 2543175"/>
                <a:gd name="connsiteY152" fmla="*/ 1562100 h 1890712"/>
                <a:gd name="connsiteX153" fmla="*/ 2140744 w 2543175"/>
                <a:gd name="connsiteY153" fmla="*/ 1566862 h 1890712"/>
                <a:gd name="connsiteX154" fmla="*/ 2152650 w 2543175"/>
                <a:gd name="connsiteY154" fmla="*/ 1576387 h 1890712"/>
                <a:gd name="connsiteX155" fmla="*/ 2181225 w 2543175"/>
                <a:gd name="connsiteY155" fmla="*/ 1590675 h 1890712"/>
                <a:gd name="connsiteX156" fmla="*/ 2200275 w 2543175"/>
                <a:gd name="connsiteY156" fmla="*/ 1607344 h 1890712"/>
                <a:gd name="connsiteX157" fmla="*/ 2207419 w 2543175"/>
                <a:gd name="connsiteY157" fmla="*/ 1612106 h 1890712"/>
                <a:gd name="connsiteX158" fmla="*/ 2216944 w 2543175"/>
                <a:gd name="connsiteY158" fmla="*/ 1619250 h 1890712"/>
                <a:gd name="connsiteX159" fmla="*/ 2224088 w 2543175"/>
                <a:gd name="connsiteY159" fmla="*/ 1624012 h 1890712"/>
                <a:gd name="connsiteX160" fmla="*/ 2247900 w 2543175"/>
                <a:gd name="connsiteY160" fmla="*/ 1643062 h 1890712"/>
                <a:gd name="connsiteX161" fmla="*/ 2255044 w 2543175"/>
                <a:gd name="connsiteY161" fmla="*/ 1650206 h 1890712"/>
                <a:gd name="connsiteX162" fmla="*/ 2281238 w 2543175"/>
                <a:gd name="connsiteY162" fmla="*/ 1664494 h 1890712"/>
                <a:gd name="connsiteX163" fmla="*/ 2297907 w 2543175"/>
                <a:gd name="connsiteY163" fmla="*/ 1674019 h 1890712"/>
                <a:gd name="connsiteX164" fmla="*/ 2312194 w 2543175"/>
                <a:gd name="connsiteY164" fmla="*/ 1685925 h 1890712"/>
                <a:gd name="connsiteX165" fmla="*/ 2328863 w 2543175"/>
                <a:gd name="connsiteY165" fmla="*/ 1697831 h 1890712"/>
                <a:gd name="connsiteX166" fmla="*/ 2350294 w 2543175"/>
                <a:gd name="connsiteY166" fmla="*/ 1712119 h 1890712"/>
                <a:gd name="connsiteX167" fmla="*/ 2369344 w 2543175"/>
                <a:gd name="connsiteY167" fmla="*/ 1724025 h 1890712"/>
                <a:gd name="connsiteX168" fmla="*/ 2428876 w 2543175"/>
                <a:gd name="connsiteY168" fmla="*/ 1785938 h 1890712"/>
                <a:gd name="connsiteX169" fmla="*/ 2466975 w 2543175"/>
                <a:gd name="connsiteY169" fmla="*/ 1783556 h 1890712"/>
                <a:gd name="connsiteX170" fmla="*/ 2481263 w 2543175"/>
                <a:gd name="connsiteY170" fmla="*/ 1795462 h 1890712"/>
                <a:gd name="connsiteX171" fmla="*/ 2486025 w 2543175"/>
                <a:gd name="connsiteY171" fmla="*/ 1802606 h 1890712"/>
                <a:gd name="connsiteX172" fmla="*/ 2514600 w 2543175"/>
                <a:gd name="connsiteY172" fmla="*/ 1850231 h 1890712"/>
                <a:gd name="connsiteX173" fmla="*/ 2519363 w 2543175"/>
                <a:gd name="connsiteY173" fmla="*/ 1857375 h 1890712"/>
                <a:gd name="connsiteX174" fmla="*/ 2540794 w 2543175"/>
                <a:gd name="connsiteY174" fmla="*/ 1883569 h 1890712"/>
                <a:gd name="connsiteX175" fmla="*/ 2543175 w 2543175"/>
                <a:gd name="connsiteY175" fmla="*/ 1890712 h 1890712"/>
                <a:gd name="connsiteX0" fmla="*/ 0 w 2543175"/>
                <a:gd name="connsiteY0" fmla="*/ 0 h 1890712"/>
                <a:gd name="connsiteX1" fmla="*/ 11907 w 2543175"/>
                <a:gd name="connsiteY1" fmla="*/ 11906 h 1890712"/>
                <a:gd name="connsiteX2" fmla="*/ 21432 w 2543175"/>
                <a:gd name="connsiteY2" fmla="*/ 16669 h 1890712"/>
                <a:gd name="connsiteX3" fmla="*/ 23813 w 2543175"/>
                <a:gd name="connsiteY3" fmla="*/ 23812 h 1890712"/>
                <a:gd name="connsiteX4" fmla="*/ 33338 w 2543175"/>
                <a:gd name="connsiteY4" fmla="*/ 33337 h 1890712"/>
                <a:gd name="connsiteX5" fmla="*/ 40482 w 2543175"/>
                <a:gd name="connsiteY5" fmla="*/ 42862 h 1890712"/>
                <a:gd name="connsiteX6" fmla="*/ 47625 w 2543175"/>
                <a:gd name="connsiteY6" fmla="*/ 47625 h 1890712"/>
                <a:gd name="connsiteX7" fmla="*/ 57150 w 2543175"/>
                <a:gd name="connsiteY7" fmla="*/ 54769 h 1890712"/>
                <a:gd name="connsiteX8" fmla="*/ 64294 w 2543175"/>
                <a:gd name="connsiteY8" fmla="*/ 59531 h 1890712"/>
                <a:gd name="connsiteX9" fmla="*/ 83344 w 2543175"/>
                <a:gd name="connsiteY9" fmla="*/ 73819 h 1890712"/>
                <a:gd name="connsiteX10" fmla="*/ 97632 w 2543175"/>
                <a:gd name="connsiteY10" fmla="*/ 80962 h 1890712"/>
                <a:gd name="connsiteX11" fmla="*/ 104775 w 2543175"/>
                <a:gd name="connsiteY11" fmla="*/ 85725 h 1890712"/>
                <a:gd name="connsiteX12" fmla="*/ 114300 w 2543175"/>
                <a:gd name="connsiteY12" fmla="*/ 95250 h 1890712"/>
                <a:gd name="connsiteX13" fmla="*/ 123825 w 2543175"/>
                <a:gd name="connsiteY13" fmla="*/ 97631 h 1890712"/>
                <a:gd name="connsiteX14" fmla="*/ 130969 w 2543175"/>
                <a:gd name="connsiteY14" fmla="*/ 104775 h 1890712"/>
                <a:gd name="connsiteX15" fmla="*/ 140494 w 2543175"/>
                <a:gd name="connsiteY15" fmla="*/ 111919 h 1890712"/>
                <a:gd name="connsiteX16" fmla="*/ 147638 w 2543175"/>
                <a:gd name="connsiteY16" fmla="*/ 116681 h 1890712"/>
                <a:gd name="connsiteX17" fmla="*/ 164307 w 2543175"/>
                <a:gd name="connsiteY17" fmla="*/ 128587 h 1890712"/>
                <a:gd name="connsiteX18" fmla="*/ 180975 w 2543175"/>
                <a:gd name="connsiteY18" fmla="*/ 140494 h 1890712"/>
                <a:gd name="connsiteX19" fmla="*/ 197644 w 2543175"/>
                <a:gd name="connsiteY19" fmla="*/ 152400 h 1890712"/>
                <a:gd name="connsiteX20" fmla="*/ 204788 w 2543175"/>
                <a:gd name="connsiteY20" fmla="*/ 157162 h 1890712"/>
                <a:gd name="connsiteX21" fmla="*/ 214313 w 2543175"/>
                <a:gd name="connsiteY21" fmla="*/ 164306 h 1890712"/>
                <a:gd name="connsiteX22" fmla="*/ 230982 w 2543175"/>
                <a:gd name="connsiteY22" fmla="*/ 180975 h 1890712"/>
                <a:gd name="connsiteX23" fmla="*/ 247650 w 2543175"/>
                <a:gd name="connsiteY23" fmla="*/ 185737 h 1890712"/>
                <a:gd name="connsiteX24" fmla="*/ 302419 w 2543175"/>
                <a:gd name="connsiteY24" fmla="*/ 204787 h 1890712"/>
                <a:gd name="connsiteX25" fmla="*/ 333375 w 2543175"/>
                <a:gd name="connsiteY25" fmla="*/ 228600 h 1890712"/>
                <a:gd name="connsiteX26" fmla="*/ 340519 w 2543175"/>
                <a:gd name="connsiteY26" fmla="*/ 233362 h 1890712"/>
                <a:gd name="connsiteX27" fmla="*/ 354807 w 2543175"/>
                <a:gd name="connsiteY27" fmla="*/ 247650 h 1890712"/>
                <a:gd name="connsiteX28" fmla="*/ 366713 w 2543175"/>
                <a:gd name="connsiteY28" fmla="*/ 264319 h 1890712"/>
                <a:gd name="connsiteX29" fmla="*/ 371475 w 2543175"/>
                <a:gd name="connsiteY29" fmla="*/ 271462 h 1890712"/>
                <a:gd name="connsiteX30" fmla="*/ 378619 w 2543175"/>
                <a:gd name="connsiteY30" fmla="*/ 276225 h 1890712"/>
                <a:gd name="connsiteX31" fmla="*/ 385763 w 2543175"/>
                <a:gd name="connsiteY31" fmla="*/ 283369 h 1890712"/>
                <a:gd name="connsiteX32" fmla="*/ 395288 w 2543175"/>
                <a:gd name="connsiteY32" fmla="*/ 288131 h 1890712"/>
                <a:gd name="connsiteX33" fmla="*/ 404813 w 2543175"/>
                <a:gd name="connsiteY33" fmla="*/ 295275 h 1890712"/>
                <a:gd name="connsiteX34" fmla="*/ 411957 w 2543175"/>
                <a:gd name="connsiteY34" fmla="*/ 297656 h 1890712"/>
                <a:gd name="connsiteX35" fmla="*/ 421482 w 2543175"/>
                <a:gd name="connsiteY35" fmla="*/ 302419 h 1890712"/>
                <a:gd name="connsiteX36" fmla="*/ 466725 w 2543175"/>
                <a:gd name="connsiteY36" fmla="*/ 328612 h 1890712"/>
                <a:gd name="connsiteX37" fmla="*/ 476250 w 2543175"/>
                <a:gd name="connsiteY37" fmla="*/ 335756 h 1890712"/>
                <a:gd name="connsiteX38" fmla="*/ 481013 w 2543175"/>
                <a:gd name="connsiteY38" fmla="*/ 342900 h 1890712"/>
                <a:gd name="connsiteX39" fmla="*/ 490538 w 2543175"/>
                <a:gd name="connsiteY39" fmla="*/ 352425 h 1890712"/>
                <a:gd name="connsiteX40" fmla="*/ 495300 w 2543175"/>
                <a:gd name="connsiteY40" fmla="*/ 359569 h 1890712"/>
                <a:gd name="connsiteX41" fmla="*/ 509588 w 2543175"/>
                <a:gd name="connsiteY41" fmla="*/ 376237 h 1890712"/>
                <a:gd name="connsiteX42" fmla="*/ 514350 w 2543175"/>
                <a:gd name="connsiteY42" fmla="*/ 383381 h 1890712"/>
                <a:gd name="connsiteX43" fmla="*/ 531019 w 2543175"/>
                <a:gd name="connsiteY43" fmla="*/ 397669 h 1890712"/>
                <a:gd name="connsiteX44" fmla="*/ 538163 w 2543175"/>
                <a:gd name="connsiteY44" fmla="*/ 407194 h 1890712"/>
                <a:gd name="connsiteX45" fmla="*/ 554832 w 2543175"/>
                <a:gd name="connsiteY45" fmla="*/ 421481 h 1890712"/>
                <a:gd name="connsiteX46" fmla="*/ 564357 w 2543175"/>
                <a:gd name="connsiteY46" fmla="*/ 431006 h 1890712"/>
                <a:gd name="connsiteX47" fmla="*/ 573882 w 2543175"/>
                <a:gd name="connsiteY47" fmla="*/ 438150 h 1890712"/>
                <a:gd name="connsiteX48" fmla="*/ 595313 w 2543175"/>
                <a:gd name="connsiteY48" fmla="*/ 454819 h 1890712"/>
                <a:gd name="connsiteX49" fmla="*/ 602457 w 2543175"/>
                <a:gd name="connsiteY49" fmla="*/ 457200 h 1890712"/>
                <a:gd name="connsiteX50" fmla="*/ 628650 w 2543175"/>
                <a:gd name="connsiteY50" fmla="*/ 469106 h 1890712"/>
                <a:gd name="connsiteX51" fmla="*/ 645319 w 2543175"/>
                <a:gd name="connsiteY51" fmla="*/ 483394 h 1890712"/>
                <a:gd name="connsiteX52" fmla="*/ 654844 w 2543175"/>
                <a:gd name="connsiteY52" fmla="*/ 488156 h 1890712"/>
                <a:gd name="connsiteX53" fmla="*/ 661988 w 2543175"/>
                <a:gd name="connsiteY53" fmla="*/ 497681 h 1890712"/>
                <a:gd name="connsiteX54" fmla="*/ 683419 w 2543175"/>
                <a:gd name="connsiteY54" fmla="*/ 514350 h 1890712"/>
                <a:gd name="connsiteX55" fmla="*/ 700088 w 2543175"/>
                <a:gd name="connsiteY55" fmla="*/ 526256 h 1890712"/>
                <a:gd name="connsiteX56" fmla="*/ 709613 w 2543175"/>
                <a:gd name="connsiteY56" fmla="*/ 535781 h 1890712"/>
                <a:gd name="connsiteX57" fmla="*/ 719138 w 2543175"/>
                <a:gd name="connsiteY57" fmla="*/ 542925 h 1890712"/>
                <a:gd name="connsiteX58" fmla="*/ 733425 w 2543175"/>
                <a:gd name="connsiteY58" fmla="*/ 557212 h 1890712"/>
                <a:gd name="connsiteX59" fmla="*/ 750094 w 2543175"/>
                <a:gd name="connsiteY59" fmla="*/ 569119 h 1890712"/>
                <a:gd name="connsiteX60" fmla="*/ 769144 w 2543175"/>
                <a:gd name="connsiteY60" fmla="*/ 581025 h 1890712"/>
                <a:gd name="connsiteX61" fmla="*/ 785813 w 2543175"/>
                <a:gd name="connsiteY61" fmla="*/ 590550 h 1890712"/>
                <a:gd name="connsiteX62" fmla="*/ 792957 w 2543175"/>
                <a:gd name="connsiteY62" fmla="*/ 600075 h 1890712"/>
                <a:gd name="connsiteX63" fmla="*/ 809625 w 2543175"/>
                <a:gd name="connsiteY63" fmla="*/ 611981 h 1890712"/>
                <a:gd name="connsiteX64" fmla="*/ 816769 w 2543175"/>
                <a:gd name="connsiteY64" fmla="*/ 619125 h 1890712"/>
                <a:gd name="connsiteX65" fmla="*/ 826294 w 2543175"/>
                <a:gd name="connsiteY65" fmla="*/ 626269 h 1890712"/>
                <a:gd name="connsiteX66" fmla="*/ 840582 w 2543175"/>
                <a:gd name="connsiteY66" fmla="*/ 638175 h 1890712"/>
                <a:gd name="connsiteX67" fmla="*/ 847725 w 2543175"/>
                <a:gd name="connsiteY67" fmla="*/ 645319 h 1890712"/>
                <a:gd name="connsiteX68" fmla="*/ 857250 w 2543175"/>
                <a:gd name="connsiteY68" fmla="*/ 652462 h 1890712"/>
                <a:gd name="connsiteX69" fmla="*/ 864394 w 2543175"/>
                <a:gd name="connsiteY69" fmla="*/ 657225 h 1890712"/>
                <a:gd name="connsiteX70" fmla="*/ 888207 w 2543175"/>
                <a:gd name="connsiteY70" fmla="*/ 676275 h 1890712"/>
                <a:gd name="connsiteX71" fmla="*/ 895350 w 2543175"/>
                <a:gd name="connsiteY71" fmla="*/ 681037 h 1890712"/>
                <a:gd name="connsiteX72" fmla="*/ 907257 w 2543175"/>
                <a:gd name="connsiteY72" fmla="*/ 683419 h 1890712"/>
                <a:gd name="connsiteX73" fmla="*/ 928688 w 2543175"/>
                <a:gd name="connsiteY73" fmla="*/ 695325 h 1890712"/>
                <a:gd name="connsiteX74" fmla="*/ 942975 w 2543175"/>
                <a:gd name="connsiteY74" fmla="*/ 700087 h 1890712"/>
                <a:gd name="connsiteX75" fmla="*/ 964407 w 2543175"/>
                <a:gd name="connsiteY75" fmla="*/ 716756 h 1890712"/>
                <a:gd name="connsiteX76" fmla="*/ 971550 w 2543175"/>
                <a:gd name="connsiteY76" fmla="*/ 723900 h 1890712"/>
                <a:gd name="connsiteX77" fmla="*/ 983457 w 2543175"/>
                <a:gd name="connsiteY77" fmla="*/ 733425 h 1890712"/>
                <a:gd name="connsiteX78" fmla="*/ 990600 w 2543175"/>
                <a:gd name="connsiteY78" fmla="*/ 738187 h 1890712"/>
                <a:gd name="connsiteX79" fmla="*/ 1007269 w 2543175"/>
                <a:gd name="connsiteY79" fmla="*/ 752475 h 1890712"/>
                <a:gd name="connsiteX80" fmla="*/ 1031082 w 2543175"/>
                <a:gd name="connsiteY80" fmla="*/ 766762 h 1890712"/>
                <a:gd name="connsiteX81" fmla="*/ 1042988 w 2543175"/>
                <a:gd name="connsiteY81" fmla="*/ 773906 h 1890712"/>
                <a:gd name="connsiteX82" fmla="*/ 1071563 w 2543175"/>
                <a:gd name="connsiteY82" fmla="*/ 785812 h 1890712"/>
                <a:gd name="connsiteX83" fmla="*/ 1097757 w 2543175"/>
                <a:gd name="connsiteY83" fmla="*/ 807244 h 1890712"/>
                <a:gd name="connsiteX84" fmla="*/ 1104900 w 2543175"/>
                <a:gd name="connsiteY84" fmla="*/ 814387 h 1890712"/>
                <a:gd name="connsiteX85" fmla="*/ 1121569 w 2543175"/>
                <a:gd name="connsiteY85" fmla="*/ 823912 h 1890712"/>
                <a:gd name="connsiteX86" fmla="*/ 1138238 w 2543175"/>
                <a:gd name="connsiteY86" fmla="*/ 835819 h 1890712"/>
                <a:gd name="connsiteX87" fmla="*/ 1147763 w 2543175"/>
                <a:gd name="connsiteY87" fmla="*/ 842962 h 1890712"/>
                <a:gd name="connsiteX88" fmla="*/ 1157288 w 2543175"/>
                <a:gd name="connsiteY88" fmla="*/ 847725 h 1890712"/>
                <a:gd name="connsiteX89" fmla="*/ 1178719 w 2543175"/>
                <a:gd name="connsiteY89" fmla="*/ 859631 h 1890712"/>
                <a:gd name="connsiteX90" fmla="*/ 1188244 w 2543175"/>
                <a:gd name="connsiteY90" fmla="*/ 866775 h 1890712"/>
                <a:gd name="connsiteX91" fmla="*/ 1195388 w 2543175"/>
                <a:gd name="connsiteY91" fmla="*/ 871537 h 1890712"/>
                <a:gd name="connsiteX92" fmla="*/ 1212057 w 2543175"/>
                <a:gd name="connsiteY92" fmla="*/ 883444 h 1890712"/>
                <a:gd name="connsiteX93" fmla="*/ 1226344 w 2543175"/>
                <a:gd name="connsiteY93" fmla="*/ 895350 h 1890712"/>
                <a:gd name="connsiteX94" fmla="*/ 1245394 w 2543175"/>
                <a:gd name="connsiteY94" fmla="*/ 907256 h 1890712"/>
                <a:gd name="connsiteX95" fmla="*/ 1254919 w 2543175"/>
                <a:gd name="connsiteY95" fmla="*/ 914400 h 1890712"/>
                <a:gd name="connsiteX96" fmla="*/ 1269207 w 2543175"/>
                <a:gd name="connsiteY96" fmla="*/ 921544 h 1890712"/>
                <a:gd name="connsiteX97" fmla="*/ 1290638 w 2543175"/>
                <a:gd name="connsiteY97" fmla="*/ 935831 h 1890712"/>
                <a:gd name="connsiteX98" fmla="*/ 1307307 w 2543175"/>
                <a:gd name="connsiteY98" fmla="*/ 952500 h 1890712"/>
                <a:gd name="connsiteX99" fmla="*/ 1333500 w 2543175"/>
                <a:gd name="connsiteY99" fmla="*/ 971550 h 1890712"/>
                <a:gd name="connsiteX100" fmla="*/ 1359694 w 2543175"/>
                <a:gd name="connsiteY100" fmla="*/ 990600 h 1890712"/>
                <a:gd name="connsiteX101" fmla="*/ 1373982 w 2543175"/>
                <a:gd name="connsiteY101" fmla="*/ 997744 h 1890712"/>
                <a:gd name="connsiteX102" fmla="*/ 1388269 w 2543175"/>
                <a:gd name="connsiteY102" fmla="*/ 1007269 h 1890712"/>
                <a:gd name="connsiteX103" fmla="*/ 1414463 w 2543175"/>
                <a:gd name="connsiteY103" fmla="*/ 1019175 h 1890712"/>
                <a:gd name="connsiteX104" fmla="*/ 1428750 w 2543175"/>
                <a:gd name="connsiteY104" fmla="*/ 1026319 h 1890712"/>
                <a:gd name="connsiteX105" fmla="*/ 1471613 w 2543175"/>
                <a:gd name="connsiteY105" fmla="*/ 1059656 h 1890712"/>
                <a:gd name="connsiteX106" fmla="*/ 1495425 w 2543175"/>
                <a:gd name="connsiteY106" fmla="*/ 1088231 h 1890712"/>
                <a:gd name="connsiteX107" fmla="*/ 1547812 w 2543175"/>
                <a:gd name="connsiteY107" fmla="*/ 1133475 h 1890712"/>
                <a:gd name="connsiteX108" fmla="*/ 1597819 w 2543175"/>
                <a:gd name="connsiteY108" fmla="*/ 1154906 h 1890712"/>
                <a:gd name="connsiteX109" fmla="*/ 1604963 w 2543175"/>
                <a:gd name="connsiteY109" fmla="*/ 1162050 h 1890712"/>
                <a:gd name="connsiteX110" fmla="*/ 1612107 w 2543175"/>
                <a:gd name="connsiteY110" fmla="*/ 1166812 h 1890712"/>
                <a:gd name="connsiteX111" fmla="*/ 1628775 w 2543175"/>
                <a:gd name="connsiteY111" fmla="*/ 1183481 h 1890712"/>
                <a:gd name="connsiteX112" fmla="*/ 1662113 w 2543175"/>
                <a:gd name="connsiteY112" fmla="*/ 1209675 h 1890712"/>
                <a:gd name="connsiteX113" fmla="*/ 1678782 w 2543175"/>
                <a:gd name="connsiteY113" fmla="*/ 1226344 h 1890712"/>
                <a:gd name="connsiteX114" fmla="*/ 1700213 w 2543175"/>
                <a:gd name="connsiteY114" fmla="*/ 1247775 h 1890712"/>
                <a:gd name="connsiteX115" fmla="*/ 1712119 w 2543175"/>
                <a:gd name="connsiteY115" fmla="*/ 1259681 h 1890712"/>
                <a:gd name="connsiteX116" fmla="*/ 1733550 w 2543175"/>
                <a:gd name="connsiteY116" fmla="*/ 1273969 h 1890712"/>
                <a:gd name="connsiteX117" fmla="*/ 1743075 w 2543175"/>
                <a:gd name="connsiteY117" fmla="*/ 1283494 h 1890712"/>
                <a:gd name="connsiteX118" fmla="*/ 1754982 w 2543175"/>
                <a:gd name="connsiteY118" fmla="*/ 1290637 h 1890712"/>
                <a:gd name="connsiteX119" fmla="*/ 1766888 w 2543175"/>
                <a:gd name="connsiteY119" fmla="*/ 1300162 h 1890712"/>
                <a:gd name="connsiteX120" fmla="*/ 1783557 w 2543175"/>
                <a:gd name="connsiteY120" fmla="*/ 1307306 h 1890712"/>
                <a:gd name="connsiteX121" fmla="*/ 1790700 w 2543175"/>
                <a:gd name="connsiteY121" fmla="*/ 1312069 h 1890712"/>
                <a:gd name="connsiteX122" fmla="*/ 1800225 w 2543175"/>
                <a:gd name="connsiteY122" fmla="*/ 1319212 h 1890712"/>
                <a:gd name="connsiteX123" fmla="*/ 1807369 w 2543175"/>
                <a:gd name="connsiteY123" fmla="*/ 1321594 h 1890712"/>
                <a:gd name="connsiteX124" fmla="*/ 1824038 w 2543175"/>
                <a:gd name="connsiteY124" fmla="*/ 1333500 h 1890712"/>
                <a:gd name="connsiteX125" fmla="*/ 1843088 w 2543175"/>
                <a:gd name="connsiteY125" fmla="*/ 1352550 h 1890712"/>
                <a:gd name="connsiteX126" fmla="*/ 1852613 w 2543175"/>
                <a:gd name="connsiteY126" fmla="*/ 1359694 h 1890712"/>
                <a:gd name="connsiteX127" fmla="*/ 1859757 w 2543175"/>
                <a:gd name="connsiteY127" fmla="*/ 1366837 h 1890712"/>
                <a:gd name="connsiteX128" fmla="*/ 1869282 w 2543175"/>
                <a:gd name="connsiteY128" fmla="*/ 1371600 h 1890712"/>
                <a:gd name="connsiteX129" fmla="*/ 1883569 w 2543175"/>
                <a:gd name="connsiteY129" fmla="*/ 1388269 h 1890712"/>
                <a:gd name="connsiteX130" fmla="*/ 1893094 w 2543175"/>
                <a:gd name="connsiteY130" fmla="*/ 1395412 h 1890712"/>
                <a:gd name="connsiteX131" fmla="*/ 1902619 w 2543175"/>
                <a:gd name="connsiteY131" fmla="*/ 1404937 h 1890712"/>
                <a:gd name="connsiteX132" fmla="*/ 1912144 w 2543175"/>
                <a:gd name="connsiteY132" fmla="*/ 1409700 h 1890712"/>
                <a:gd name="connsiteX133" fmla="*/ 1931194 w 2543175"/>
                <a:gd name="connsiteY133" fmla="*/ 1421606 h 1890712"/>
                <a:gd name="connsiteX134" fmla="*/ 1935957 w 2543175"/>
                <a:gd name="connsiteY134" fmla="*/ 1428750 h 1890712"/>
                <a:gd name="connsiteX135" fmla="*/ 1952625 w 2543175"/>
                <a:gd name="connsiteY135" fmla="*/ 1438275 h 1890712"/>
                <a:gd name="connsiteX136" fmla="*/ 1971675 w 2543175"/>
                <a:gd name="connsiteY136" fmla="*/ 1450181 h 1890712"/>
                <a:gd name="connsiteX137" fmla="*/ 1981200 w 2543175"/>
                <a:gd name="connsiteY137" fmla="*/ 1454944 h 1890712"/>
                <a:gd name="connsiteX138" fmla="*/ 1997869 w 2543175"/>
                <a:gd name="connsiteY138" fmla="*/ 1471612 h 1890712"/>
                <a:gd name="connsiteX139" fmla="*/ 2007394 w 2543175"/>
                <a:gd name="connsiteY139" fmla="*/ 1478756 h 1890712"/>
                <a:gd name="connsiteX140" fmla="*/ 2016919 w 2543175"/>
                <a:gd name="connsiteY140" fmla="*/ 1483519 h 1890712"/>
                <a:gd name="connsiteX141" fmla="*/ 2024063 w 2543175"/>
                <a:gd name="connsiteY141" fmla="*/ 1490662 h 1890712"/>
                <a:gd name="connsiteX142" fmla="*/ 2033588 w 2543175"/>
                <a:gd name="connsiteY142" fmla="*/ 1495425 h 1890712"/>
                <a:gd name="connsiteX143" fmla="*/ 2040732 w 2543175"/>
                <a:gd name="connsiteY143" fmla="*/ 1502569 h 1890712"/>
                <a:gd name="connsiteX144" fmla="*/ 2047875 w 2543175"/>
                <a:gd name="connsiteY144" fmla="*/ 1507331 h 1890712"/>
                <a:gd name="connsiteX145" fmla="*/ 2057400 w 2543175"/>
                <a:gd name="connsiteY145" fmla="*/ 1514475 h 1890712"/>
                <a:gd name="connsiteX146" fmla="*/ 2064544 w 2543175"/>
                <a:gd name="connsiteY146" fmla="*/ 1519237 h 1890712"/>
                <a:gd name="connsiteX147" fmla="*/ 2071688 w 2543175"/>
                <a:gd name="connsiteY147" fmla="*/ 1526381 h 1890712"/>
                <a:gd name="connsiteX148" fmla="*/ 2081213 w 2543175"/>
                <a:gd name="connsiteY148" fmla="*/ 1531144 h 1890712"/>
                <a:gd name="connsiteX149" fmla="*/ 2090738 w 2543175"/>
                <a:gd name="connsiteY149" fmla="*/ 1538287 h 1890712"/>
                <a:gd name="connsiteX150" fmla="*/ 2109788 w 2543175"/>
                <a:gd name="connsiteY150" fmla="*/ 1547812 h 1890712"/>
                <a:gd name="connsiteX151" fmla="*/ 2131219 w 2543175"/>
                <a:gd name="connsiteY151" fmla="*/ 1562100 h 1890712"/>
                <a:gd name="connsiteX152" fmla="*/ 2140744 w 2543175"/>
                <a:gd name="connsiteY152" fmla="*/ 1566862 h 1890712"/>
                <a:gd name="connsiteX153" fmla="*/ 2152650 w 2543175"/>
                <a:gd name="connsiteY153" fmla="*/ 1576387 h 1890712"/>
                <a:gd name="connsiteX154" fmla="*/ 2181225 w 2543175"/>
                <a:gd name="connsiteY154" fmla="*/ 1590675 h 1890712"/>
                <a:gd name="connsiteX155" fmla="*/ 2200275 w 2543175"/>
                <a:gd name="connsiteY155" fmla="*/ 1607344 h 1890712"/>
                <a:gd name="connsiteX156" fmla="*/ 2207419 w 2543175"/>
                <a:gd name="connsiteY156" fmla="*/ 1612106 h 1890712"/>
                <a:gd name="connsiteX157" fmla="*/ 2216944 w 2543175"/>
                <a:gd name="connsiteY157" fmla="*/ 1619250 h 1890712"/>
                <a:gd name="connsiteX158" fmla="*/ 2224088 w 2543175"/>
                <a:gd name="connsiteY158" fmla="*/ 1624012 h 1890712"/>
                <a:gd name="connsiteX159" fmla="*/ 2247900 w 2543175"/>
                <a:gd name="connsiteY159" fmla="*/ 1643062 h 1890712"/>
                <a:gd name="connsiteX160" fmla="*/ 2255044 w 2543175"/>
                <a:gd name="connsiteY160" fmla="*/ 1650206 h 1890712"/>
                <a:gd name="connsiteX161" fmla="*/ 2281238 w 2543175"/>
                <a:gd name="connsiteY161" fmla="*/ 1664494 h 1890712"/>
                <a:gd name="connsiteX162" fmla="*/ 2297907 w 2543175"/>
                <a:gd name="connsiteY162" fmla="*/ 1674019 h 1890712"/>
                <a:gd name="connsiteX163" fmla="*/ 2312194 w 2543175"/>
                <a:gd name="connsiteY163" fmla="*/ 1685925 h 1890712"/>
                <a:gd name="connsiteX164" fmla="*/ 2328863 w 2543175"/>
                <a:gd name="connsiteY164" fmla="*/ 1697831 h 1890712"/>
                <a:gd name="connsiteX165" fmla="*/ 2350294 w 2543175"/>
                <a:gd name="connsiteY165" fmla="*/ 1712119 h 1890712"/>
                <a:gd name="connsiteX166" fmla="*/ 2369344 w 2543175"/>
                <a:gd name="connsiteY166" fmla="*/ 1724025 h 1890712"/>
                <a:gd name="connsiteX167" fmla="*/ 2428876 w 2543175"/>
                <a:gd name="connsiteY167" fmla="*/ 1785938 h 1890712"/>
                <a:gd name="connsiteX168" fmla="*/ 2466975 w 2543175"/>
                <a:gd name="connsiteY168" fmla="*/ 1783556 h 1890712"/>
                <a:gd name="connsiteX169" fmla="*/ 2481263 w 2543175"/>
                <a:gd name="connsiteY169" fmla="*/ 1795462 h 1890712"/>
                <a:gd name="connsiteX170" fmla="*/ 2486025 w 2543175"/>
                <a:gd name="connsiteY170" fmla="*/ 1802606 h 1890712"/>
                <a:gd name="connsiteX171" fmla="*/ 2514600 w 2543175"/>
                <a:gd name="connsiteY171" fmla="*/ 1850231 h 1890712"/>
                <a:gd name="connsiteX172" fmla="*/ 2519363 w 2543175"/>
                <a:gd name="connsiteY172" fmla="*/ 1857375 h 1890712"/>
                <a:gd name="connsiteX173" fmla="*/ 2540794 w 2543175"/>
                <a:gd name="connsiteY173" fmla="*/ 1883569 h 1890712"/>
                <a:gd name="connsiteX174" fmla="*/ 2543175 w 2543175"/>
                <a:gd name="connsiteY174" fmla="*/ 1890712 h 1890712"/>
                <a:gd name="connsiteX0" fmla="*/ 0 w 2543175"/>
                <a:gd name="connsiteY0" fmla="*/ 0 h 1890712"/>
                <a:gd name="connsiteX1" fmla="*/ 11907 w 2543175"/>
                <a:gd name="connsiteY1" fmla="*/ 11906 h 1890712"/>
                <a:gd name="connsiteX2" fmla="*/ 21432 w 2543175"/>
                <a:gd name="connsiteY2" fmla="*/ 16669 h 1890712"/>
                <a:gd name="connsiteX3" fmla="*/ 23813 w 2543175"/>
                <a:gd name="connsiteY3" fmla="*/ 23812 h 1890712"/>
                <a:gd name="connsiteX4" fmla="*/ 33338 w 2543175"/>
                <a:gd name="connsiteY4" fmla="*/ 33337 h 1890712"/>
                <a:gd name="connsiteX5" fmla="*/ 40482 w 2543175"/>
                <a:gd name="connsiteY5" fmla="*/ 42862 h 1890712"/>
                <a:gd name="connsiteX6" fmla="*/ 47625 w 2543175"/>
                <a:gd name="connsiteY6" fmla="*/ 47625 h 1890712"/>
                <a:gd name="connsiteX7" fmla="*/ 57150 w 2543175"/>
                <a:gd name="connsiteY7" fmla="*/ 54769 h 1890712"/>
                <a:gd name="connsiteX8" fmla="*/ 64294 w 2543175"/>
                <a:gd name="connsiteY8" fmla="*/ 59531 h 1890712"/>
                <a:gd name="connsiteX9" fmla="*/ 83344 w 2543175"/>
                <a:gd name="connsiteY9" fmla="*/ 73819 h 1890712"/>
                <a:gd name="connsiteX10" fmla="*/ 97632 w 2543175"/>
                <a:gd name="connsiteY10" fmla="*/ 80962 h 1890712"/>
                <a:gd name="connsiteX11" fmla="*/ 104775 w 2543175"/>
                <a:gd name="connsiteY11" fmla="*/ 85725 h 1890712"/>
                <a:gd name="connsiteX12" fmla="*/ 114300 w 2543175"/>
                <a:gd name="connsiteY12" fmla="*/ 95250 h 1890712"/>
                <a:gd name="connsiteX13" fmla="*/ 123825 w 2543175"/>
                <a:gd name="connsiteY13" fmla="*/ 97631 h 1890712"/>
                <a:gd name="connsiteX14" fmla="*/ 130969 w 2543175"/>
                <a:gd name="connsiteY14" fmla="*/ 104775 h 1890712"/>
                <a:gd name="connsiteX15" fmla="*/ 140494 w 2543175"/>
                <a:gd name="connsiteY15" fmla="*/ 111919 h 1890712"/>
                <a:gd name="connsiteX16" fmla="*/ 147638 w 2543175"/>
                <a:gd name="connsiteY16" fmla="*/ 116681 h 1890712"/>
                <a:gd name="connsiteX17" fmla="*/ 164307 w 2543175"/>
                <a:gd name="connsiteY17" fmla="*/ 128587 h 1890712"/>
                <a:gd name="connsiteX18" fmla="*/ 180975 w 2543175"/>
                <a:gd name="connsiteY18" fmla="*/ 140494 h 1890712"/>
                <a:gd name="connsiteX19" fmla="*/ 197644 w 2543175"/>
                <a:gd name="connsiteY19" fmla="*/ 152400 h 1890712"/>
                <a:gd name="connsiteX20" fmla="*/ 204788 w 2543175"/>
                <a:gd name="connsiteY20" fmla="*/ 157162 h 1890712"/>
                <a:gd name="connsiteX21" fmla="*/ 214313 w 2543175"/>
                <a:gd name="connsiteY21" fmla="*/ 164306 h 1890712"/>
                <a:gd name="connsiteX22" fmla="*/ 230982 w 2543175"/>
                <a:gd name="connsiteY22" fmla="*/ 180975 h 1890712"/>
                <a:gd name="connsiteX23" fmla="*/ 247650 w 2543175"/>
                <a:gd name="connsiteY23" fmla="*/ 185737 h 1890712"/>
                <a:gd name="connsiteX24" fmla="*/ 302419 w 2543175"/>
                <a:gd name="connsiteY24" fmla="*/ 204787 h 1890712"/>
                <a:gd name="connsiteX25" fmla="*/ 333375 w 2543175"/>
                <a:gd name="connsiteY25" fmla="*/ 228600 h 1890712"/>
                <a:gd name="connsiteX26" fmla="*/ 340519 w 2543175"/>
                <a:gd name="connsiteY26" fmla="*/ 233362 h 1890712"/>
                <a:gd name="connsiteX27" fmla="*/ 354807 w 2543175"/>
                <a:gd name="connsiteY27" fmla="*/ 247650 h 1890712"/>
                <a:gd name="connsiteX28" fmla="*/ 366713 w 2543175"/>
                <a:gd name="connsiteY28" fmla="*/ 264319 h 1890712"/>
                <a:gd name="connsiteX29" fmla="*/ 371475 w 2543175"/>
                <a:gd name="connsiteY29" fmla="*/ 271462 h 1890712"/>
                <a:gd name="connsiteX30" fmla="*/ 378619 w 2543175"/>
                <a:gd name="connsiteY30" fmla="*/ 276225 h 1890712"/>
                <a:gd name="connsiteX31" fmla="*/ 385763 w 2543175"/>
                <a:gd name="connsiteY31" fmla="*/ 283369 h 1890712"/>
                <a:gd name="connsiteX32" fmla="*/ 395288 w 2543175"/>
                <a:gd name="connsiteY32" fmla="*/ 288131 h 1890712"/>
                <a:gd name="connsiteX33" fmla="*/ 404813 w 2543175"/>
                <a:gd name="connsiteY33" fmla="*/ 295275 h 1890712"/>
                <a:gd name="connsiteX34" fmla="*/ 411957 w 2543175"/>
                <a:gd name="connsiteY34" fmla="*/ 297656 h 1890712"/>
                <a:gd name="connsiteX35" fmla="*/ 466725 w 2543175"/>
                <a:gd name="connsiteY35" fmla="*/ 328612 h 1890712"/>
                <a:gd name="connsiteX36" fmla="*/ 476250 w 2543175"/>
                <a:gd name="connsiteY36" fmla="*/ 335756 h 1890712"/>
                <a:gd name="connsiteX37" fmla="*/ 481013 w 2543175"/>
                <a:gd name="connsiteY37" fmla="*/ 342900 h 1890712"/>
                <a:gd name="connsiteX38" fmla="*/ 490538 w 2543175"/>
                <a:gd name="connsiteY38" fmla="*/ 352425 h 1890712"/>
                <a:gd name="connsiteX39" fmla="*/ 495300 w 2543175"/>
                <a:gd name="connsiteY39" fmla="*/ 359569 h 1890712"/>
                <a:gd name="connsiteX40" fmla="*/ 509588 w 2543175"/>
                <a:gd name="connsiteY40" fmla="*/ 376237 h 1890712"/>
                <a:gd name="connsiteX41" fmla="*/ 514350 w 2543175"/>
                <a:gd name="connsiteY41" fmla="*/ 383381 h 1890712"/>
                <a:gd name="connsiteX42" fmla="*/ 531019 w 2543175"/>
                <a:gd name="connsiteY42" fmla="*/ 397669 h 1890712"/>
                <a:gd name="connsiteX43" fmla="*/ 538163 w 2543175"/>
                <a:gd name="connsiteY43" fmla="*/ 407194 h 1890712"/>
                <a:gd name="connsiteX44" fmla="*/ 554832 w 2543175"/>
                <a:gd name="connsiteY44" fmla="*/ 421481 h 1890712"/>
                <a:gd name="connsiteX45" fmla="*/ 564357 w 2543175"/>
                <a:gd name="connsiteY45" fmla="*/ 431006 h 1890712"/>
                <a:gd name="connsiteX46" fmla="*/ 573882 w 2543175"/>
                <a:gd name="connsiteY46" fmla="*/ 438150 h 1890712"/>
                <a:gd name="connsiteX47" fmla="*/ 595313 w 2543175"/>
                <a:gd name="connsiteY47" fmla="*/ 454819 h 1890712"/>
                <a:gd name="connsiteX48" fmla="*/ 602457 w 2543175"/>
                <a:gd name="connsiteY48" fmla="*/ 457200 h 1890712"/>
                <a:gd name="connsiteX49" fmla="*/ 628650 w 2543175"/>
                <a:gd name="connsiteY49" fmla="*/ 469106 h 1890712"/>
                <a:gd name="connsiteX50" fmla="*/ 645319 w 2543175"/>
                <a:gd name="connsiteY50" fmla="*/ 483394 h 1890712"/>
                <a:gd name="connsiteX51" fmla="*/ 654844 w 2543175"/>
                <a:gd name="connsiteY51" fmla="*/ 488156 h 1890712"/>
                <a:gd name="connsiteX52" fmla="*/ 661988 w 2543175"/>
                <a:gd name="connsiteY52" fmla="*/ 497681 h 1890712"/>
                <a:gd name="connsiteX53" fmla="*/ 683419 w 2543175"/>
                <a:gd name="connsiteY53" fmla="*/ 514350 h 1890712"/>
                <a:gd name="connsiteX54" fmla="*/ 700088 w 2543175"/>
                <a:gd name="connsiteY54" fmla="*/ 526256 h 1890712"/>
                <a:gd name="connsiteX55" fmla="*/ 709613 w 2543175"/>
                <a:gd name="connsiteY55" fmla="*/ 535781 h 1890712"/>
                <a:gd name="connsiteX56" fmla="*/ 719138 w 2543175"/>
                <a:gd name="connsiteY56" fmla="*/ 542925 h 1890712"/>
                <a:gd name="connsiteX57" fmla="*/ 733425 w 2543175"/>
                <a:gd name="connsiteY57" fmla="*/ 557212 h 1890712"/>
                <a:gd name="connsiteX58" fmla="*/ 750094 w 2543175"/>
                <a:gd name="connsiteY58" fmla="*/ 569119 h 1890712"/>
                <a:gd name="connsiteX59" fmla="*/ 769144 w 2543175"/>
                <a:gd name="connsiteY59" fmla="*/ 581025 h 1890712"/>
                <a:gd name="connsiteX60" fmla="*/ 785813 w 2543175"/>
                <a:gd name="connsiteY60" fmla="*/ 590550 h 1890712"/>
                <a:gd name="connsiteX61" fmla="*/ 792957 w 2543175"/>
                <a:gd name="connsiteY61" fmla="*/ 600075 h 1890712"/>
                <a:gd name="connsiteX62" fmla="*/ 809625 w 2543175"/>
                <a:gd name="connsiteY62" fmla="*/ 611981 h 1890712"/>
                <a:gd name="connsiteX63" fmla="*/ 816769 w 2543175"/>
                <a:gd name="connsiteY63" fmla="*/ 619125 h 1890712"/>
                <a:gd name="connsiteX64" fmla="*/ 826294 w 2543175"/>
                <a:gd name="connsiteY64" fmla="*/ 626269 h 1890712"/>
                <a:gd name="connsiteX65" fmla="*/ 840582 w 2543175"/>
                <a:gd name="connsiteY65" fmla="*/ 638175 h 1890712"/>
                <a:gd name="connsiteX66" fmla="*/ 847725 w 2543175"/>
                <a:gd name="connsiteY66" fmla="*/ 645319 h 1890712"/>
                <a:gd name="connsiteX67" fmla="*/ 857250 w 2543175"/>
                <a:gd name="connsiteY67" fmla="*/ 652462 h 1890712"/>
                <a:gd name="connsiteX68" fmla="*/ 864394 w 2543175"/>
                <a:gd name="connsiteY68" fmla="*/ 657225 h 1890712"/>
                <a:gd name="connsiteX69" fmla="*/ 888207 w 2543175"/>
                <a:gd name="connsiteY69" fmla="*/ 676275 h 1890712"/>
                <a:gd name="connsiteX70" fmla="*/ 895350 w 2543175"/>
                <a:gd name="connsiteY70" fmla="*/ 681037 h 1890712"/>
                <a:gd name="connsiteX71" fmla="*/ 907257 w 2543175"/>
                <a:gd name="connsiteY71" fmla="*/ 683419 h 1890712"/>
                <a:gd name="connsiteX72" fmla="*/ 928688 w 2543175"/>
                <a:gd name="connsiteY72" fmla="*/ 695325 h 1890712"/>
                <a:gd name="connsiteX73" fmla="*/ 942975 w 2543175"/>
                <a:gd name="connsiteY73" fmla="*/ 700087 h 1890712"/>
                <a:gd name="connsiteX74" fmla="*/ 964407 w 2543175"/>
                <a:gd name="connsiteY74" fmla="*/ 716756 h 1890712"/>
                <a:gd name="connsiteX75" fmla="*/ 971550 w 2543175"/>
                <a:gd name="connsiteY75" fmla="*/ 723900 h 1890712"/>
                <a:gd name="connsiteX76" fmla="*/ 983457 w 2543175"/>
                <a:gd name="connsiteY76" fmla="*/ 733425 h 1890712"/>
                <a:gd name="connsiteX77" fmla="*/ 990600 w 2543175"/>
                <a:gd name="connsiteY77" fmla="*/ 738187 h 1890712"/>
                <a:gd name="connsiteX78" fmla="*/ 1007269 w 2543175"/>
                <a:gd name="connsiteY78" fmla="*/ 752475 h 1890712"/>
                <a:gd name="connsiteX79" fmla="*/ 1031082 w 2543175"/>
                <a:gd name="connsiteY79" fmla="*/ 766762 h 1890712"/>
                <a:gd name="connsiteX80" fmla="*/ 1042988 w 2543175"/>
                <a:gd name="connsiteY80" fmla="*/ 773906 h 1890712"/>
                <a:gd name="connsiteX81" fmla="*/ 1071563 w 2543175"/>
                <a:gd name="connsiteY81" fmla="*/ 785812 h 1890712"/>
                <a:gd name="connsiteX82" fmla="*/ 1097757 w 2543175"/>
                <a:gd name="connsiteY82" fmla="*/ 807244 h 1890712"/>
                <a:gd name="connsiteX83" fmla="*/ 1104900 w 2543175"/>
                <a:gd name="connsiteY83" fmla="*/ 814387 h 1890712"/>
                <a:gd name="connsiteX84" fmla="*/ 1121569 w 2543175"/>
                <a:gd name="connsiteY84" fmla="*/ 823912 h 1890712"/>
                <a:gd name="connsiteX85" fmla="*/ 1138238 w 2543175"/>
                <a:gd name="connsiteY85" fmla="*/ 835819 h 1890712"/>
                <a:gd name="connsiteX86" fmla="*/ 1147763 w 2543175"/>
                <a:gd name="connsiteY86" fmla="*/ 842962 h 1890712"/>
                <a:gd name="connsiteX87" fmla="*/ 1157288 w 2543175"/>
                <a:gd name="connsiteY87" fmla="*/ 847725 h 1890712"/>
                <a:gd name="connsiteX88" fmla="*/ 1178719 w 2543175"/>
                <a:gd name="connsiteY88" fmla="*/ 859631 h 1890712"/>
                <a:gd name="connsiteX89" fmla="*/ 1188244 w 2543175"/>
                <a:gd name="connsiteY89" fmla="*/ 866775 h 1890712"/>
                <a:gd name="connsiteX90" fmla="*/ 1195388 w 2543175"/>
                <a:gd name="connsiteY90" fmla="*/ 871537 h 1890712"/>
                <a:gd name="connsiteX91" fmla="*/ 1212057 w 2543175"/>
                <a:gd name="connsiteY91" fmla="*/ 883444 h 1890712"/>
                <a:gd name="connsiteX92" fmla="*/ 1226344 w 2543175"/>
                <a:gd name="connsiteY92" fmla="*/ 895350 h 1890712"/>
                <a:gd name="connsiteX93" fmla="*/ 1245394 w 2543175"/>
                <a:gd name="connsiteY93" fmla="*/ 907256 h 1890712"/>
                <a:gd name="connsiteX94" fmla="*/ 1254919 w 2543175"/>
                <a:gd name="connsiteY94" fmla="*/ 914400 h 1890712"/>
                <a:gd name="connsiteX95" fmla="*/ 1269207 w 2543175"/>
                <a:gd name="connsiteY95" fmla="*/ 921544 h 1890712"/>
                <a:gd name="connsiteX96" fmla="*/ 1290638 w 2543175"/>
                <a:gd name="connsiteY96" fmla="*/ 935831 h 1890712"/>
                <a:gd name="connsiteX97" fmla="*/ 1307307 w 2543175"/>
                <a:gd name="connsiteY97" fmla="*/ 952500 h 1890712"/>
                <a:gd name="connsiteX98" fmla="*/ 1333500 w 2543175"/>
                <a:gd name="connsiteY98" fmla="*/ 971550 h 1890712"/>
                <a:gd name="connsiteX99" fmla="*/ 1359694 w 2543175"/>
                <a:gd name="connsiteY99" fmla="*/ 990600 h 1890712"/>
                <a:gd name="connsiteX100" fmla="*/ 1373982 w 2543175"/>
                <a:gd name="connsiteY100" fmla="*/ 997744 h 1890712"/>
                <a:gd name="connsiteX101" fmla="*/ 1388269 w 2543175"/>
                <a:gd name="connsiteY101" fmla="*/ 1007269 h 1890712"/>
                <a:gd name="connsiteX102" fmla="*/ 1414463 w 2543175"/>
                <a:gd name="connsiteY102" fmla="*/ 1019175 h 1890712"/>
                <a:gd name="connsiteX103" fmla="*/ 1428750 w 2543175"/>
                <a:gd name="connsiteY103" fmla="*/ 1026319 h 1890712"/>
                <a:gd name="connsiteX104" fmla="*/ 1471613 w 2543175"/>
                <a:gd name="connsiteY104" fmla="*/ 1059656 h 1890712"/>
                <a:gd name="connsiteX105" fmla="*/ 1495425 w 2543175"/>
                <a:gd name="connsiteY105" fmla="*/ 1088231 h 1890712"/>
                <a:gd name="connsiteX106" fmla="*/ 1547812 w 2543175"/>
                <a:gd name="connsiteY106" fmla="*/ 1133475 h 1890712"/>
                <a:gd name="connsiteX107" fmla="*/ 1597819 w 2543175"/>
                <a:gd name="connsiteY107" fmla="*/ 1154906 h 1890712"/>
                <a:gd name="connsiteX108" fmla="*/ 1604963 w 2543175"/>
                <a:gd name="connsiteY108" fmla="*/ 1162050 h 1890712"/>
                <a:gd name="connsiteX109" fmla="*/ 1612107 w 2543175"/>
                <a:gd name="connsiteY109" fmla="*/ 1166812 h 1890712"/>
                <a:gd name="connsiteX110" fmla="*/ 1628775 w 2543175"/>
                <a:gd name="connsiteY110" fmla="*/ 1183481 h 1890712"/>
                <a:gd name="connsiteX111" fmla="*/ 1662113 w 2543175"/>
                <a:gd name="connsiteY111" fmla="*/ 1209675 h 1890712"/>
                <a:gd name="connsiteX112" fmla="*/ 1678782 w 2543175"/>
                <a:gd name="connsiteY112" fmla="*/ 1226344 h 1890712"/>
                <a:gd name="connsiteX113" fmla="*/ 1700213 w 2543175"/>
                <a:gd name="connsiteY113" fmla="*/ 1247775 h 1890712"/>
                <a:gd name="connsiteX114" fmla="*/ 1712119 w 2543175"/>
                <a:gd name="connsiteY114" fmla="*/ 1259681 h 1890712"/>
                <a:gd name="connsiteX115" fmla="*/ 1733550 w 2543175"/>
                <a:gd name="connsiteY115" fmla="*/ 1273969 h 1890712"/>
                <a:gd name="connsiteX116" fmla="*/ 1743075 w 2543175"/>
                <a:gd name="connsiteY116" fmla="*/ 1283494 h 1890712"/>
                <a:gd name="connsiteX117" fmla="*/ 1754982 w 2543175"/>
                <a:gd name="connsiteY117" fmla="*/ 1290637 h 1890712"/>
                <a:gd name="connsiteX118" fmla="*/ 1766888 w 2543175"/>
                <a:gd name="connsiteY118" fmla="*/ 1300162 h 1890712"/>
                <a:gd name="connsiteX119" fmla="*/ 1783557 w 2543175"/>
                <a:gd name="connsiteY119" fmla="*/ 1307306 h 1890712"/>
                <a:gd name="connsiteX120" fmla="*/ 1790700 w 2543175"/>
                <a:gd name="connsiteY120" fmla="*/ 1312069 h 1890712"/>
                <a:gd name="connsiteX121" fmla="*/ 1800225 w 2543175"/>
                <a:gd name="connsiteY121" fmla="*/ 1319212 h 1890712"/>
                <a:gd name="connsiteX122" fmla="*/ 1807369 w 2543175"/>
                <a:gd name="connsiteY122" fmla="*/ 1321594 h 1890712"/>
                <a:gd name="connsiteX123" fmla="*/ 1824038 w 2543175"/>
                <a:gd name="connsiteY123" fmla="*/ 1333500 h 1890712"/>
                <a:gd name="connsiteX124" fmla="*/ 1843088 w 2543175"/>
                <a:gd name="connsiteY124" fmla="*/ 1352550 h 1890712"/>
                <a:gd name="connsiteX125" fmla="*/ 1852613 w 2543175"/>
                <a:gd name="connsiteY125" fmla="*/ 1359694 h 1890712"/>
                <a:gd name="connsiteX126" fmla="*/ 1859757 w 2543175"/>
                <a:gd name="connsiteY126" fmla="*/ 1366837 h 1890712"/>
                <a:gd name="connsiteX127" fmla="*/ 1869282 w 2543175"/>
                <a:gd name="connsiteY127" fmla="*/ 1371600 h 1890712"/>
                <a:gd name="connsiteX128" fmla="*/ 1883569 w 2543175"/>
                <a:gd name="connsiteY128" fmla="*/ 1388269 h 1890712"/>
                <a:gd name="connsiteX129" fmla="*/ 1893094 w 2543175"/>
                <a:gd name="connsiteY129" fmla="*/ 1395412 h 1890712"/>
                <a:gd name="connsiteX130" fmla="*/ 1902619 w 2543175"/>
                <a:gd name="connsiteY130" fmla="*/ 1404937 h 1890712"/>
                <a:gd name="connsiteX131" fmla="*/ 1912144 w 2543175"/>
                <a:gd name="connsiteY131" fmla="*/ 1409700 h 1890712"/>
                <a:gd name="connsiteX132" fmla="*/ 1931194 w 2543175"/>
                <a:gd name="connsiteY132" fmla="*/ 1421606 h 1890712"/>
                <a:gd name="connsiteX133" fmla="*/ 1935957 w 2543175"/>
                <a:gd name="connsiteY133" fmla="*/ 1428750 h 1890712"/>
                <a:gd name="connsiteX134" fmla="*/ 1952625 w 2543175"/>
                <a:gd name="connsiteY134" fmla="*/ 1438275 h 1890712"/>
                <a:gd name="connsiteX135" fmla="*/ 1971675 w 2543175"/>
                <a:gd name="connsiteY135" fmla="*/ 1450181 h 1890712"/>
                <a:gd name="connsiteX136" fmla="*/ 1981200 w 2543175"/>
                <a:gd name="connsiteY136" fmla="*/ 1454944 h 1890712"/>
                <a:gd name="connsiteX137" fmla="*/ 1997869 w 2543175"/>
                <a:gd name="connsiteY137" fmla="*/ 1471612 h 1890712"/>
                <a:gd name="connsiteX138" fmla="*/ 2007394 w 2543175"/>
                <a:gd name="connsiteY138" fmla="*/ 1478756 h 1890712"/>
                <a:gd name="connsiteX139" fmla="*/ 2016919 w 2543175"/>
                <a:gd name="connsiteY139" fmla="*/ 1483519 h 1890712"/>
                <a:gd name="connsiteX140" fmla="*/ 2024063 w 2543175"/>
                <a:gd name="connsiteY140" fmla="*/ 1490662 h 1890712"/>
                <a:gd name="connsiteX141" fmla="*/ 2033588 w 2543175"/>
                <a:gd name="connsiteY141" fmla="*/ 1495425 h 1890712"/>
                <a:gd name="connsiteX142" fmla="*/ 2040732 w 2543175"/>
                <a:gd name="connsiteY142" fmla="*/ 1502569 h 1890712"/>
                <a:gd name="connsiteX143" fmla="*/ 2047875 w 2543175"/>
                <a:gd name="connsiteY143" fmla="*/ 1507331 h 1890712"/>
                <a:gd name="connsiteX144" fmla="*/ 2057400 w 2543175"/>
                <a:gd name="connsiteY144" fmla="*/ 1514475 h 1890712"/>
                <a:gd name="connsiteX145" fmla="*/ 2064544 w 2543175"/>
                <a:gd name="connsiteY145" fmla="*/ 1519237 h 1890712"/>
                <a:gd name="connsiteX146" fmla="*/ 2071688 w 2543175"/>
                <a:gd name="connsiteY146" fmla="*/ 1526381 h 1890712"/>
                <a:gd name="connsiteX147" fmla="*/ 2081213 w 2543175"/>
                <a:gd name="connsiteY147" fmla="*/ 1531144 h 1890712"/>
                <a:gd name="connsiteX148" fmla="*/ 2090738 w 2543175"/>
                <a:gd name="connsiteY148" fmla="*/ 1538287 h 1890712"/>
                <a:gd name="connsiteX149" fmla="*/ 2109788 w 2543175"/>
                <a:gd name="connsiteY149" fmla="*/ 1547812 h 1890712"/>
                <a:gd name="connsiteX150" fmla="*/ 2131219 w 2543175"/>
                <a:gd name="connsiteY150" fmla="*/ 1562100 h 1890712"/>
                <a:gd name="connsiteX151" fmla="*/ 2140744 w 2543175"/>
                <a:gd name="connsiteY151" fmla="*/ 1566862 h 1890712"/>
                <a:gd name="connsiteX152" fmla="*/ 2152650 w 2543175"/>
                <a:gd name="connsiteY152" fmla="*/ 1576387 h 1890712"/>
                <a:gd name="connsiteX153" fmla="*/ 2181225 w 2543175"/>
                <a:gd name="connsiteY153" fmla="*/ 1590675 h 1890712"/>
                <a:gd name="connsiteX154" fmla="*/ 2200275 w 2543175"/>
                <a:gd name="connsiteY154" fmla="*/ 1607344 h 1890712"/>
                <a:gd name="connsiteX155" fmla="*/ 2207419 w 2543175"/>
                <a:gd name="connsiteY155" fmla="*/ 1612106 h 1890712"/>
                <a:gd name="connsiteX156" fmla="*/ 2216944 w 2543175"/>
                <a:gd name="connsiteY156" fmla="*/ 1619250 h 1890712"/>
                <a:gd name="connsiteX157" fmla="*/ 2224088 w 2543175"/>
                <a:gd name="connsiteY157" fmla="*/ 1624012 h 1890712"/>
                <a:gd name="connsiteX158" fmla="*/ 2247900 w 2543175"/>
                <a:gd name="connsiteY158" fmla="*/ 1643062 h 1890712"/>
                <a:gd name="connsiteX159" fmla="*/ 2255044 w 2543175"/>
                <a:gd name="connsiteY159" fmla="*/ 1650206 h 1890712"/>
                <a:gd name="connsiteX160" fmla="*/ 2281238 w 2543175"/>
                <a:gd name="connsiteY160" fmla="*/ 1664494 h 1890712"/>
                <a:gd name="connsiteX161" fmla="*/ 2297907 w 2543175"/>
                <a:gd name="connsiteY161" fmla="*/ 1674019 h 1890712"/>
                <a:gd name="connsiteX162" fmla="*/ 2312194 w 2543175"/>
                <a:gd name="connsiteY162" fmla="*/ 1685925 h 1890712"/>
                <a:gd name="connsiteX163" fmla="*/ 2328863 w 2543175"/>
                <a:gd name="connsiteY163" fmla="*/ 1697831 h 1890712"/>
                <a:gd name="connsiteX164" fmla="*/ 2350294 w 2543175"/>
                <a:gd name="connsiteY164" fmla="*/ 1712119 h 1890712"/>
                <a:gd name="connsiteX165" fmla="*/ 2369344 w 2543175"/>
                <a:gd name="connsiteY165" fmla="*/ 1724025 h 1890712"/>
                <a:gd name="connsiteX166" fmla="*/ 2428876 w 2543175"/>
                <a:gd name="connsiteY166" fmla="*/ 1785938 h 1890712"/>
                <a:gd name="connsiteX167" fmla="*/ 2466975 w 2543175"/>
                <a:gd name="connsiteY167" fmla="*/ 1783556 h 1890712"/>
                <a:gd name="connsiteX168" fmla="*/ 2481263 w 2543175"/>
                <a:gd name="connsiteY168" fmla="*/ 1795462 h 1890712"/>
                <a:gd name="connsiteX169" fmla="*/ 2486025 w 2543175"/>
                <a:gd name="connsiteY169" fmla="*/ 1802606 h 1890712"/>
                <a:gd name="connsiteX170" fmla="*/ 2514600 w 2543175"/>
                <a:gd name="connsiteY170" fmla="*/ 1850231 h 1890712"/>
                <a:gd name="connsiteX171" fmla="*/ 2519363 w 2543175"/>
                <a:gd name="connsiteY171" fmla="*/ 1857375 h 1890712"/>
                <a:gd name="connsiteX172" fmla="*/ 2540794 w 2543175"/>
                <a:gd name="connsiteY172" fmla="*/ 1883569 h 1890712"/>
                <a:gd name="connsiteX173" fmla="*/ 2543175 w 2543175"/>
                <a:gd name="connsiteY173" fmla="*/ 1890712 h 1890712"/>
                <a:gd name="connsiteX0" fmla="*/ 0 w 2543175"/>
                <a:gd name="connsiteY0" fmla="*/ 0 h 1890712"/>
                <a:gd name="connsiteX1" fmla="*/ 11907 w 2543175"/>
                <a:gd name="connsiteY1" fmla="*/ 11906 h 1890712"/>
                <a:gd name="connsiteX2" fmla="*/ 21432 w 2543175"/>
                <a:gd name="connsiteY2" fmla="*/ 16669 h 1890712"/>
                <a:gd name="connsiteX3" fmla="*/ 23813 w 2543175"/>
                <a:gd name="connsiteY3" fmla="*/ 23812 h 1890712"/>
                <a:gd name="connsiteX4" fmla="*/ 33338 w 2543175"/>
                <a:gd name="connsiteY4" fmla="*/ 33337 h 1890712"/>
                <a:gd name="connsiteX5" fmla="*/ 40482 w 2543175"/>
                <a:gd name="connsiteY5" fmla="*/ 42862 h 1890712"/>
                <a:gd name="connsiteX6" fmla="*/ 47625 w 2543175"/>
                <a:gd name="connsiteY6" fmla="*/ 47625 h 1890712"/>
                <a:gd name="connsiteX7" fmla="*/ 57150 w 2543175"/>
                <a:gd name="connsiteY7" fmla="*/ 54769 h 1890712"/>
                <a:gd name="connsiteX8" fmla="*/ 64294 w 2543175"/>
                <a:gd name="connsiteY8" fmla="*/ 59531 h 1890712"/>
                <a:gd name="connsiteX9" fmla="*/ 83344 w 2543175"/>
                <a:gd name="connsiteY9" fmla="*/ 73819 h 1890712"/>
                <a:gd name="connsiteX10" fmla="*/ 97632 w 2543175"/>
                <a:gd name="connsiteY10" fmla="*/ 80962 h 1890712"/>
                <a:gd name="connsiteX11" fmla="*/ 104775 w 2543175"/>
                <a:gd name="connsiteY11" fmla="*/ 85725 h 1890712"/>
                <a:gd name="connsiteX12" fmla="*/ 114300 w 2543175"/>
                <a:gd name="connsiteY12" fmla="*/ 95250 h 1890712"/>
                <a:gd name="connsiteX13" fmla="*/ 123825 w 2543175"/>
                <a:gd name="connsiteY13" fmla="*/ 97631 h 1890712"/>
                <a:gd name="connsiteX14" fmla="*/ 130969 w 2543175"/>
                <a:gd name="connsiteY14" fmla="*/ 104775 h 1890712"/>
                <a:gd name="connsiteX15" fmla="*/ 140494 w 2543175"/>
                <a:gd name="connsiteY15" fmla="*/ 111919 h 1890712"/>
                <a:gd name="connsiteX16" fmla="*/ 147638 w 2543175"/>
                <a:gd name="connsiteY16" fmla="*/ 116681 h 1890712"/>
                <a:gd name="connsiteX17" fmla="*/ 164307 w 2543175"/>
                <a:gd name="connsiteY17" fmla="*/ 128587 h 1890712"/>
                <a:gd name="connsiteX18" fmla="*/ 180975 w 2543175"/>
                <a:gd name="connsiteY18" fmla="*/ 140494 h 1890712"/>
                <a:gd name="connsiteX19" fmla="*/ 197644 w 2543175"/>
                <a:gd name="connsiteY19" fmla="*/ 152400 h 1890712"/>
                <a:gd name="connsiteX20" fmla="*/ 204788 w 2543175"/>
                <a:gd name="connsiteY20" fmla="*/ 157162 h 1890712"/>
                <a:gd name="connsiteX21" fmla="*/ 214313 w 2543175"/>
                <a:gd name="connsiteY21" fmla="*/ 164306 h 1890712"/>
                <a:gd name="connsiteX22" fmla="*/ 230982 w 2543175"/>
                <a:gd name="connsiteY22" fmla="*/ 180975 h 1890712"/>
                <a:gd name="connsiteX23" fmla="*/ 247650 w 2543175"/>
                <a:gd name="connsiteY23" fmla="*/ 185737 h 1890712"/>
                <a:gd name="connsiteX24" fmla="*/ 302419 w 2543175"/>
                <a:gd name="connsiteY24" fmla="*/ 204787 h 1890712"/>
                <a:gd name="connsiteX25" fmla="*/ 333375 w 2543175"/>
                <a:gd name="connsiteY25" fmla="*/ 228600 h 1890712"/>
                <a:gd name="connsiteX26" fmla="*/ 340519 w 2543175"/>
                <a:gd name="connsiteY26" fmla="*/ 233362 h 1890712"/>
                <a:gd name="connsiteX27" fmla="*/ 354807 w 2543175"/>
                <a:gd name="connsiteY27" fmla="*/ 247650 h 1890712"/>
                <a:gd name="connsiteX28" fmla="*/ 366713 w 2543175"/>
                <a:gd name="connsiteY28" fmla="*/ 264319 h 1890712"/>
                <a:gd name="connsiteX29" fmla="*/ 371475 w 2543175"/>
                <a:gd name="connsiteY29" fmla="*/ 271462 h 1890712"/>
                <a:gd name="connsiteX30" fmla="*/ 378619 w 2543175"/>
                <a:gd name="connsiteY30" fmla="*/ 276225 h 1890712"/>
                <a:gd name="connsiteX31" fmla="*/ 385763 w 2543175"/>
                <a:gd name="connsiteY31" fmla="*/ 283369 h 1890712"/>
                <a:gd name="connsiteX32" fmla="*/ 404813 w 2543175"/>
                <a:gd name="connsiteY32" fmla="*/ 295275 h 1890712"/>
                <a:gd name="connsiteX33" fmla="*/ 411957 w 2543175"/>
                <a:gd name="connsiteY33" fmla="*/ 297656 h 1890712"/>
                <a:gd name="connsiteX34" fmla="*/ 466725 w 2543175"/>
                <a:gd name="connsiteY34" fmla="*/ 328612 h 1890712"/>
                <a:gd name="connsiteX35" fmla="*/ 476250 w 2543175"/>
                <a:gd name="connsiteY35" fmla="*/ 335756 h 1890712"/>
                <a:gd name="connsiteX36" fmla="*/ 481013 w 2543175"/>
                <a:gd name="connsiteY36" fmla="*/ 342900 h 1890712"/>
                <a:gd name="connsiteX37" fmla="*/ 490538 w 2543175"/>
                <a:gd name="connsiteY37" fmla="*/ 352425 h 1890712"/>
                <a:gd name="connsiteX38" fmla="*/ 495300 w 2543175"/>
                <a:gd name="connsiteY38" fmla="*/ 359569 h 1890712"/>
                <a:gd name="connsiteX39" fmla="*/ 509588 w 2543175"/>
                <a:gd name="connsiteY39" fmla="*/ 376237 h 1890712"/>
                <a:gd name="connsiteX40" fmla="*/ 514350 w 2543175"/>
                <a:gd name="connsiteY40" fmla="*/ 383381 h 1890712"/>
                <a:gd name="connsiteX41" fmla="*/ 531019 w 2543175"/>
                <a:gd name="connsiteY41" fmla="*/ 397669 h 1890712"/>
                <a:gd name="connsiteX42" fmla="*/ 538163 w 2543175"/>
                <a:gd name="connsiteY42" fmla="*/ 407194 h 1890712"/>
                <a:gd name="connsiteX43" fmla="*/ 554832 w 2543175"/>
                <a:gd name="connsiteY43" fmla="*/ 421481 h 1890712"/>
                <a:gd name="connsiteX44" fmla="*/ 564357 w 2543175"/>
                <a:gd name="connsiteY44" fmla="*/ 431006 h 1890712"/>
                <a:gd name="connsiteX45" fmla="*/ 573882 w 2543175"/>
                <a:gd name="connsiteY45" fmla="*/ 438150 h 1890712"/>
                <a:gd name="connsiteX46" fmla="*/ 595313 w 2543175"/>
                <a:gd name="connsiteY46" fmla="*/ 454819 h 1890712"/>
                <a:gd name="connsiteX47" fmla="*/ 602457 w 2543175"/>
                <a:gd name="connsiteY47" fmla="*/ 457200 h 1890712"/>
                <a:gd name="connsiteX48" fmla="*/ 628650 w 2543175"/>
                <a:gd name="connsiteY48" fmla="*/ 469106 h 1890712"/>
                <a:gd name="connsiteX49" fmla="*/ 645319 w 2543175"/>
                <a:gd name="connsiteY49" fmla="*/ 483394 h 1890712"/>
                <a:gd name="connsiteX50" fmla="*/ 654844 w 2543175"/>
                <a:gd name="connsiteY50" fmla="*/ 488156 h 1890712"/>
                <a:gd name="connsiteX51" fmla="*/ 661988 w 2543175"/>
                <a:gd name="connsiteY51" fmla="*/ 497681 h 1890712"/>
                <a:gd name="connsiteX52" fmla="*/ 683419 w 2543175"/>
                <a:gd name="connsiteY52" fmla="*/ 514350 h 1890712"/>
                <a:gd name="connsiteX53" fmla="*/ 700088 w 2543175"/>
                <a:gd name="connsiteY53" fmla="*/ 526256 h 1890712"/>
                <a:gd name="connsiteX54" fmla="*/ 709613 w 2543175"/>
                <a:gd name="connsiteY54" fmla="*/ 535781 h 1890712"/>
                <a:gd name="connsiteX55" fmla="*/ 719138 w 2543175"/>
                <a:gd name="connsiteY55" fmla="*/ 542925 h 1890712"/>
                <a:gd name="connsiteX56" fmla="*/ 733425 w 2543175"/>
                <a:gd name="connsiteY56" fmla="*/ 557212 h 1890712"/>
                <a:gd name="connsiteX57" fmla="*/ 750094 w 2543175"/>
                <a:gd name="connsiteY57" fmla="*/ 569119 h 1890712"/>
                <a:gd name="connsiteX58" fmla="*/ 769144 w 2543175"/>
                <a:gd name="connsiteY58" fmla="*/ 581025 h 1890712"/>
                <a:gd name="connsiteX59" fmla="*/ 785813 w 2543175"/>
                <a:gd name="connsiteY59" fmla="*/ 590550 h 1890712"/>
                <a:gd name="connsiteX60" fmla="*/ 792957 w 2543175"/>
                <a:gd name="connsiteY60" fmla="*/ 600075 h 1890712"/>
                <a:gd name="connsiteX61" fmla="*/ 809625 w 2543175"/>
                <a:gd name="connsiteY61" fmla="*/ 611981 h 1890712"/>
                <a:gd name="connsiteX62" fmla="*/ 816769 w 2543175"/>
                <a:gd name="connsiteY62" fmla="*/ 619125 h 1890712"/>
                <a:gd name="connsiteX63" fmla="*/ 826294 w 2543175"/>
                <a:gd name="connsiteY63" fmla="*/ 626269 h 1890712"/>
                <a:gd name="connsiteX64" fmla="*/ 840582 w 2543175"/>
                <a:gd name="connsiteY64" fmla="*/ 638175 h 1890712"/>
                <a:gd name="connsiteX65" fmla="*/ 847725 w 2543175"/>
                <a:gd name="connsiteY65" fmla="*/ 645319 h 1890712"/>
                <a:gd name="connsiteX66" fmla="*/ 857250 w 2543175"/>
                <a:gd name="connsiteY66" fmla="*/ 652462 h 1890712"/>
                <a:gd name="connsiteX67" fmla="*/ 864394 w 2543175"/>
                <a:gd name="connsiteY67" fmla="*/ 657225 h 1890712"/>
                <a:gd name="connsiteX68" fmla="*/ 888207 w 2543175"/>
                <a:gd name="connsiteY68" fmla="*/ 676275 h 1890712"/>
                <a:gd name="connsiteX69" fmla="*/ 895350 w 2543175"/>
                <a:gd name="connsiteY69" fmla="*/ 681037 h 1890712"/>
                <a:gd name="connsiteX70" fmla="*/ 907257 w 2543175"/>
                <a:gd name="connsiteY70" fmla="*/ 683419 h 1890712"/>
                <a:gd name="connsiteX71" fmla="*/ 928688 w 2543175"/>
                <a:gd name="connsiteY71" fmla="*/ 695325 h 1890712"/>
                <a:gd name="connsiteX72" fmla="*/ 942975 w 2543175"/>
                <a:gd name="connsiteY72" fmla="*/ 700087 h 1890712"/>
                <a:gd name="connsiteX73" fmla="*/ 964407 w 2543175"/>
                <a:gd name="connsiteY73" fmla="*/ 716756 h 1890712"/>
                <a:gd name="connsiteX74" fmla="*/ 971550 w 2543175"/>
                <a:gd name="connsiteY74" fmla="*/ 723900 h 1890712"/>
                <a:gd name="connsiteX75" fmla="*/ 983457 w 2543175"/>
                <a:gd name="connsiteY75" fmla="*/ 733425 h 1890712"/>
                <a:gd name="connsiteX76" fmla="*/ 990600 w 2543175"/>
                <a:gd name="connsiteY76" fmla="*/ 738187 h 1890712"/>
                <a:gd name="connsiteX77" fmla="*/ 1007269 w 2543175"/>
                <a:gd name="connsiteY77" fmla="*/ 752475 h 1890712"/>
                <a:gd name="connsiteX78" fmla="*/ 1031082 w 2543175"/>
                <a:gd name="connsiteY78" fmla="*/ 766762 h 1890712"/>
                <a:gd name="connsiteX79" fmla="*/ 1042988 w 2543175"/>
                <a:gd name="connsiteY79" fmla="*/ 773906 h 1890712"/>
                <a:gd name="connsiteX80" fmla="*/ 1071563 w 2543175"/>
                <a:gd name="connsiteY80" fmla="*/ 785812 h 1890712"/>
                <a:gd name="connsiteX81" fmla="*/ 1097757 w 2543175"/>
                <a:gd name="connsiteY81" fmla="*/ 807244 h 1890712"/>
                <a:gd name="connsiteX82" fmla="*/ 1104900 w 2543175"/>
                <a:gd name="connsiteY82" fmla="*/ 814387 h 1890712"/>
                <a:gd name="connsiteX83" fmla="*/ 1121569 w 2543175"/>
                <a:gd name="connsiteY83" fmla="*/ 823912 h 1890712"/>
                <a:gd name="connsiteX84" fmla="*/ 1138238 w 2543175"/>
                <a:gd name="connsiteY84" fmla="*/ 835819 h 1890712"/>
                <a:gd name="connsiteX85" fmla="*/ 1147763 w 2543175"/>
                <a:gd name="connsiteY85" fmla="*/ 842962 h 1890712"/>
                <a:gd name="connsiteX86" fmla="*/ 1157288 w 2543175"/>
                <a:gd name="connsiteY86" fmla="*/ 847725 h 1890712"/>
                <a:gd name="connsiteX87" fmla="*/ 1178719 w 2543175"/>
                <a:gd name="connsiteY87" fmla="*/ 859631 h 1890712"/>
                <a:gd name="connsiteX88" fmla="*/ 1188244 w 2543175"/>
                <a:gd name="connsiteY88" fmla="*/ 866775 h 1890712"/>
                <a:gd name="connsiteX89" fmla="*/ 1195388 w 2543175"/>
                <a:gd name="connsiteY89" fmla="*/ 871537 h 1890712"/>
                <a:gd name="connsiteX90" fmla="*/ 1212057 w 2543175"/>
                <a:gd name="connsiteY90" fmla="*/ 883444 h 1890712"/>
                <a:gd name="connsiteX91" fmla="*/ 1226344 w 2543175"/>
                <a:gd name="connsiteY91" fmla="*/ 895350 h 1890712"/>
                <a:gd name="connsiteX92" fmla="*/ 1245394 w 2543175"/>
                <a:gd name="connsiteY92" fmla="*/ 907256 h 1890712"/>
                <a:gd name="connsiteX93" fmla="*/ 1254919 w 2543175"/>
                <a:gd name="connsiteY93" fmla="*/ 914400 h 1890712"/>
                <a:gd name="connsiteX94" fmla="*/ 1269207 w 2543175"/>
                <a:gd name="connsiteY94" fmla="*/ 921544 h 1890712"/>
                <a:gd name="connsiteX95" fmla="*/ 1290638 w 2543175"/>
                <a:gd name="connsiteY95" fmla="*/ 935831 h 1890712"/>
                <a:gd name="connsiteX96" fmla="*/ 1307307 w 2543175"/>
                <a:gd name="connsiteY96" fmla="*/ 952500 h 1890712"/>
                <a:gd name="connsiteX97" fmla="*/ 1333500 w 2543175"/>
                <a:gd name="connsiteY97" fmla="*/ 971550 h 1890712"/>
                <a:gd name="connsiteX98" fmla="*/ 1359694 w 2543175"/>
                <a:gd name="connsiteY98" fmla="*/ 990600 h 1890712"/>
                <a:gd name="connsiteX99" fmla="*/ 1373982 w 2543175"/>
                <a:gd name="connsiteY99" fmla="*/ 997744 h 1890712"/>
                <a:gd name="connsiteX100" fmla="*/ 1388269 w 2543175"/>
                <a:gd name="connsiteY100" fmla="*/ 1007269 h 1890712"/>
                <a:gd name="connsiteX101" fmla="*/ 1414463 w 2543175"/>
                <a:gd name="connsiteY101" fmla="*/ 1019175 h 1890712"/>
                <a:gd name="connsiteX102" fmla="*/ 1428750 w 2543175"/>
                <a:gd name="connsiteY102" fmla="*/ 1026319 h 1890712"/>
                <a:gd name="connsiteX103" fmla="*/ 1471613 w 2543175"/>
                <a:gd name="connsiteY103" fmla="*/ 1059656 h 1890712"/>
                <a:gd name="connsiteX104" fmla="*/ 1495425 w 2543175"/>
                <a:gd name="connsiteY104" fmla="*/ 1088231 h 1890712"/>
                <a:gd name="connsiteX105" fmla="*/ 1547812 w 2543175"/>
                <a:gd name="connsiteY105" fmla="*/ 1133475 h 1890712"/>
                <a:gd name="connsiteX106" fmla="*/ 1597819 w 2543175"/>
                <a:gd name="connsiteY106" fmla="*/ 1154906 h 1890712"/>
                <a:gd name="connsiteX107" fmla="*/ 1604963 w 2543175"/>
                <a:gd name="connsiteY107" fmla="*/ 1162050 h 1890712"/>
                <a:gd name="connsiteX108" fmla="*/ 1612107 w 2543175"/>
                <a:gd name="connsiteY108" fmla="*/ 1166812 h 1890712"/>
                <a:gd name="connsiteX109" fmla="*/ 1628775 w 2543175"/>
                <a:gd name="connsiteY109" fmla="*/ 1183481 h 1890712"/>
                <a:gd name="connsiteX110" fmla="*/ 1662113 w 2543175"/>
                <a:gd name="connsiteY110" fmla="*/ 1209675 h 1890712"/>
                <a:gd name="connsiteX111" fmla="*/ 1678782 w 2543175"/>
                <a:gd name="connsiteY111" fmla="*/ 1226344 h 1890712"/>
                <a:gd name="connsiteX112" fmla="*/ 1700213 w 2543175"/>
                <a:gd name="connsiteY112" fmla="*/ 1247775 h 1890712"/>
                <a:gd name="connsiteX113" fmla="*/ 1712119 w 2543175"/>
                <a:gd name="connsiteY113" fmla="*/ 1259681 h 1890712"/>
                <a:gd name="connsiteX114" fmla="*/ 1733550 w 2543175"/>
                <a:gd name="connsiteY114" fmla="*/ 1273969 h 1890712"/>
                <a:gd name="connsiteX115" fmla="*/ 1743075 w 2543175"/>
                <a:gd name="connsiteY115" fmla="*/ 1283494 h 1890712"/>
                <a:gd name="connsiteX116" fmla="*/ 1754982 w 2543175"/>
                <a:gd name="connsiteY116" fmla="*/ 1290637 h 1890712"/>
                <a:gd name="connsiteX117" fmla="*/ 1766888 w 2543175"/>
                <a:gd name="connsiteY117" fmla="*/ 1300162 h 1890712"/>
                <a:gd name="connsiteX118" fmla="*/ 1783557 w 2543175"/>
                <a:gd name="connsiteY118" fmla="*/ 1307306 h 1890712"/>
                <a:gd name="connsiteX119" fmla="*/ 1790700 w 2543175"/>
                <a:gd name="connsiteY119" fmla="*/ 1312069 h 1890712"/>
                <a:gd name="connsiteX120" fmla="*/ 1800225 w 2543175"/>
                <a:gd name="connsiteY120" fmla="*/ 1319212 h 1890712"/>
                <a:gd name="connsiteX121" fmla="*/ 1807369 w 2543175"/>
                <a:gd name="connsiteY121" fmla="*/ 1321594 h 1890712"/>
                <a:gd name="connsiteX122" fmla="*/ 1824038 w 2543175"/>
                <a:gd name="connsiteY122" fmla="*/ 1333500 h 1890712"/>
                <a:gd name="connsiteX123" fmla="*/ 1843088 w 2543175"/>
                <a:gd name="connsiteY123" fmla="*/ 1352550 h 1890712"/>
                <a:gd name="connsiteX124" fmla="*/ 1852613 w 2543175"/>
                <a:gd name="connsiteY124" fmla="*/ 1359694 h 1890712"/>
                <a:gd name="connsiteX125" fmla="*/ 1859757 w 2543175"/>
                <a:gd name="connsiteY125" fmla="*/ 1366837 h 1890712"/>
                <a:gd name="connsiteX126" fmla="*/ 1869282 w 2543175"/>
                <a:gd name="connsiteY126" fmla="*/ 1371600 h 1890712"/>
                <a:gd name="connsiteX127" fmla="*/ 1883569 w 2543175"/>
                <a:gd name="connsiteY127" fmla="*/ 1388269 h 1890712"/>
                <a:gd name="connsiteX128" fmla="*/ 1893094 w 2543175"/>
                <a:gd name="connsiteY128" fmla="*/ 1395412 h 1890712"/>
                <a:gd name="connsiteX129" fmla="*/ 1902619 w 2543175"/>
                <a:gd name="connsiteY129" fmla="*/ 1404937 h 1890712"/>
                <a:gd name="connsiteX130" fmla="*/ 1912144 w 2543175"/>
                <a:gd name="connsiteY130" fmla="*/ 1409700 h 1890712"/>
                <a:gd name="connsiteX131" fmla="*/ 1931194 w 2543175"/>
                <a:gd name="connsiteY131" fmla="*/ 1421606 h 1890712"/>
                <a:gd name="connsiteX132" fmla="*/ 1935957 w 2543175"/>
                <a:gd name="connsiteY132" fmla="*/ 1428750 h 1890712"/>
                <a:gd name="connsiteX133" fmla="*/ 1952625 w 2543175"/>
                <a:gd name="connsiteY133" fmla="*/ 1438275 h 1890712"/>
                <a:gd name="connsiteX134" fmla="*/ 1971675 w 2543175"/>
                <a:gd name="connsiteY134" fmla="*/ 1450181 h 1890712"/>
                <a:gd name="connsiteX135" fmla="*/ 1981200 w 2543175"/>
                <a:gd name="connsiteY135" fmla="*/ 1454944 h 1890712"/>
                <a:gd name="connsiteX136" fmla="*/ 1997869 w 2543175"/>
                <a:gd name="connsiteY136" fmla="*/ 1471612 h 1890712"/>
                <a:gd name="connsiteX137" fmla="*/ 2007394 w 2543175"/>
                <a:gd name="connsiteY137" fmla="*/ 1478756 h 1890712"/>
                <a:gd name="connsiteX138" fmla="*/ 2016919 w 2543175"/>
                <a:gd name="connsiteY138" fmla="*/ 1483519 h 1890712"/>
                <a:gd name="connsiteX139" fmla="*/ 2024063 w 2543175"/>
                <a:gd name="connsiteY139" fmla="*/ 1490662 h 1890712"/>
                <a:gd name="connsiteX140" fmla="*/ 2033588 w 2543175"/>
                <a:gd name="connsiteY140" fmla="*/ 1495425 h 1890712"/>
                <a:gd name="connsiteX141" fmla="*/ 2040732 w 2543175"/>
                <a:gd name="connsiteY141" fmla="*/ 1502569 h 1890712"/>
                <a:gd name="connsiteX142" fmla="*/ 2047875 w 2543175"/>
                <a:gd name="connsiteY142" fmla="*/ 1507331 h 1890712"/>
                <a:gd name="connsiteX143" fmla="*/ 2057400 w 2543175"/>
                <a:gd name="connsiteY143" fmla="*/ 1514475 h 1890712"/>
                <a:gd name="connsiteX144" fmla="*/ 2064544 w 2543175"/>
                <a:gd name="connsiteY144" fmla="*/ 1519237 h 1890712"/>
                <a:gd name="connsiteX145" fmla="*/ 2071688 w 2543175"/>
                <a:gd name="connsiteY145" fmla="*/ 1526381 h 1890712"/>
                <a:gd name="connsiteX146" fmla="*/ 2081213 w 2543175"/>
                <a:gd name="connsiteY146" fmla="*/ 1531144 h 1890712"/>
                <a:gd name="connsiteX147" fmla="*/ 2090738 w 2543175"/>
                <a:gd name="connsiteY147" fmla="*/ 1538287 h 1890712"/>
                <a:gd name="connsiteX148" fmla="*/ 2109788 w 2543175"/>
                <a:gd name="connsiteY148" fmla="*/ 1547812 h 1890712"/>
                <a:gd name="connsiteX149" fmla="*/ 2131219 w 2543175"/>
                <a:gd name="connsiteY149" fmla="*/ 1562100 h 1890712"/>
                <a:gd name="connsiteX150" fmla="*/ 2140744 w 2543175"/>
                <a:gd name="connsiteY150" fmla="*/ 1566862 h 1890712"/>
                <a:gd name="connsiteX151" fmla="*/ 2152650 w 2543175"/>
                <a:gd name="connsiteY151" fmla="*/ 1576387 h 1890712"/>
                <a:gd name="connsiteX152" fmla="*/ 2181225 w 2543175"/>
                <a:gd name="connsiteY152" fmla="*/ 1590675 h 1890712"/>
                <a:gd name="connsiteX153" fmla="*/ 2200275 w 2543175"/>
                <a:gd name="connsiteY153" fmla="*/ 1607344 h 1890712"/>
                <a:gd name="connsiteX154" fmla="*/ 2207419 w 2543175"/>
                <a:gd name="connsiteY154" fmla="*/ 1612106 h 1890712"/>
                <a:gd name="connsiteX155" fmla="*/ 2216944 w 2543175"/>
                <a:gd name="connsiteY155" fmla="*/ 1619250 h 1890712"/>
                <a:gd name="connsiteX156" fmla="*/ 2224088 w 2543175"/>
                <a:gd name="connsiteY156" fmla="*/ 1624012 h 1890712"/>
                <a:gd name="connsiteX157" fmla="*/ 2247900 w 2543175"/>
                <a:gd name="connsiteY157" fmla="*/ 1643062 h 1890712"/>
                <a:gd name="connsiteX158" fmla="*/ 2255044 w 2543175"/>
                <a:gd name="connsiteY158" fmla="*/ 1650206 h 1890712"/>
                <a:gd name="connsiteX159" fmla="*/ 2281238 w 2543175"/>
                <a:gd name="connsiteY159" fmla="*/ 1664494 h 1890712"/>
                <a:gd name="connsiteX160" fmla="*/ 2297907 w 2543175"/>
                <a:gd name="connsiteY160" fmla="*/ 1674019 h 1890712"/>
                <a:gd name="connsiteX161" fmla="*/ 2312194 w 2543175"/>
                <a:gd name="connsiteY161" fmla="*/ 1685925 h 1890712"/>
                <a:gd name="connsiteX162" fmla="*/ 2328863 w 2543175"/>
                <a:gd name="connsiteY162" fmla="*/ 1697831 h 1890712"/>
                <a:gd name="connsiteX163" fmla="*/ 2350294 w 2543175"/>
                <a:gd name="connsiteY163" fmla="*/ 1712119 h 1890712"/>
                <a:gd name="connsiteX164" fmla="*/ 2369344 w 2543175"/>
                <a:gd name="connsiteY164" fmla="*/ 1724025 h 1890712"/>
                <a:gd name="connsiteX165" fmla="*/ 2428876 w 2543175"/>
                <a:gd name="connsiteY165" fmla="*/ 1785938 h 1890712"/>
                <a:gd name="connsiteX166" fmla="*/ 2466975 w 2543175"/>
                <a:gd name="connsiteY166" fmla="*/ 1783556 h 1890712"/>
                <a:gd name="connsiteX167" fmla="*/ 2481263 w 2543175"/>
                <a:gd name="connsiteY167" fmla="*/ 1795462 h 1890712"/>
                <a:gd name="connsiteX168" fmla="*/ 2486025 w 2543175"/>
                <a:gd name="connsiteY168" fmla="*/ 1802606 h 1890712"/>
                <a:gd name="connsiteX169" fmla="*/ 2514600 w 2543175"/>
                <a:gd name="connsiteY169" fmla="*/ 1850231 h 1890712"/>
                <a:gd name="connsiteX170" fmla="*/ 2519363 w 2543175"/>
                <a:gd name="connsiteY170" fmla="*/ 1857375 h 1890712"/>
                <a:gd name="connsiteX171" fmla="*/ 2540794 w 2543175"/>
                <a:gd name="connsiteY171" fmla="*/ 1883569 h 1890712"/>
                <a:gd name="connsiteX172" fmla="*/ 2543175 w 2543175"/>
                <a:gd name="connsiteY172" fmla="*/ 1890712 h 1890712"/>
                <a:gd name="connsiteX0" fmla="*/ 0 w 2543175"/>
                <a:gd name="connsiteY0" fmla="*/ 0 h 1890712"/>
                <a:gd name="connsiteX1" fmla="*/ 11907 w 2543175"/>
                <a:gd name="connsiteY1" fmla="*/ 11906 h 1890712"/>
                <a:gd name="connsiteX2" fmla="*/ 21432 w 2543175"/>
                <a:gd name="connsiteY2" fmla="*/ 16669 h 1890712"/>
                <a:gd name="connsiteX3" fmla="*/ 23813 w 2543175"/>
                <a:gd name="connsiteY3" fmla="*/ 23812 h 1890712"/>
                <a:gd name="connsiteX4" fmla="*/ 33338 w 2543175"/>
                <a:gd name="connsiteY4" fmla="*/ 33337 h 1890712"/>
                <a:gd name="connsiteX5" fmla="*/ 40482 w 2543175"/>
                <a:gd name="connsiteY5" fmla="*/ 42862 h 1890712"/>
                <a:gd name="connsiteX6" fmla="*/ 47625 w 2543175"/>
                <a:gd name="connsiteY6" fmla="*/ 47625 h 1890712"/>
                <a:gd name="connsiteX7" fmla="*/ 57150 w 2543175"/>
                <a:gd name="connsiteY7" fmla="*/ 54769 h 1890712"/>
                <a:gd name="connsiteX8" fmla="*/ 64294 w 2543175"/>
                <a:gd name="connsiteY8" fmla="*/ 59531 h 1890712"/>
                <a:gd name="connsiteX9" fmla="*/ 83344 w 2543175"/>
                <a:gd name="connsiteY9" fmla="*/ 73819 h 1890712"/>
                <a:gd name="connsiteX10" fmla="*/ 97632 w 2543175"/>
                <a:gd name="connsiteY10" fmla="*/ 80962 h 1890712"/>
                <a:gd name="connsiteX11" fmla="*/ 104775 w 2543175"/>
                <a:gd name="connsiteY11" fmla="*/ 85725 h 1890712"/>
                <a:gd name="connsiteX12" fmla="*/ 114300 w 2543175"/>
                <a:gd name="connsiteY12" fmla="*/ 95250 h 1890712"/>
                <a:gd name="connsiteX13" fmla="*/ 123825 w 2543175"/>
                <a:gd name="connsiteY13" fmla="*/ 97631 h 1890712"/>
                <a:gd name="connsiteX14" fmla="*/ 130969 w 2543175"/>
                <a:gd name="connsiteY14" fmla="*/ 104775 h 1890712"/>
                <a:gd name="connsiteX15" fmla="*/ 140494 w 2543175"/>
                <a:gd name="connsiteY15" fmla="*/ 111919 h 1890712"/>
                <a:gd name="connsiteX16" fmla="*/ 147638 w 2543175"/>
                <a:gd name="connsiteY16" fmla="*/ 116681 h 1890712"/>
                <a:gd name="connsiteX17" fmla="*/ 164307 w 2543175"/>
                <a:gd name="connsiteY17" fmla="*/ 128587 h 1890712"/>
                <a:gd name="connsiteX18" fmla="*/ 180975 w 2543175"/>
                <a:gd name="connsiteY18" fmla="*/ 140494 h 1890712"/>
                <a:gd name="connsiteX19" fmla="*/ 197644 w 2543175"/>
                <a:gd name="connsiteY19" fmla="*/ 152400 h 1890712"/>
                <a:gd name="connsiteX20" fmla="*/ 204788 w 2543175"/>
                <a:gd name="connsiteY20" fmla="*/ 157162 h 1890712"/>
                <a:gd name="connsiteX21" fmla="*/ 214313 w 2543175"/>
                <a:gd name="connsiteY21" fmla="*/ 164306 h 1890712"/>
                <a:gd name="connsiteX22" fmla="*/ 230982 w 2543175"/>
                <a:gd name="connsiteY22" fmla="*/ 180975 h 1890712"/>
                <a:gd name="connsiteX23" fmla="*/ 247650 w 2543175"/>
                <a:gd name="connsiteY23" fmla="*/ 185737 h 1890712"/>
                <a:gd name="connsiteX24" fmla="*/ 302419 w 2543175"/>
                <a:gd name="connsiteY24" fmla="*/ 204787 h 1890712"/>
                <a:gd name="connsiteX25" fmla="*/ 333375 w 2543175"/>
                <a:gd name="connsiteY25" fmla="*/ 228600 h 1890712"/>
                <a:gd name="connsiteX26" fmla="*/ 340519 w 2543175"/>
                <a:gd name="connsiteY26" fmla="*/ 233362 h 1890712"/>
                <a:gd name="connsiteX27" fmla="*/ 354807 w 2543175"/>
                <a:gd name="connsiteY27" fmla="*/ 247650 h 1890712"/>
                <a:gd name="connsiteX28" fmla="*/ 366713 w 2543175"/>
                <a:gd name="connsiteY28" fmla="*/ 264319 h 1890712"/>
                <a:gd name="connsiteX29" fmla="*/ 371475 w 2543175"/>
                <a:gd name="connsiteY29" fmla="*/ 271462 h 1890712"/>
                <a:gd name="connsiteX30" fmla="*/ 385763 w 2543175"/>
                <a:gd name="connsiteY30" fmla="*/ 283369 h 1890712"/>
                <a:gd name="connsiteX31" fmla="*/ 404813 w 2543175"/>
                <a:gd name="connsiteY31" fmla="*/ 295275 h 1890712"/>
                <a:gd name="connsiteX32" fmla="*/ 411957 w 2543175"/>
                <a:gd name="connsiteY32" fmla="*/ 297656 h 1890712"/>
                <a:gd name="connsiteX33" fmla="*/ 466725 w 2543175"/>
                <a:gd name="connsiteY33" fmla="*/ 328612 h 1890712"/>
                <a:gd name="connsiteX34" fmla="*/ 476250 w 2543175"/>
                <a:gd name="connsiteY34" fmla="*/ 335756 h 1890712"/>
                <a:gd name="connsiteX35" fmla="*/ 481013 w 2543175"/>
                <a:gd name="connsiteY35" fmla="*/ 342900 h 1890712"/>
                <a:gd name="connsiteX36" fmla="*/ 490538 w 2543175"/>
                <a:gd name="connsiteY36" fmla="*/ 352425 h 1890712"/>
                <a:gd name="connsiteX37" fmla="*/ 495300 w 2543175"/>
                <a:gd name="connsiteY37" fmla="*/ 359569 h 1890712"/>
                <a:gd name="connsiteX38" fmla="*/ 509588 w 2543175"/>
                <a:gd name="connsiteY38" fmla="*/ 376237 h 1890712"/>
                <a:gd name="connsiteX39" fmla="*/ 514350 w 2543175"/>
                <a:gd name="connsiteY39" fmla="*/ 383381 h 1890712"/>
                <a:gd name="connsiteX40" fmla="*/ 531019 w 2543175"/>
                <a:gd name="connsiteY40" fmla="*/ 397669 h 1890712"/>
                <a:gd name="connsiteX41" fmla="*/ 538163 w 2543175"/>
                <a:gd name="connsiteY41" fmla="*/ 407194 h 1890712"/>
                <a:gd name="connsiteX42" fmla="*/ 554832 w 2543175"/>
                <a:gd name="connsiteY42" fmla="*/ 421481 h 1890712"/>
                <a:gd name="connsiteX43" fmla="*/ 564357 w 2543175"/>
                <a:gd name="connsiteY43" fmla="*/ 431006 h 1890712"/>
                <a:gd name="connsiteX44" fmla="*/ 573882 w 2543175"/>
                <a:gd name="connsiteY44" fmla="*/ 438150 h 1890712"/>
                <a:gd name="connsiteX45" fmla="*/ 595313 w 2543175"/>
                <a:gd name="connsiteY45" fmla="*/ 454819 h 1890712"/>
                <a:gd name="connsiteX46" fmla="*/ 602457 w 2543175"/>
                <a:gd name="connsiteY46" fmla="*/ 457200 h 1890712"/>
                <a:gd name="connsiteX47" fmla="*/ 628650 w 2543175"/>
                <a:gd name="connsiteY47" fmla="*/ 469106 h 1890712"/>
                <a:gd name="connsiteX48" fmla="*/ 645319 w 2543175"/>
                <a:gd name="connsiteY48" fmla="*/ 483394 h 1890712"/>
                <a:gd name="connsiteX49" fmla="*/ 654844 w 2543175"/>
                <a:gd name="connsiteY49" fmla="*/ 488156 h 1890712"/>
                <a:gd name="connsiteX50" fmla="*/ 661988 w 2543175"/>
                <a:gd name="connsiteY50" fmla="*/ 497681 h 1890712"/>
                <a:gd name="connsiteX51" fmla="*/ 683419 w 2543175"/>
                <a:gd name="connsiteY51" fmla="*/ 514350 h 1890712"/>
                <a:gd name="connsiteX52" fmla="*/ 700088 w 2543175"/>
                <a:gd name="connsiteY52" fmla="*/ 526256 h 1890712"/>
                <a:gd name="connsiteX53" fmla="*/ 709613 w 2543175"/>
                <a:gd name="connsiteY53" fmla="*/ 535781 h 1890712"/>
                <a:gd name="connsiteX54" fmla="*/ 719138 w 2543175"/>
                <a:gd name="connsiteY54" fmla="*/ 542925 h 1890712"/>
                <a:gd name="connsiteX55" fmla="*/ 733425 w 2543175"/>
                <a:gd name="connsiteY55" fmla="*/ 557212 h 1890712"/>
                <a:gd name="connsiteX56" fmla="*/ 750094 w 2543175"/>
                <a:gd name="connsiteY56" fmla="*/ 569119 h 1890712"/>
                <a:gd name="connsiteX57" fmla="*/ 769144 w 2543175"/>
                <a:gd name="connsiteY57" fmla="*/ 581025 h 1890712"/>
                <a:gd name="connsiteX58" fmla="*/ 785813 w 2543175"/>
                <a:gd name="connsiteY58" fmla="*/ 590550 h 1890712"/>
                <a:gd name="connsiteX59" fmla="*/ 792957 w 2543175"/>
                <a:gd name="connsiteY59" fmla="*/ 600075 h 1890712"/>
                <a:gd name="connsiteX60" fmla="*/ 809625 w 2543175"/>
                <a:gd name="connsiteY60" fmla="*/ 611981 h 1890712"/>
                <a:gd name="connsiteX61" fmla="*/ 816769 w 2543175"/>
                <a:gd name="connsiteY61" fmla="*/ 619125 h 1890712"/>
                <a:gd name="connsiteX62" fmla="*/ 826294 w 2543175"/>
                <a:gd name="connsiteY62" fmla="*/ 626269 h 1890712"/>
                <a:gd name="connsiteX63" fmla="*/ 840582 w 2543175"/>
                <a:gd name="connsiteY63" fmla="*/ 638175 h 1890712"/>
                <a:gd name="connsiteX64" fmla="*/ 847725 w 2543175"/>
                <a:gd name="connsiteY64" fmla="*/ 645319 h 1890712"/>
                <a:gd name="connsiteX65" fmla="*/ 857250 w 2543175"/>
                <a:gd name="connsiteY65" fmla="*/ 652462 h 1890712"/>
                <a:gd name="connsiteX66" fmla="*/ 864394 w 2543175"/>
                <a:gd name="connsiteY66" fmla="*/ 657225 h 1890712"/>
                <a:gd name="connsiteX67" fmla="*/ 888207 w 2543175"/>
                <a:gd name="connsiteY67" fmla="*/ 676275 h 1890712"/>
                <a:gd name="connsiteX68" fmla="*/ 895350 w 2543175"/>
                <a:gd name="connsiteY68" fmla="*/ 681037 h 1890712"/>
                <a:gd name="connsiteX69" fmla="*/ 907257 w 2543175"/>
                <a:gd name="connsiteY69" fmla="*/ 683419 h 1890712"/>
                <a:gd name="connsiteX70" fmla="*/ 928688 w 2543175"/>
                <a:gd name="connsiteY70" fmla="*/ 695325 h 1890712"/>
                <a:gd name="connsiteX71" fmla="*/ 942975 w 2543175"/>
                <a:gd name="connsiteY71" fmla="*/ 700087 h 1890712"/>
                <a:gd name="connsiteX72" fmla="*/ 964407 w 2543175"/>
                <a:gd name="connsiteY72" fmla="*/ 716756 h 1890712"/>
                <a:gd name="connsiteX73" fmla="*/ 971550 w 2543175"/>
                <a:gd name="connsiteY73" fmla="*/ 723900 h 1890712"/>
                <a:gd name="connsiteX74" fmla="*/ 983457 w 2543175"/>
                <a:gd name="connsiteY74" fmla="*/ 733425 h 1890712"/>
                <a:gd name="connsiteX75" fmla="*/ 990600 w 2543175"/>
                <a:gd name="connsiteY75" fmla="*/ 738187 h 1890712"/>
                <a:gd name="connsiteX76" fmla="*/ 1007269 w 2543175"/>
                <a:gd name="connsiteY76" fmla="*/ 752475 h 1890712"/>
                <a:gd name="connsiteX77" fmla="*/ 1031082 w 2543175"/>
                <a:gd name="connsiteY77" fmla="*/ 766762 h 1890712"/>
                <a:gd name="connsiteX78" fmla="*/ 1042988 w 2543175"/>
                <a:gd name="connsiteY78" fmla="*/ 773906 h 1890712"/>
                <a:gd name="connsiteX79" fmla="*/ 1071563 w 2543175"/>
                <a:gd name="connsiteY79" fmla="*/ 785812 h 1890712"/>
                <a:gd name="connsiteX80" fmla="*/ 1097757 w 2543175"/>
                <a:gd name="connsiteY80" fmla="*/ 807244 h 1890712"/>
                <a:gd name="connsiteX81" fmla="*/ 1104900 w 2543175"/>
                <a:gd name="connsiteY81" fmla="*/ 814387 h 1890712"/>
                <a:gd name="connsiteX82" fmla="*/ 1121569 w 2543175"/>
                <a:gd name="connsiteY82" fmla="*/ 823912 h 1890712"/>
                <a:gd name="connsiteX83" fmla="*/ 1138238 w 2543175"/>
                <a:gd name="connsiteY83" fmla="*/ 835819 h 1890712"/>
                <a:gd name="connsiteX84" fmla="*/ 1147763 w 2543175"/>
                <a:gd name="connsiteY84" fmla="*/ 842962 h 1890712"/>
                <a:gd name="connsiteX85" fmla="*/ 1157288 w 2543175"/>
                <a:gd name="connsiteY85" fmla="*/ 847725 h 1890712"/>
                <a:gd name="connsiteX86" fmla="*/ 1178719 w 2543175"/>
                <a:gd name="connsiteY86" fmla="*/ 859631 h 1890712"/>
                <a:gd name="connsiteX87" fmla="*/ 1188244 w 2543175"/>
                <a:gd name="connsiteY87" fmla="*/ 866775 h 1890712"/>
                <a:gd name="connsiteX88" fmla="*/ 1195388 w 2543175"/>
                <a:gd name="connsiteY88" fmla="*/ 871537 h 1890712"/>
                <a:gd name="connsiteX89" fmla="*/ 1212057 w 2543175"/>
                <a:gd name="connsiteY89" fmla="*/ 883444 h 1890712"/>
                <a:gd name="connsiteX90" fmla="*/ 1226344 w 2543175"/>
                <a:gd name="connsiteY90" fmla="*/ 895350 h 1890712"/>
                <a:gd name="connsiteX91" fmla="*/ 1245394 w 2543175"/>
                <a:gd name="connsiteY91" fmla="*/ 907256 h 1890712"/>
                <a:gd name="connsiteX92" fmla="*/ 1254919 w 2543175"/>
                <a:gd name="connsiteY92" fmla="*/ 914400 h 1890712"/>
                <a:gd name="connsiteX93" fmla="*/ 1269207 w 2543175"/>
                <a:gd name="connsiteY93" fmla="*/ 921544 h 1890712"/>
                <a:gd name="connsiteX94" fmla="*/ 1290638 w 2543175"/>
                <a:gd name="connsiteY94" fmla="*/ 935831 h 1890712"/>
                <a:gd name="connsiteX95" fmla="*/ 1307307 w 2543175"/>
                <a:gd name="connsiteY95" fmla="*/ 952500 h 1890712"/>
                <a:gd name="connsiteX96" fmla="*/ 1333500 w 2543175"/>
                <a:gd name="connsiteY96" fmla="*/ 971550 h 1890712"/>
                <a:gd name="connsiteX97" fmla="*/ 1359694 w 2543175"/>
                <a:gd name="connsiteY97" fmla="*/ 990600 h 1890712"/>
                <a:gd name="connsiteX98" fmla="*/ 1373982 w 2543175"/>
                <a:gd name="connsiteY98" fmla="*/ 997744 h 1890712"/>
                <a:gd name="connsiteX99" fmla="*/ 1388269 w 2543175"/>
                <a:gd name="connsiteY99" fmla="*/ 1007269 h 1890712"/>
                <a:gd name="connsiteX100" fmla="*/ 1414463 w 2543175"/>
                <a:gd name="connsiteY100" fmla="*/ 1019175 h 1890712"/>
                <a:gd name="connsiteX101" fmla="*/ 1428750 w 2543175"/>
                <a:gd name="connsiteY101" fmla="*/ 1026319 h 1890712"/>
                <a:gd name="connsiteX102" fmla="*/ 1471613 w 2543175"/>
                <a:gd name="connsiteY102" fmla="*/ 1059656 h 1890712"/>
                <a:gd name="connsiteX103" fmla="*/ 1495425 w 2543175"/>
                <a:gd name="connsiteY103" fmla="*/ 1088231 h 1890712"/>
                <a:gd name="connsiteX104" fmla="*/ 1547812 w 2543175"/>
                <a:gd name="connsiteY104" fmla="*/ 1133475 h 1890712"/>
                <a:gd name="connsiteX105" fmla="*/ 1597819 w 2543175"/>
                <a:gd name="connsiteY105" fmla="*/ 1154906 h 1890712"/>
                <a:gd name="connsiteX106" fmla="*/ 1604963 w 2543175"/>
                <a:gd name="connsiteY106" fmla="*/ 1162050 h 1890712"/>
                <a:gd name="connsiteX107" fmla="*/ 1612107 w 2543175"/>
                <a:gd name="connsiteY107" fmla="*/ 1166812 h 1890712"/>
                <a:gd name="connsiteX108" fmla="*/ 1628775 w 2543175"/>
                <a:gd name="connsiteY108" fmla="*/ 1183481 h 1890712"/>
                <a:gd name="connsiteX109" fmla="*/ 1662113 w 2543175"/>
                <a:gd name="connsiteY109" fmla="*/ 1209675 h 1890712"/>
                <a:gd name="connsiteX110" fmla="*/ 1678782 w 2543175"/>
                <a:gd name="connsiteY110" fmla="*/ 1226344 h 1890712"/>
                <a:gd name="connsiteX111" fmla="*/ 1700213 w 2543175"/>
                <a:gd name="connsiteY111" fmla="*/ 1247775 h 1890712"/>
                <a:gd name="connsiteX112" fmla="*/ 1712119 w 2543175"/>
                <a:gd name="connsiteY112" fmla="*/ 1259681 h 1890712"/>
                <a:gd name="connsiteX113" fmla="*/ 1733550 w 2543175"/>
                <a:gd name="connsiteY113" fmla="*/ 1273969 h 1890712"/>
                <a:gd name="connsiteX114" fmla="*/ 1743075 w 2543175"/>
                <a:gd name="connsiteY114" fmla="*/ 1283494 h 1890712"/>
                <a:gd name="connsiteX115" fmla="*/ 1754982 w 2543175"/>
                <a:gd name="connsiteY115" fmla="*/ 1290637 h 1890712"/>
                <a:gd name="connsiteX116" fmla="*/ 1766888 w 2543175"/>
                <a:gd name="connsiteY116" fmla="*/ 1300162 h 1890712"/>
                <a:gd name="connsiteX117" fmla="*/ 1783557 w 2543175"/>
                <a:gd name="connsiteY117" fmla="*/ 1307306 h 1890712"/>
                <a:gd name="connsiteX118" fmla="*/ 1790700 w 2543175"/>
                <a:gd name="connsiteY118" fmla="*/ 1312069 h 1890712"/>
                <a:gd name="connsiteX119" fmla="*/ 1800225 w 2543175"/>
                <a:gd name="connsiteY119" fmla="*/ 1319212 h 1890712"/>
                <a:gd name="connsiteX120" fmla="*/ 1807369 w 2543175"/>
                <a:gd name="connsiteY120" fmla="*/ 1321594 h 1890712"/>
                <a:gd name="connsiteX121" fmla="*/ 1824038 w 2543175"/>
                <a:gd name="connsiteY121" fmla="*/ 1333500 h 1890712"/>
                <a:gd name="connsiteX122" fmla="*/ 1843088 w 2543175"/>
                <a:gd name="connsiteY122" fmla="*/ 1352550 h 1890712"/>
                <a:gd name="connsiteX123" fmla="*/ 1852613 w 2543175"/>
                <a:gd name="connsiteY123" fmla="*/ 1359694 h 1890712"/>
                <a:gd name="connsiteX124" fmla="*/ 1859757 w 2543175"/>
                <a:gd name="connsiteY124" fmla="*/ 1366837 h 1890712"/>
                <a:gd name="connsiteX125" fmla="*/ 1869282 w 2543175"/>
                <a:gd name="connsiteY125" fmla="*/ 1371600 h 1890712"/>
                <a:gd name="connsiteX126" fmla="*/ 1883569 w 2543175"/>
                <a:gd name="connsiteY126" fmla="*/ 1388269 h 1890712"/>
                <a:gd name="connsiteX127" fmla="*/ 1893094 w 2543175"/>
                <a:gd name="connsiteY127" fmla="*/ 1395412 h 1890712"/>
                <a:gd name="connsiteX128" fmla="*/ 1902619 w 2543175"/>
                <a:gd name="connsiteY128" fmla="*/ 1404937 h 1890712"/>
                <a:gd name="connsiteX129" fmla="*/ 1912144 w 2543175"/>
                <a:gd name="connsiteY129" fmla="*/ 1409700 h 1890712"/>
                <a:gd name="connsiteX130" fmla="*/ 1931194 w 2543175"/>
                <a:gd name="connsiteY130" fmla="*/ 1421606 h 1890712"/>
                <a:gd name="connsiteX131" fmla="*/ 1935957 w 2543175"/>
                <a:gd name="connsiteY131" fmla="*/ 1428750 h 1890712"/>
                <a:gd name="connsiteX132" fmla="*/ 1952625 w 2543175"/>
                <a:gd name="connsiteY132" fmla="*/ 1438275 h 1890712"/>
                <a:gd name="connsiteX133" fmla="*/ 1971675 w 2543175"/>
                <a:gd name="connsiteY133" fmla="*/ 1450181 h 1890712"/>
                <a:gd name="connsiteX134" fmla="*/ 1981200 w 2543175"/>
                <a:gd name="connsiteY134" fmla="*/ 1454944 h 1890712"/>
                <a:gd name="connsiteX135" fmla="*/ 1997869 w 2543175"/>
                <a:gd name="connsiteY135" fmla="*/ 1471612 h 1890712"/>
                <a:gd name="connsiteX136" fmla="*/ 2007394 w 2543175"/>
                <a:gd name="connsiteY136" fmla="*/ 1478756 h 1890712"/>
                <a:gd name="connsiteX137" fmla="*/ 2016919 w 2543175"/>
                <a:gd name="connsiteY137" fmla="*/ 1483519 h 1890712"/>
                <a:gd name="connsiteX138" fmla="*/ 2024063 w 2543175"/>
                <a:gd name="connsiteY138" fmla="*/ 1490662 h 1890712"/>
                <a:gd name="connsiteX139" fmla="*/ 2033588 w 2543175"/>
                <a:gd name="connsiteY139" fmla="*/ 1495425 h 1890712"/>
                <a:gd name="connsiteX140" fmla="*/ 2040732 w 2543175"/>
                <a:gd name="connsiteY140" fmla="*/ 1502569 h 1890712"/>
                <a:gd name="connsiteX141" fmla="*/ 2047875 w 2543175"/>
                <a:gd name="connsiteY141" fmla="*/ 1507331 h 1890712"/>
                <a:gd name="connsiteX142" fmla="*/ 2057400 w 2543175"/>
                <a:gd name="connsiteY142" fmla="*/ 1514475 h 1890712"/>
                <a:gd name="connsiteX143" fmla="*/ 2064544 w 2543175"/>
                <a:gd name="connsiteY143" fmla="*/ 1519237 h 1890712"/>
                <a:gd name="connsiteX144" fmla="*/ 2071688 w 2543175"/>
                <a:gd name="connsiteY144" fmla="*/ 1526381 h 1890712"/>
                <a:gd name="connsiteX145" fmla="*/ 2081213 w 2543175"/>
                <a:gd name="connsiteY145" fmla="*/ 1531144 h 1890712"/>
                <a:gd name="connsiteX146" fmla="*/ 2090738 w 2543175"/>
                <a:gd name="connsiteY146" fmla="*/ 1538287 h 1890712"/>
                <a:gd name="connsiteX147" fmla="*/ 2109788 w 2543175"/>
                <a:gd name="connsiteY147" fmla="*/ 1547812 h 1890712"/>
                <a:gd name="connsiteX148" fmla="*/ 2131219 w 2543175"/>
                <a:gd name="connsiteY148" fmla="*/ 1562100 h 1890712"/>
                <a:gd name="connsiteX149" fmla="*/ 2140744 w 2543175"/>
                <a:gd name="connsiteY149" fmla="*/ 1566862 h 1890712"/>
                <a:gd name="connsiteX150" fmla="*/ 2152650 w 2543175"/>
                <a:gd name="connsiteY150" fmla="*/ 1576387 h 1890712"/>
                <a:gd name="connsiteX151" fmla="*/ 2181225 w 2543175"/>
                <a:gd name="connsiteY151" fmla="*/ 1590675 h 1890712"/>
                <a:gd name="connsiteX152" fmla="*/ 2200275 w 2543175"/>
                <a:gd name="connsiteY152" fmla="*/ 1607344 h 1890712"/>
                <a:gd name="connsiteX153" fmla="*/ 2207419 w 2543175"/>
                <a:gd name="connsiteY153" fmla="*/ 1612106 h 1890712"/>
                <a:gd name="connsiteX154" fmla="*/ 2216944 w 2543175"/>
                <a:gd name="connsiteY154" fmla="*/ 1619250 h 1890712"/>
                <a:gd name="connsiteX155" fmla="*/ 2224088 w 2543175"/>
                <a:gd name="connsiteY155" fmla="*/ 1624012 h 1890712"/>
                <a:gd name="connsiteX156" fmla="*/ 2247900 w 2543175"/>
                <a:gd name="connsiteY156" fmla="*/ 1643062 h 1890712"/>
                <a:gd name="connsiteX157" fmla="*/ 2255044 w 2543175"/>
                <a:gd name="connsiteY157" fmla="*/ 1650206 h 1890712"/>
                <a:gd name="connsiteX158" fmla="*/ 2281238 w 2543175"/>
                <a:gd name="connsiteY158" fmla="*/ 1664494 h 1890712"/>
                <a:gd name="connsiteX159" fmla="*/ 2297907 w 2543175"/>
                <a:gd name="connsiteY159" fmla="*/ 1674019 h 1890712"/>
                <a:gd name="connsiteX160" fmla="*/ 2312194 w 2543175"/>
                <a:gd name="connsiteY160" fmla="*/ 1685925 h 1890712"/>
                <a:gd name="connsiteX161" fmla="*/ 2328863 w 2543175"/>
                <a:gd name="connsiteY161" fmla="*/ 1697831 h 1890712"/>
                <a:gd name="connsiteX162" fmla="*/ 2350294 w 2543175"/>
                <a:gd name="connsiteY162" fmla="*/ 1712119 h 1890712"/>
                <a:gd name="connsiteX163" fmla="*/ 2369344 w 2543175"/>
                <a:gd name="connsiteY163" fmla="*/ 1724025 h 1890712"/>
                <a:gd name="connsiteX164" fmla="*/ 2428876 w 2543175"/>
                <a:gd name="connsiteY164" fmla="*/ 1785938 h 1890712"/>
                <a:gd name="connsiteX165" fmla="*/ 2466975 w 2543175"/>
                <a:gd name="connsiteY165" fmla="*/ 1783556 h 1890712"/>
                <a:gd name="connsiteX166" fmla="*/ 2481263 w 2543175"/>
                <a:gd name="connsiteY166" fmla="*/ 1795462 h 1890712"/>
                <a:gd name="connsiteX167" fmla="*/ 2486025 w 2543175"/>
                <a:gd name="connsiteY167" fmla="*/ 1802606 h 1890712"/>
                <a:gd name="connsiteX168" fmla="*/ 2514600 w 2543175"/>
                <a:gd name="connsiteY168" fmla="*/ 1850231 h 1890712"/>
                <a:gd name="connsiteX169" fmla="*/ 2519363 w 2543175"/>
                <a:gd name="connsiteY169" fmla="*/ 1857375 h 1890712"/>
                <a:gd name="connsiteX170" fmla="*/ 2540794 w 2543175"/>
                <a:gd name="connsiteY170" fmla="*/ 1883569 h 1890712"/>
                <a:gd name="connsiteX171" fmla="*/ 2543175 w 2543175"/>
                <a:gd name="connsiteY171" fmla="*/ 1890712 h 1890712"/>
                <a:gd name="connsiteX0" fmla="*/ 0 w 2543175"/>
                <a:gd name="connsiteY0" fmla="*/ 0 h 1890712"/>
                <a:gd name="connsiteX1" fmla="*/ 11907 w 2543175"/>
                <a:gd name="connsiteY1" fmla="*/ 11906 h 1890712"/>
                <a:gd name="connsiteX2" fmla="*/ 21432 w 2543175"/>
                <a:gd name="connsiteY2" fmla="*/ 16669 h 1890712"/>
                <a:gd name="connsiteX3" fmla="*/ 23813 w 2543175"/>
                <a:gd name="connsiteY3" fmla="*/ 23812 h 1890712"/>
                <a:gd name="connsiteX4" fmla="*/ 33338 w 2543175"/>
                <a:gd name="connsiteY4" fmla="*/ 33337 h 1890712"/>
                <a:gd name="connsiteX5" fmla="*/ 40482 w 2543175"/>
                <a:gd name="connsiteY5" fmla="*/ 42862 h 1890712"/>
                <a:gd name="connsiteX6" fmla="*/ 47625 w 2543175"/>
                <a:gd name="connsiteY6" fmla="*/ 47625 h 1890712"/>
                <a:gd name="connsiteX7" fmla="*/ 57150 w 2543175"/>
                <a:gd name="connsiteY7" fmla="*/ 54769 h 1890712"/>
                <a:gd name="connsiteX8" fmla="*/ 64294 w 2543175"/>
                <a:gd name="connsiteY8" fmla="*/ 59531 h 1890712"/>
                <a:gd name="connsiteX9" fmla="*/ 83344 w 2543175"/>
                <a:gd name="connsiteY9" fmla="*/ 73819 h 1890712"/>
                <a:gd name="connsiteX10" fmla="*/ 97632 w 2543175"/>
                <a:gd name="connsiteY10" fmla="*/ 80962 h 1890712"/>
                <a:gd name="connsiteX11" fmla="*/ 104775 w 2543175"/>
                <a:gd name="connsiteY11" fmla="*/ 85725 h 1890712"/>
                <a:gd name="connsiteX12" fmla="*/ 114300 w 2543175"/>
                <a:gd name="connsiteY12" fmla="*/ 95250 h 1890712"/>
                <a:gd name="connsiteX13" fmla="*/ 123825 w 2543175"/>
                <a:gd name="connsiteY13" fmla="*/ 97631 h 1890712"/>
                <a:gd name="connsiteX14" fmla="*/ 130969 w 2543175"/>
                <a:gd name="connsiteY14" fmla="*/ 104775 h 1890712"/>
                <a:gd name="connsiteX15" fmla="*/ 140494 w 2543175"/>
                <a:gd name="connsiteY15" fmla="*/ 111919 h 1890712"/>
                <a:gd name="connsiteX16" fmla="*/ 147638 w 2543175"/>
                <a:gd name="connsiteY16" fmla="*/ 116681 h 1890712"/>
                <a:gd name="connsiteX17" fmla="*/ 164307 w 2543175"/>
                <a:gd name="connsiteY17" fmla="*/ 128587 h 1890712"/>
                <a:gd name="connsiteX18" fmla="*/ 180975 w 2543175"/>
                <a:gd name="connsiteY18" fmla="*/ 140494 h 1890712"/>
                <a:gd name="connsiteX19" fmla="*/ 197644 w 2543175"/>
                <a:gd name="connsiteY19" fmla="*/ 152400 h 1890712"/>
                <a:gd name="connsiteX20" fmla="*/ 204788 w 2543175"/>
                <a:gd name="connsiteY20" fmla="*/ 157162 h 1890712"/>
                <a:gd name="connsiteX21" fmla="*/ 214313 w 2543175"/>
                <a:gd name="connsiteY21" fmla="*/ 164306 h 1890712"/>
                <a:gd name="connsiteX22" fmla="*/ 230982 w 2543175"/>
                <a:gd name="connsiteY22" fmla="*/ 180975 h 1890712"/>
                <a:gd name="connsiteX23" fmla="*/ 247650 w 2543175"/>
                <a:gd name="connsiteY23" fmla="*/ 185737 h 1890712"/>
                <a:gd name="connsiteX24" fmla="*/ 302419 w 2543175"/>
                <a:gd name="connsiteY24" fmla="*/ 204787 h 1890712"/>
                <a:gd name="connsiteX25" fmla="*/ 333375 w 2543175"/>
                <a:gd name="connsiteY25" fmla="*/ 228600 h 1890712"/>
                <a:gd name="connsiteX26" fmla="*/ 354807 w 2543175"/>
                <a:gd name="connsiteY26" fmla="*/ 247650 h 1890712"/>
                <a:gd name="connsiteX27" fmla="*/ 366713 w 2543175"/>
                <a:gd name="connsiteY27" fmla="*/ 264319 h 1890712"/>
                <a:gd name="connsiteX28" fmla="*/ 371475 w 2543175"/>
                <a:gd name="connsiteY28" fmla="*/ 271462 h 1890712"/>
                <a:gd name="connsiteX29" fmla="*/ 385763 w 2543175"/>
                <a:gd name="connsiteY29" fmla="*/ 283369 h 1890712"/>
                <a:gd name="connsiteX30" fmla="*/ 404813 w 2543175"/>
                <a:gd name="connsiteY30" fmla="*/ 295275 h 1890712"/>
                <a:gd name="connsiteX31" fmla="*/ 411957 w 2543175"/>
                <a:gd name="connsiteY31" fmla="*/ 297656 h 1890712"/>
                <a:gd name="connsiteX32" fmla="*/ 466725 w 2543175"/>
                <a:gd name="connsiteY32" fmla="*/ 328612 h 1890712"/>
                <a:gd name="connsiteX33" fmla="*/ 476250 w 2543175"/>
                <a:gd name="connsiteY33" fmla="*/ 335756 h 1890712"/>
                <a:gd name="connsiteX34" fmla="*/ 481013 w 2543175"/>
                <a:gd name="connsiteY34" fmla="*/ 342900 h 1890712"/>
                <a:gd name="connsiteX35" fmla="*/ 490538 w 2543175"/>
                <a:gd name="connsiteY35" fmla="*/ 352425 h 1890712"/>
                <a:gd name="connsiteX36" fmla="*/ 495300 w 2543175"/>
                <a:gd name="connsiteY36" fmla="*/ 359569 h 1890712"/>
                <a:gd name="connsiteX37" fmla="*/ 509588 w 2543175"/>
                <a:gd name="connsiteY37" fmla="*/ 376237 h 1890712"/>
                <a:gd name="connsiteX38" fmla="*/ 514350 w 2543175"/>
                <a:gd name="connsiteY38" fmla="*/ 383381 h 1890712"/>
                <a:gd name="connsiteX39" fmla="*/ 531019 w 2543175"/>
                <a:gd name="connsiteY39" fmla="*/ 397669 h 1890712"/>
                <a:gd name="connsiteX40" fmla="*/ 538163 w 2543175"/>
                <a:gd name="connsiteY40" fmla="*/ 407194 h 1890712"/>
                <a:gd name="connsiteX41" fmla="*/ 554832 w 2543175"/>
                <a:gd name="connsiteY41" fmla="*/ 421481 h 1890712"/>
                <a:gd name="connsiteX42" fmla="*/ 564357 w 2543175"/>
                <a:gd name="connsiteY42" fmla="*/ 431006 h 1890712"/>
                <a:gd name="connsiteX43" fmla="*/ 573882 w 2543175"/>
                <a:gd name="connsiteY43" fmla="*/ 438150 h 1890712"/>
                <a:gd name="connsiteX44" fmla="*/ 595313 w 2543175"/>
                <a:gd name="connsiteY44" fmla="*/ 454819 h 1890712"/>
                <a:gd name="connsiteX45" fmla="*/ 602457 w 2543175"/>
                <a:gd name="connsiteY45" fmla="*/ 457200 h 1890712"/>
                <a:gd name="connsiteX46" fmla="*/ 628650 w 2543175"/>
                <a:gd name="connsiteY46" fmla="*/ 469106 h 1890712"/>
                <a:gd name="connsiteX47" fmla="*/ 645319 w 2543175"/>
                <a:gd name="connsiteY47" fmla="*/ 483394 h 1890712"/>
                <a:gd name="connsiteX48" fmla="*/ 654844 w 2543175"/>
                <a:gd name="connsiteY48" fmla="*/ 488156 h 1890712"/>
                <a:gd name="connsiteX49" fmla="*/ 661988 w 2543175"/>
                <a:gd name="connsiteY49" fmla="*/ 497681 h 1890712"/>
                <a:gd name="connsiteX50" fmla="*/ 683419 w 2543175"/>
                <a:gd name="connsiteY50" fmla="*/ 514350 h 1890712"/>
                <a:gd name="connsiteX51" fmla="*/ 700088 w 2543175"/>
                <a:gd name="connsiteY51" fmla="*/ 526256 h 1890712"/>
                <a:gd name="connsiteX52" fmla="*/ 709613 w 2543175"/>
                <a:gd name="connsiteY52" fmla="*/ 535781 h 1890712"/>
                <a:gd name="connsiteX53" fmla="*/ 719138 w 2543175"/>
                <a:gd name="connsiteY53" fmla="*/ 542925 h 1890712"/>
                <a:gd name="connsiteX54" fmla="*/ 733425 w 2543175"/>
                <a:gd name="connsiteY54" fmla="*/ 557212 h 1890712"/>
                <a:gd name="connsiteX55" fmla="*/ 750094 w 2543175"/>
                <a:gd name="connsiteY55" fmla="*/ 569119 h 1890712"/>
                <a:gd name="connsiteX56" fmla="*/ 769144 w 2543175"/>
                <a:gd name="connsiteY56" fmla="*/ 581025 h 1890712"/>
                <a:gd name="connsiteX57" fmla="*/ 785813 w 2543175"/>
                <a:gd name="connsiteY57" fmla="*/ 590550 h 1890712"/>
                <a:gd name="connsiteX58" fmla="*/ 792957 w 2543175"/>
                <a:gd name="connsiteY58" fmla="*/ 600075 h 1890712"/>
                <a:gd name="connsiteX59" fmla="*/ 809625 w 2543175"/>
                <a:gd name="connsiteY59" fmla="*/ 611981 h 1890712"/>
                <a:gd name="connsiteX60" fmla="*/ 816769 w 2543175"/>
                <a:gd name="connsiteY60" fmla="*/ 619125 h 1890712"/>
                <a:gd name="connsiteX61" fmla="*/ 826294 w 2543175"/>
                <a:gd name="connsiteY61" fmla="*/ 626269 h 1890712"/>
                <a:gd name="connsiteX62" fmla="*/ 840582 w 2543175"/>
                <a:gd name="connsiteY62" fmla="*/ 638175 h 1890712"/>
                <a:gd name="connsiteX63" fmla="*/ 847725 w 2543175"/>
                <a:gd name="connsiteY63" fmla="*/ 645319 h 1890712"/>
                <a:gd name="connsiteX64" fmla="*/ 857250 w 2543175"/>
                <a:gd name="connsiteY64" fmla="*/ 652462 h 1890712"/>
                <a:gd name="connsiteX65" fmla="*/ 864394 w 2543175"/>
                <a:gd name="connsiteY65" fmla="*/ 657225 h 1890712"/>
                <a:gd name="connsiteX66" fmla="*/ 888207 w 2543175"/>
                <a:gd name="connsiteY66" fmla="*/ 676275 h 1890712"/>
                <a:gd name="connsiteX67" fmla="*/ 895350 w 2543175"/>
                <a:gd name="connsiteY67" fmla="*/ 681037 h 1890712"/>
                <a:gd name="connsiteX68" fmla="*/ 907257 w 2543175"/>
                <a:gd name="connsiteY68" fmla="*/ 683419 h 1890712"/>
                <a:gd name="connsiteX69" fmla="*/ 928688 w 2543175"/>
                <a:gd name="connsiteY69" fmla="*/ 695325 h 1890712"/>
                <a:gd name="connsiteX70" fmla="*/ 942975 w 2543175"/>
                <a:gd name="connsiteY70" fmla="*/ 700087 h 1890712"/>
                <a:gd name="connsiteX71" fmla="*/ 964407 w 2543175"/>
                <a:gd name="connsiteY71" fmla="*/ 716756 h 1890712"/>
                <a:gd name="connsiteX72" fmla="*/ 971550 w 2543175"/>
                <a:gd name="connsiteY72" fmla="*/ 723900 h 1890712"/>
                <a:gd name="connsiteX73" fmla="*/ 983457 w 2543175"/>
                <a:gd name="connsiteY73" fmla="*/ 733425 h 1890712"/>
                <a:gd name="connsiteX74" fmla="*/ 990600 w 2543175"/>
                <a:gd name="connsiteY74" fmla="*/ 738187 h 1890712"/>
                <a:gd name="connsiteX75" fmla="*/ 1007269 w 2543175"/>
                <a:gd name="connsiteY75" fmla="*/ 752475 h 1890712"/>
                <a:gd name="connsiteX76" fmla="*/ 1031082 w 2543175"/>
                <a:gd name="connsiteY76" fmla="*/ 766762 h 1890712"/>
                <a:gd name="connsiteX77" fmla="*/ 1042988 w 2543175"/>
                <a:gd name="connsiteY77" fmla="*/ 773906 h 1890712"/>
                <a:gd name="connsiteX78" fmla="*/ 1071563 w 2543175"/>
                <a:gd name="connsiteY78" fmla="*/ 785812 h 1890712"/>
                <a:gd name="connsiteX79" fmla="*/ 1097757 w 2543175"/>
                <a:gd name="connsiteY79" fmla="*/ 807244 h 1890712"/>
                <a:gd name="connsiteX80" fmla="*/ 1104900 w 2543175"/>
                <a:gd name="connsiteY80" fmla="*/ 814387 h 1890712"/>
                <a:gd name="connsiteX81" fmla="*/ 1121569 w 2543175"/>
                <a:gd name="connsiteY81" fmla="*/ 823912 h 1890712"/>
                <a:gd name="connsiteX82" fmla="*/ 1138238 w 2543175"/>
                <a:gd name="connsiteY82" fmla="*/ 835819 h 1890712"/>
                <a:gd name="connsiteX83" fmla="*/ 1147763 w 2543175"/>
                <a:gd name="connsiteY83" fmla="*/ 842962 h 1890712"/>
                <a:gd name="connsiteX84" fmla="*/ 1157288 w 2543175"/>
                <a:gd name="connsiteY84" fmla="*/ 847725 h 1890712"/>
                <a:gd name="connsiteX85" fmla="*/ 1178719 w 2543175"/>
                <a:gd name="connsiteY85" fmla="*/ 859631 h 1890712"/>
                <a:gd name="connsiteX86" fmla="*/ 1188244 w 2543175"/>
                <a:gd name="connsiteY86" fmla="*/ 866775 h 1890712"/>
                <a:gd name="connsiteX87" fmla="*/ 1195388 w 2543175"/>
                <a:gd name="connsiteY87" fmla="*/ 871537 h 1890712"/>
                <a:gd name="connsiteX88" fmla="*/ 1212057 w 2543175"/>
                <a:gd name="connsiteY88" fmla="*/ 883444 h 1890712"/>
                <a:gd name="connsiteX89" fmla="*/ 1226344 w 2543175"/>
                <a:gd name="connsiteY89" fmla="*/ 895350 h 1890712"/>
                <a:gd name="connsiteX90" fmla="*/ 1245394 w 2543175"/>
                <a:gd name="connsiteY90" fmla="*/ 907256 h 1890712"/>
                <a:gd name="connsiteX91" fmla="*/ 1254919 w 2543175"/>
                <a:gd name="connsiteY91" fmla="*/ 914400 h 1890712"/>
                <a:gd name="connsiteX92" fmla="*/ 1269207 w 2543175"/>
                <a:gd name="connsiteY92" fmla="*/ 921544 h 1890712"/>
                <a:gd name="connsiteX93" fmla="*/ 1290638 w 2543175"/>
                <a:gd name="connsiteY93" fmla="*/ 935831 h 1890712"/>
                <a:gd name="connsiteX94" fmla="*/ 1307307 w 2543175"/>
                <a:gd name="connsiteY94" fmla="*/ 952500 h 1890712"/>
                <a:gd name="connsiteX95" fmla="*/ 1333500 w 2543175"/>
                <a:gd name="connsiteY95" fmla="*/ 971550 h 1890712"/>
                <a:gd name="connsiteX96" fmla="*/ 1359694 w 2543175"/>
                <a:gd name="connsiteY96" fmla="*/ 990600 h 1890712"/>
                <a:gd name="connsiteX97" fmla="*/ 1373982 w 2543175"/>
                <a:gd name="connsiteY97" fmla="*/ 997744 h 1890712"/>
                <a:gd name="connsiteX98" fmla="*/ 1388269 w 2543175"/>
                <a:gd name="connsiteY98" fmla="*/ 1007269 h 1890712"/>
                <a:gd name="connsiteX99" fmla="*/ 1414463 w 2543175"/>
                <a:gd name="connsiteY99" fmla="*/ 1019175 h 1890712"/>
                <a:gd name="connsiteX100" fmla="*/ 1428750 w 2543175"/>
                <a:gd name="connsiteY100" fmla="*/ 1026319 h 1890712"/>
                <a:gd name="connsiteX101" fmla="*/ 1471613 w 2543175"/>
                <a:gd name="connsiteY101" fmla="*/ 1059656 h 1890712"/>
                <a:gd name="connsiteX102" fmla="*/ 1495425 w 2543175"/>
                <a:gd name="connsiteY102" fmla="*/ 1088231 h 1890712"/>
                <a:gd name="connsiteX103" fmla="*/ 1547812 w 2543175"/>
                <a:gd name="connsiteY103" fmla="*/ 1133475 h 1890712"/>
                <a:gd name="connsiteX104" fmla="*/ 1597819 w 2543175"/>
                <a:gd name="connsiteY104" fmla="*/ 1154906 h 1890712"/>
                <a:gd name="connsiteX105" fmla="*/ 1604963 w 2543175"/>
                <a:gd name="connsiteY105" fmla="*/ 1162050 h 1890712"/>
                <a:gd name="connsiteX106" fmla="*/ 1612107 w 2543175"/>
                <a:gd name="connsiteY106" fmla="*/ 1166812 h 1890712"/>
                <a:gd name="connsiteX107" fmla="*/ 1628775 w 2543175"/>
                <a:gd name="connsiteY107" fmla="*/ 1183481 h 1890712"/>
                <a:gd name="connsiteX108" fmla="*/ 1662113 w 2543175"/>
                <a:gd name="connsiteY108" fmla="*/ 1209675 h 1890712"/>
                <a:gd name="connsiteX109" fmla="*/ 1678782 w 2543175"/>
                <a:gd name="connsiteY109" fmla="*/ 1226344 h 1890712"/>
                <a:gd name="connsiteX110" fmla="*/ 1700213 w 2543175"/>
                <a:gd name="connsiteY110" fmla="*/ 1247775 h 1890712"/>
                <a:gd name="connsiteX111" fmla="*/ 1712119 w 2543175"/>
                <a:gd name="connsiteY111" fmla="*/ 1259681 h 1890712"/>
                <a:gd name="connsiteX112" fmla="*/ 1733550 w 2543175"/>
                <a:gd name="connsiteY112" fmla="*/ 1273969 h 1890712"/>
                <a:gd name="connsiteX113" fmla="*/ 1743075 w 2543175"/>
                <a:gd name="connsiteY113" fmla="*/ 1283494 h 1890712"/>
                <a:gd name="connsiteX114" fmla="*/ 1754982 w 2543175"/>
                <a:gd name="connsiteY114" fmla="*/ 1290637 h 1890712"/>
                <a:gd name="connsiteX115" fmla="*/ 1766888 w 2543175"/>
                <a:gd name="connsiteY115" fmla="*/ 1300162 h 1890712"/>
                <a:gd name="connsiteX116" fmla="*/ 1783557 w 2543175"/>
                <a:gd name="connsiteY116" fmla="*/ 1307306 h 1890712"/>
                <a:gd name="connsiteX117" fmla="*/ 1790700 w 2543175"/>
                <a:gd name="connsiteY117" fmla="*/ 1312069 h 1890712"/>
                <a:gd name="connsiteX118" fmla="*/ 1800225 w 2543175"/>
                <a:gd name="connsiteY118" fmla="*/ 1319212 h 1890712"/>
                <a:gd name="connsiteX119" fmla="*/ 1807369 w 2543175"/>
                <a:gd name="connsiteY119" fmla="*/ 1321594 h 1890712"/>
                <a:gd name="connsiteX120" fmla="*/ 1824038 w 2543175"/>
                <a:gd name="connsiteY120" fmla="*/ 1333500 h 1890712"/>
                <a:gd name="connsiteX121" fmla="*/ 1843088 w 2543175"/>
                <a:gd name="connsiteY121" fmla="*/ 1352550 h 1890712"/>
                <a:gd name="connsiteX122" fmla="*/ 1852613 w 2543175"/>
                <a:gd name="connsiteY122" fmla="*/ 1359694 h 1890712"/>
                <a:gd name="connsiteX123" fmla="*/ 1859757 w 2543175"/>
                <a:gd name="connsiteY123" fmla="*/ 1366837 h 1890712"/>
                <a:gd name="connsiteX124" fmla="*/ 1869282 w 2543175"/>
                <a:gd name="connsiteY124" fmla="*/ 1371600 h 1890712"/>
                <a:gd name="connsiteX125" fmla="*/ 1883569 w 2543175"/>
                <a:gd name="connsiteY125" fmla="*/ 1388269 h 1890712"/>
                <a:gd name="connsiteX126" fmla="*/ 1893094 w 2543175"/>
                <a:gd name="connsiteY126" fmla="*/ 1395412 h 1890712"/>
                <a:gd name="connsiteX127" fmla="*/ 1902619 w 2543175"/>
                <a:gd name="connsiteY127" fmla="*/ 1404937 h 1890712"/>
                <a:gd name="connsiteX128" fmla="*/ 1912144 w 2543175"/>
                <a:gd name="connsiteY128" fmla="*/ 1409700 h 1890712"/>
                <a:gd name="connsiteX129" fmla="*/ 1931194 w 2543175"/>
                <a:gd name="connsiteY129" fmla="*/ 1421606 h 1890712"/>
                <a:gd name="connsiteX130" fmla="*/ 1935957 w 2543175"/>
                <a:gd name="connsiteY130" fmla="*/ 1428750 h 1890712"/>
                <a:gd name="connsiteX131" fmla="*/ 1952625 w 2543175"/>
                <a:gd name="connsiteY131" fmla="*/ 1438275 h 1890712"/>
                <a:gd name="connsiteX132" fmla="*/ 1971675 w 2543175"/>
                <a:gd name="connsiteY132" fmla="*/ 1450181 h 1890712"/>
                <a:gd name="connsiteX133" fmla="*/ 1981200 w 2543175"/>
                <a:gd name="connsiteY133" fmla="*/ 1454944 h 1890712"/>
                <a:gd name="connsiteX134" fmla="*/ 1997869 w 2543175"/>
                <a:gd name="connsiteY134" fmla="*/ 1471612 h 1890712"/>
                <a:gd name="connsiteX135" fmla="*/ 2007394 w 2543175"/>
                <a:gd name="connsiteY135" fmla="*/ 1478756 h 1890712"/>
                <a:gd name="connsiteX136" fmla="*/ 2016919 w 2543175"/>
                <a:gd name="connsiteY136" fmla="*/ 1483519 h 1890712"/>
                <a:gd name="connsiteX137" fmla="*/ 2024063 w 2543175"/>
                <a:gd name="connsiteY137" fmla="*/ 1490662 h 1890712"/>
                <a:gd name="connsiteX138" fmla="*/ 2033588 w 2543175"/>
                <a:gd name="connsiteY138" fmla="*/ 1495425 h 1890712"/>
                <a:gd name="connsiteX139" fmla="*/ 2040732 w 2543175"/>
                <a:gd name="connsiteY139" fmla="*/ 1502569 h 1890712"/>
                <a:gd name="connsiteX140" fmla="*/ 2047875 w 2543175"/>
                <a:gd name="connsiteY140" fmla="*/ 1507331 h 1890712"/>
                <a:gd name="connsiteX141" fmla="*/ 2057400 w 2543175"/>
                <a:gd name="connsiteY141" fmla="*/ 1514475 h 1890712"/>
                <a:gd name="connsiteX142" fmla="*/ 2064544 w 2543175"/>
                <a:gd name="connsiteY142" fmla="*/ 1519237 h 1890712"/>
                <a:gd name="connsiteX143" fmla="*/ 2071688 w 2543175"/>
                <a:gd name="connsiteY143" fmla="*/ 1526381 h 1890712"/>
                <a:gd name="connsiteX144" fmla="*/ 2081213 w 2543175"/>
                <a:gd name="connsiteY144" fmla="*/ 1531144 h 1890712"/>
                <a:gd name="connsiteX145" fmla="*/ 2090738 w 2543175"/>
                <a:gd name="connsiteY145" fmla="*/ 1538287 h 1890712"/>
                <a:gd name="connsiteX146" fmla="*/ 2109788 w 2543175"/>
                <a:gd name="connsiteY146" fmla="*/ 1547812 h 1890712"/>
                <a:gd name="connsiteX147" fmla="*/ 2131219 w 2543175"/>
                <a:gd name="connsiteY147" fmla="*/ 1562100 h 1890712"/>
                <a:gd name="connsiteX148" fmla="*/ 2140744 w 2543175"/>
                <a:gd name="connsiteY148" fmla="*/ 1566862 h 1890712"/>
                <a:gd name="connsiteX149" fmla="*/ 2152650 w 2543175"/>
                <a:gd name="connsiteY149" fmla="*/ 1576387 h 1890712"/>
                <a:gd name="connsiteX150" fmla="*/ 2181225 w 2543175"/>
                <a:gd name="connsiteY150" fmla="*/ 1590675 h 1890712"/>
                <a:gd name="connsiteX151" fmla="*/ 2200275 w 2543175"/>
                <a:gd name="connsiteY151" fmla="*/ 1607344 h 1890712"/>
                <a:gd name="connsiteX152" fmla="*/ 2207419 w 2543175"/>
                <a:gd name="connsiteY152" fmla="*/ 1612106 h 1890712"/>
                <a:gd name="connsiteX153" fmla="*/ 2216944 w 2543175"/>
                <a:gd name="connsiteY153" fmla="*/ 1619250 h 1890712"/>
                <a:gd name="connsiteX154" fmla="*/ 2224088 w 2543175"/>
                <a:gd name="connsiteY154" fmla="*/ 1624012 h 1890712"/>
                <a:gd name="connsiteX155" fmla="*/ 2247900 w 2543175"/>
                <a:gd name="connsiteY155" fmla="*/ 1643062 h 1890712"/>
                <a:gd name="connsiteX156" fmla="*/ 2255044 w 2543175"/>
                <a:gd name="connsiteY156" fmla="*/ 1650206 h 1890712"/>
                <a:gd name="connsiteX157" fmla="*/ 2281238 w 2543175"/>
                <a:gd name="connsiteY157" fmla="*/ 1664494 h 1890712"/>
                <a:gd name="connsiteX158" fmla="*/ 2297907 w 2543175"/>
                <a:gd name="connsiteY158" fmla="*/ 1674019 h 1890712"/>
                <a:gd name="connsiteX159" fmla="*/ 2312194 w 2543175"/>
                <a:gd name="connsiteY159" fmla="*/ 1685925 h 1890712"/>
                <a:gd name="connsiteX160" fmla="*/ 2328863 w 2543175"/>
                <a:gd name="connsiteY160" fmla="*/ 1697831 h 1890712"/>
                <a:gd name="connsiteX161" fmla="*/ 2350294 w 2543175"/>
                <a:gd name="connsiteY161" fmla="*/ 1712119 h 1890712"/>
                <a:gd name="connsiteX162" fmla="*/ 2369344 w 2543175"/>
                <a:gd name="connsiteY162" fmla="*/ 1724025 h 1890712"/>
                <a:gd name="connsiteX163" fmla="*/ 2428876 w 2543175"/>
                <a:gd name="connsiteY163" fmla="*/ 1785938 h 1890712"/>
                <a:gd name="connsiteX164" fmla="*/ 2466975 w 2543175"/>
                <a:gd name="connsiteY164" fmla="*/ 1783556 h 1890712"/>
                <a:gd name="connsiteX165" fmla="*/ 2481263 w 2543175"/>
                <a:gd name="connsiteY165" fmla="*/ 1795462 h 1890712"/>
                <a:gd name="connsiteX166" fmla="*/ 2486025 w 2543175"/>
                <a:gd name="connsiteY166" fmla="*/ 1802606 h 1890712"/>
                <a:gd name="connsiteX167" fmla="*/ 2514600 w 2543175"/>
                <a:gd name="connsiteY167" fmla="*/ 1850231 h 1890712"/>
                <a:gd name="connsiteX168" fmla="*/ 2519363 w 2543175"/>
                <a:gd name="connsiteY168" fmla="*/ 1857375 h 1890712"/>
                <a:gd name="connsiteX169" fmla="*/ 2540794 w 2543175"/>
                <a:gd name="connsiteY169" fmla="*/ 1883569 h 1890712"/>
                <a:gd name="connsiteX170" fmla="*/ 2543175 w 2543175"/>
                <a:gd name="connsiteY170" fmla="*/ 1890712 h 1890712"/>
                <a:gd name="connsiteX0" fmla="*/ 0 w 2543175"/>
                <a:gd name="connsiteY0" fmla="*/ 0 h 1890712"/>
                <a:gd name="connsiteX1" fmla="*/ 11907 w 2543175"/>
                <a:gd name="connsiteY1" fmla="*/ 11906 h 1890712"/>
                <a:gd name="connsiteX2" fmla="*/ 21432 w 2543175"/>
                <a:gd name="connsiteY2" fmla="*/ 16669 h 1890712"/>
                <a:gd name="connsiteX3" fmla="*/ 23813 w 2543175"/>
                <a:gd name="connsiteY3" fmla="*/ 23812 h 1890712"/>
                <a:gd name="connsiteX4" fmla="*/ 33338 w 2543175"/>
                <a:gd name="connsiteY4" fmla="*/ 33337 h 1890712"/>
                <a:gd name="connsiteX5" fmla="*/ 40482 w 2543175"/>
                <a:gd name="connsiteY5" fmla="*/ 42862 h 1890712"/>
                <a:gd name="connsiteX6" fmla="*/ 47625 w 2543175"/>
                <a:gd name="connsiteY6" fmla="*/ 47625 h 1890712"/>
                <a:gd name="connsiteX7" fmla="*/ 57150 w 2543175"/>
                <a:gd name="connsiteY7" fmla="*/ 54769 h 1890712"/>
                <a:gd name="connsiteX8" fmla="*/ 64294 w 2543175"/>
                <a:gd name="connsiteY8" fmla="*/ 59531 h 1890712"/>
                <a:gd name="connsiteX9" fmla="*/ 83344 w 2543175"/>
                <a:gd name="connsiteY9" fmla="*/ 73819 h 1890712"/>
                <a:gd name="connsiteX10" fmla="*/ 97632 w 2543175"/>
                <a:gd name="connsiteY10" fmla="*/ 80962 h 1890712"/>
                <a:gd name="connsiteX11" fmla="*/ 104775 w 2543175"/>
                <a:gd name="connsiteY11" fmla="*/ 85725 h 1890712"/>
                <a:gd name="connsiteX12" fmla="*/ 114300 w 2543175"/>
                <a:gd name="connsiteY12" fmla="*/ 95250 h 1890712"/>
                <a:gd name="connsiteX13" fmla="*/ 123825 w 2543175"/>
                <a:gd name="connsiteY13" fmla="*/ 97631 h 1890712"/>
                <a:gd name="connsiteX14" fmla="*/ 130969 w 2543175"/>
                <a:gd name="connsiteY14" fmla="*/ 104775 h 1890712"/>
                <a:gd name="connsiteX15" fmla="*/ 140494 w 2543175"/>
                <a:gd name="connsiteY15" fmla="*/ 111919 h 1890712"/>
                <a:gd name="connsiteX16" fmla="*/ 147638 w 2543175"/>
                <a:gd name="connsiteY16" fmla="*/ 116681 h 1890712"/>
                <a:gd name="connsiteX17" fmla="*/ 164307 w 2543175"/>
                <a:gd name="connsiteY17" fmla="*/ 128587 h 1890712"/>
                <a:gd name="connsiteX18" fmla="*/ 180975 w 2543175"/>
                <a:gd name="connsiteY18" fmla="*/ 140494 h 1890712"/>
                <a:gd name="connsiteX19" fmla="*/ 197644 w 2543175"/>
                <a:gd name="connsiteY19" fmla="*/ 152400 h 1890712"/>
                <a:gd name="connsiteX20" fmla="*/ 204788 w 2543175"/>
                <a:gd name="connsiteY20" fmla="*/ 157162 h 1890712"/>
                <a:gd name="connsiteX21" fmla="*/ 214313 w 2543175"/>
                <a:gd name="connsiteY21" fmla="*/ 164306 h 1890712"/>
                <a:gd name="connsiteX22" fmla="*/ 230982 w 2543175"/>
                <a:gd name="connsiteY22" fmla="*/ 180975 h 1890712"/>
                <a:gd name="connsiteX23" fmla="*/ 247650 w 2543175"/>
                <a:gd name="connsiteY23" fmla="*/ 185737 h 1890712"/>
                <a:gd name="connsiteX24" fmla="*/ 300038 w 2543175"/>
                <a:gd name="connsiteY24" fmla="*/ 219075 h 1890712"/>
                <a:gd name="connsiteX25" fmla="*/ 333375 w 2543175"/>
                <a:gd name="connsiteY25" fmla="*/ 228600 h 1890712"/>
                <a:gd name="connsiteX26" fmla="*/ 354807 w 2543175"/>
                <a:gd name="connsiteY26" fmla="*/ 247650 h 1890712"/>
                <a:gd name="connsiteX27" fmla="*/ 366713 w 2543175"/>
                <a:gd name="connsiteY27" fmla="*/ 264319 h 1890712"/>
                <a:gd name="connsiteX28" fmla="*/ 371475 w 2543175"/>
                <a:gd name="connsiteY28" fmla="*/ 271462 h 1890712"/>
                <a:gd name="connsiteX29" fmla="*/ 385763 w 2543175"/>
                <a:gd name="connsiteY29" fmla="*/ 283369 h 1890712"/>
                <a:gd name="connsiteX30" fmla="*/ 404813 w 2543175"/>
                <a:gd name="connsiteY30" fmla="*/ 295275 h 1890712"/>
                <a:gd name="connsiteX31" fmla="*/ 411957 w 2543175"/>
                <a:gd name="connsiteY31" fmla="*/ 297656 h 1890712"/>
                <a:gd name="connsiteX32" fmla="*/ 466725 w 2543175"/>
                <a:gd name="connsiteY32" fmla="*/ 328612 h 1890712"/>
                <a:gd name="connsiteX33" fmla="*/ 476250 w 2543175"/>
                <a:gd name="connsiteY33" fmla="*/ 335756 h 1890712"/>
                <a:gd name="connsiteX34" fmla="*/ 481013 w 2543175"/>
                <a:gd name="connsiteY34" fmla="*/ 342900 h 1890712"/>
                <a:gd name="connsiteX35" fmla="*/ 490538 w 2543175"/>
                <a:gd name="connsiteY35" fmla="*/ 352425 h 1890712"/>
                <a:gd name="connsiteX36" fmla="*/ 495300 w 2543175"/>
                <a:gd name="connsiteY36" fmla="*/ 359569 h 1890712"/>
                <a:gd name="connsiteX37" fmla="*/ 509588 w 2543175"/>
                <a:gd name="connsiteY37" fmla="*/ 376237 h 1890712"/>
                <a:gd name="connsiteX38" fmla="*/ 514350 w 2543175"/>
                <a:gd name="connsiteY38" fmla="*/ 383381 h 1890712"/>
                <a:gd name="connsiteX39" fmla="*/ 531019 w 2543175"/>
                <a:gd name="connsiteY39" fmla="*/ 397669 h 1890712"/>
                <a:gd name="connsiteX40" fmla="*/ 538163 w 2543175"/>
                <a:gd name="connsiteY40" fmla="*/ 407194 h 1890712"/>
                <a:gd name="connsiteX41" fmla="*/ 554832 w 2543175"/>
                <a:gd name="connsiteY41" fmla="*/ 421481 h 1890712"/>
                <a:gd name="connsiteX42" fmla="*/ 564357 w 2543175"/>
                <a:gd name="connsiteY42" fmla="*/ 431006 h 1890712"/>
                <a:gd name="connsiteX43" fmla="*/ 573882 w 2543175"/>
                <a:gd name="connsiteY43" fmla="*/ 438150 h 1890712"/>
                <a:gd name="connsiteX44" fmla="*/ 595313 w 2543175"/>
                <a:gd name="connsiteY44" fmla="*/ 454819 h 1890712"/>
                <a:gd name="connsiteX45" fmla="*/ 602457 w 2543175"/>
                <a:gd name="connsiteY45" fmla="*/ 457200 h 1890712"/>
                <a:gd name="connsiteX46" fmla="*/ 628650 w 2543175"/>
                <a:gd name="connsiteY46" fmla="*/ 469106 h 1890712"/>
                <a:gd name="connsiteX47" fmla="*/ 645319 w 2543175"/>
                <a:gd name="connsiteY47" fmla="*/ 483394 h 1890712"/>
                <a:gd name="connsiteX48" fmla="*/ 654844 w 2543175"/>
                <a:gd name="connsiteY48" fmla="*/ 488156 h 1890712"/>
                <a:gd name="connsiteX49" fmla="*/ 661988 w 2543175"/>
                <a:gd name="connsiteY49" fmla="*/ 497681 h 1890712"/>
                <a:gd name="connsiteX50" fmla="*/ 683419 w 2543175"/>
                <a:gd name="connsiteY50" fmla="*/ 514350 h 1890712"/>
                <a:gd name="connsiteX51" fmla="*/ 700088 w 2543175"/>
                <a:gd name="connsiteY51" fmla="*/ 526256 h 1890712"/>
                <a:gd name="connsiteX52" fmla="*/ 709613 w 2543175"/>
                <a:gd name="connsiteY52" fmla="*/ 535781 h 1890712"/>
                <a:gd name="connsiteX53" fmla="*/ 719138 w 2543175"/>
                <a:gd name="connsiteY53" fmla="*/ 542925 h 1890712"/>
                <a:gd name="connsiteX54" fmla="*/ 733425 w 2543175"/>
                <a:gd name="connsiteY54" fmla="*/ 557212 h 1890712"/>
                <a:gd name="connsiteX55" fmla="*/ 750094 w 2543175"/>
                <a:gd name="connsiteY55" fmla="*/ 569119 h 1890712"/>
                <a:gd name="connsiteX56" fmla="*/ 769144 w 2543175"/>
                <a:gd name="connsiteY56" fmla="*/ 581025 h 1890712"/>
                <a:gd name="connsiteX57" fmla="*/ 785813 w 2543175"/>
                <a:gd name="connsiteY57" fmla="*/ 590550 h 1890712"/>
                <a:gd name="connsiteX58" fmla="*/ 792957 w 2543175"/>
                <a:gd name="connsiteY58" fmla="*/ 600075 h 1890712"/>
                <a:gd name="connsiteX59" fmla="*/ 809625 w 2543175"/>
                <a:gd name="connsiteY59" fmla="*/ 611981 h 1890712"/>
                <a:gd name="connsiteX60" fmla="*/ 816769 w 2543175"/>
                <a:gd name="connsiteY60" fmla="*/ 619125 h 1890712"/>
                <a:gd name="connsiteX61" fmla="*/ 826294 w 2543175"/>
                <a:gd name="connsiteY61" fmla="*/ 626269 h 1890712"/>
                <a:gd name="connsiteX62" fmla="*/ 840582 w 2543175"/>
                <a:gd name="connsiteY62" fmla="*/ 638175 h 1890712"/>
                <a:gd name="connsiteX63" fmla="*/ 847725 w 2543175"/>
                <a:gd name="connsiteY63" fmla="*/ 645319 h 1890712"/>
                <a:gd name="connsiteX64" fmla="*/ 857250 w 2543175"/>
                <a:gd name="connsiteY64" fmla="*/ 652462 h 1890712"/>
                <a:gd name="connsiteX65" fmla="*/ 864394 w 2543175"/>
                <a:gd name="connsiteY65" fmla="*/ 657225 h 1890712"/>
                <a:gd name="connsiteX66" fmla="*/ 888207 w 2543175"/>
                <a:gd name="connsiteY66" fmla="*/ 676275 h 1890712"/>
                <a:gd name="connsiteX67" fmla="*/ 895350 w 2543175"/>
                <a:gd name="connsiteY67" fmla="*/ 681037 h 1890712"/>
                <a:gd name="connsiteX68" fmla="*/ 907257 w 2543175"/>
                <a:gd name="connsiteY68" fmla="*/ 683419 h 1890712"/>
                <a:gd name="connsiteX69" fmla="*/ 928688 w 2543175"/>
                <a:gd name="connsiteY69" fmla="*/ 695325 h 1890712"/>
                <a:gd name="connsiteX70" fmla="*/ 942975 w 2543175"/>
                <a:gd name="connsiteY70" fmla="*/ 700087 h 1890712"/>
                <a:gd name="connsiteX71" fmla="*/ 964407 w 2543175"/>
                <a:gd name="connsiteY71" fmla="*/ 716756 h 1890712"/>
                <a:gd name="connsiteX72" fmla="*/ 971550 w 2543175"/>
                <a:gd name="connsiteY72" fmla="*/ 723900 h 1890712"/>
                <a:gd name="connsiteX73" fmla="*/ 983457 w 2543175"/>
                <a:gd name="connsiteY73" fmla="*/ 733425 h 1890712"/>
                <a:gd name="connsiteX74" fmla="*/ 990600 w 2543175"/>
                <a:gd name="connsiteY74" fmla="*/ 738187 h 1890712"/>
                <a:gd name="connsiteX75" fmla="*/ 1007269 w 2543175"/>
                <a:gd name="connsiteY75" fmla="*/ 752475 h 1890712"/>
                <a:gd name="connsiteX76" fmla="*/ 1031082 w 2543175"/>
                <a:gd name="connsiteY76" fmla="*/ 766762 h 1890712"/>
                <a:gd name="connsiteX77" fmla="*/ 1042988 w 2543175"/>
                <a:gd name="connsiteY77" fmla="*/ 773906 h 1890712"/>
                <a:gd name="connsiteX78" fmla="*/ 1071563 w 2543175"/>
                <a:gd name="connsiteY78" fmla="*/ 785812 h 1890712"/>
                <a:gd name="connsiteX79" fmla="*/ 1097757 w 2543175"/>
                <a:gd name="connsiteY79" fmla="*/ 807244 h 1890712"/>
                <a:gd name="connsiteX80" fmla="*/ 1104900 w 2543175"/>
                <a:gd name="connsiteY80" fmla="*/ 814387 h 1890712"/>
                <a:gd name="connsiteX81" fmla="*/ 1121569 w 2543175"/>
                <a:gd name="connsiteY81" fmla="*/ 823912 h 1890712"/>
                <a:gd name="connsiteX82" fmla="*/ 1138238 w 2543175"/>
                <a:gd name="connsiteY82" fmla="*/ 835819 h 1890712"/>
                <a:gd name="connsiteX83" fmla="*/ 1147763 w 2543175"/>
                <a:gd name="connsiteY83" fmla="*/ 842962 h 1890712"/>
                <a:gd name="connsiteX84" fmla="*/ 1157288 w 2543175"/>
                <a:gd name="connsiteY84" fmla="*/ 847725 h 1890712"/>
                <a:gd name="connsiteX85" fmla="*/ 1178719 w 2543175"/>
                <a:gd name="connsiteY85" fmla="*/ 859631 h 1890712"/>
                <a:gd name="connsiteX86" fmla="*/ 1188244 w 2543175"/>
                <a:gd name="connsiteY86" fmla="*/ 866775 h 1890712"/>
                <a:gd name="connsiteX87" fmla="*/ 1195388 w 2543175"/>
                <a:gd name="connsiteY87" fmla="*/ 871537 h 1890712"/>
                <a:gd name="connsiteX88" fmla="*/ 1212057 w 2543175"/>
                <a:gd name="connsiteY88" fmla="*/ 883444 h 1890712"/>
                <a:gd name="connsiteX89" fmla="*/ 1226344 w 2543175"/>
                <a:gd name="connsiteY89" fmla="*/ 895350 h 1890712"/>
                <a:gd name="connsiteX90" fmla="*/ 1245394 w 2543175"/>
                <a:gd name="connsiteY90" fmla="*/ 907256 h 1890712"/>
                <a:gd name="connsiteX91" fmla="*/ 1254919 w 2543175"/>
                <a:gd name="connsiteY91" fmla="*/ 914400 h 1890712"/>
                <a:gd name="connsiteX92" fmla="*/ 1269207 w 2543175"/>
                <a:gd name="connsiteY92" fmla="*/ 921544 h 1890712"/>
                <a:gd name="connsiteX93" fmla="*/ 1290638 w 2543175"/>
                <a:gd name="connsiteY93" fmla="*/ 935831 h 1890712"/>
                <a:gd name="connsiteX94" fmla="*/ 1307307 w 2543175"/>
                <a:gd name="connsiteY94" fmla="*/ 952500 h 1890712"/>
                <a:gd name="connsiteX95" fmla="*/ 1333500 w 2543175"/>
                <a:gd name="connsiteY95" fmla="*/ 971550 h 1890712"/>
                <a:gd name="connsiteX96" fmla="*/ 1359694 w 2543175"/>
                <a:gd name="connsiteY96" fmla="*/ 990600 h 1890712"/>
                <a:gd name="connsiteX97" fmla="*/ 1373982 w 2543175"/>
                <a:gd name="connsiteY97" fmla="*/ 997744 h 1890712"/>
                <a:gd name="connsiteX98" fmla="*/ 1388269 w 2543175"/>
                <a:gd name="connsiteY98" fmla="*/ 1007269 h 1890712"/>
                <a:gd name="connsiteX99" fmla="*/ 1414463 w 2543175"/>
                <a:gd name="connsiteY99" fmla="*/ 1019175 h 1890712"/>
                <a:gd name="connsiteX100" fmla="*/ 1428750 w 2543175"/>
                <a:gd name="connsiteY100" fmla="*/ 1026319 h 1890712"/>
                <a:gd name="connsiteX101" fmla="*/ 1471613 w 2543175"/>
                <a:gd name="connsiteY101" fmla="*/ 1059656 h 1890712"/>
                <a:gd name="connsiteX102" fmla="*/ 1495425 w 2543175"/>
                <a:gd name="connsiteY102" fmla="*/ 1088231 h 1890712"/>
                <a:gd name="connsiteX103" fmla="*/ 1547812 w 2543175"/>
                <a:gd name="connsiteY103" fmla="*/ 1133475 h 1890712"/>
                <a:gd name="connsiteX104" fmla="*/ 1597819 w 2543175"/>
                <a:gd name="connsiteY104" fmla="*/ 1154906 h 1890712"/>
                <a:gd name="connsiteX105" fmla="*/ 1604963 w 2543175"/>
                <a:gd name="connsiteY105" fmla="*/ 1162050 h 1890712"/>
                <a:gd name="connsiteX106" fmla="*/ 1612107 w 2543175"/>
                <a:gd name="connsiteY106" fmla="*/ 1166812 h 1890712"/>
                <a:gd name="connsiteX107" fmla="*/ 1628775 w 2543175"/>
                <a:gd name="connsiteY107" fmla="*/ 1183481 h 1890712"/>
                <a:gd name="connsiteX108" fmla="*/ 1662113 w 2543175"/>
                <a:gd name="connsiteY108" fmla="*/ 1209675 h 1890712"/>
                <a:gd name="connsiteX109" fmla="*/ 1678782 w 2543175"/>
                <a:gd name="connsiteY109" fmla="*/ 1226344 h 1890712"/>
                <a:gd name="connsiteX110" fmla="*/ 1700213 w 2543175"/>
                <a:gd name="connsiteY110" fmla="*/ 1247775 h 1890712"/>
                <a:gd name="connsiteX111" fmla="*/ 1712119 w 2543175"/>
                <a:gd name="connsiteY111" fmla="*/ 1259681 h 1890712"/>
                <a:gd name="connsiteX112" fmla="*/ 1733550 w 2543175"/>
                <a:gd name="connsiteY112" fmla="*/ 1273969 h 1890712"/>
                <a:gd name="connsiteX113" fmla="*/ 1743075 w 2543175"/>
                <a:gd name="connsiteY113" fmla="*/ 1283494 h 1890712"/>
                <a:gd name="connsiteX114" fmla="*/ 1754982 w 2543175"/>
                <a:gd name="connsiteY114" fmla="*/ 1290637 h 1890712"/>
                <a:gd name="connsiteX115" fmla="*/ 1766888 w 2543175"/>
                <a:gd name="connsiteY115" fmla="*/ 1300162 h 1890712"/>
                <a:gd name="connsiteX116" fmla="*/ 1783557 w 2543175"/>
                <a:gd name="connsiteY116" fmla="*/ 1307306 h 1890712"/>
                <a:gd name="connsiteX117" fmla="*/ 1790700 w 2543175"/>
                <a:gd name="connsiteY117" fmla="*/ 1312069 h 1890712"/>
                <a:gd name="connsiteX118" fmla="*/ 1800225 w 2543175"/>
                <a:gd name="connsiteY118" fmla="*/ 1319212 h 1890712"/>
                <a:gd name="connsiteX119" fmla="*/ 1807369 w 2543175"/>
                <a:gd name="connsiteY119" fmla="*/ 1321594 h 1890712"/>
                <a:gd name="connsiteX120" fmla="*/ 1824038 w 2543175"/>
                <a:gd name="connsiteY120" fmla="*/ 1333500 h 1890712"/>
                <a:gd name="connsiteX121" fmla="*/ 1843088 w 2543175"/>
                <a:gd name="connsiteY121" fmla="*/ 1352550 h 1890712"/>
                <a:gd name="connsiteX122" fmla="*/ 1852613 w 2543175"/>
                <a:gd name="connsiteY122" fmla="*/ 1359694 h 1890712"/>
                <a:gd name="connsiteX123" fmla="*/ 1859757 w 2543175"/>
                <a:gd name="connsiteY123" fmla="*/ 1366837 h 1890712"/>
                <a:gd name="connsiteX124" fmla="*/ 1869282 w 2543175"/>
                <a:gd name="connsiteY124" fmla="*/ 1371600 h 1890712"/>
                <a:gd name="connsiteX125" fmla="*/ 1883569 w 2543175"/>
                <a:gd name="connsiteY125" fmla="*/ 1388269 h 1890712"/>
                <a:gd name="connsiteX126" fmla="*/ 1893094 w 2543175"/>
                <a:gd name="connsiteY126" fmla="*/ 1395412 h 1890712"/>
                <a:gd name="connsiteX127" fmla="*/ 1902619 w 2543175"/>
                <a:gd name="connsiteY127" fmla="*/ 1404937 h 1890712"/>
                <a:gd name="connsiteX128" fmla="*/ 1912144 w 2543175"/>
                <a:gd name="connsiteY128" fmla="*/ 1409700 h 1890712"/>
                <a:gd name="connsiteX129" fmla="*/ 1931194 w 2543175"/>
                <a:gd name="connsiteY129" fmla="*/ 1421606 h 1890712"/>
                <a:gd name="connsiteX130" fmla="*/ 1935957 w 2543175"/>
                <a:gd name="connsiteY130" fmla="*/ 1428750 h 1890712"/>
                <a:gd name="connsiteX131" fmla="*/ 1952625 w 2543175"/>
                <a:gd name="connsiteY131" fmla="*/ 1438275 h 1890712"/>
                <a:gd name="connsiteX132" fmla="*/ 1971675 w 2543175"/>
                <a:gd name="connsiteY132" fmla="*/ 1450181 h 1890712"/>
                <a:gd name="connsiteX133" fmla="*/ 1981200 w 2543175"/>
                <a:gd name="connsiteY133" fmla="*/ 1454944 h 1890712"/>
                <a:gd name="connsiteX134" fmla="*/ 1997869 w 2543175"/>
                <a:gd name="connsiteY134" fmla="*/ 1471612 h 1890712"/>
                <a:gd name="connsiteX135" fmla="*/ 2007394 w 2543175"/>
                <a:gd name="connsiteY135" fmla="*/ 1478756 h 1890712"/>
                <a:gd name="connsiteX136" fmla="*/ 2016919 w 2543175"/>
                <a:gd name="connsiteY136" fmla="*/ 1483519 h 1890712"/>
                <a:gd name="connsiteX137" fmla="*/ 2024063 w 2543175"/>
                <a:gd name="connsiteY137" fmla="*/ 1490662 h 1890712"/>
                <a:gd name="connsiteX138" fmla="*/ 2033588 w 2543175"/>
                <a:gd name="connsiteY138" fmla="*/ 1495425 h 1890712"/>
                <a:gd name="connsiteX139" fmla="*/ 2040732 w 2543175"/>
                <a:gd name="connsiteY139" fmla="*/ 1502569 h 1890712"/>
                <a:gd name="connsiteX140" fmla="*/ 2047875 w 2543175"/>
                <a:gd name="connsiteY140" fmla="*/ 1507331 h 1890712"/>
                <a:gd name="connsiteX141" fmla="*/ 2057400 w 2543175"/>
                <a:gd name="connsiteY141" fmla="*/ 1514475 h 1890712"/>
                <a:gd name="connsiteX142" fmla="*/ 2064544 w 2543175"/>
                <a:gd name="connsiteY142" fmla="*/ 1519237 h 1890712"/>
                <a:gd name="connsiteX143" fmla="*/ 2071688 w 2543175"/>
                <a:gd name="connsiteY143" fmla="*/ 1526381 h 1890712"/>
                <a:gd name="connsiteX144" fmla="*/ 2081213 w 2543175"/>
                <a:gd name="connsiteY144" fmla="*/ 1531144 h 1890712"/>
                <a:gd name="connsiteX145" fmla="*/ 2090738 w 2543175"/>
                <a:gd name="connsiteY145" fmla="*/ 1538287 h 1890712"/>
                <a:gd name="connsiteX146" fmla="*/ 2109788 w 2543175"/>
                <a:gd name="connsiteY146" fmla="*/ 1547812 h 1890712"/>
                <a:gd name="connsiteX147" fmla="*/ 2131219 w 2543175"/>
                <a:gd name="connsiteY147" fmla="*/ 1562100 h 1890712"/>
                <a:gd name="connsiteX148" fmla="*/ 2140744 w 2543175"/>
                <a:gd name="connsiteY148" fmla="*/ 1566862 h 1890712"/>
                <a:gd name="connsiteX149" fmla="*/ 2152650 w 2543175"/>
                <a:gd name="connsiteY149" fmla="*/ 1576387 h 1890712"/>
                <a:gd name="connsiteX150" fmla="*/ 2181225 w 2543175"/>
                <a:gd name="connsiteY150" fmla="*/ 1590675 h 1890712"/>
                <a:gd name="connsiteX151" fmla="*/ 2200275 w 2543175"/>
                <a:gd name="connsiteY151" fmla="*/ 1607344 h 1890712"/>
                <a:gd name="connsiteX152" fmla="*/ 2207419 w 2543175"/>
                <a:gd name="connsiteY152" fmla="*/ 1612106 h 1890712"/>
                <a:gd name="connsiteX153" fmla="*/ 2216944 w 2543175"/>
                <a:gd name="connsiteY153" fmla="*/ 1619250 h 1890712"/>
                <a:gd name="connsiteX154" fmla="*/ 2224088 w 2543175"/>
                <a:gd name="connsiteY154" fmla="*/ 1624012 h 1890712"/>
                <a:gd name="connsiteX155" fmla="*/ 2247900 w 2543175"/>
                <a:gd name="connsiteY155" fmla="*/ 1643062 h 1890712"/>
                <a:gd name="connsiteX156" fmla="*/ 2255044 w 2543175"/>
                <a:gd name="connsiteY156" fmla="*/ 1650206 h 1890712"/>
                <a:gd name="connsiteX157" fmla="*/ 2281238 w 2543175"/>
                <a:gd name="connsiteY157" fmla="*/ 1664494 h 1890712"/>
                <a:gd name="connsiteX158" fmla="*/ 2297907 w 2543175"/>
                <a:gd name="connsiteY158" fmla="*/ 1674019 h 1890712"/>
                <a:gd name="connsiteX159" fmla="*/ 2312194 w 2543175"/>
                <a:gd name="connsiteY159" fmla="*/ 1685925 h 1890712"/>
                <a:gd name="connsiteX160" fmla="*/ 2328863 w 2543175"/>
                <a:gd name="connsiteY160" fmla="*/ 1697831 h 1890712"/>
                <a:gd name="connsiteX161" fmla="*/ 2350294 w 2543175"/>
                <a:gd name="connsiteY161" fmla="*/ 1712119 h 1890712"/>
                <a:gd name="connsiteX162" fmla="*/ 2369344 w 2543175"/>
                <a:gd name="connsiteY162" fmla="*/ 1724025 h 1890712"/>
                <a:gd name="connsiteX163" fmla="*/ 2428876 w 2543175"/>
                <a:gd name="connsiteY163" fmla="*/ 1785938 h 1890712"/>
                <a:gd name="connsiteX164" fmla="*/ 2466975 w 2543175"/>
                <a:gd name="connsiteY164" fmla="*/ 1783556 h 1890712"/>
                <a:gd name="connsiteX165" fmla="*/ 2481263 w 2543175"/>
                <a:gd name="connsiteY165" fmla="*/ 1795462 h 1890712"/>
                <a:gd name="connsiteX166" fmla="*/ 2486025 w 2543175"/>
                <a:gd name="connsiteY166" fmla="*/ 1802606 h 1890712"/>
                <a:gd name="connsiteX167" fmla="*/ 2514600 w 2543175"/>
                <a:gd name="connsiteY167" fmla="*/ 1850231 h 1890712"/>
                <a:gd name="connsiteX168" fmla="*/ 2519363 w 2543175"/>
                <a:gd name="connsiteY168" fmla="*/ 1857375 h 1890712"/>
                <a:gd name="connsiteX169" fmla="*/ 2540794 w 2543175"/>
                <a:gd name="connsiteY169" fmla="*/ 1883569 h 1890712"/>
                <a:gd name="connsiteX170" fmla="*/ 2543175 w 2543175"/>
                <a:gd name="connsiteY170" fmla="*/ 1890712 h 1890712"/>
                <a:gd name="connsiteX0" fmla="*/ 0 w 2543175"/>
                <a:gd name="connsiteY0" fmla="*/ 0 h 1890712"/>
                <a:gd name="connsiteX1" fmla="*/ 11907 w 2543175"/>
                <a:gd name="connsiteY1" fmla="*/ 11906 h 1890712"/>
                <a:gd name="connsiteX2" fmla="*/ 21432 w 2543175"/>
                <a:gd name="connsiteY2" fmla="*/ 16669 h 1890712"/>
                <a:gd name="connsiteX3" fmla="*/ 23813 w 2543175"/>
                <a:gd name="connsiteY3" fmla="*/ 23812 h 1890712"/>
                <a:gd name="connsiteX4" fmla="*/ 33338 w 2543175"/>
                <a:gd name="connsiteY4" fmla="*/ 33337 h 1890712"/>
                <a:gd name="connsiteX5" fmla="*/ 40482 w 2543175"/>
                <a:gd name="connsiteY5" fmla="*/ 42862 h 1890712"/>
                <a:gd name="connsiteX6" fmla="*/ 47625 w 2543175"/>
                <a:gd name="connsiteY6" fmla="*/ 47625 h 1890712"/>
                <a:gd name="connsiteX7" fmla="*/ 57150 w 2543175"/>
                <a:gd name="connsiteY7" fmla="*/ 54769 h 1890712"/>
                <a:gd name="connsiteX8" fmla="*/ 64294 w 2543175"/>
                <a:gd name="connsiteY8" fmla="*/ 59531 h 1890712"/>
                <a:gd name="connsiteX9" fmla="*/ 83344 w 2543175"/>
                <a:gd name="connsiteY9" fmla="*/ 73819 h 1890712"/>
                <a:gd name="connsiteX10" fmla="*/ 97632 w 2543175"/>
                <a:gd name="connsiteY10" fmla="*/ 80962 h 1890712"/>
                <a:gd name="connsiteX11" fmla="*/ 104775 w 2543175"/>
                <a:gd name="connsiteY11" fmla="*/ 85725 h 1890712"/>
                <a:gd name="connsiteX12" fmla="*/ 114300 w 2543175"/>
                <a:gd name="connsiteY12" fmla="*/ 95250 h 1890712"/>
                <a:gd name="connsiteX13" fmla="*/ 123825 w 2543175"/>
                <a:gd name="connsiteY13" fmla="*/ 97631 h 1890712"/>
                <a:gd name="connsiteX14" fmla="*/ 130969 w 2543175"/>
                <a:gd name="connsiteY14" fmla="*/ 104775 h 1890712"/>
                <a:gd name="connsiteX15" fmla="*/ 140494 w 2543175"/>
                <a:gd name="connsiteY15" fmla="*/ 111919 h 1890712"/>
                <a:gd name="connsiteX16" fmla="*/ 147638 w 2543175"/>
                <a:gd name="connsiteY16" fmla="*/ 116681 h 1890712"/>
                <a:gd name="connsiteX17" fmla="*/ 164307 w 2543175"/>
                <a:gd name="connsiteY17" fmla="*/ 128587 h 1890712"/>
                <a:gd name="connsiteX18" fmla="*/ 180975 w 2543175"/>
                <a:gd name="connsiteY18" fmla="*/ 140494 h 1890712"/>
                <a:gd name="connsiteX19" fmla="*/ 197644 w 2543175"/>
                <a:gd name="connsiteY19" fmla="*/ 152400 h 1890712"/>
                <a:gd name="connsiteX20" fmla="*/ 204788 w 2543175"/>
                <a:gd name="connsiteY20" fmla="*/ 157162 h 1890712"/>
                <a:gd name="connsiteX21" fmla="*/ 214313 w 2543175"/>
                <a:gd name="connsiteY21" fmla="*/ 164306 h 1890712"/>
                <a:gd name="connsiteX22" fmla="*/ 230982 w 2543175"/>
                <a:gd name="connsiteY22" fmla="*/ 180975 h 1890712"/>
                <a:gd name="connsiteX23" fmla="*/ 247650 w 2543175"/>
                <a:gd name="connsiteY23" fmla="*/ 185737 h 1890712"/>
                <a:gd name="connsiteX24" fmla="*/ 300038 w 2543175"/>
                <a:gd name="connsiteY24" fmla="*/ 219075 h 1890712"/>
                <a:gd name="connsiteX25" fmla="*/ 354807 w 2543175"/>
                <a:gd name="connsiteY25" fmla="*/ 247650 h 1890712"/>
                <a:gd name="connsiteX26" fmla="*/ 366713 w 2543175"/>
                <a:gd name="connsiteY26" fmla="*/ 264319 h 1890712"/>
                <a:gd name="connsiteX27" fmla="*/ 371475 w 2543175"/>
                <a:gd name="connsiteY27" fmla="*/ 271462 h 1890712"/>
                <a:gd name="connsiteX28" fmla="*/ 385763 w 2543175"/>
                <a:gd name="connsiteY28" fmla="*/ 283369 h 1890712"/>
                <a:gd name="connsiteX29" fmla="*/ 404813 w 2543175"/>
                <a:gd name="connsiteY29" fmla="*/ 295275 h 1890712"/>
                <a:gd name="connsiteX30" fmla="*/ 411957 w 2543175"/>
                <a:gd name="connsiteY30" fmla="*/ 297656 h 1890712"/>
                <a:gd name="connsiteX31" fmla="*/ 466725 w 2543175"/>
                <a:gd name="connsiteY31" fmla="*/ 328612 h 1890712"/>
                <a:gd name="connsiteX32" fmla="*/ 476250 w 2543175"/>
                <a:gd name="connsiteY32" fmla="*/ 335756 h 1890712"/>
                <a:gd name="connsiteX33" fmla="*/ 481013 w 2543175"/>
                <a:gd name="connsiteY33" fmla="*/ 342900 h 1890712"/>
                <a:gd name="connsiteX34" fmla="*/ 490538 w 2543175"/>
                <a:gd name="connsiteY34" fmla="*/ 352425 h 1890712"/>
                <a:gd name="connsiteX35" fmla="*/ 495300 w 2543175"/>
                <a:gd name="connsiteY35" fmla="*/ 359569 h 1890712"/>
                <a:gd name="connsiteX36" fmla="*/ 509588 w 2543175"/>
                <a:gd name="connsiteY36" fmla="*/ 376237 h 1890712"/>
                <a:gd name="connsiteX37" fmla="*/ 514350 w 2543175"/>
                <a:gd name="connsiteY37" fmla="*/ 383381 h 1890712"/>
                <a:gd name="connsiteX38" fmla="*/ 531019 w 2543175"/>
                <a:gd name="connsiteY38" fmla="*/ 397669 h 1890712"/>
                <a:gd name="connsiteX39" fmla="*/ 538163 w 2543175"/>
                <a:gd name="connsiteY39" fmla="*/ 407194 h 1890712"/>
                <a:gd name="connsiteX40" fmla="*/ 554832 w 2543175"/>
                <a:gd name="connsiteY40" fmla="*/ 421481 h 1890712"/>
                <a:gd name="connsiteX41" fmla="*/ 564357 w 2543175"/>
                <a:gd name="connsiteY41" fmla="*/ 431006 h 1890712"/>
                <a:gd name="connsiteX42" fmla="*/ 573882 w 2543175"/>
                <a:gd name="connsiteY42" fmla="*/ 438150 h 1890712"/>
                <a:gd name="connsiteX43" fmla="*/ 595313 w 2543175"/>
                <a:gd name="connsiteY43" fmla="*/ 454819 h 1890712"/>
                <a:gd name="connsiteX44" fmla="*/ 602457 w 2543175"/>
                <a:gd name="connsiteY44" fmla="*/ 457200 h 1890712"/>
                <a:gd name="connsiteX45" fmla="*/ 628650 w 2543175"/>
                <a:gd name="connsiteY45" fmla="*/ 469106 h 1890712"/>
                <a:gd name="connsiteX46" fmla="*/ 645319 w 2543175"/>
                <a:gd name="connsiteY46" fmla="*/ 483394 h 1890712"/>
                <a:gd name="connsiteX47" fmla="*/ 654844 w 2543175"/>
                <a:gd name="connsiteY47" fmla="*/ 488156 h 1890712"/>
                <a:gd name="connsiteX48" fmla="*/ 661988 w 2543175"/>
                <a:gd name="connsiteY48" fmla="*/ 497681 h 1890712"/>
                <a:gd name="connsiteX49" fmla="*/ 683419 w 2543175"/>
                <a:gd name="connsiteY49" fmla="*/ 514350 h 1890712"/>
                <a:gd name="connsiteX50" fmla="*/ 700088 w 2543175"/>
                <a:gd name="connsiteY50" fmla="*/ 526256 h 1890712"/>
                <a:gd name="connsiteX51" fmla="*/ 709613 w 2543175"/>
                <a:gd name="connsiteY51" fmla="*/ 535781 h 1890712"/>
                <a:gd name="connsiteX52" fmla="*/ 719138 w 2543175"/>
                <a:gd name="connsiteY52" fmla="*/ 542925 h 1890712"/>
                <a:gd name="connsiteX53" fmla="*/ 733425 w 2543175"/>
                <a:gd name="connsiteY53" fmla="*/ 557212 h 1890712"/>
                <a:gd name="connsiteX54" fmla="*/ 750094 w 2543175"/>
                <a:gd name="connsiteY54" fmla="*/ 569119 h 1890712"/>
                <a:gd name="connsiteX55" fmla="*/ 769144 w 2543175"/>
                <a:gd name="connsiteY55" fmla="*/ 581025 h 1890712"/>
                <a:gd name="connsiteX56" fmla="*/ 785813 w 2543175"/>
                <a:gd name="connsiteY56" fmla="*/ 590550 h 1890712"/>
                <a:gd name="connsiteX57" fmla="*/ 792957 w 2543175"/>
                <a:gd name="connsiteY57" fmla="*/ 600075 h 1890712"/>
                <a:gd name="connsiteX58" fmla="*/ 809625 w 2543175"/>
                <a:gd name="connsiteY58" fmla="*/ 611981 h 1890712"/>
                <a:gd name="connsiteX59" fmla="*/ 816769 w 2543175"/>
                <a:gd name="connsiteY59" fmla="*/ 619125 h 1890712"/>
                <a:gd name="connsiteX60" fmla="*/ 826294 w 2543175"/>
                <a:gd name="connsiteY60" fmla="*/ 626269 h 1890712"/>
                <a:gd name="connsiteX61" fmla="*/ 840582 w 2543175"/>
                <a:gd name="connsiteY61" fmla="*/ 638175 h 1890712"/>
                <a:gd name="connsiteX62" fmla="*/ 847725 w 2543175"/>
                <a:gd name="connsiteY62" fmla="*/ 645319 h 1890712"/>
                <a:gd name="connsiteX63" fmla="*/ 857250 w 2543175"/>
                <a:gd name="connsiteY63" fmla="*/ 652462 h 1890712"/>
                <a:gd name="connsiteX64" fmla="*/ 864394 w 2543175"/>
                <a:gd name="connsiteY64" fmla="*/ 657225 h 1890712"/>
                <a:gd name="connsiteX65" fmla="*/ 888207 w 2543175"/>
                <a:gd name="connsiteY65" fmla="*/ 676275 h 1890712"/>
                <a:gd name="connsiteX66" fmla="*/ 895350 w 2543175"/>
                <a:gd name="connsiteY66" fmla="*/ 681037 h 1890712"/>
                <a:gd name="connsiteX67" fmla="*/ 907257 w 2543175"/>
                <a:gd name="connsiteY67" fmla="*/ 683419 h 1890712"/>
                <a:gd name="connsiteX68" fmla="*/ 928688 w 2543175"/>
                <a:gd name="connsiteY68" fmla="*/ 695325 h 1890712"/>
                <a:gd name="connsiteX69" fmla="*/ 942975 w 2543175"/>
                <a:gd name="connsiteY69" fmla="*/ 700087 h 1890712"/>
                <a:gd name="connsiteX70" fmla="*/ 964407 w 2543175"/>
                <a:gd name="connsiteY70" fmla="*/ 716756 h 1890712"/>
                <a:gd name="connsiteX71" fmla="*/ 971550 w 2543175"/>
                <a:gd name="connsiteY71" fmla="*/ 723900 h 1890712"/>
                <a:gd name="connsiteX72" fmla="*/ 983457 w 2543175"/>
                <a:gd name="connsiteY72" fmla="*/ 733425 h 1890712"/>
                <a:gd name="connsiteX73" fmla="*/ 990600 w 2543175"/>
                <a:gd name="connsiteY73" fmla="*/ 738187 h 1890712"/>
                <a:gd name="connsiteX74" fmla="*/ 1007269 w 2543175"/>
                <a:gd name="connsiteY74" fmla="*/ 752475 h 1890712"/>
                <a:gd name="connsiteX75" fmla="*/ 1031082 w 2543175"/>
                <a:gd name="connsiteY75" fmla="*/ 766762 h 1890712"/>
                <a:gd name="connsiteX76" fmla="*/ 1042988 w 2543175"/>
                <a:gd name="connsiteY76" fmla="*/ 773906 h 1890712"/>
                <a:gd name="connsiteX77" fmla="*/ 1071563 w 2543175"/>
                <a:gd name="connsiteY77" fmla="*/ 785812 h 1890712"/>
                <a:gd name="connsiteX78" fmla="*/ 1097757 w 2543175"/>
                <a:gd name="connsiteY78" fmla="*/ 807244 h 1890712"/>
                <a:gd name="connsiteX79" fmla="*/ 1104900 w 2543175"/>
                <a:gd name="connsiteY79" fmla="*/ 814387 h 1890712"/>
                <a:gd name="connsiteX80" fmla="*/ 1121569 w 2543175"/>
                <a:gd name="connsiteY80" fmla="*/ 823912 h 1890712"/>
                <a:gd name="connsiteX81" fmla="*/ 1138238 w 2543175"/>
                <a:gd name="connsiteY81" fmla="*/ 835819 h 1890712"/>
                <a:gd name="connsiteX82" fmla="*/ 1147763 w 2543175"/>
                <a:gd name="connsiteY82" fmla="*/ 842962 h 1890712"/>
                <a:gd name="connsiteX83" fmla="*/ 1157288 w 2543175"/>
                <a:gd name="connsiteY83" fmla="*/ 847725 h 1890712"/>
                <a:gd name="connsiteX84" fmla="*/ 1178719 w 2543175"/>
                <a:gd name="connsiteY84" fmla="*/ 859631 h 1890712"/>
                <a:gd name="connsiteX85" fmla="*/ 1188244 w 2543175"/>
                <a:gd name="connsiteY85" fmla="*/ 866775 h 1890712"/>
                <a:gd name="connsiteX86" fmla="*/ 1195388 w 2543175"/>
                <a:gd name="connsiteY86" fmla="*/ 871537 h 1890712"/>
                <a:gd name="connsiteX87" fmla="*/ 1212057 w 2543175"/>
                <a:gd name="connsiteY87" fmla="*/ 883444 h 1890712"/>
                <a:gd name="connsiteX88" fmla="*/ 1226344 w 2543175"/>
                <a:gd name="connsiteY88" fmla="*/ 895350 h 1890712"/>
                <a:gd name="connsiteX89" fmla="*/ 1245394 w 2543175"/>
                <a:gd name="connsiteY89" fmla="*/ 907256 h 1890712"/>
                <a:gd name="connsiteX90" fmla="*/ 1254919 w 2543175"/>
                <a:gd name="connsiteY90" fmla="*/ 914400 h 1890712"/>
                <a:gd name="connsiteX91" fmla="*/ 1269207 w 2543175"/>
                <a:gd name="connsiteY91" fmla="*/ 921544 h 1890712"/>
                <a:gd name="connsiteX92" fmla="*/ 1290638 w 2543175"/>
                <a:gd name="connsiteY92" fmla="*/ 935831 h 1890712"/>
                <a:gd name="connsiteX93" fmla="*/ 1307307 w 2543175"/>
                <a:gd name="connsiteY93" fmla="*/ 952500 h 1890712"/>
                <a:gd name="connsiteX94" fmla="*/ 1333500 w 2543175"/>
                <a:gd name="connsiteY94" fmla="*/ 971550 h 1890712"/>
                <a:gd name="connsiteX95" fmla="*/ 1359694 w 2543175"/>
                <a:gd name="connsiteY95" fmla="*/ 990600 h 1890712"/>
                <a:gd name="connsiteX96" fmla="*/ 1373982 w 2543175"/>
                <a:gd name="connsiteY96" fmla="*/ 997744 h 1890712"/>
                <a:gd name="connsiteX97" fmla="*/ 1388269 w 2543175"/>
                <a:gd name="connsiteY97" fmla="*/ 1007269 h 1890712"/>
                <a:gd name="connsiteX98" fmla="*/ 1414463 w 2543175"/>
                <a:gd name="connsiteY98" fmla="*/ 1019175 h 1890712"/>
                <a:gd name="connsiteX99" fmla="*/ 1428750 w 2543175"/>
                <a:gd name="connsiteY99" fmla="*/ 1026319 h 1890712"/>
                <a:gd name="connsiteX100" fmla="*/ 1471613 w 2543175"/>
                <a:gd name="connsiteY100" fmla="*/ 1059656 h 1890712"/>
                <a:gd name="connsiteX101" fmla="*/ 1495425 w 2543175"/>
                <a:gd name="connsiteY101" fmla="*/ 1088231 h 1890712"/>
                <a:gd name="connsiteX102" fmla="*/ 1547812 w 2543175"/>
                <a:gd name="connsiteY102" fmla="*/ 1133475 h 1890712"/>
                <a:gd name="connsiteX103" fmla="*/ 1597819 w 2543175"/>
                <a:gd name="connsiteY103" fmla="*/ 1154906 h 1890712"/>
                <a:gd name="connsiteX104" fmla="*/ 1604963 w 2543175"/>
                <a:gd name="connsiteY104" fmla="*/ 1162050 h 1890712"/>
                <a:gd name="connsiteX105" fmla="*/ 1612107 w 2543175"/>
                <a:gd name="connsiteY105" fmla="*/ 1166812 h 1890712"/>
                <a:gd name="connsiteX106" fmla="*/ 1628775 w 2543175"/>
                <a:gd name="connsiteY106" fmla="*/ 1183481 h 1890712"/>
                <a:gd name="connsiteX107" fmla="*/ 1662113 w 2543175"/>
                <a:gd name="connsiteY107" fmla="*/ 1209675 h 1890712"/>
                <a:gd name="connsiteX108" fmla="*/ 1678782 w 2543175"/>
                <a:gd name="connsiteY108" fmla="*/ 1226344 h 1890712"/>
                <a:gd name="connsiteX109" fmla="*/ 1700213 w 2543175"/>
                <a:gd name="connsiteY109" fmla="*/ 1247775 h 1890712"/>
                <a:gd name="connsiteX110" fmla="*/ 1712119 w 2543175"/>
                <a:gd name="connsiteY110" fmla="*/ 1259681 h 1890712"/>
                <a:gd name="connsiteX111" fmla="*/ 1733550 w 2543175"/>
                <a:gd name="connsiteY111" fmla="*/ 1273969 h 1890712"/>
                <a:gd name="connsiteX112" fmla="*/ 1743075 w 2543175"/>
                <a:gd name="connsiteY112" fmla="*/ 1283494 h 1890712"/>
                <a:gd name="connsiteX113" fmla="*/ 1754982 w 2543175"/>
                <a:gd name="connsiteY113" fmla="*/ 1290637 h 1890712"/>
                <a:gd name="connsiteX114" fmla="*/ 1766888 w 2543175"/>
                <a:gd name="connsiteY114" fmla="*/ 1300162 h 1890712"/>
                <a:gd name="connsiteX115" fmla="*/ 1783557 w 2543175"/>
                <a:gd name="connsiteY115" fmla="*/ 1307306 h 1890712"/>
                <a:gd name="connsiteX116" fmla="*/ 1790700 w 2543175"/>
                <a:gd name="connsiteY116" fmla="*/ 1312069 h 1890712"/>
                <a:gd name="connsiteX117" fmla="*/ 1800225 w 2543175"/>
                <a:gd name="connsiteY117" fmla="*/ 1319212 h 1890712"/>
                <a:gd name="connsiteX118" fmla="*/ 1807369 w 2543175"/>
                <a:gd name="connsiteY118" fmla="*/ 1321594 h 1890712"/>
                <a:gd name="connsiteX119" fmla="*/ 1824038 w 2543175"/>
                <a:gd name="connsiteY119" fmla="*/ 1333500 h 1890712"/>
                <a:gd name="connsiteX120" fmla="*/ 1843088 w 2543175"/>
                <a:gd name="connsiteY120" fmla="*/ 1352550 h 1890712"/>
                <a:gd name="connsiteX121" fmla="*/ 1852613 w 2543175"/>
                <a:gd name="connsiteY121" fmla="*/ 1359694 h 1890712"/>
                <a:gd name="connsiteX122" fmla="*/ 1859757 w 2543175"/>
                <a:gd name="connsiteY122" fmla="*/ 1366837 h 1890712"/>
                <a:gd name="connsiteX123" fmla="*/ 1869282 w 2543175"/>
                <a:gd name="connsiteY123" fmla="*/ 1371600 h 1890712"/>
                <a:gd name="connsiteX124" fmla="*/ 1883569 w 2543175"/>
                <a:gd name="connsiteY124" fmla="*/ 1388269 h 1890712"/>
                <a:gd name="connsiteX125" fmla="*/ 1893094 w 2543175"/>
                <a:gd name="connsiteY125" fmla="*/ 1395412 h 1890712"/>
                <a:gd name="connsiteX126" fmla="*/ 1902619 w 2543175"/>
                <a:gd name="connsiteY126" fmla="*/ 1404937 h 1890712"/>
                <a:gd name="connsiteX127" fmla="*/ 1912144 w 2543175"/>
                <a:gd name="connsiteY127" fmla="*/ 1409700 h 1890712"/>
                <a:gd name="connsiteX128" fmla="*/ 1931194 w 2543175"/>
                <a:gd name="connsiteY128" fmla="*/ 1421606 h 1890712"/>
                <a:gd name="connsiteX129" fmla="*/ 1935957 w 2543175"/>
                <a:gd name="connsiteY129" fmla="*/ 1428750 h 1890712"/>
                <a:gd name="connsiteX130" fmla="*/ 1952625 w 2543175"/>
                <a:gd name="connsiteY130" fmla="*/ 1438275 h 1890712"/>
                <a:gd name="connsiteX131" fmla="*/ 1971675 w 2543175"/>
                <a:gd name="connsiteY131" fmla="*/ 1450181 h 1890712"/>
                <a:gd name="connsiteX132" fmla="*/ 1981200 w 2543175"/>
                <a:gd name="connsiteY132" fmla="*/ 1454944 h 1890712"/>
                <a:gd name="connsiteX133" fmla="*/ 1997869 w 2543175"/>
                <a:gd name="connsiteY133" fmla="*/ 1471612 h 1890712"/>
                <a:gd name="connsiteX134" fmla="*/ 2007394 w 2543175"/>
                <a:gd name="connsiteY134" fmla="*/ 1478756 h 1890712"/>
                <a:gd name="connsiteX135" fmla="*/ 2016919 w 2543175"/>
                <a:gd name="connsiteY135" fmla="*/ 1483519 h 1890712"/>
                <a:gd name="connsiteX136" fmla="*/ 2024063 w 2543175"/>
                <a:gd name="connsiteY136" fmla="*/ 1490662 h 1890712"/>
                <a:gd name="connsiteX137" fmla="*/ 2033588 w 2543175"/>
                <a:gd name="connsiteY137" fmla="*/ 1495425 h 1890712"/>
                <a:gd name="connsiteX138" fmla="*/ 2040732 w 2543175"/>
                <a:gd name="connsiteY138" fmla="*/ 1502569 h 1890712"/>
                <a:gd name="connsiteX139" fmla="*/ 2047875 w 2543175"/>
                <a:gd name="connsiteY139" fmla="*/ 1507331 h 1890712"/>
                <a:gd name="connsiteX140" fmla="*/ 2057400 w 2543175"/>
                <a:gd name="connsiteY140" fmla="*/ 1514475 h 1890712"/>
                <a:gd name="connsiteX141" fmla="*/ 2064544 w 2543175"/>
                <a:gd name="connsiteY141" fmla="*/ 1519237 h 1890712"/>
                <a:gd name="connsiteX142" fmla="*/ 2071688 w 2543175"/>
                <a:gd name="connsiteY142" fmla="*/ 1526381 h 1890712"/>
                <a:gd name="connsiteX143" fmla="*/ 2081213 w 2543175"/>
                <a:gd name="connsiteY143" fmla="*/ 1531144 h 1890712"/>
                <a:gd name="connsiteX144" fmla="*/ 2090738 w 2543175"/>
                <a:gd name="connsiteY144" fmla="*/ 1538287 h 1890712"/>
                <a:gd name="connsiteX145" fmla="*/ 2109788 w 2543175"/>
                <a:gd name="connsiteY145" fmla="*/ 1547812 h 1890712"/>
                <a:gd name="connsiteX146" fmla="*/ 2131219 w 2543175"/>
                <a:gd name="connsiteY146" fmla="*/ 1562100 h 1890712"/>
                <a:gd name="connsiteX147" fmla="*/ 2140744 w 2543175"/>
                <a:gd name="connsiteY147" fmla="*/ 1566862 h 1890712"/>
                <a:gd name="connsiteX148" fmla="*/ 2152650 w 2543175"/>
                <a:gd name="connsiteY148" fmla="*/ 1576387 h 1890712"/>
                <a:gd name="connsiteX149" fmla="*/ 2181225 w 2543175"/>
                <a:gd name="connsiteY149" fmla="*/ 1590675 h 1890712"/>
                <a:gd name="connsiteX150" fmla="*/ 2200275 w 2543175"/>
                <a:gd name="connsiteY150" fmla="*/ 1607344 h 1890712"/>
                <a:gd name="connsiteX151" fmla="*/ 2207419 w 2543175"/>
                <a:gd name="connsiteY151" fmla="*/ 1612106 h 1890712"/>
                <a:gd name="connsiteX152" fmla="*/ 2216944 w 2543175"/>
                <a:gd name="connsiteY152" fmla="*/ 1619250 h 1890712"/>
                <a:gd name="connsiteX153" fmla="*/ 2224088 w 2543175"/>
                <a:gd name="connsiteY153" fmla="*/ 1624012 h 1890712"/>
                <a:gd name="connsiteX154" fmla="*/ 2247900 w 2543175"/>
                <a:gd name="connsiteY154" fmla="*/ 1643062 h 1890712"/>
                <a:gd name="connsiteX155" fmla="*/ 2255044 w 2543175"/>
                <a:gd name="connsiteY155" fmla="*/ 1650206 h 1890712"/>
                <a:gd name="connsiteX156" fmla="*/ 2281238 w 2543175"/>
                <a:gd name="connsiteY156" fmla="*/ 1664494 h 1890712"/>
                <a:gd name="connsiteX157" fmla="*/ 2297907 w 2543175"/>
                <a:gd name="connsiteY157" fmla="*/ 1674019 h 1890712"/>
                <a:gd name="connsiteX158" fmla="*/ 2312194 w 2543175"/>
                <a:gd name="connsiteY158" fmla="*/ 1685925 h 1890712"/>
                <a:gd name="connsiteX159" fmla="*/ 2328863 w 2543175"/>
                <a:gd name="connsiteY159" fmla="*/ 1697831 h 1890712"/>
                <a:gd name="connsiteX160" fmla="*/ 2350294 w 2543175"/>
                <a:gd name="connsiteY160" fmla="*/ 1712119 h 1890712"/>
                <a:gd name="connsiteX161" fmla="*/ 2369344 w 2543175"/>
                <a:gd name="connsiteY161" fmla="*/ 1724025 h 1890712"/>
                <a:gd name="connsiteX162" fmla="*/ 2428876 w 2543175"/>
                <a:gd name="connsiteY162" fmla="*/ 1785938 h 1890712"/>
                <a:gd name="connsiteX163" fmla="*/ 2466975 w 2543175"/>
                <a:gd name="connsiteY163" fmla="*/ 1783556 h 1890712"/>
                <a:gd name="connsiteX164" fmla="*/ 2481263 w 2543175"/>
                <a:gd name="connsiteY164" fmla="*/ 1795462 h 1890712"/>
                <a:gd name="connsiteX165" fmla="*/ 2486025 w 2543175"/>
                <a:gd name="connsiteY165" fmla="*/ 1802606 h 1890712"/>
                <a:gd name="connsiteX166" fmla="*/ 2514600 w 2543175"/>
                <a:gd name="connsiteY166" fmla="*/ 1850231 h 1890712"/>
                <a:gd name="connsiteX167" fmla="*/ 2519363 w 2543175"/>
                <a:gd name="connsiteY167" fmla="*/ 1857375 h 1890712"/>
                <a:gd name="connsiteX168" fmla="*/ 2540794 w 2543175"/>
                <a:gd name="connsiteY168" fmla="*/ 1883569 h 1890712"/>
                <a:gd name="connsiteX169" fmla="*/ 2543175 w 2543175"/>
                <a:gd name="connsiteY169" fmla="*/ 1890712 h 1890712"/>
                <a:gd name="connsiteX0" fmla="*/ 0 w 2543175"/>
                <a:gd name="connsiteY0" fmla="*/ 0 h 1890712"/>
                <a:gd name="connsiteX1" fmla="*/ 11907 w 2543175"/>
                <a:gd name="connsiteY1" fmla="*/ 11906 h 1890712"/>
                <a:gd name="connsiteX2" fmla="*/ 21432 w 2543175"/>
                <a:gd name="connsiteY2" fmla="*/ 16669 h 1890712"/>
                <a:gd name="connsiteX3" fmla="*/ 23813 w 2543175"/>
                <a:gd name="connsiteY3" fmla="*/ 23812 h 1890712"/>
                <a:gd name="connsiteX4" fmla="*/ 33338 w 2543175"/>
                <a:gd name="connsiteY4" fmla="*/ 33337 h 1890712"/>
                <a:gd name="connsiteX5" fmla="*/ 40482 w 2543175"/>
                <a:gd name="connsiteY5" fmla="*/ 42862 h 1890712"/>
                <a:gd name="connsiteX6" fmla="*/ 47625 w 2543175"/>
                <a:gd name="connsiteY6" fmla="*/ 47625 h 1890712"/>
                <a:gd name="connsiteX7" fmla="*/ 57150 w 2543175"/>
                <a:gd name="connsiteY7" fmla="*/ 54769 h 1890712"/>
                <a:gd name="connsiteX8" fmla="*/ 64294 w 2543175"/>
                <a:gd name="connsiteY8" fmla="*/ 59531 h 1890712"/>
                <a:gd name="connsiteX9" fmla="*/ 83344 w 2543175"/>
                <a:gd name="connsiteY9" fmla="*/ 73819 h 1890712"/>
                <a:gd name="connsiteX10" fmla="*/ 97632 w 2543175"/>
                <a:gd name="connsiteY10" fmla="*/ 80962 h 1890712"/>
                <a:gd name="connsiteX11" fmla="*/ 104775 w 2543175"/>
                <a:gd name="connsiteY11" fmla="*/ 85725 h 1890712"/>
                <a:gd name="connsiteX12" fmla="*/ 114300 w 2543175"/>
                <a:gd name="connsiteY12" fmla="*/ 95250 h 1890712"/>
                <a:gd name="connsiteX13" fmla="*/ 123825 w 2543175"/>
                <a:gd name="connsiteY13" fmla="*/ 97631 h 1890712"/>
                <a:gd name="connsiteX14" fmla="*/ 130969 w 2543175"/>
                <a:gd name="connsiteY14" fmla="*/ 104775 h 1890712"/>
                <a:gd name="connsiteX15" fmla="*/ 140494 w 2543175"/>
                <a:gd name="connsiteY15" fmla="*/ 111919 h 1890712"/>
                <a:gd name="connsiteX16" fmla="*/ 147638 w 2543175"/>
                <a:gd name="connsiteY16" fmla="*/ 116681 h 1890712"/>
                <a:gd name="connsiteX17" fmla="*/ 164307 w 2543175"/>
                <a:gd name="connsiteY17" fmla="*/ 128587 h 1890712"/>
                <a:gd name="connsiteX18" fmla="*/ 180975 w 2543175"/>
                <a:gd name="connsiteY18" fmla="*/ 140494 h 1890712"/>
                <a:gd name="connsiteX19" fmla="*/ 197644 w 2543175"/>
                <a:gd name="connsiteY19" fmla="*/ 152400 h 1890712"/>
                <a:gd name="connsiteX20" fmla="*/ 204788 w 2543175"/>
                <a:gd name="connsiteY20" fmla="*/ 157162 h 1890712"/>
                <a:gd name="connsiteX21" fmla="*/ 214313 w 2543175"/>
                <a:gd name="connsiteY21" fmla="*/ 164306 h 1890712"/>
                <a:gd name="connsiteX22" fmla="*/ 230982 w 2543175"/>
                <a:gd name="connsiteY22" fmla="*/ 180975 h 1890712"/>
                <a:gd name="connsiteX23" fmla="*/ 247650 w 2543175"/>
                <a:gd name="connsiteY23" fmla="*/ 185737 h 1890712"/>
                <a:gd name="connsiteX24" fmla="*/ 300038 w 2543175"/>
                <a:gd name="connsiteY24" fmla="*/ 219075 h 1890712"/>
                <a:gd name="connsiteX25" fmla="*/ 342900 w 2543175"/>
                <a:gd name="connsiteY25" fmla="*/ 254794 h 1890712"/>
                <a:gd name="connsiteX26" fmla="*/ 366713 w 2543175"/>
                <a:gd name="connsiteY26" fmla="*/ 264319 h 1890712"/>
                <a:gd name="connsiteX27" fmla="*/ 371475 w 2543175"/>
                <a:gd name="connsiteY27" fmla="*/ 271462 h 1890712"/>
                <a:gd name="connsiteX28" fmla="*/ 385763 w 2543175"/>
                <a:gd name="connsiteY28" fmla="*/ 283369 h 1890712"/>
                <a:gd name="connsiteX29" fmla="*/ 404813 w 2543175"/>
                <a:gd name="connsiteY29" fmla="*/ 295275 h 1890712"/>
                <a:gd name="connsiteX30" fmla="*/ 411957 w 2543175"/>
                <a:gd name="connsiteY30" fmla="*/ 297656 h 1890712"/>
                <a:gd name="connsiteX31" fmla="*/ 466725 w 2543175"/>
                <a:gd name="connsiteY31" fmla="*/ 328612 h 1890712"/>
                <a:gd name="connsiteX32" fmla="*/ 476250 w 2543175"/>
                <a:gd name="connsiteY32" fmla="*/ 335756 h 1890712"/>
                <a:gd name="connsiteX33" fmla="*/ 481013 w 2543175"/>
                <a:gd name="connsiteY33" fmla="*/ 342900 h 1890712"/>
                <a:gd name="connsiteX34" fmla="*/ 490538 w 2543175"/>
                <a:gd name="connsiteY34" fmla="*/ 352425 h 1890712"/>
                <a:gd name="connsiteX35" fmla="*/ 495300 w 2543175"/>
                <a:gd name="connsiteY35" fmla="*/ 359569 h 1890712"/>
                <a:gd name="connsiteX36" fmla="*/ 509588 w 2543175"/>
                <a:gd name="connsiteY36" fmla="*/ 376237 h 1890712"/>
                <a:gd name="connsiteX37" fmla="*/ 514350 w 2543175"/>
                <a:gd name="connsiteY37" fmla="*/ 383381 h 1890712"/>
                <a:gd name="connsiteX38" fmla="*/ 531019 w 2543175"/>
                <a:gd name="connsiteY38" fmla="*/ 397669 h 1890712"/>
                <a:gd name="connsiteX39" fmla="*/ 538163 w 2543175"/>
                <a:gd name="connsiteY39" fmla="*/ 407194 h 1890712"/>
                <a:gd name="connsiteX40" fmla="*/ 554832 w 2543175"/>
                <a:gd name="connsiteY40" fmla="*/ 421481 h 1890712"/>
                <a:gd name="connsiteX41" fmla="*/ 564357 w 2543175"/>
                <a:gd name="connsiteY41" fmla="*/ 431006 h 1890712"/>
                <a:gd name="connsiteX42" fmla="*/ 573882 w 2543175"/>
                <a:gd name="connsiteY42" fmla="*/ 438150 h 1890712"/>
                <a:gd name="connsiteX43" fmla="*/ 595313 w 2543175"/>
                <a:gd name="connsiteY43" fmla="*/ 454819 h 1890712"/>
                <a:gd name="connsiteX44" fmla="*/ 602457 w 2543175"/>
                <a:gd name="connsiteY44" fmla="*/ 457200 h 1890712"/>
                <a:gd name="connsiteX45" fmla="*/ 628650 w 2543175"/>
                <a:gd name="connsiteY45" fmla="*/ 469106 h 1890712"/>
                <a:gd name="connsiteX46" fmla="*/ 645319 w 2543175"/>
                <a:gd name="connsiteY46" fmla="*/ 483394 h 1890712"/>
                <a:gd name="connsiteX47" fmla="*/ 654844 w 2543175"/>
                <a:gd name="connsiteY47" fmla="*/ 488156 h 1890712"/>
                <a:gd name="connsiteX48" fmla="*/ 661988 w 2543175"/>
                <a:gd name="connsiteY48" fmla="*/ 497681 h 1890712"/>
                <a:gd name="connsiteX49" fmla="*/ 683419 w 2543175"/>
                <a:gd name="connsiteY49" fmla="*/ 514350 h 1890712"/>
                <a:gd name="connsiteX50" fmla="*/ 700088 w 2543175"/>
                <a:gd name="connsiteY50" fmla="*/ 526256 h 1890712"/>
                <a:gd name="connsiteX51" fmla="*/ 709613 w 2543175"/>
                <a:gd name="connsiteY51" fmla="*/ 535781 h 1890712"/>
                <a:gd name="connsiteX52" fmla="*/ 719138 w 2543175"/>
                <a:gd name="connsiteY52" fmla="*/ 542925 h 1890712"/>
                <a:gd name="connsiteX53" fmla="*/ 733425 w 2543175"/>
                <a:gd name="connsiteY53" fmla="*/ 557212 h 1890712"/>
                <a:gd name="connsiteX54" fmla="*/ 750094 w 2543175"/>
                <a:gd name="connsiteY54" fmla="*/ 569119 h 1890712"/>
                <a:gd name="connsiteX55" fmla="*/ 769144 w 2543175"/>
                <a:gd name="connsiteY55" fmla="*/ 581025 h 1890712"/>
                <a:gd name="connsiteX56" fmla="*/ 785813 w 2543175"/>
                <a:gd name="connsiteY56" fmla="*/ 590550 h 1890712"/>
                <a:gd name="connsiteX57" fmla="*/ 792957 w 2543175"/>
                <a:gd name="connsiteY57" fmla="*/ 600075 h 1890712"/>
                <a:gd name="connsiteX58" fmla="*/ 809625 w 2543175"/>
                <a:gd name="connsiteY58" fmla="*/ 611981 h 1890712"/>
                <a:gd name="connsiteX59" fmla="*/ 816769 w 2543175"/>
                <a:gd name="connsiteY59" fmla="*/ 619125 h 1890712"/>
                <a:gd name="connsiteX60" fmla="*/ 826294 w 2543175"/>
                <a:gd name="connsiteY60" fmla="*/ 626269 h 1890712"/>
                <a:gd name="connsiteX61" fmla="*/ 840582 w 2543175"/>
                <a:gd name="connsiteY61" fmla="*/ 638175 h 1890712"/>
                <a:gd name="connsiteX62" fmla="*/ 847725 w 2543175"/>
                <a:gd name="connsiteY62" fmla="*/ 645319 h 1890712"/>
                <a:gd name="connsiteX63" fmla="*/ 857250 w 2543175"/>
                <a:gd name="connsiteY63" fmla="*/ 652462 h 1890712"/>
                <a:gd name="connsiteX64" fmla="*/ 864394 w 2543175"/>
                <a:gd name="connsiteY64" fmla="*/ 657225 h 1890712"/>
                <a:gd name="connsiteX65" fmla="*/ 888207 w 2543175"/>
                <a:gd name="connsiteY65" fmla="*/ 676275 h 1890712"/>
                <a:gd name="connsiteX66" fmla="*/ 895350 w 2543175"/>
                <a:gd name="connsiteY66" fmla="*/ 681037 h 1890712"/>
                <a:gd name="connsiteX67" fmla="*/ 907257 w 2543175"/>
                <a:gd name="connsiteY67" fmla="*/ 683419 h 1890712"/>
                <a:gd name="connsiteX68" fmla="*/ 928688 w 2543175"/>
                <a:gd name="connsiteY68" fmla="*/ 695325 h 1890712"/>
                <a:gd name="connsiteX69" fmla="*/ 942975 w 2543175"/>
                <a:gd name="connsiteY69" fmla="*/ 700087 h 1890712"/>
                <a:gd name="connsiteX70" fmla="*/ 964407 w 2543175"/>
                <a:gd name="connsiteY70" fmla="*/ 716756 h 1890712"/>
                <a:gd name="connsiteX71" fmla="*/ 971550 w 2543175"/>
                <a:gd name="connsiteY71" fmla="*/ 723900 h 1890712"/>
                <a:gd name="connsiteX72" fmla="*/ 983457 w 2543175"/>
                <a:gd name="connsiteY72" fmla="*/ 733425 h 1890712"/>
                <a:gd name="connsiteX73" fmla="*/ 990600 w 2543175"/>
                <a:gd name="connsiteY73" fmla="*/ 738187 h 1890712"/>
                <a:gd name="connsiteX74" fmla="*/ 1007269 w 2543175"/>
                <a:gd name="connsiteY74" fmla="*/ 752475 h 1890712"/>
                <a:gd name="connsiteX75" fmla="*/ 1031082 w 2543175"/>
                <a:gd name="connsiteY75" fmla="*/ 766762 h 1890712"/>
                <a:gd name="connsiteX76" fmla="*/ 1042988 w 2543175"/>
                <a:gd name="connsiteY76" fmla="*/ 773906 h 1890712"/>
                <a:gd name="connsiteX77" fmla="*/ 1071563 w 2543175"/>
                <a:gd name="connsiteY77" fmla="*/ 785812 h 1890712"/>
                <a:gd name="connsiteX78" fmla="*/ 1097757 w 2543175"/>
                <a:gd name="connsiteY78" fmla="*/ 807244 h 1890712"/>
                <a:gd name="connsiteX79" fmla="*/ 1104900 w 2543175"/>
                <a:gd name="connsiteY79" fmla="*/ 814387 h 1890712"/>
                <a:gd name="connsiteX80" fmla="*/ 1121569 w 2543175"/>
                <a:gd name="connsiteY80" fmla="*/ 823912 h 1890712"/>
                <a:gd name="connsiteX81" fmla="*/ 1138238 w 2543175"/>
                <a:gd name="connsiteY81" fmla="*/ 835819 h 1890712"/>
                <a:gd name="connsiteX82" fmla="*/ 1147763 w 2543175"/>
                <a:gd name="connsiteY82" fmla="*/ 842962 h 1890712"/>
                <a:gd name="connsiteX83" fmla="*/ 1157288 w 2543175"/>
                <a:gd name="connsiteY83" fmla="*/ 847725 h 1890712"/>
                <a:gd name="connsiteX84" fmla="*/ 1178719 w 2543175"/>
                <a:gd name="connsiteY84" fmla="*/ 859631 h 1890712"/>
                <a:gd name="connsiteX85" fmla="*/ 1188244 w 2543175"/>
                <a:gd name="connsiteY85" fmla="*/ 866775 h 1890712"/>
                <a:gd name="connsiteX86" fmla="*/ 1195388 w 2543175"/>
                <a:gd name="connsiteY86" fmla="*/ 871537 h 1890712"/>
                <a:gd name="connsiteX87" fmla="*/ 1212057 w 2543175"/>
                <a:gd name="connsiteY87" fmla="*/ 883444 h 1890712"/>
                <a:gd name="connsiteX88" fmla="*/ 1226344 w 2543175"/>
                <a:gd name="connsiteY88" fmla="*/ 895350 h 1890712"/>
                <a:gd name="connsiteX89" fmla="*/ 1245394 w 2543175"/>
                <a:gd name="connsiteY89" fmla="*/ 907256 h 1890712"/>
                <a:gd name="connsiteX90" fmla="*/ 1254919 w 2543175"/>
                <a:gd name="connsiteY90" fmla="*/ 914400 h 1890712"/>
                <a:gd name="connsiteX91" fmla="*/ 1269207 w 2543175"/>
                <a:gd name="connsiteY91" fmla="*/ 921544 h 1890712"/>
                <a:gd name="connsiteX92" fmla="*/ 1290638 w 2543175"/>
                <a:gd name="connsiteY92" fmla="*/ 935831 h 1890712"/>
                <a:gd name="connsiteX93" fmla="*/ 1307307 w 2543175"/>
                <a:gd name="connsiteY93" fmla="*/ 952500 h 1890712"/>
                <a:gd name="connsiteX94" fmla="*/ 1333500 w 2543175"/>
                <a:gd name="connsiteY94" fmla="*/ 971550 h 1890712"/>
                <a:gd name="connsiteX95" fmla="*/ 1359694 w 2543175"/>
                <a:gd name="connsiteY95" fmla="*/ 990600 h 1890712"/>
                <a:gd name="connsiteX96" fmla="*/ 1373982 w 2543175"/>
                <a:gd name="connsiteY96" fmla="*/ 997744 h 1890712"/>
                <a:gd name="connsiteX97" fmla="*/ 1388269 w 2543175"/>
                <a:gd name="connsiteY97" fmla="*/ 1007269 h 1890712"/>
                <a:gd name="connsiteX98" fmla="*/ 1414463 w 2543175"/>
                <a:gd name="connsiteY98" fmla="*/ 1019175 h 1890712"/>
                <a:gd name="connsiteX99" fmla="*/ 1428750 w 2543175"/>
                <a:gd name="connsiteY99" fmla="*/ 1026319 h 1890712"/>
                <a:gd name="connsiteX100" fmla="*/ 1471613 w 2543175"/>
                <a:gd name="connsiteY100" fmla="*/ 1059656 h 1890712"/>
                <a:gd name="connsiteX101" fmla="*/ 1495425 w 2543175"/>
                <a:gd name="connsiteY101" fmla="*/ 1088231 h 1890712"/>
                <a:gd name="connsiteX102" fmla="*/ 1547812 w 2543175"/>
                <a:gd name="connsiteY102" fmla="*/ 1133475 h 1890712"/>
                <a:gd name="connsiteX103" fmla="*/ 1597819 w 2543175"/>
                <a:gd name="connsiteY103" fmla="*/ 1154906 h 1890712"/>
                <a:gd name="connsiteX104" fmla="*/ 1604963 w 2543175"/>
                <a:gd name="connsiteY104" fmla="*/ 1162050 h 1890712"/>
                <a:gd name="connsiteX105" fmla="*/ 1612107 w 2543175"/>
                <a:gd name="connsiteY105" fmla="*/ 1166812 h 1890712"/>
                <a:gd name="connsiteX106" fmla="*/ 1628775 w 2543175"/>
                <a:gd name="connsiteY106" fmla="*/ 1183481 h 1890712"/>
                <a:gd name="connsiteX107" fmla="*/ 1662113 w 2543175"/>
                <a:gd name="connsiteY107" fmla="*/ 1209675 h 1890712"/>
                <a:gd name="connsiteX108" fmla="*/ 1678782 w 2543175"/>
                <a:gd name="connsiteY108" fmla="*/ 1226344 h 1890712"/>
                <a:gd name="connsiteX109" fmla="*/ 1700213 w 2543175"/>
                <a:gd name="connsiteY109" fmla="*/ 1247775 h 1890712"/>
                <a:gd name="connsiteX110" fmla="*/ 1712119 w 2543175"/>
                <a:gd name="connsiteY110" fmla="*/ 1259681 h 1890712"/>
                <a:gd name="connsiteX111" fmla="*/ 1733550 w 2543175"/>
                <a:gd name="connsiteY111" fmla="*/ 1273969 h 1890712"/>
                <a:gd name="connsiteX112" fmla="*/ 1743075 w 2543175"/>
                <a:gd name="connsiteY112" fmla="*/ 1283494 h 1890712"/>
                <a:gd name="connsiteX113" fmla="*/ 1754982 w 2543175"/>
                <a:gd name="connsiteY113" fmla="*/ 1290637 h 1890712"/>
                <a:gd name="connsiteX114" fmla="*/ 1766888 w 2543175"/>
                <a:gd name="connsiteY114" fmla="*/ 1300162 h 1890712"/>
                <a:gd name="connsiteX115" fmla="*/ 1783557 w 2543175"/>
                <a:gd name="connsiteY115" fmla="*/ 1307306 h 1890712"/>
                <a:gd name="connsiteX116" fmla="*/ 1790700 w 2543175"/>
                <a:gd name="connsiteY116" fmla="*/ 1312069 h 1890712"/>
                <a:gd name="connsiteX117" fmla="*/ 1800225 w 2543175"/>
                <a:gd name="connsiteY117" fmla="*/ 1319212 h 1890712"/>
                <a:gd name="connsiteX118" fmla="*/ 1807369 w 2543175"/>
                <a:gd name="connsiteY118" fmla="*/ 1321594 h 1890712"/>
                <a:gd name="connsiteX119" fmla="*/ 1824038 w 2543175"/>
                <a:gd name="connsiteY119" fmla="*/ 1333500 h 1890712"/>
                <a:gd name="connsiteX120" fmla="*/ 1843088 w 2543175"/>
                <a:gd name="connsiteY120" fmla="*/ 1352550 h 1890712"/>
                <a:gd name="connsiteX121" fmla="*/ 1852613 w 2543175"/>
                <a:gd name="connsiteY121" fmla="*/ 1359694 h 1890712"/>
                <a:gd name="connsiteX122" fmla="*/ 1859757 w 2543175"/>
                <a:gd name="connsiteY122" fmla="*/ 1366837 h 1890712"/>
                <a:gd name="connsiteX123" fmla="*/ 1869282 w 2543175"/>
                <a:gd name="connsiteY123" fmla="*/ 1371600 h 1890712"/>
                <a:gd name="connsiteX124" fmla="*/ 1883569 w 2543175"/>
                <a:gd name="connsiteY124" fmla="*/ 1388269 h 1890712"/>
                <a:gd name="connsiteX125" fmla="*/ 1893094 w 2543175"/>
                <a:gd name="connsiteY125" fmla="*/ 1395412 h 1890712"/>
                <a:gd name="connsiteX126" fmla="*/ 1902619 w 2543175"/>
                <a:gd name="connsiteY126" fmla="*/ 1404937 h 1890712"/>
                <a:gd name="connsiteX127" fmla="*/ 1912144 w 2543175"/>
                <a:gd name="connsiteY127" fmla="*/ 1409700 h 1890712"/>
                <a:gd name="connsiteX128" fmla="*/ 1931194 w 2543175"/>
                <a:gd name="connsiteY128" fmla="*/ 1421606 h 1890712"/>
                <a:gd name="connsiteX129" fmla="*/ 1935957 w 2543175"/>
                <a:gd name="connsiteY129" fmla="*/ 1428750 h 1890712"/>
                <a:gd name="connsiteX130" fmla="*/ 1952625 w 2543175"/>
                <a:gd name="connsiteY130" fmla="*/ 1438275 h 1890712"/>
                <a:gd name="connsiteX131" fmla="*/ 1971675 w 2543175"/>
                <a:gd name="connsiteY131" fmla="*/ 1450181 h 1890712"/>
                <a:gd name="connsiteX132" fmla="*/ 1981200 w 2543175"/>
                <a:gd name="connsiteY132" fmla="*/ 1454944 h 1890712"/>
                <a:gd name="connsiteX133" fmla="*/ 1997869 w 2543175"/>
                <a:gd name="connsiteY133" fmla="*/ 1471612 h 1890712"/>
                <a:gd name="connsiteX134" fmla="*/ 2007394 w 2543175"/>
                <a:gd name="connsiteY134" fmla="*/ 1478756 h 1890712"/>
                <a:gd name="connsiteX135" fmla="*/ 2016919 w 2543175"/>
                <a:gd name="connsiteY135" fmla="*/ 1483519 h 1890712"/>
                <a:gd name="connsiteX136" fmla="*/ 2024063 w 2543175"/>
                <a:gd name="connsiteY136" fmla="*/ 1490662 h 1890712"/>
                <a:gd name="connsiteX137" fmla="*/ 2033588 w 2543175"/>
                <a:gd name="connsiteY137" fmla="*/ 1495425 h 1890712"/>
                <a:gd name="connsiteX138" fmla="*/ 2040732 w 2543175"/>
                <a:gd name="connsiteY138" fmla="*/ 1502569 h 1890712"/>
                <a:gd name="connsiteX139" fmla="*/ 2047875 w 2543175"/>
                <a:gd name="connsiteY139" fmla="*/ 1507331 h 1890712"/>
                <a:gd name="connsiteX140" fmla="*/ 2057400 w 2543175"/>
                <a:gd name="connsiteY140" fmla="*/ 1514475 h 1890712"/>
                <a:gd name="connsiteX141" fmla="*/ 2064544 w 2543175"/>
                <a:gd name="connsiteY141" fmla="*/ 1519237 h 1890712"/>
                <a:gd name="connsiteX142" fmla="*/ 2071688 w 2543175"/>
                <a:gd name="connsiteY142" fmla="*/ 1526381 h 1890712"/>
                <a:gd name="connsiteX143" fmla="*/ 2081213 w 2543175"/>
                <a:gd name="connsiteY143" fmla="*/ 1531144 h 1890712"/>
                <a:gd name="connsiteX144" fmla="*/ 2090738 w 2543175"/>
                <a:gd name="connsiteY144" fmla="*/ 1538287 h 1890712"/>
                <a:gd name="connsiteX145" fmla="*/ 2109788 w 2543175"/>
                <a:gd name="connsiteY145" fmla="*/ 1547812 h 1890712"/>
                <a:gd name="connsiteX146" fmla="*/ 2131219 w 2543175"/>
                <a:gd name="connsiteY146" fmla="*/ 1562100 h 1890712"/>
                <a:gd name="connsiteX147" fmla="*/ 2140744 w 2543175"/>
                <a:gd name="connsiteY147" fmla="*/ 1566862 h 1890712"/>
                <a:gd name="connsiteX148" fmla="*/ 2152650 w 2543175"/>
                <a:gd name="connsiteY148" fmla="*/ 1576387 h 1890712"/>
                <a:gd name="connsiteX149" fmla="*/ 2181225 w 2543175"/>
                <a:gd name="connsiteY149" fmla="*/ 1590675 h 1890712"/>
                <a:gd name="connsiteX150" fmla="*/ 2200275 w 2543175"/>
                <a:gd name="connsiteY150" fmla="*/ 1607344 h 1890712"/>
                <a:gd name="connsiteX151" fmla="*/ 2207419 w 2543175"/>
                <a:gd name="connsiteY151" fmla="*/ 1612106 h 1890712"/>
                <a:gd name="connsiteX152" fmla="*/ 2216944 w 2543175"/>
                <a:gd name="connsiteY152" fmla="*/ 1619250 h 1890712"/>
                <a:gd name="connsiteX153" fmla="*/ 2224088 w 2543175"/>
                <a:gd name="connsiteY153" fmla="*/ 1624012 h 1890712"/>
                <a:gd name="connsiteX154" fmla="*/ 2247900 w 2543175"/>
                <a:gd name="connsiteY154" fmla="*/ 1643062 h 1890712"/>
                <a:gd name="connsiteX155" fmla="*/ 2255044 w 2543175"/>
                <a:gd name="connsiteY155" fmla="*/ 1650206 h 1890712"/>
                <a:gd name="connsiteX156" fmla="*/ 2281238 w 2543175"/>
                <a:gd name="connsiteY156" fmla="*/ 1664494 h 1890712"/>
                <a:gd name="connsiteX157" fmla="*/ 2297907 w 2543175"/>
                <a:gd name="connsiteY157" fmla="*/ 1674019 h 1890712"/>
                <a:gd name="connsiteX158" fmla="*/ 2312194 w 2543175"/>
                <a:gd name="connsiteY158" fmla="*/ 1685925 h 1890712"/>
                <a:gd name="connsiteX159" fmla="*/ 2328863 w 2543175"/>
                <a:gd name="connsiteY159" fmla="*/ 1697831 h 1890712"/>
                <a:gd name="connsiteX160" fmla="*/ 2350294 w 2543175"/>
                <a:gd name="connsiteY160" fmla="*/ 1712119 h 1890712"/>
                <a:gd name="connsiteX161" fmla="*/ 2369344 w 2543175"/>
                <a:gd name="connsiteY161" fmla="*/ 1724025 h 1890712"/>
                <a:gd name="connsiteX162" fmla="*/ 2428876 w 2543175"/>
                <a:gd name="connsiteY162" fmla="*/ 1785938 h 1890712"/>
                <a:gd name="connsiteX163" fmla="*/ 2466975 w 2543175"/>
                <a:gd name="connsiteY163" fmla="*/ 1783556 h 1890712"/>
                <a:gd name="connsiteX164" fmla="*/ 2481263 w 2543175"/>
                <a:gd name="connsiteY164" fmla="*/ 1795462 h 1890712"/>
                <a:gd name="connsiteX165" fmla="*/ 2486025 w 2543175"/>
                <a:gd name="connsiteY165" fmla="*/ 1802606 h 1890712"/>
                <a:gd name="connsiteX166" fmla="*/ 2514600 w 2543175"/>
                <a:gd name="connsiteY166" fmla="*/ 1850231 h 1890712"/>
                <a:gd name="connsiteX167" fmla="*/ 2519363 w 2543175"/>
                <a:gd name="connsiteY167" fmla="*/ 1857375 h 1890712"/>
                <a:gd name="connsiteX168" fmla="*/ 2540794 w 2543175"/>
                <a:gd name="connsiteY168" fmla="*/ 1883569 h 1890712"/>
                <a:gd name="connsiteX169" fmla="*/ 2543175 w 2543175"/>
                <a:gd name="connsiteY169" fmla="*/ 1890712 h 1890712"/>
                <a:gd name="connsiteX0" fmla="*/ 0 w 2543175"/>
                <a:gd name="connsiteY0" fmla="*/ 0 h 1890712"/>
                <a:gd name="connsiteX1" fmla="*/ 11907 w 2543175"/>
                <a:gd name="connsiteY1" fmla="*/ 11906 h 1890712"/>
                <a:gd name="connsiteX2" fmla="*/ 21432 w 2543175"/>
                <a:gd name="connsiteY2" fmla="*/ 16669 h 1890712"/>
                <a:gd name="connsiteX3" fmla="*/ 23813 w 2543175"/>
                <a:gd name="connsiteY3" fmla="*/ 23812 h 1890712"/>
                <a:gd name="connsiteX4" fmla="*/ 33338 w 2543175"/>
                <a:gd name="connsiteY4" fmla="*/ 33337 h 1890712"/>
                <a:gd name="connsiteX5" fmla="*/ 40482 w 2543175"/>
                <a:gd name="connsiteY5" fmla="*/ 42862 h 1890712"/>
                <a:gd name="connsiteX6" fmla="*/ 47625 w 2543175"/>
                <a:gd name="connsiteY6" fmla="*/ 47625 h 1890712"/>
                <a:gd name="connsiteX7" fmla="*/ 57150 w 2543175"/>
                <a:gd name="connsiteY7" fmla="*/ 54769 h 1890712"/>
                <a:gd name="connsiteX8" fmla="*/ 64294 w 2543175"/>
                <a:gd name="connsiteY8" fmla="*/ 59531 h 1890712"/>
                <a:gd name="connsiteX9" fmla="*/ 83344 w 2543175"/>
                <a:gd name="connsiteY9" fmla="*/ 73819 h 1890712"/>
                <a:gd name="connsiteX10" fmla="*/ 97632 w 2543175"/>
                <a:gd name="connsiteY10" fmla="*/ 80962 h 1890712"/>
                <a:gd name="connsiteX11" fmla="*/ 104775 w 2543175"/>
                <a:gd name="connsiteY11" fmla="*/ 85725 h 1890712"/>
                <a:gd name="connsiteX12" fmla="*/ 114300 w 2543175"/>
                <a:gd name="connsiteY12" fmla="*/ 95250 h 1890712"/>
                <a:gd name="connsiteX13" fmla="*/ 123825 w 2543175"/>
                <a:gd name="connsiteY13" fmla="*/ 97631 h 1890712"/>
                <a:gd name="connsiteX14" fmla="*/ 130969 w 2543175"/>
                <a:gd name="connsiteY14" fmla="*/ 104775 h 1890712"/>
                <a:gd name="connsiteX15" fmla="*/ 140494 w 2543175"/>
                <a:gd name="connsiteY15" fmla="*/ 111919 h 1890712"/>
                <a:gd name="connsiteX16" fmla="*/ 147638 w 2543175"/>
                <a:gd name="connsiteY16" fmla="*/ 116681 h 1890712"/>
                <a:gd name="connsiteX17" fmla="*/ 164307 w 2543175"/>
                <a:gd name="connsiteY17" fmla="*/ 128587 h 1890712"/>
                <a:gd name="connsiteX18" fmla="*/ 180975 w 2543175"/>
                <a:gd name="connsiteY18" fmla="*/ 140494 h 1890712"/>
                <a:gd name="connsiteX19" fmla="*/ 197644 w 2543175"/>
                <a:gd name="connsiteY19" fmla="*/ 152400 h 1890712"/>
                <a:gd name="connsiteX20" fmla="*/ 204788 w 2543175"/>
                <a:gd name="connsiteY20" fmla="*/ 157162 h 1890712"/>
                <a:gd name="connsiteX21" fmla="*/ 214313 w 2543175"/>
                <a:gd name="connsiteY21" fmla="*/ 164306 h 1890712"/>
                <a:gd name="connsiteX22" fmla="*/ 230982 w 2543175"/>
                <a:gd name="connsiteY22" fmla="*/ 180975 h 1890712"/>
                <a:gd name="connsiteX23" fmla="*/ 247650 w 2543175"/>
                <a:gd name="connsiteY23" fmla="*/ 185737 h 1890712"/>
                <a:gd name="connsiteX24" fmla="*/ 300038 w 2543175"/>
                <a:gd name="connsiteY24" fmla="*/ 219075 h 1890712"/>
                <a:gd name="connsiteX25" fmla="*/ 342900 w 2543175"/>
                <a:gd name="connsiteY25" fmla="*/ 254794 h 1890712"/>
                <a:gd name="connsiteX26" fmla="*/ 366713 w 2543175"/>
                <a:gd name="connsiteY26" fmla="*/ 264319 h 1890712"/>
                <a:gd name="connsiteX27" fmla="*/ 371475 w 2543175"/>
                <a:gd name="connsiteY27" fmla="*/ 271462 h 1890712"/>
                <a:gd name="connsiteX28" fmla="*/ 385763 w 2543175"/>
                <a:gd name="connsiteY28" fmla="*/ 283369 h 1890712"/>
                <a:gd name="connsiteX29" fmla="*/ 404813 w 2543175"/>
                <a:gd name="connsiteY29" fmla="*/ 295275 h 1890712"/>
                <a:gd name="connsiteX30" fmla="*/ 411957 w 2543175"/>
                <a:gd name="connsiteY30" fmla="*/ 297656 h 1890712"/>
                <a:gd name="connsiteX31" fmla="*/ 466725 w 2543175"/>
                <a:gd name="connsiteY31" fmla="*/ 328612 h 1890712"/>
                <a:gd name="connsiteX32" fmla="*/ 476250 w 2543175"/>
                <a:gd name="connsiteY32" fmla="*/ 335756 h 1890712"/>
                <a:gd name="connsiteX33" fmla="*/ 481013 w 2543175"/>
                <a:gd name="connsiteY33" fmla="*/ 342900 h 1890712"/>
                <a:gd name="connsiteX34" fmla="*/ 490538 w 2543175"/>
                <a:gd name="connsiteY34" fmla="*/ 352425 h 1890712"/>
                <a:gd name="connsiteX35" fmla="*/ 495300 w 2543175"/>
                <a:gd name="connsiteY35" fmla="*/ 359569 h 1890712"/>
                <a:gd name="connsiteX36" fmla="*/ 509588 w 2543175"/>
                <a:gd name="connsiteY36" fmla="*/ 376237 h 1890712"/>
                <a:gd name="connsiteX37" fmla="*/ 514350 w 2543175"/>
                <a:gd name="connsiteY37" fmla="*/ 383381 h 1890712"/>
                <a:gd name="connsiteX38" fmla="*/ 531019 w 2543175"/>
                <a:gd name="connsiteY38" fmla="*/ 397669 h 1890712"/>
                <a:gd name="connsiteX39" fmla="*/ 538163 w 2543175"/>
                <a:gd name="connsiteY39" fmla="*/ 407194 h 1890712"/>
                <a:gd name="connsiteX40" fmla="*/ 554832 w 2543175"/>
                <a:gd name="connsiteY40" fmla="*/ 421481 h 1890712"/>
                <a:gd name="connsiteX41" fmla="*/ 564357 w 2543175"/>
                <a:gd name="connsiteY41" fmla="*/ 431006 h 1890712"/>
                <a:gd name="connsiteX42" fmla="*/ 573882 w 2543175"/>
                <a:gd name="connsiteY42" fmla="*/ 438150 h 1890712"/>
                <a:gd name="connsiteX43" fmla="*/ 595313 w 2543175"/>
                <a:gd name="connsiteY43" fmla="*/ 454819 h 1890712"/>
                <a:gd name="connsiteX44" fmla="*/ 602457 w 2543175"/>
                <a:gd name="connsiteY44" fmla="*/ 457200 h 1890712"/>
                <a:gd name="connsiteX45" fmla="*/ 628650 w 2543175"/>
                <a:gd name="connsiteY45" fmla="*/ 469106 h 1890712"/>
                <a:gd name="connsiteX46" fmla="*/ 645319 w 2543175"/>
                <a:gd name="connsiteY46" fmla="*/ 483394 h 1890712"/>
                <a:gd name="connsiteX47" fmla="*/ 654844 w 2543175"/>
                <a:gd name="connsiteY47" fmla="*/ 488156 h 1890712"/>
                <a:gd name="connsiteX48" fmla="*/ 661988 w 2543175"/>
                <a:gd name="connsiteY48" fmla="*/ 497681 h 1890712"/>
                <a:gd name="connsiteX49" fmla="*/ 683419 w 2543175"/>
                <a:gd name="connsiteY49" fmla="*/ 514350 h 1890712"/>
                <a:gd name="connsiteX50" fmla="*/ 700088 w 2543175"/>
                <a:gd name="connsiteY50" fmla="*/ 526256 h 1890712"/>
                <a:gd name="connsiteX51" fmla="*/ 709613 w 2543175"/>
                <a:gd name="connsiteY51" fmla="*/ 535781 h 1890712"/>
                <a:gd name="connsiteX52" fmla="*/ 719138 w 2543175"/>
                <a:gd name="connsiteY52" fmla="*/ 542925 h 1890712"/>
                <a:gd name="connsiteX53" fmla="*/ 733425 w 2543175"/>
                <a:gd name="connsiteY53" fmla="*/ 557212 h 1890712"/>
                <a:gd name="connsiteX54" fmla="*/ 750094 w 2543175"/>
                <a:gd name="connsiteY54" fmla="*/ 569119 h 1890712"/>
                <a:gd name="connsiteX55" fmla="*/ 769144 w 2543175"/>
                <a:gd name="connsiteY55" fmla="*/ 581025 h 1890712"/>
                <a:gd name="connsiteX56" fmla="*/ 785813 w 2543175"/>
                <a:gd name="connsiteY56" fmla="*/ 590550 h 1890712"/>
                <a:gd name="connsiteX57" fmla="*/ 792957 w 2543175"/>
                <a:gd name="connsiteY57" fmla="*/ 600075 h 1890712"/>
                <a:gd name="connsiteX58" fmla="*/ 809625 w 2543175"/>
                <a:gd name="connsiteY58" fmla="*/ 611981 h 1890712"/>
                <a:gd name="connsiteX59" fmla="*/ 816769 w 2543175"/>
                <a:gd name="connsiteY59" fmla="*/ 619125 h 1890712"/>
                <a:gd name="connsiteX60" fmla="*/ 826294 w 2543175"/>
                <a:gd name="connsiteY60" fmla="*/ 626269 h 1890712"/>
                <a:gd name="connsiteX61" fmla="*/ 840582 w 2543175"/>
                <a:gd name="connsiteY61" fmla="*/ 638175 h 1890712"/>
                <a:gd name="connsiteX62" fmla="*/ 847725 w 2543175"/>
                <a:gd name="connsiteY62" fmla="*/ 645319 h 1890712"/>
                <a:gd name="connsiteX63" fmla="*/ 857250 w 2543175"/>
                <a:gd name="connsiteY63" fmla="*/ 652462 h 1890712"/>
                <a:gd name="connsiteX64" fmla="*/ 864394 w 2543175"/>
                <a:gd name="connsiteY64" fmla="*/ 657225 h 1890712"/>
                <a:gd name="connsiteX65" fmla="*/ 888207 w 2543175"/>
                <a:gd name="connsiteY65" fmla="*/ 676275 h 1890712"/>
                <a:gd name="connsiteX66" fmla="*/ 895350 w 2543175"/>
                <a:gd name="connsiteY66" fmla="*/ 681037 h 1890712"/>
                <a:gd name="connsiteX67" fmla="*/ 907257 w 2543175"/>
                <a:gd name="connsiteY67" fmla="*/ 683419 h 1890712"/>
                <a:gd name="connsiteX68" fmla="*/ 928688 w 2543175"/>
                <a:gd name="connsiteY68" fmla="*/ 695325 h 1890712"/>
                <a:gd name="connsiteX69" fmla="*/ 942975 w 2543175"/>
                <a:gd name="connsiteY69" fmla="*/ 700087 h 1890712"/>
                <a:gd name="connsiteX70" fmla="*/ 964407 w 2543175"/>
                <a:gd name="connsiteY70" fmla="*/ 716756 h 1890712"/>
                <a:gd name="connsiteX71" fmla="*/ 971550 w 2543175"/>
                <a:gd name="connsiteY71" fmla="*/ 723900 h 1890712"/>
                <a:gd name="connsiteX72" fmla="*/ 983457 w 2543175"/>
                <a:gd name="connsiteY72" fmla="*/ 733425 h 1890712"/>
                <a:gd name="connsiteX73" fmla="*/ 990600 w 2543175"/>
                <a:gd name="connsiteY73" fmla="*/ 738187 h 1890712"/>
                <a:gd name="connsiteX74" fmla="*/ 1007269 w 2543175"/>
                <a:gd name="connsiteY74" fmla="*/ 752475 h 1890712"/>
                <a:gd name="connsiteX75" fmla="*/ 1031082 w 2543175"/>
                <a:gd name="connsiteY75" fmla="*/ 766762 h 1890712"/>
                <a:gd name="connsiteX76" fmla="*/ 1042988 w 2543175"/>
                <a:gd name="connsiteY76" fmla="*/ 773906 h 1890712"/>
                <a:gd name="connsiteX77" fmla="*/ 1071563 w 2543175"/>
                <a:gd name="connsiteY77" fmla="*/ 785812 h 1890712"/>
                <a:gd name="connsiteX78" fmla="*/ 1097757 w 2543175"/>
                <a:gd name="connsiteY78" fmla="*/ 807244 h 1890712"/>
                <a:gd name="connsiteX79" fmla="*/ 1104900 w 2543175"/>
                <a:gd name="connsiteY79" fmla="*/ 814387 h 1890712"/>
                <a:gd name="connsiteX80" fmla="*/ 1121569 w 2543175"/>
                <a:gd name="connsiteY80" fmla="*/ 823912 h 1890712"/>
                <a:gd name="connsiteX81" fmla="*/ 1138238 w 2543175"/>
                <a:gd name="connsiteY81" fmla="*/ 835819 h 1890712"/>
                <a:gd name="connsiteX82" fmla="*/ 1147763 w 2543175"/>
                <a:gd name="connsiteY82" fmla="*/ 842962 h 1890712"/>
                <a:gd name="connsiteX83" fmla="*/ 1157288 w 2543175"/>
                <a:gd name="connsiteY83" fmla="*/ 847725 h 1890712"/>
                <a:gd name="connsiteX84" fmla="*/ 1178719 w 2543175"/>
                <a:gd name="connsiteY84" fmla="*/ 859631 h 1890712"/>
                <a:gd name="connsiteX85" fmla="*/ 1188244 w 2543175"/>
                <a:gd name="connsiteY85" fmla="*/ 866775 h 1890712"/>
                <a:gd name="connsiteX86" fmla="*/ 1195388 w 2543175"/>
                <a:gd name="connsiteY86" fmla="*/ 871537 h 1890712"/>
                <a:gd name="connsiteX87" fmla="*/ 1212057 w 2543175"/>
                <a:gd name="connsiteY87" fmla="*/ 883444 h 1890712"/>
                <a:gd name="connsiteX88" fmla="*/ 1226344 w 2543175"/>
                <a:gd name="connsiteY88" fmla="*/ 895350 h 1890712"/>
                <a:gd name="connsiteX89" fmla="*/ 1245394 w 2543175"/>
                <a:gd name="connsiteY89" fmla="*/ 907256 h 1890712"/>
                <a:gd name="connsiteX90" fmla="*/ 1254919 w 2543175"/>
                <a:gd name="connsiteY90" fmla="*/ 914400 h 1890712"/>
                <a:gd name="connsiteX91" fmla="*/ 1269207 w 2543175"/>
                <a:gd name="connsiteY91" fmla="*/ 921544 h 1890712"/>
                <a:gd name="connsiteX92" fmla="*/ 1290638 w 2543175"/>
                <a:gd name="connsiteY92" fmla="*/ 935831 h 1890712"/>
                <a:gd name="connsiteX93" fmla="*/ 1307307 w 2543175"/>
                <a:gd name="connsiteY93" fmla="*/ 952500 h 1890712"/>
                <a:gd name="connsiteX94" fmla="*/ 1333500 w 2543175"/>
                <a:gd name="connsiteY94" fmla="*/ 971550 h 1890712"/>
                <a:gd name="connsiteX95" fmla="*/ 1359694 w 2543175"/>
                <a:gd name="connsiteY95" fmla="*/ 990600 h 1890712"/>
                <a:gd name="connsiteX96" fmla="*/ 1373982 w 2543175"/>
                <a:gd name="connsiteY96" fmla="*/ 997744 h 1890712"/>
                <a:gd name="connsiteX97" fmla="*/ 1388269 w 2543175"/>
                <a:gd name="connsiteY97" fmla="*/ 1007269 h 1890712"/>
                <a:gd name="connsiteX98" fmla="*/ 1414463 w 2543175"/>
                <a:gd name="connsiteY98" fmla="*/ 1019175 h 1890712"/>
                <a:gd name="connsiteX99" fmla="*/ 1435894 w 2543175"/>
                <a:gd name="connsiteY99" fmla="*/ 1054894 h 1890712"/>
                <a:gd name="connsiteX100" fmla="*/ 1471613 w 2543175"/>
                <a:gd name="connsiteY100" fmla="*/ 1059656 h 1890712"/>
                <a:gd name="connsiteX101" fmla="*/ 1495425 w 2543175"/>
                <a:gd name="connsiteY101" fmla="*/ 1088231 h 1890712"/>
                <a:gd name="connsiteX102" fmla="*/ 1547812 w 2543175"/>
                <a:gd name="connsiteY102" fmla="*/ 1133475 h 1890712"/>
                <a:gd name="connsiteX103" fmla="*/ 1597819 w 2543175"/>
                <a:gd name="connsiteY103" fmla="*/ 1154906 h 1890712"/>
                <a:gd name="connsiteX104" fmla="*/ 1604963 w 2543175"/>
                <a:gd name="connsiteY104" fmla="*/ 1162050 h 1890712"/>
                <a:gd name="connsiteX105" fmla="*/ 1612107 w 2543175"/>
                <a:gd name="connsiteY105" fmla="*/ 1166812 h 1890712"/>
                <a:gd name="connsiteX106" fmla="*/ 1628775 w 2543175"/>
                <a:gd name="connsiteY106" fmla="*/ 1183481 h 1890712"/>
                <a:gd name="connsiteX107" fmla="*/ 1662113 w 2543175"/>
                <a:gd name="connsiteY107" fmla="*/ 1209675 h 1890712"/>
                <a:gd name="connsiteX108" fmla="*/ 1678782 w 2543175"/>
                <a:gd name="connsiteY108" fmla="*/ 1226344 h 1890712"/>
                <a:gd name="connsiteX109" fmla="*/ 1700213 w 2543175"/>
                <a:gd name="connsiteY109" fmla="*/ 1247775 h 1890712"/>
                <a:gd name="connsiteX110" fmla="*/ 1712119 w 2543175"/>
                <a:gd name="connsiteY110" fmla="*/ 1259681 h 1890712"/>
                <a:gd name="connsiteX111" fmla="*/ 1733550 w 2543175"/>
                <a:gd name="connsiteY111" fmla="*/ 1273969 h 1890712"/>
                <a:gd name="connsiteX112" fmla="*/ 1743075 w 2543175"/>
                <a:gd name="connsiteY112" fmla="*/ 1283494 h 1890712"/>
                <a:gd name="connsiteX113" fmla="*/ 1754982 w 2543175"/>
                <a:gd name="connsiteY113" fmla="*/ 1290637 h 1890712"/>
                <a:gd name="connsiteX114" fmla="*/ 1766888 w 2543175"/>
                <a:gd name="connsiteY114" fmla="*/ 1300162 h 1890712"/>
                <a:gd name="connsiteX115" fmla="*/ 1783557 w 2543175"/>
                <a:gd name="connsiteY115" fmla="*/ 1307306 h 1890712"/>
                <a:gd name="connsiteX116" fmla="*/ 1790700 w 2543175"/>
                <a:gd name="connsiteY116" fmla="*/ 1312069 h 1890712"/>
                <a:gd name="connsiteX117" fmla="*/ 1800225 w 2543175"/>
                <a:gd name="connsiteY117" fmla="*/ 1319212 h 1890712"/>
                <a:gd name="connsiteX118" fmla="*/ 1807369 w 2543175"/>
                <a:gd name="connsiteY118" fmla="*/ 1321594 h 1890712"/>
                <a:gd name="connsiteX119" fmla="*/ 1824038 w 2543175"/>
                <a:gd name="connsiteY119" fmla="*/ 1333500 h 1890712"/>
                <a:gd name="connsiteX120" fmla="*/ 1843088 w 2543175"/>
                <a:gd name="connsiteY120" fmla="*/ 1352550 h 1890712"/>
                <a:gd name="connsiteX121" fmla="*/ 1852613 w 2543175"/>
                <a:gd name="connsiteY121" fmla="*/ 1359694 h 1890712"/>
                <a:gd name="connsiteX122" fmla="*/ 1859757 w 2543175"/>
                <a:gd name="connsiteY122" fmla="*/ 1366837 h 1890712"/>
                <a:gd name="connsiteX123" fmla="*/ 1869282 w 2543175"/>
                <a:gd name="connsiteY123" fmla="*/ 1371600 h 1890712"/>
                <a:gd name="connsiteX124" fmla="*/ 1883569 w 2543175"/>
                <a:gd name="connsiteY124" fmla="*/ 1388269 h 1890712"/>
                <a:gd name="connsiteX125" fmla="*/ 1893094 w 2543175"/>
                <a:gd name="connsiteY125" fmla="*/ 1395412 h 1890712"/>
                <a:gd name="connsiteX126" fmla="*/ 1902619 w 2543175"/>
                <a:gd name="connsiteY126" fmla="*/ 1404937 h 1890712"/>
                <a:gd name="connsiteX127" fmla="*/ 1912144 w 2543175"/>
                <a:gd name="connsiteY127" fmla="*/ 1409700 h 1890712"/>
                <a:gd name="connsiteX128" fmla="*/ 1931194 w 2543175"/>
                <a:gd name="connsiteY128" fmla="*/ 1421606 h 1890712"/>
                <a:gd name="connsiteX129" fmla="*/ 1935957 w 2543175"/>
                <a:gd name="connsiteY129" fmla="*/ 1428750 h 1890712"/>
                <a:gd name="connsiteX130" fmla="*/ 1952625 w 2543175"/>
                <a:gd name="connsiteY130" fmla="*/ 1438275 h 1890712"/>
                <a:gd name="connsiteX131" fmla="*/ 1971675 w 2543175"/>
                <a:gd name="connsiteY131" fmla="*/ 1450181 h 1890712"/>
                <a:gd name="connsiteX132" fmla="*/ 1981200 w 2543175"/>
                <a:gd name="connsiteY132" fmla="*/ 1454944 h 1890712"/>
                <a:gd name="connsiteX133" fmla="*/ 1997869 w 2543175"/>
                <a:gd name="connsiteY133" fmla="*/ 1471612 h 1890712"/>
                <a:gd name="connsiteX134" fmla="*/ 2007394 w 2543175"/>
                <a:gd name="connsiteY134" fmla="*/ 1478756 h 1890712"/>
                <a:gd name="connsiteX135" fmla="*/ 2016919 w 2543175"/>
                <a:gd name="connsiteY135" fmla="*/ 1483519 h 1890712"/>
                <a:gd name="connsiteX136" fmla="*/ 2024063 w 2543175"/>
                <a:gd name="connsiteY136" fmla="*/ 1490662 h 1890712"/>
                <a:gd name="connsiteX137" fmla="*/ 2033588 w 2543175"/>
                <a:gd name="connsiteY137" fmla="*/ 1495425 h 1890712"/>
                <a:gd name="connsiteX138" fmla="*/ 2040732 w 2543175"/>
                <a:gd name="connsiteY138" fmla="*/ 1502569 h 1890712"/>
                <a:gd name="connsiteX139" fmla="*/ 2047875 w 2543175"/>
                <a:gd name="connsiteY139" fmla="*/ 1507331 h 1890712"/>
                <a:gd name="connsiteX140" fmla="*/ 2057400 w 2543175"/>
                <a:gd name="connsiteY140" fmla="*/ 1514475 h 1890712"/>
                <a:gd name="connsiteX141" fmla="*/ 2064544 w 2543175"/>
                <a:gd name="connsiteY141" fmla="*/ 1519237 h 1890712"/>
                <a:gd name="connsiteX142" fmla="*/ 2071688 w 2543175"/>
                <a:gd name="connsiteY142" fmla="*/ 1526381 h 1890712"/>
                <a:gd name="connsiteX143" fmla="*/ 2081213 w 2543175"/>
                <a:gd name="connsiteY143" fmla="*/ 1531144 h 1890712"/>
                <a:gd name="connsiteX144" fmla="*/ 2090738 w 2543175"/>
                <a:gd name="connsiteY144" fmla="*/ 1538287 h 1890712"/>
                <a:gd name="connsiteX145" fmla="*/ 2109788 w 2543175"/>
                <a:gd name="connsiteY145" fmla="*/ 1547812 h 1890712"/>
                <a:gd name="connsiteX146" fmla="*/ 2131219 w 2543175"/>
                <a:gd name="connsiteY146" fmla="*/ 1562100 h 1890712"/>
                <a:gd name="connsiteX147" fmla="*/ 2140744 w 2543175"/>
                <a:gd name="connsiteY147" fmla="*/ 1566862 h 1890712"/>
                <a:gd name="connsiteX148" fmla="*/ 2152650 w 2543175"/>
                <a:gd name="connsiteY148" fmla="*/ 1576387 h 1890712"/>
                <a:gd name="connsiteX149" fmla="*/ 2181225 w 2543175"/>
                <a:gd name="connsiteY149" fmla="*/ 1590675 h 1890712"/>
                <a:gd name="connsiteX150" fmla="*/ 2200275 w 2543175"/>
                <a:gd name="connsiteY150" fmla="*/ 1607344 h 1890712"/>
                <a:gd name="connsiteX151" fmla="*/ 2207419 w 2543175"/>
                <a:gd name="connsiteY151" fmla="*/ 1612106 h 1890712"/>
                <a:gd name="connsiteX152" fmla="*/ 2216944 w 2543175"/>
                <a:gd name="connsiteY152" fmla="*/ 1619250 h 1890712"/>
                <a:gd name="connsiteX153" fmla="*/ 2224088 w 2543175"/>
                <a:gd name="connsiteY153" fmla="*/ 1624012 h 1890712"/>
                <a:gd name="connsiteX154" fmla="*/ 2247900 w 2543175"/>
                <a:gd name="connsiteY154" fmla="*/ 1643062 h 1890712"/>
                <a:gd name="connsiteX155" fmla="*/ 2255044 w 2543175"/>
                <a:gd name="connsiteY155" fmla="*/ 1650206 h 1890712"/>
                <a:gd name="connsiteX156" fmla="*/ 2281238 w 2543175"/>
                <a:gd name="connsiteY156" fmla="*/ 1664494 h 1890712"/>
                <a:gd name="connsiteX157" fmla="*/ 2297907 w 2543175"/>
                <a:gd name="connsiteY157" fmla="*/ 1674019 h 1890712"/>
                <a:gd name="connsiteX158" fmla="*/ 2312194 w 2543175"/>
                <a:gd name="connsiteY158" fmla="*/ 1685925 h 1890712"/>
                <a:gd name="connsiteX159" fmla="*/ 2328863 w 2543175"/>
                <a:gd name="connsiteY159" fmla="*/ 1697831 h 1890712"/>
                <a:gd name="connsiteX160" fmla="*/ 2350294 w 2543175"/>
                <a:gd name="connsiteY160" fmla="*/ 1712119 h 1890712"/>
                <a:gd name="connsiteX161" fmla="*/ 2369344 w 2543175"/>
                <a:gd name="connsiteY161" fmla="*/ 1724025 h 1890712"/>
                <a:gd name="connsiteX162" fmla="*/ 2428876 w 2543175"/>
                <a:gd name="connsiteY162" fmla="*/ 1785938 h 1890712"/>
                <a:gd name="connsiteX163" fmla="*/ 2466975 w 2543175"/>
                <a:gd name="connsiteY163" fmla="*/ 1783556 h 1890712"/>
                <a:gd name="connsiteX164" fmla="*/ 2481263 w 2543175"/>
                <a:gd name="connsiteY164" fmla="*/ 1795462 h 1890712"/>
                <a:gd name="connsiteX165" fmla="*/ 2486025 w 2543175"/>
                <a:gd name="connsiteY165" fmla="*/ 1802606 h 1890712"/>
                <a:gd name="connsiteX166" fmla="*/ 2514600 w 2543175"/>
                <a:gd name="connsiteY166" fmla="*/ 1850231 h 1890712"/>
                <a:gd name="connsiteX167" fmla="*/ 2519363 w 2543175"/>
                <a:gd name="connsiteY167" fmla="*/ 1857375 h 1890712"/>
                <a:gd name="connsiteX168" fmla="*/ 2540794 w 2543175"/>
                <a:gd name="connsiteY168" fmla="*/ 1883569 h 1890712"/>
                <a:gd name="connsiteX169" fmla="*/ 2543175 w 2543175"/>
                <a:gd name="connsiteY169" fmla="*/ 1890712 h 1890712"/>
                <a:gd name="connsiteX0" fmla="*/ 0 w 2543175"/>
                <a:gd name="connsiteY0" fmla="*/ 0 h 1890712"/>
                <a:gd name="connsiteX1" fmla="*/ 11907 w 2543175"/>
                <a:gd name="connsiteY1" fmla="*/ 11906 h 1890712"/>
                <a:gd name="connsiteX2" fmla="*/ 21432 w 2543175"/>
                <a:gd name="connsiteY2" fmla="*/ 16669 h 1890712"/>
                <a:gd name="connsiteX3" fmla="*/ 23813 w 2543175"/>
                <a:gd name="connsiteY3" fmla="*/ 23812 h 1890712"/>
                <a:gd name="connsiteX4" fmla="*/ 33338 w 2543175"/>
                <a:gd name="connsiteY4" fmla="*/ 33337 h 1890712"/>
                <a:gd name="connsiteX5" fmla="*/ 40482 w 2543175"/>
                <a:gd name="connsiteY5" fmla="*/ 42862 h 1890712"/>
                <a:gd name="connsiteX6" fmla="*/ 47625 w 2543175"/>
                <a:gd name="connsiteY6" fmla="*/ 47625 h 1890712"/>
                <a:gd name="connsiteX7" fmla="*/ 57150 w 2543175"/>
                <a:gd name="connsiteY7" fmla="*/ 54769 h 1890712"/>
                <a:gd name="connsiteX8" fmla="*/ 64294 w 2543175"/>
                <a:gd name="connsiteY8" fmla="*/ 59531 h 1890712"/>
                <a:gd name="connsiteX9" fmla="*/ 83344 w 2543175"/>
                <a:gd name="connsiteY9" fmla="*/ 73819 h 1890712"/>
                <a:gd name="connsiteX10" fmla="*/ 97632 w 2543175"/>
                <a:gd name="connsiteY10" fmla="*/ 80962 h 1890712"/>
                <a:gd name="connsiteX11" fmla="*/ 104775 w 2543175"/>
                <a:gd name="connsiteY11" fmla="*/ 85725 h 1890712"/>
                <a:gd name="connsiteX12" fmla="*/ 114300 w 2543175"/>
                <a:gd name="connsiteY12" fmla="*/ 95250 h 1890712"/>
                <a:gd name="connsiteX13" fmla="*/ 123825 w 2543175"/>
                <a:gd name="connsiteY13" fmla="*/ 97631 h 1890712"/>
                <a:gd name="connsiteX14" fmla="*/ 130969 w 2543175"/>
                <a:gd name="connsiteY14" fmla="*/ 104775 h 1890712"/>
                <a:gd name="connsiteX15" fmla="*/ 140494 w 2543175"/>
                <a:gd name="connsiteY15" fmla="*/ 111919 h 1890712"/>
                <a:gd name="connsiteX16" fmla="*/ 147638 w 2543175"/>
                <a:gd name="connsiteY16" fmla="*/ 116681 h 1890712"/>
                <a:gd name="connsiteX17" fmla="*/ 164307 w 2543175"/>
                <a:gd name="connsiteY17" fmla="*/ 128587 h 1890712"/>
                <a:gd name="connsiteX18" fmla="*/ 180975 w 2543175"/>
                <a:gd name="connsiteY18" fmla="*/ 140494 h 1890712"/>
                <a:gd name="connsiteX19" fmla="*/ 197644 w 2543175"/>
                <a:gd name="connsiteY19" fmla="*/ 152400 h 1890712"/>
                <a:gd name="connsiteX20" fmla="*/ 204788 w 2543175"/>
                <a:gd name="connsiteY20" fmla="*/ 157162 h 1890712"/>
                <a:gd name="connsiteX21" fmla="*/ 214313 w 2543175"/>
                <a:gd name="connsiteY21" fmla="*/ 164306 h 1890712"/>
                <a:gd name="connsiteX22" fmla="*/ 230982 w 2543175"/>
                <a:gd name="connsiteY22" fmla="*/ 180975 h 1890712"/>
                <a:gd name="connsiteX23" fmla="*/ 247650 w 2543175"/>
                <a:gd name="connsiteY23" fmla="*/ 185737 h 1890712"/>
                <a:gd name="connsiteX24" fmla="*/ 300038 w 2543175"/>
                <a:gd name="connsiteY24" fmla="*/ 219075 h 1890712"/>
                <a:gd name="connsiteX25" fmla="*/ 342900 w 2543175"/>
                <a:gd name="connsiteY25" fmla="*/ 254794 h 1890712"/>
                <a:gd name="connsiteX26" fmla="*/ 366713 w 2543175"/>
                <a:gd name="connsiteY26" fmla="*/ 264319 h 1890712"/>
                <a:gd name="connsiteX27" fmla="*/ 371475 w 2543175"/>
                <a:gd name="connsiteY27" fmla="*/ 271462 h 1890712"/>
                <a:gd name="connsiteX28" fmla="*/ 385763 w 2543175"/>
                <a:gd name="connsiteY28" fmla="*/ 283369 h 1890712"/>
                <a:gd name="connsiteX29" fmla="*/ 404813 w 2543175"/>
                <a:gd name="connsiteY29" fmla="*/ 295275 h 1890712"/>
                <a:gd name="connsiteX30" fmla="*/ 411957 w 2543175"/>
                <a:gd name="connsiteY30" fmla="*/ 297656 h 1890712"/>
                <a:gd name="connsiteX31" fmla="*/ 466725 w 2543175"/>
                <a:gd name="connsiteY31" fmla="*/ 328612 h 1890712"/>
                <a:gd name="connsiteX32" fmla="*/ 476250 w 2543175"/>
                <a:gd name="connsiteY32" fmla="*/ 335756 h 1890712"/>
                <a:gd name="connsiteX33" fmla="*/ 481013 w 2543175"/>
                <a:gd name="connsiteY33" fmla="*/ 342900 h 1890712"/>
                <a:gd name="connsiteX34" fmla="*/ 490538 w 2543175"/>
                <a:gd name="connsiteY34" fmla="*/ 352425 h 1890712"/>
                <a:gd name="connsiteX35" fmla="*/ 495300 w 2543175"/>
                <a:gd name="connsiteY35" fmla="*/ 359569 h 1890712"/>
                <a:gd name="connsiteX36" fmla="*/ 509588 w 2543175"/>
                <a:gd name="connsiteY36" fmla="*/ 376237 h 1890712"/>
                <a:gd name="connsiteX37" fmla="*/ 514350 w 2543175"/>
                <a:gd name="connsiteY37" fmla="*/ 383381 h 1890712"/>
                <a:gd name="connsiteX38" fmla="*/ 531019 w 2543175"/>
                <a:gd name="connsiteY38" fmla="*/ 397669 h 1890712"/>
                <a:gd name="connsiteX39" fmla="*/ 538163 w 2543175"/>
                <a:gd name="connsiteY39" fmla="*/ 407194 h 1890712"/>
                <a:gd name="connsiteX40" fmla="*/ 554832 w 2543175"/>
                <a:gd name="connsiteY40" fmla="*/ 421481 h 1890712"/>
                <a:gd name="connsiteX41" fmla="*/ 564357 w 2543175"/>
                <a:gd name="connsiteY41" fmla="*/ 431006 h 1890712"/>
                <a:gd name="connsiteX42" fmla="*/ 573882 w 2543175"/>
                <a:gd name="connsiteY42" fmla="*/ 438150 h 1890712"/>
                <a:gd name="connsiteX43" fmla="*/ 595313 w 2543175"/>
                <a:gd name="connsiteY43" fmla="*/ 454819 h 1890712"/>
                <a:gd name="connsiteX44" fmla="*/ 602457 w 2543175"/>
                <a:gd name="connsiteY44" fmla="*/ 457200 h 1890712"/>
                <a:gd name="connsiteX45" fmla="*/ 628650 w 2543175"/>
                <a:gd name="connsiteY45" fmla="*/ 469106 h 1890712"/>
                <a:gd name="connsiteX46" fmla="*/ 645319 w 2543175"/>
                <a:gd name="connsiteY46" fmla="*/ 483394 h 1890712"/>
                <a:gd name="connsiteX47" fmla="*/ 654844 w 2543175"/>
                <a:gd name="connsiteY47" fmla="*/ 488156 h 1890712"/>
                <a:gd name="connsiteX48" fmla="*/ 661988 w 2543175"/>
                <a:gd name="connsiteY48" fmla="*/ 497681 h 1890712"/>
                <a:gd name="connsiteX49" fmla="*/ 683419 w 2543175"/>
                <a:gd name="connsiteY49" fmla="*/ 514350 h 1890712"/>
                <a:gd name="connsiteX50" fmla="*/ 700088 w 2543175"/>
                <a:gd name="connsiteY50" fmla="*/ 526256 h 1890712"/>
                <a:gd name="connsiteX51" fmla="*/ 709613 w 2543175"/>
                <a:gd name="connsiteY51" fmla="*/ 535781 h 1890712"/>
                <a:gd name="connsiteX52" fmla="*/ 719138 w 2543175"/>
                <a:gd name="connsiteY52" fmla="*/ 542925 h 1890712"/>
                <a:gd name="connsiteX53" fmla="*/ 733425 w 2543175"/>
                <a:gd name="connsiteY53" fmla="*/ 557212 h 1890712"/>
                <a:gd name="connsiteX54" fmla="*/ 750094 w 2543175"/>
                <a:gd name="connsiteY54" fmla="*/ 569119 h 1890712"/>
                <a:gd name="connsiteX55" fmla="*/ 769144 w 2543175"/>
                <a:gd name="connsiteY55" fmla="*/ 581025 h 1890712"/>
                <a:gd name="connsiteX56" fmla="*/ 785813 w 2543175"/>
                <a:gd name="connsiteY56" fmla="*/ 590550 h 1890712"/>
                <a:gd name="connsiteX57" fmla="*/ 792957 w 2543175"/>
                <a:gd name="connsiteY57" fmla="*/ 600075 h 1890712"/>
                <a:gd name="connsiteX58" fmla="*/ 809625 w 2543175"/>
                <a:gd name="connsiteY58" fmla="*/ 611981 h 1890712"/>
                <a:gd name="connsiteX59" fmla="*/ 816769 w 2543175"/>
                <a:gd name="connsiteY59" fmla="*/ 619125 h 1890712"/>
                <a:gd name="connsiteX60" fmla="*/ 826294 w 2543175"/>
                <a:gd name="connsiteY60" fmla="*/ 626269 h 1890712"/>
                <a:gd name="connsiteX61" fmla="*/ 840582 w 2543175"/>
                <a:gd name="connsiteY61" fmla="*/ 638175 h 1890712"/>
                <a:gd name="connsiteX62" fmla="*/ 847725 w 2543175"/>
                <a:gd name="connsiteY62" fmla="*/ 645319 h 1890712"/>
                <a:gd name="connsiteX63" fmla="*/ 857250 w 2543175"/>
                <a:gd name="connsiteY63" fmla="*/ 652462 h 1890712"/>
                <a:gd name="connsiteX64" fmla="*/ 864394 w 2543175"/>
                <a:gd name="connsiteY64" fmla="*/ 657225 h 1890712"/>
                <a:gd name="connsiteX65" fmla="*/ 888207 w 2543175"/>
                <a:gd name="connsiteY65" fmla="*/ 676275 h 1890712"/>
                <a:gd name="connsiteX66" fmla="*/ 895350 w 2543175"/>
                <a:gd name="connsiteY66" fmla="*/ 681037 h 1890712"/>
                <a:gd name="connsiteX67" fmla="*/ 907257 w 2543175"/>
                <a:gd name="connsiteY67" fmla="*/ 683419 h 1890712"/>
                <a:gd name="connsiteX68" fmla="*/ 928688 w 2543175"/>
                <a:gd name="connsiteY68" fmla="*/ 695325 h 1890712"/>
                <a:gd name="connsiteX69" fmla="*/ 942975 w 2543175"/>
                <a:gd name="connsiteY69" fmla="*/ 700087 h 1890712"/>
                <a:gd name="connsiteX70" fmla="*/ 964407 w 2543175"/>
                <a:gd name="connsiteY70" fmla="*/ 716756 h 1890712"/>
                <a:gd name="connsiteX71" fmla="*/ 971550 w 2543175"/>
                <a:gd name="connsiteY71" fmla="*/ 723900 h 1890712"/>
                <a:gd name="connsiteX72" fmla="*/ 983457 w 2543175"/>
                <a:gd name="connsiteY72" fmla="*/ 733425 h 1890712"/>
                <a:gd name="connsiteX73" fmla="*/ 990600 w 2543175"/>
                <a:gd name="connsiteY73" fmla="*/ 738187 h 1890712"/>
                <a:gd name="connsiteX74" fmla="*/ 1007269 w 2543175"/>
                <a:gd name="connsiteY74" fmla="*/ 752475 h 1890712"/>
                <a:gd name="connsiteX75" fmla="*/ 1031082 w 2543175"/>
                <a:gd name="connsiteY75" fmla="*/ 766762 h 1890712"/>
                <a:gd name="connsiteX76" fmla="*/ 1042988 w 2543175"/>
                <a:gd name="connsiteY76" fmla="*/ 773906 h 1890712"/>
                <a:gd name="connsiteX77" fmla="*/ 1071563 w 2543175"/>
                <a:gd name="connsiteY77" fmla="*/ 785812 h 1890712"/>
                <a:gd name="connsiteX78" fmla="*/ 1097757 w 2543175"/>
                <a:gd name="connsiteY78" fmla="*/ 807244 h 1890712"/>
                <a:gd name="connsiteX79" fmla="*/ 1104900 w 2543175"/>
                <a:gd name="connsiteY79" fmla="*/ 814387 h 1890712"/>
                <a:gd name="connsiteX80" fmla="*/ 1121569 w 2543175"/>
                <a:gd name="connsiteY80" fmla="*/ 823912 h 1890712"/>
                <a:gd name="connsiteX81" fmla="*/ 1138238 w 2543175"/>
                <a:gd name="connsiteY81" fmla="*/ 835819 h 1890712"/>
                <a:gd name="connsiteX82" fmla="*/ 1147763 w 2543175"/>
                <a:gd name="connsiteY82" fmla="*/ 842962 h 1890712"/>
                <a:gd name="connsiteX83" fmla="*/ 1157288 w 2543175"/>
                <a:gd name="connsiteY83" fmla="*/ 847725 h 1890712"/>
                <a:gd name="connsiteX84" fmla="*/ 1178719 w 2543175"/>
                <a:gd name="connsiteY84" fmla="*/ 859631 h 1890712"/>
                <a:gd name="connsiteX85" fmla="*/ 1188244 w 2543175"/>
                <a:gd name="connsiteY85" fmla="*/ 866775 h 1890712"/>
                <a:gd name="connsiteX86" fmla="*/ 1195388 w 2543175"/>
                <a:gd name="connsiteY86" fmla="*/ 871537 h 1890712"/>
                <a:gd name="connsiteX87" fmla="*/ 1212057 w 2543175"/>
                <a:gd name="connsiteY87" fmla="*/ 883444 h 1890712"/>
                <a:gd name="connsiteX88" fmla="*/ 1226344 w 2543175"/>
                <a:gd name="connsiteY88" fmla="*/ 895350 h 1890712"/>
                <a:gd name="connsiteX89" fmla="*/ 1245394 w 2543175"/>
                <a:gd name="connsiteY89" fmla="*/ 907256 h 1890712"/>
                <a:gd name="connsiteX90" fmla="*/ 1254919 w 2543175"/>
                <a:gd name="connsiteY90" fmla="*/ 914400 h 1890712"/>
                <a:gd name="connsiteX91" fmla="*/ 1269207 w 2543175"/>
                <a:gd name="connsiteY91" fmla="*/ 921544 h 1890712"/>
                <a:gd name="connsiteX92" fmla="*/ 1290638 w 2543175"/>
                <a:gd name="connsiteY92" fmla="*/ 935831 h 1890712"/>
                <a:gd name="connsiteX93" fmla="*/ 1307307 w 2543175"/>
                <a:gd name="connsiteY93" fmla="*/ 952500 h 1890712"/>
                <a:gd name="connsiteX94" fmla="*/ 1333500 w 2543175"/>
                <a:gd name="connsiteY94" fmla="*/ 971550 h 1890712"/>
                <a:gd name="connsiteX95" fmla="*/ 1359694 w 2543175"/>
                <a:gd name="connsiteY95" fmla="*/ 990600 h 1890712"/>
                <a:gd name="connsiteX96" fmla="*/ 1373982 w 2543175"/>
                <a:gd name="connsiteY96" fmla="*/ 997744 h 1890712"/>
                <a:gd name="connsiteX97" fmla="*/ 1388269 w 2543175"/>
                <a:gd name="connsiteY97" fmla="*/ 1007269 h 1890712"/>
                <a:gd name="connsiteX98" fmla="*/ 1435894 w 2543175"/>
                <a:gd name="connsiteY98" fmla="*/ 1054894 h 1890712"/>
                <a:gd name="connsiteX99" fmla="*/ 1471613 w 2543175"/>
                <a:gd name="connsiteY99" fmla="*/ 1059656 h 1890712"/>
                <a:gd name="connsiteX100" fmla="*/ 1495425 w 2543175"/>
                <a:gd name="connsiteY100" fmla="*/ 1088231 h 1890712"/>
                <a:gd name="connsiteX101" fmla="*/ 1547812 w 2543175"/>
                <a:gd name="connsiteY101" fmla="*/ 1133475 h 1890712"/>
                <a:gd name="connsiteX102" fmla="*/ 1597819 w 2543175"/>
                <a:gd name="connsiteY102" fmla="*/ 1154906 h 1890712"/>
                <a:gd name="connsiteX103" fmla="*/ 1604963 w 2543175"/>
                <a:gd name="connsiteY103" fmla="*/ 1162050 h 1890712"/>
                <a:gd name="connsiteX104" fmla="*/ 1612107 w 2543175"/>
                <a:gd name="connsiteY104" fmla="*/ 1166812 h 1890712"/>
                <a:gd name="connsiteX105" fmla="*/ 1628775 w 2543175"/>
                <a:gd name="connsiteY105" fmla="*/ 1183481 h 1890712"/>
                <a:gd name="connsiteX106" fmla="*/ 1662113 w 2543175"/>
                <a:gd name="connsiteY106" fmla="*/ 1209675 h 1890712"/>
                <a:gd name="connsiteX107" fmla="*/ 1678782 w 2543175"/>
                <a:gd name="connsiteY107" fmla="*/ 1226344 h 1890712"/>
                <a:gd name="connsiteX108" fmla="*/ 1700213 w 2543175"/>
                <a:gd name="connsiteY108" fmla="*/ 1247775 h 1890712"/>
                <a:gd name="connsiteX109" fmla="*/ 1712119 w 2543175"/>
                <a:gd name="connsiteY109" fmla="*/ 1259681 h 1890712"/>
                <a:gd name="connsiteX110" fmla="*/ 1733550 w 2543175"/>
                <a:gd name="connsiteY110" fmla="*/ 1273969 h 1890712"/>
                <a:gd name="connsiteX111" fmla="*/ 1743075 w 2543175"/>
                <a:gd name="connsiteY111" fmla="*/ 1283494 h 1890712"/>
                <a:gd name="connsiteX112" fmla="*/ 1754982 w 2543175"/>
                <a:gd name="connsiteY112" fmla="*/ 1290637 h 1890712"/>
                <a:gd name="connsiteX113" fmla="*/ 1766888 w 2543175"/>
                <a:gd name="connsiteY113" fmla="*/ 1300162 h 1890712"/>
                <a:gd name="connsiteX114" fmla="*/ 1783557 w 2543175"/>
                <a:gd name="connsiteY114" fmla="*/ 1307306 h 1890712"/>
                <a:gd name="connsiteX115" fmla="*/ 1790700 w 2543175"/>
                <a:gd name="connsiteY115" fmla="*/ 1312069 h 1890712"/>
                <a:gd name="connsiteX116" fmla="*/ 1800225 w 2543175"/>
                <a:gd name="connsiteY116" fmla="*/ 1319212 h 1890712"/>
                <a:gd name="connsiteX117" fmla="*/ 1807369 w 2543175"/>
                <a:gd name="connsiteY117" fmla="*/ 1321594 h 1890712"/>
                <a:gd name="connsiteX118" fmla="*/ 1824038 w 2543175"/>
                <a:gd name="connsiteY118" fmla="*/ 1333500 h 1890712"/>
                <a:gd name="connsiteX119" fmla="*/ 1843088 w 2543175"/>
                <a:gd name="connsiteY119" fmla="*/ 1352550 h 1890712"/>
                <a:gd name="connsiteX120" fmla="*/ 1852613 w 2543175"/>
                <a:gd name="connsiteY120" fmla="*/ 1359694 h 1890712"/>
                <a:gd name="connsiteX121" fmla="*/ 1859757 w 2543175"/>
                <a:gd name="connsiteY121" fmla="*/ 1366837 h 1890712"/>
                <a:gd name="connsiteX122" fmla="*/ 1869282 w 2543175"/>
                <a:gd name="connsiteY122" fmla="*/ 1371600 h 1890712"/>
                <a:gd name="connsiteX123" fmla="*/ 1883569 w 2543175"/>
                <a:gd name="connsiteY123" fmla="*/ 1388269 h 1890712"/>
                <a:gd name="connsiteX124" fmla="*/ 1893094 w 2543175"/>
                <a:gd name="connsiteY124" fmla="*/ 1395412 h 1890712"/>
                <a:gd name="connsiteX125" fmla="*/ 1902619 w 2543175"/>
                <a:gd name="connsiteY125" fmla="*/ 1404937 h 1890712"/>
                <a:gd name="connsiteX126" fmla="*/ 1912144 w 2543175"/>
                <a:gd name="connsiteY126" fmla="*/ 1409700 h 1890712"/>
                <a:gd name="connsiteX127" fmla="*/ 1931194 w 2543175"/>
                <a:gd name="connsiteY127" fmla="*/ 1421606 h 1890712"/>
                <a:gd name="connsiteX128" fmla="*/ 1935957 w 2543175"/>
                <a:gd name="connsiteY128" fmla="*/ 1428750 h 1890712"/>
                <a:gd name="connsiteX129" fmla="*/ 1952625 w 2543175"/>
                <a:gd name="connsiteY129" fmla="*/ 1438275 h 1890712"/>
                <a:gd name="connsiteX130" fmla="*/ 1971675 w 2543175"/>
                <a:gd name="connsiteY130" fmla="*/ 1450181 h 1890712"/>
                <a:gd name="connsiteX131" fmla="*/ 1981200 w 2543175"/>
                <a:gd name="connsiteY131" fmla="*/ 1454944 h 1890712"/>
                <a:gd name="connsiteX132" fmla="*/ 1997869 w 2543175"/>
                <a:gd name="connsiteY132" fmla="*/ 1471612 h 1890712"/>
                <a:gd name="connsiteX133" fmla="*/ 2007394 w 2543175"/>
                <a:gd name="connsiteY133" fmla="*/ 1478756 h 1890712"/>
                <a:gd name="connsiteX134" fmla="*/ 2016919 w 2543175"/>
                <a:gd name="connsiteY134" fmla="*/ 1483519 h 1890712"/>
                <a:gd name="connsiteX135" fmla="*/ 2024063 w 2543175"/>
                <a:gd name="connsiteY135" fmla="*/ 1490662 h 1890712"/>
                <a:gd name="connsiteX136" fmla="*/ 2033588 w 2543175"/>
                <a:gd name="connsiteY136" fmla="*/ 1495425 h 1890712"/>
                <a:gd name="connsiteX137" fmla="*/ 2040732 w 2543175"/>
                <a:gd name="connsiteY137" fmla="*/ 1502569 h 1890712"/>
                <a:gd name="connsiteX138" fmla="*/ 2047875 w 2543175"/>
                <a:gd name="connsiteY138" fmla="*/ 1507331 h 1890712"/>
                <a:gd name="connsiteX139" fmla="*/ 2057400 w 2543175"/>
                <a:gd name="connsiteY139" fmla="*/ 1514475 h 1890712"/>
                <a:gd name="connsiteX140" fmla="*/ 2064544 w 2543175"/>
                <a:gd name="connsiteY140" fmla="*/ 1519237 h 1890712"/>
                <a:gd name="connsiteX141" fmla="*/ 2071688 w 2543175"/>
                <a:gd name="connsiteY141" fmla="*/ 1526381 h 1890712"/>
                <a:gd name="connsiteX142" fmla="*/ 2081213 w 2543175"/>
                <a:gd name="connsiteY142" fmla="*/ 1531144 h 1890712"/>
                <a:gd name="connsiteX143" fmla="*/ 2090738 w 2543175"/>
                <a:gd name="connsiteY143" fmla="*/ 1538287 h 1890712"/>
                <a:gd name="connsiteX144" fmla="*/ 2109788 w 2543175"/>
                <a:gd name="connsiteY144" fmla="*/ 1547812 h 1890712"/>
                <a:gd name="connsiteX145" fmla="*/ 2131219 w 2543175"/>
                <a:gd name="connsiteY145" fmla="*/ 1562100 h 1890712"/>
                <a:gd name="connsiteX146" fmla="*/ 2140744 w 2543175"/>
                <a:gd name="connsiteY146" fmla="*/ 1566862 h 1890712"/>
                <a:gd name="connsiteX147" fmla="*/ 2152650 w 2543175"/>
                <a:gd name="connsiteY147" fmla="*/ 1576387 h 1890712"/>
                <a:gd name="connsiteX148" fmla="*/ 2181225 w 2543175"/>
                <a:gd name="connsiteY148" fmla="*/ 1590675 h 1890712"/>
                <a:gd name="connsiteX149" fmla="*/ 2200275 w 2543175"/>
                <a:gd name="connsiteY149" fmla="*/ 1607344 h 1890712"/>
                <a:gd name="connsiteX150" fmla="*/ 2207419 w 2543175"/>
                <a:gd name="connsiteY150" fmla="*/ 1612106 h 1890712"/>
                <a:gd name="connsiteX151" fmla="*/ 2216944 w 2543175"/>
                <a:gd name="connsiteY151" fmla="*/ 1619250 h 1890712"/>
                <a:gd name="connsiteX152" fmla="*/ 2224088 w 2543175"/>
                <a:gd name="connsiteY152" fmla="*/ 1624012 h 1890712"/>
                <a:gd name="connsiteX153" fmla="*/ 2247900 w 2543175"/>
                <a:gd name="connsiteY153" fmla="*/ 1643062 h 1890712"/>
                <a:gd name="connsiteX154" fmla="*/ 2255044 w 2543175"/>
                <a:gd name="connsiteY154" fmla="*/ 1650206 h 1890712"/>
                <a:gd name="connsiteX155" fmla="*/ 2281238 w 2543175"/>
                <a:gd name="connsiteY155" fmla="*/ 1664494 h 1890712"/>
                <a:gd name="connsiteX156" fmla="*/ 2297907 w 2543175"/>
                <a:gd name="connsiteY156" fmla="*/ 1674019 h 1890712"/>
                <a:gd name="connsiteX157" fmla="*/ 2312194 w 2543175"/>
                <a:gd name="connsiteY157" fmla="*/ 1685925 h 1890712"/>
                <a:gd name="connsiteX158" fmla="*/ 2328863 w 2543175"/>
                <a:gd name="connsiteY158" fmla="*/ 1697831 h 1890712"/>
                <a:gd name="connsiteX159" fmla="*/ 2350294 w 2543175"/>
                <a:gd name="connsiteY159" fmla="*/ 1712119 h 1890712"/>
                <a:gd name="connsiteX160" fmla="*/ 2369344 w 2543175"/>
                <a:gd name="connsiteY160" fmla="*/ 1724025 h 1890712"/>
                <a:gd name="connsiteX161" fmla="*/ 2428876 w 2543175"/>
                <a:gd name="connsiteY161" fmla="*/ 1785938 h 1890712"/>
                <a:gd name="connsiteX162" fmla="*/ 2466975 w 2543175"/>
                <a:gd name="connsiteY162" fmla="*/ 1783556 h 1890712"/>
                <a:gd name="connsiteX163" fmla="*/ 2481263 w 2543175"/>
                <a:gd name="connsiteY163" fmla="*/ 1795462 h 1890712"/>
                <a:gd name="connsiteX164" fmla="*/ 2486025 w 2543175"/>
                <a:gd name="connsiteY164" fmla="*/ 1802606 h 1890712"/>
                <a:gd name="connsiteX165" fmla="*/ 2514600 w 2543175"/>
                <a:gd name="connsiteY165" fmla="*/ 1850231 h 1890712"/>
                <a:gd name="connsiteX166" fmla="*/ 2519363 w 2543175"/>
                <a:gd name="connsiteY166" fmla="*/ 1857375 h 1890712"/>
                <a:gd name="connsiteX167" fmla="*/ 2540794 w 2543175"/>
                <a:gd name="connsiteY167" fmla="*/ 1883569 h 1890712"/>
                <a:gd name="connsiteX168" fmla="*/ 2543175 w 2543175"/>
                <a:gd name="connsiteY168" fmla="*/ 1890712 h 1890712"/>
                <a:gd name="connsiteX0" fmla="*/ 0 w 2543175"/>
                <a:gd name="connsiteY0" fmla="*/ 0 h 1890712"/>
                <a:gd name="connsiteX1" fmla="*/ 11907 w 2543175"/>
                <a:gd name="connsiteY1" fmla="*/ 11906 h 1890712"/>
                <a:gd name="connsiteX2" fmla="*/ 21432 w 2543175"/>
                <a:gd name="connsiteY2" fmla="*/ 16669 h 1890712"/>
                <a:gd name="connsiteX3" fmla="*/ 23813 w 2543175"/>
                <a:gd name="connsiteY3" fmla="*/ 23812 h 1890712"/>
                <a:gd name="connsiteX4" fmla="*/ 33338 w 2543175"/>
                <a:gd name="connsiteY4" fmla="*/ 33337 h 1890712"/>
                <a:gd name="connsiteX5" fmla="*/ 40482 w 2543175"/>
                <a:gd name="connsiteY5" fmla="*/ 42862 h 1890712"/>
                <a:gd name="connsiteX6" fmla="*/ 47625 w 2543175"/>
                <a:gd name="connsiteY6" fmla="*/ 47625 h 1890712"/>
                <a:gd name="connsiteX7" fmla="*/ 57150 w 2543175"/>
                <a:gd name="connsiteY7" fmla="*/ 54769 h 1890712"/>
                <a:gd name="connsiteX8" fmla="*/ 64294 w 2543175"/>
                <a:gd name="connsiteY8" fmla="*/ 59531 h 1890712"/>
                <a:gd name="connsiteX9" fmla="*/ 83344 w 2543175"/>
                <a:gd name="connsiteY9" fmla="*/ 73819 h 1890712"/>
                <a:gd name="connsiteX10" fmla="*/ 97632 w 2543175"/>
                <a:gd name="connsiteY10" fmla="*/ 80962 h 1890712"/>
                <a:gd name="connsiteX11" fmla="*/ 104775 w 2543175"/>
                <a:gd name="connsiteY11" fmla="*/ 85725 h 1890712"/>
                <a:gd name="connsiteX12" fmla="*/ 114300 w 2543175"/>
                <a:gd name="connsiteY12" fmla="*/ 95250 h 1890712"/>
                <a:gd name="connsiteX13" fmla="*/ 123825 w 2543175"/>
                <a:gd name="connsiteY13" fmla="*/ 97631 h 1890712"/>
                <a:gd name="connsiteX14" fmla="*/ 130969 w 2543175"/>
                <a:gd name="connsiteY14" fmla="*/ 104775 h 1890712"/>
                <a:gd name="connsiteX15" fmla="*/ 140494 w 2543175"/>
                <a:gd name="connsiteY15" fmla="*/ 111919 h 1890712"/>
                <a:gd name="connsiteX16" fmla="*/ 147638 w 2543175"/>
                <a:gd name="connsiteY16" fmla="*/ 116681 h 1890712"/>
                <a:gd name="connsiteX17" fmla="*/ 164307 w 2543175"/>
                <a:gd name="connsiteY17" fmla="*/ 128587 h 1890712"/>
                <a:gd name="connsiteX18" fmla="*/ 180975 w 2543175"/>
                <a:gd name="connsiteY18" fmla="*/ 140494 h 1890712"/>
                <a:gd name="connsiteX19" fmla="*/ 197644 w 2543175"/>
                <a:gd name="connsiteY19" fmla="*/ 152400 h 1890712"/>
                <a:gd name="connsiteX20" fmla="*/ 204788 w 2543175"/>
                <a:gd name="connsiteY20" fmla="*/ 157162 h 1890712"/>
                <a:gd name="connsiteX21" fmla="*/ 214313 w 2543175"/>
                <a:gd name="connsiteY21" fmla="*/ 164306 h 1890712"/>
                <a:gd name="connsiteX22" fmla="*/ 230982 w 2543175"/>
                <a:gd name="connsiteY22" fmla="*/ 180975 h 1890712"/>
                <a:gd name="connsiteX23" fmla="*/ 247650 w 2543175"/>
                <a:gd name="connsiteY23" fmla="*/ 185737 h 1890712"/>
                <a:gd name="connsiteX24" fmla="*/ 300038 w 2543175"/>
                <a:gd name="connsiteY24" fmla="*/ 219075 h 1890712"/>
                <a:gd name="connsiteX25" fmla="*/ 342900 w 2543175"/>
                <a:gd name="connsiteY25" fmla="*/ 254794 h 1890712"/>
                <a:gd name="connsiteX26" fmla="*/ 366713 w 2543175"/>
                <a:gd name="connsiteY26" fmla="*/ 264319 h 1890712"/>
                <a:gd name="connsiteX27" fmla="*/ 371475 w 2543175"/>
                <a:gd name="connsiteY27" fmla="*/ 271462 h 1890712"/>
                <a:gd name="connsiteX28" fmla="*/ 385763 w 2543175"/>
                <a:gd name="connsiteY28" fmla="*/ 283369 h 1890712"/>
                <a:gd name="connsiteX29" fmla="*/ 404813 w 2543175"/>
                <a:gd name="connsiteY29" fmla="*/ 295275 h 1890712"/>
                <a:gd name="connsiteX30" fmla="*/ 411957 w 2543175"/>
                <a:gd name="connsiteY30" fmla="*/ 297656 h 1890712"/>
                <a:gd name="connsiteX31" fmla="*/ 466725 w 2543175"/>
                <a:gd name="connsiteY31" fmla="*/ 328612 h 1890712"/>
                <a:gd name="connsiteX32" fmla="*/ 476250 w 2543175"/>
                <a:gd name="connsiteY32" fmla="*/ 335756 h 1890712"/>
                <a:gd name="connsiteX33" fmla="*/ 481013 w 2543175"/>
                <a:gd name="connsiteY33" fmla="*/ 342900 h 1890712"/>
                <a:gd name="connsiteX34" fmla="*/ 490538 w 2543175"/>
                <a:gd name="connsiteY34" fmla="*/ 352425 h 1890712"/>
                <a:gd name="connsiteX35" fmla="*/ 495300 w 2543175"/>
                <a:gd name="connsiteY35" fmla="*/ 359569 h 1890712"/>
                <a:gd name="connsiteX36" fmla="*/ 509588 w 2543175"/>
                <a:gd name="connsiteY36" fmla="*/ 376237 h 1890712"/>
                <a:gd name="connsiteX37" fmla="*/ 514350 w 2543175"/>
                <a:gd name="connsiteY37" fmla="*/ 383381 h 1890712"/>
                <a:gd name="connsiteX38" fmla="*/ 531019 w 2543175"/>
                <a:gd name="connsiteY38" fmla="*/ 397669 h 1890712"/>
                <a:gd name="connsiteX39" fmla="*/ 538163 w 2543175"/>
                <a:gd name="connsiteY39" fmla="*/ 407194 h 1890712"/>
                <a:gd name="connsiteX40" fmla="*/ 554832 w 2543175"/>
                <a:gd name="connsiteY40" fmla="*/ 421481 h 1890712"/>
                <a:gd name="connsiteX41" fmla="*/ 564357 w 2543175"/>
                <a:gd name="connsiteY41" fmla="*/ 431006 h 1890712"/>
                <a:gd name="connsiteX42" fmla="*/ 573882 w 2543175"/>
                <a:gd name="connsiteY42" fmla="*/ 438150 h 1890712"/>
                <a:gd name="connsiteX43" fmla="*/ 595313 w 2543175"/>
                <a:gd name="connsiteY43" fmla="*/ 454819 h 1890712"/>
                <a:gd name="connsiteX44" fmla="*/ 602457 w 2543175"/>
                <a:gd name="connsiteY44" fmla="*/ 457200 h 1890712"/>
                <a:gd name="connsiteX45" fmla="*/ 628650 w 2543175"/>
                <a:gd name="connsiteY45" fmla="*/ 469106 h 1890712"/>
                <a:gd name="connsiteX46" fmla="*/ 645319 w 2543175"/>
                <a:gd name="connsiteY46" fmla="*/ 483394 h 1890712"/>
                <a:gd name="connsiteX47" fmla="*/ 654844 w 2543175"/>
                <a:gd name="connsiteY47" fmla="*/ 488156 h 1890712"/>
                <a:gd name="connsiteX48" fmla="*/ 661988 w 2543175"/>
                <a:gd name="connsiteY48" fmla="*/ 497681 h 1890712"/>
                <a:gd name="connsiteX49" fmla="*/ 683419 w 2543175"/>
                <a:gd name="connsiteY49" fmla="*/ 514350 h 1890712"/>
                <a:gd name="connsiteX50" fmla="*/ 700088 w 2543175"/>
                <a:gd name="connsiteY50" fmla="*/ 526256 h 1890712"/>
                <a:gd name="connsiteX51" fmla="*/ 709613 w 2543175"/>
                <a:gd name="connsiteY51" fmla="*/ 535781 h 1890712"/>
                <a:gd name="connsiteX52" fmla="*/ 719138 w 2543175"/>
                <a:gd name="connsiteY52" fmla="*/ 542925 h 1890712"/>
                <a:gd name="connsiteX53" fmla="*/ 733425 w 2543175"/>
                <a:gd name="connsiteY53" fmla="*/ 557212 h 1890712"/>
                <a:gd name="connsiteX54" fmla="*/ 750094 w 2543175"/>
                <a:gd name="connsiteY54" fmla="*/ 569119 h 1890712"/>
                <a:gd name="connsiteX55" fmla="*/ 769144 w 2543175"/>
                <a:gd name="connsiteY55" fmla="*/ 581025 h 1890712"/>
                <a:gd name="connsiteX56" fmla="*/ 785813 w 2543175"/>
                <a:gd name="connsiteY56" fmla="*/ 590550 h 1890712"/>
                <a:gd name="connsiteX57" fmla="*/ 792957 w 2543175"/>
                <a:gd name="connsiteY57" fmla="*/ 600075 h 1890712"/>
                <a:gd name="connsiteX58" fmla="*/ 809625 w 2543175"/>
                <a:gd name="connsiteY58" fmla="*/ 611981 h 1890712"/>
                <a:gd name="connsiteX59" fmla="*/ 816769 w 2543175"/>
                <a:gd name="connsiteY59" fmla="*/ 619125 h 1890712"/>
                <a:gd name="connsiteX60" fmla="*/ 826294 w 2543175"/>
                <a:gd name="connsiteY60" fmla="*/ 626269 h 1890712"/>
                <a:gd name="connsiteX61" fmla="*/ 840582 w 2543175"/>
                <a:gd name="connsiteY61" fmla="*/ 638175 h 1890712"/>
                <a:gd name="connsiteX62" fmla="*/ 847725 w 2543175"/>
                <a:gd name="connsiteY62" fmla="*/ 645319 h 1890712"/>
                <a:gd name="connsiteX63" fmla="*/ 857250 w 2543175"/>
                <a:gd name="connsiteY63" fmla="*/ 652462 h 1890712"/>
                <a:gd name="connsiteX64" fmla="*/ 864394 w 2543175"/>
                <a:gd name="connsiteY64" fmla="*/ 657225 h 1890712"/>
                <a:gd name="connsiteX65" fmla="*/ 888207 w 2543175"/>
                <a:gd name="connsiteY65" fmla="*/ 676275 h 1890712"/>
                <a:gd name="connsiteX66" fmla="*/ 895350 w 2543175"/>
                <a:gd name="connsiteY66" fmla="*/ 681037 h 1890712"/>
                <a:gd name="connsiteX67" fmla="*/ 907257 w 2543175"/>
                <a:gd name="connsiteY67" fmla="*/ 683419 h 1890712"/>
                <a:gd name="connsiteX68" fmla="*/ 928688 w 2543175"/>
                <a:gd name="connsiteY68" fmla="*/ 695325 h 1890712"/>
                <a:gd name="connsiteX69" fmla="*/ 942975 w 2543175"/>
                <a:gd name="connsiteY69" fmla="*/ 700087 h 1890712"/>
                <a:gd name="connsiteX70" fmla="*/ 964407 w 2543175"/>
                <a:gd name="connsiteY70" fmla="*/ 716756 h 1890712"/>
                <a:gd name="connsiteX71" fmla="*/ 971550 w 2543175"/>
                <a:gd name="connsiteY71" fmla="*/ 723900 h 1890712"/>
                <a:gd name="connsiteX72" fmla="*/ 983457 w 2543175"/>
                <a:gd name="connsiteY72" fmla="*/ 733425 h 1890712"/>
                <a:gd name="connsiteX73" fmla="*/ 990600 w 2543175"/>
                <a:gd name="connsiteY73" fmla="*/ 738187 h 1890712"/>
                <a:gd name="connsiteX74" fmla="*/ 1007269 w 2543175"/>
                <a:gd name="connsiteY74" fmla="*/ 752475 h 1890712"/>
                <a:gd name="connsiteX75" fmla="*/ 1031082 w 2543175"/>
                <a:gd name="connsiteY75" fmla="*/ 766762 h 1890712"/>
                <a:gd name="connsiteX76" fmla="*/ 1042988 w 2543175"/>
                <a:gd name="connsiteY76" fmla="*/ 773906 h 1890712"/>
                <a:gd name="connsiteX77" fmla="*/ 1071563 w 2543175"/>
                <a:gd name="connsiteY77" fmla="*/ 785812 h 1890712"/>
                <a:gd name="connsiteX78" fmla="*/ 1097757 w 2543175"/>
                <a:gd name="connsiteY78" fmla="*/ 807244 h 1890712"/>
                <a:gd name="connsiteX79" fmla="*/ 1104900 w 2543175"/>
                <a:gd name="connsiteY79" fmla="*/ 814387 h 1890712"/>
                <a:gd name="connsiteX80" fmla="*/ 1121569 w 2543175"/>
                <a:gd name="connsiteY80" fmla="*/ 823912 h 1890712"/>
                <a:gd name="connsiteX81" fmla="*/ 1138238 w 2543175"/>
                <a:gd name="connsiteY81" fmla="*/ 835819 h 1890712"/>
                <a:gd name="connsiteX82" fmla="*/ 1147763 w 2543175"/>
                <a:gd name="connsiteY82" fmla="*/ 842962 h 1890712"/>
                <a:gd name="connsiteX83" fmla="*/ 1157288 w 2543175"/>
                <a:gd name="connsiteY83" fmla="*/ 847725 h 1890712"/>
                <a:gd name="connsiteX84" fmla="*/ 1178719 w 2543175"/>
                <a:gd name="connsiteY84" fmla="*/ 859631 h 1890712"/>
                <a:gd name="connsiteX85" fmla="*/ 1188244 w 2543175"/>
                <a:gd name="connsiteY85" fmla="*/ 866775 h 1890712"/>
                <a:gd name="connsiteX86" fmla="*/ 1195388 w 2543175"/>
                <a:gd name="connsiteY86" fmla="*/ 871537 h 1890712"/>
                <a:gd name="connsiteX87" fmla="*/ 1212057 w 2543175"/>
                <a:gd name="connsiteY87" fmla="*/ 883444 h 1890712"/>
                <a:gd name="connsiteX88" fmla="*/ 1226344 w 2543175"/>
                <a:gd name="connsiteY88" fmla="*/ 895350 h 1890712"/>
                <a:gd name="connsiteX89" fmla="*/ 1245394 w 2543175"/>
                <a:gd name="connsiteY89" fmla="*/ 907256 h 1890712"/>
                <a:gd name="connsiteX90" fmla="*/ 1254919 w 2543175"/>
                <a:gd name="connsiteY90" fmla="*/ 914400 h 1890712"/>
                <a:gd name="connsiteX91" fmla="*/ 1269207 w 2543175"/>
                <a:gd name="connsiteY91" fmla="*/ 921544 h 1890712"/>
                <a:gd name="connsiteX92" fmla="*/ 1290638 w 2543175"/>
                <a:gd name="connsiteY92" fmla="*/ 935831 h 1890712"/>
                <a:gd name="connsiteX93" fmla="*/ 1307307 w 2543175"/>
                <a:gd name="connsiteY93" fmla="*/ 952500 h 1890712"/>
                <a:gd name="connsiteX94" fmla="*/ 1333500 w 2543175"/>
                <a:gd name="connsiteY94" fmla="*/ 971550 h 1890712"/>
                <a:gd name="connsiteX95" fmla="*/ 1359694 w 2543175"/>
                <a:gd name="connsiteY95" fmla="*/ 990600 h 1890712"/>
                <a:gd name="connsiteX96" fmla="*/ 1373982 w 2543175"/>
                <a:gd name="connsiteY96" fmla="*/ 997744 h 1890712"/>
                <a:gd name="connsiteX97" fmla="*/ 1435894 w 2543175"/>
                <a:gd name="connsiteY97" fmla="*/ 1054894 h 1890712"/>
                <a:gd name="connsiteX98" fmla="*/ 1471613 w 2543175"/>
                <a:gd name="connsiteY98" fmla="*/ 1059656 h 1890712"/>
                <a:gd name="connsiteX99" fmla="*/ 1495425 w 2543175"/>
                <a:gd name="connsiteY99" fmla="*/ 1088231 h 1890712"/>
                <a:gd name="connsiteX100" fmla="*/ 1547812 w 2543175"/>
                <a:gd name="connsiteY100" fmla="*/ 1133475 h 1890712"/>
                <a:gd name="connsiteX101" fmla="*/ 1597819 w 2543175"/>
                <a:gd name="connsiteY101" fmla="*/ 1154906 h 1890712"/>
                <a:gd name="connsiteX102" fmla="*/ 1604963 w 2543175"/>
                <a:gd name="connsiteY102" fmla="*/ 1162050 h 1890712"/>
                <a:gd name="connsiteX103" fmla="*/ 1612107 w 2543175"/>
                <a:gd name="connsiteY103" fmla="*/ 1166812 h 1890712"/>
                <a:gd name="connsiteX104" fmla="*/ 1628775 w 2543175"/>
                <a:gd name="connsiteY104" fmla="*/ 1183481 h 1890712"/>
                <a:gd name="connsiteX105" fmla="*/ 1662113 w 2543175"/>
                <a:gd name="connsiteY105" fmla="*/ 1209675 h 1890712"/>
                <a:gd name="connsiteX106" fmla="*/ 1678782 w 2543175"/>
                <a:gd name="connsiteY106" fmla="*/ 1226344 h 1890712"/>
                <a:gd name="connsiteX107" fmla="*/ 1700213 w 2543175"/>
                <a:gd name="connsiteY107" fmla="*/ 1247775 h 1890712"/>
                <a:gd name="connsiteX108" fmla="*/ 1712119 w 2543175"/>
                <a:gd name="connsiteY108" fmla="*/ 1259681 h 1890712"/>
                <a:gd name="connsiteX109" fmla="*/ 1733550 w 2543175"/>
                <a:gd name="connsiteY109" fmla="*/ 1273969 h 1890712"/>
                <a:gd name="connsiteX110" fmla="*/ 1743075 w 2543175"/>
                <a:gd name="connsiteY110" fmla="*/ 1283494 h 1890712"/>
                <a:gd name="connsiteX111" fmla="*/ 1754982 w 2543175"/>
                <a:gd name="connsiteY111" fmla="*/ 1290637 h 1890712"/>
                <a:gd name="connsiteX112" fmla="*/ 1766888 w 2543175"/>
                <a:gd name="connsiteY112" fmla="*/ 1300162 h 1890712"/>
                <a:gd name="connsiteX113" fmla="*/ 1783557 w 2543175"/>
                <a:gd name="connsiteY113" fmla="*/ 1307306 h 1890712"/>
                <a:gd name="connsiteX114" fmla="*/ 1790700 w 2543175"/>
                <a:gd name="connsiteY114" fmla="*/ 1312069 h 1890712"/>
                <a:gd name="connsiteX115" fmla="*/ 1800225 w 2543175"/>
                <a:gd name="connsiteY115" fmla="*/ 1319212 h 1890712"/>
                <a:gd name="connsiteX116" fmla="*/ 1807369 w 2543175"/>
                <a:gd name="connsiteY116" fmla="*/ 1321594 h 1890712"/>
                <a:gd name="connsiteX117" fmla="*/ 1824038 w 2543175"/>
                <a:gd name="connsiteY117" fmla="*/ 1333500 h 1890712"/>
                <a:gd name="connsiteX118" fmla="*/ 1843088 w 2543175"/>
                <a:gd name="connsiteY118" fmla="*/ 1352550 h 1890712"/>
                <a:gd name="connsiteX119" fmla="*/ 1852613 w 2543175"/>
                <a:gd name="connsiteY119" fmla="*/ 1359694 h 1890712"/>
                <a:gd name="connsiteX120" fmla="*/ 1859757 w 2543175"/>
                <a:gd name="connsiteY120" fmla="*/ 1366837 h 1890712"/>
                <a:gd name="connsiteX121" fmla="*/ 1869282 w 2543175"/>
                <a:gd name="connsiteY121" fmla="*/ 1371600 h 1890712"/>
                <a:gd name="connsiteX122" fmla="*/ 1883569 w 2543175"/>
                <a:gd name="connsiteY122" fmla="*/ 1388269 h 1890712"/>
                <a:gd name="connsiteX123" fmla="*/ 1893094 w 2543175"/>
                <a:gd name="connsiteY123" fmla="*/ 1395412 h 1890712"/>
                <a:gd name="connsiteX124" fmla="*/ 1902619 w 2543175"/>
                <a:gd name="connsiteY124" fmla="*/ 1404937 h 1890712"/>
                <a:gd name="connsiteX125" fmla="*/ 1912144 w 2543175"/>
                <a:gd name="connsiteY125" fmla="*/ 1409700 h 1890712"/>
                <a:gd name="connsiteX126" fmla="*/ 1931194 w 2543175"/>
                <a:gd name="connsiteY126" fmla="*/ 1421606 h 1890712"/>
                <a:gd name="connsiteX127" fmla="*/ 1935957 w 2543175"/>
                <a:gd name="connsiteY127" fmla="*/ 1428750 h 1890712"/>
                <a:gd name="connsiteX128" fmla="*/ 1952625 w 2543175"/>
                <a:gd name="connsiteY128" fmla="*/ 1438275 h 1890712"/>
                <a:gd name="connsiteX129" fmla="*/ 1971675 w 2543175"/>
                <a:gd name="connsiteY129" fmla="*/ 1450181 h 1890712"/>
                <a:gd name="connsiteX130" fmla="*/ 1981200 w 2543175"/>
                <a:gd name="connsiteY130" fmla="*/ 1454944 h 1890712"/>
                <a:gd name="connsiteX131" fmla="*/ 1997869 w 2543175"/>
                <a:gd name="connsiteY131" fmla="*/ 1471612 h 1890712"/>
                <a:gd name="connsiteX132" fmla="*/ 2007394 w 2543175"/>
                <a:gd name="connsiteY132" fmla="*/ 1478756 h 1890712"/>
                <a:gd name="connsiteX133" fmla="*/ 2016919 w 2543175"/>
                <a:gd name="connsiteY133" fmla="*/ 1483519 h 1890712"/>
                <a:gd name="connsiteX134" fmla="*/ 2024063 w 2543175"/>
                <a:gd name="connsiteY134" fmla="*/ 1490662 h 1890712"/>
                <a:gd name="connsiteX135" fmla="*/ 2033588 w 2543175"/>
                <a:gd name="connsiteY135" fmla="*/ 1495425 h 1890712"/>
                <a:gd name="connsiteX136" fmla="*/ 2040732 w 2543175"/>
                <a:gd name="connsiteY136" fmla="*/ 1502569 h 1890712"/>
                <a:gd name="connsiteX137" fmla="*/ 2047875 w 2543175"/>
                <a:gd name="connsiteY137" fmla="*/ 1507331 h 1890712"/>
                <a:gd name="connsiteX138" fmla="*/ 2057400 w 2543175"/>
                <a:gd name="connsiteY138" fmla="*/ 1514475 h 1890712"/>
                <a:gd name="connsiteX139" fmla="*/ 2064544 w 2543175"/>
                <a:gd name="connsiteY139" fmla="*/ 1519237 h 1890712"/>
                <a:gd name="connsiteX140" fmla="*/ 2071688 w 2543175"/>
                <a:gd name="connsiteY140" fmla="*/ 1526381 h 1890712"/>
                <a:gd name="connsiteX141" fmla="*/ 2081213 w 2543175"/>
                <a:gd name="connsiteY141" fmla="*/ 1531144 h 1890712"/>
                <a:gd name="connsiteX142" fmla="*/ 2090738 w 2543175"/>
                <a:gd name="connsiteY142" fmla="*/ 1538287 h 1890712"/>
                <a:gd name="connsiteX143" fmla="*/ 2109788 w 2543175"/>
                <a:gd name="connsiteY143" fmla="*/ 1547812 h 1890712"/>
                <a:gd name="connsiteX144" fmla="*/ 2131219 w 2543175"/>
                <a:gd name="connsiteY144" fmla="*/ 1562100 h 1890712"/>
                <a:gd name="connsiteX145" fmla="*/ 2140744 w 2543175"/>
                <a:gd name="connsiteY145" fmla="*/ 1566862 h 1890712"/>
                <a:gd name="connsiteX146" fmla="*/ 2152650 w 2543175"/>
                <a:gd name="connsiteY146" fmla="*/ 1576387 h 1890712"/>
                <a:gd name="connsiteX147" fmla="*/ 2181225 w 2543175"/>
                <a:gd name="connsiteY147" fmla="*/ 1590675 h 1890712"/>
                <a:gd name="connsiteX148" fmla="*/ 2200275 w 2543175"/>
                <a:gd name="connsiteY148" fmla="*/ 1607344 h 1890712"/>
                <a:gd name="connsiteX149" fmla="*/ 2207419 w 2543175"/>
                <a:gd name="connsiteY149" fmla="*/ 1612106 h 1890712"/>
                <a:gd name="connsiteX150" fmla="*/ 2216944 w 2543175"/>
                <a:gd name="connsiteY150" fmla="*/ 1619250 h 1890712"/>
                <a:gd name="connsiteX151" fmla="*/ 2224088 w 2543175"/>
                <a:gd name="connsiteY151" fmla="*/ 1624012 h 1890712"/>
                <a:gd name="connsiteX152" fmla="*/ 2247900 w 2543175"/>
                <a:gd name="connsiteY152" fmla="*/ 1643062 h 1890712"/>
                <a:gd name="connsiteX153" fmla="*/ 2255044 w 2543175"/>
                <a:gd name="connsiteY153" fmla="*/ 1650206 h 1890712"/>
                <a:gd name="connsiteX154" fmla="*/ 2281238 w 2543175"/>
                <a:gd name="connsiteY154" fmla="*/ 1664494 h 1890712"/>
                <a:gd name="connsiteX155" fmla="*/ 2297907 w 2543175"/>
                <a:gd name="connsiteY155" fmla="*/ 1674019 h 1890712"/>
                <a:gd name="connsiteX156" fmla="*/ 2312194 w 2543175"/>
                <a:gd name="connsiteY156" fmla="*/ 1685925 h 1890712"/>
                <a:gd name="connsiteX157" fmla="*/ 2328863 w 2543175"/>
                <a:gd name="connsiteY157" fmla="*/ 1697831 h 1890712"/>
                <a:gd name="connsiteX158" fmla="*/ 2350294 w 2543175"/>
                <a:gd name="connsiteY158" fmla="*/ 1712119 h 1890712"/>
                <a:gd name="connsiteX159" fmla="*/ 2369344 w 2543175"/>
                <a:gd name="connsiteY159" fmla="*/ 1724025 h 1890712"/>
                <a:gd name="connsiteX160" fmla="*/ 2428876 w 2543175"/>
                <a:gd name="connsiteY160" fmla="*/ 1785938 h 1890712"/>
                <a:gd name="connsiteX161" fmla="*/ 2466975 w 2543175"/>
                <a:gd name="connsiteY161" fmla="*/ 1783556 h 1890712"/>
                <a:gd name="connsiteX162" fmla="*/ 2481263 w 2543175"/>
                <a:gd name="connsiteY162" fmla="*/ 1795462 h 1890712"/>
                <a:gd name="connsiteX163" fmla="*/ 2486025 w 2543175"/>
                <a:gd name="connsiteY163" fmla="*/ 1802606 h 1890712"/>
                <a:gd name="connsiteX164" fmla="*/ 2514600 w 2543175"/>
                <a:gd name="connsiteY164" fmla="*/ 1850231 h 1890712"/>
                <a:gd name="connsiteX165" fmla="*/ 2519363 w 2543175"/>
                <a:gd name="connsiteY165" fmla="*/ 1857375 h 1890712"/>
                <a:gd name="connsiteX166" fmla="*/ 2540794 w 2543175"/>
                <a:gd name="connsiteY166" fmla="*/ 1883569 h 1890712"/>
                <a:gd name="connsiteX167" fmla="*/ 2543175 w 2543175"/>
                <a:gd name="connsiteY167" fmla="*/ 1890712 h 1890712"/>
                <a:gd name="connsiteX0" fmla="*/ 0 w 2543175"/>
                <a:gd name="connsiteY0" fmla="*/ 0 h 1890712"/>
                <a:gd name="connsiteX1" fmla="*/ 11907 w 2543175"/>
                <a:gd name="connsiteY1" fmla="*/ 11906 h 1890712"/>
                <a:gd name="connsiteX2" fmla="*/ 21432 w 2543175"/>
                <a:gd name="connsiteY2" fmla="*/ 16669 h 1890712"/>
                <a:gd name="connsiteX3" fmla="*/ 23813 w 2543175"/>
                <a:gd name="connsiteY3" fmla="*/ 23812 h 1890712"/>
                <a:gd name="connsiteX4" fmla="*/ 33338 w 2543175"/>
                <a:gd name="connsiteY4" fmla="*/ 33337 h 1890712"/>
                <a:gd name="connsiteX5" fmla="*/ 40482 w 2543175"/>
                <a:gd name="connsiteY5" fmla="*/ 42862 h 1890712"/>
                <a:gd name="connsiteX6" fmla="*/ 47625 w 2543175"/>
                <a:gd name="connsiteY6" fmla="*/ 47625 h 1890712"/>
                <a:gd name="connsiteX7" fmla="*/ 57150 w 2543175"/>
                <a:gd name="connsiteY7" fmla="*/ 54769 h 1890712"/>
                <a:gd name="connsiteX8" fmla="*/ 64294 w 2543175"/>
                <a:gd name="connsiteY8" fmla="*/ 59531 h 1890712"/>
                <a:gd name="connsiteX9" fmla="*/ 83344 w 2543175"/>
                <a:gd name="connsiteY9" fmla="*/ 73819 h 1890712"/>
                <a:gd name="connsiteX10" fmla="*/ 97632 w 2543175"/>
                <a:gd name="connsiteY10" fmla="*/ 80962 h 1890712"/>
                <a:gd name="connsiteX11" fmla="*/ 104775 w 2543175"/>
                <a:gd name="connsiteY11" fmla="*/ 85725 h 1890712"/>
                <a:gd name="connsiteX12" fmla="*/ 114300 w 2543175"/>
                <a:gd name="connsiteY12" fmla="*/ 95250 h 1890712"/>
                <a:gd name="connsiteX13" fmla="*/ 123825 w 2543175"/>
                <a:gd name="connsiteY13" fmla="*/ 97631 h 1890712"/>
                <a:gd name="connsiteX14" fmla="*/ 130969 w 2543175"/>
                <a:gd name="connsiteY14" fmla="*/ 104775 h 1890712"/>
                <a:gd name="connsiteX15" fmla="*/ 140494 w 2543175"/>
                <a:gd name="connsiteY15" fmla="*/ 111919 h 1890712"/>
                <a:gd name="connsiteX16" fmla="*/ 147638 w 2543175"/>
                <a:gd name="connsiteY16" fmla="*/ 116681 h 1890712"/>
                <a:gd name="connsiteX17" fmla="*/ 164307 w 2543175"/>
                <a:gd name="connsiteY17" fmla="*/ 128587 h 1890712"/>
                <a:gd name="connsiteX18" fmla="*/ 180975 w 2543175"/>
                <a:gd name="connsiteY18" fmla="*/ 140494 h 1890712"/>
                <a:gd name="connsiteX19" fmla="*/ 197644 w 2543175"/>
                <a:gd name="connsiteY19" fmla="*/ 152400 h 1890712"/>
                <a:gd name="connsiteX20" fmla="*/ 204788 w 2543175"/>
                <a:gd name="connsiteY20" fmla="*/ 157162 h 1890712"/>
                <a:gd name="connsiteX21" fmla="*/ 214313 w 2543175"/>
                <a:gd name="connsiteY21" fmla="*/ 164306 h 1890712"/>
                <a:gd name="connsiteX22" fmla="*/ 230982 w 2543175"/>
                <a:gd name="connsiteY22" fmla="*/ 180975 h 1890712"/>
                <a:gd name="connsiteX23" fmla="*/ 247650 w 2543175"/>
                <a:gd name="connsiteY23" fmla="*/ 185737 h 1890712"/>
                <a:gd name="connsiteX24" fmla="*/ 300038 w 2543175"/>
                <a:gd name="connsiteY24" fmla="*/ 219075 h 1890712"/>
                <a:gd name="connsiteX25" fmla="*/ 342900 w 2543175"/>
                <a:gd name="connsiteY25" fmla="*/ 254794 h 1890712"/>
                <a:gd name="connsiteX26" fmla="*/ 366713 w 2543175"/>
                <a:gd name="connsiteY26" fmla="*/ 264319 h 1890712"/>
                <a:gd name="connsiteX27" fmla="*/ 371475 w 2543175"/>
                <a:gd name="connsiteY27" fmla="*/ 271462 h 1890712"/>
                <a:gd name="connsiteX28" fmla="*/ 385763 w 2543175"/>
                <a:gd name="connsiteY28" fmla="*/ 283369 h 1890712"/>
                <a:gd name="connsiteX29" fmla="*/ 404813 w 2543175"/>
                <a:gd name="connsiteY29" fmla="*/ 295275 h 1890712"/>
                <a:gd name="connsiteX30" fmla="*/ 411957 w 2543175"/>
                <a:gd name="connsiteY30" fmla="*/ 297656 h 1890712"/>
                <a:gd name="connsiteX31" fmla="*/ 466725 w 2543175"/>
                <a:gd name="connsiteY31" fmla="*/ 328612 h 1890712"/>
                <a:gd name="connsiteX32" fmla="*/ 476250 w 2543175"/>
                <a:gd name="connsiteY32" fmla="*/ 335756 h 1890712"/>
                <a:gd name="connsiteX33" fmla="*/ 481013 w 2543175"/>
                <a:gd name="connsiteY33" fmla="*/ 342900 h 1890712"/>
                <a:gd name="connsiteX34" fmla="*/ 490538 w 2543175"/>
                <a:gd name="connsiteY34" fmla="*/ 352425 h 1890712"/>
                <a:gd name="connsiteX35" fmla="*/ 495300 w 2543175"/>
                <a:gd name="connsiteY35" fmla="*/ 359569 h 1890712"/>
                <a:gd name="connsiteX36" fmla="*/ 509588 w 2543175"/>
                <a:gd name="connsiteY36" fmla="*/ 376237 h 1890712"/>
                <a:gd name="connsiteX37" fmla="*/ 514350 w 2543175"/>
                <a:gd name="connsiteY37" fmla="*/ 383381 h 1890712"/>
                <a:gd name="connsiteX38" fmla="*/ 531019 w 2543175"/>
                <a:gd name="connsiteY38" fmla="*/ 397669 h 1890712"/>
                <a:gd name="connsiteX39" fmla="*/ 538163 w 2543175"/>
                <a:gd name="connsiteY39" fmla="*/ 407194 h 1890712"/>
                <a:gd name="connsiteX40" fmla="*/ 554832 w 2543175"/>
                <a:gd name="connsiteY40" fmla="*/ 421481 h 1890712"/>
                <a:gd name="connsiteX41" fmla="*/ 564357 w 2543175"/>
                <a:gd name="connsiteY41" fmla="*/ 431006 h 1890712"/>
                <a:gd name="connsiteX42" fmla="*/ 573882 w 2543175"/>
                <a:gd name="connsiteY42" fmla="*/ 438150 h 1890712"/>
                <a:gd name="connsiteX43" fmla="*/ 595313 w 2543175"/>
                <a:gd name="connsiteY43" fmla="*/ 454819 h 1890712"/>
                <a:gd name="connsiteX44" fmla="*/ 602457 w 2543175"/>
                <a:gd name="connsiteY44" fmla="*/ 457200 h 1890712"/>
                <a:gd name="connsiteX45" fmla="*/ 628650 w 2543175"/>
                <a:gd name="connsiteY45" fmla="*/ 469106 h 1890712"/>
                <a:gd name="connsiteX46" fmla="*/ 645319 w 2543175"/>
                <a:gd name="connsiteY46" fmla="*/ 483394 h 1890712"/>
                <a:gd name="connsiteX47" fmla="*/ 654844 w 2543175"/>
                <a:gd name="connsiteY47" fmla="*/ 488156 h 1890712"/>
                <a:gd name="connsiteX48" fmla="*/ 661988 w 2543175"/>
                <a:gd name="connsiteY48" fmla="*/ 497681 h 1890712"/>
                <a:gd name="connsiteX49" fmla="*/ 683419 w 2543175"/>
                <a:gd name="connsiteY49" fmla="*/ 514350 h 1890712"/>
                <a:gd name="connsiteX50" fmla="*/ 700088 w 2543175"/>
                <a:gd name="connsiteY50" fmla="*/ 526256 h 1890712"/>
                <a:gd name="connsiteX51" fmla="*/ 709613 w 2543175"/>
                <a:gd name="connsiteY51" fmla="*/ 535781 h 1890712"/>
                <a:gd name="connsiteX52" fmla="*/ 719138 w 2543175"/>
                <a:gd name="connsiteY52" fmla="*/ 542925 h 1890712"/>
                <a:gd name="connsiteX53" fmla="*/ 733425 w 2543175"/>
                <a:gd name="connsiteY53" fmla="*/ 557212 h 1890712"/>
                <a:gd name="connsiteX54" fmla="*/ 750094 w 2543175"/>
                <a:gd name="connsiteY54" fmla="*/ 569119 h 1890712"/>
                <a:gd name="connsiteX55" fmla="*/ 769144 w 2543175"/>
                <a:gd name="connsiteY55" fmla="*/ 581025 h 1890712"/>
                <a:gd name="connsiteX56" fmla="*/ 785813 w 2543175"/>
                <a:gd name="connsiteY56" fmla="*/ 590550 h 1890712"/>
                <a:gd name="connsiteX57" fmla="*/ 792957 w 2543175"/>
                <a:gd name="connsiteY57" fmla="*/ 600075 h 1890712"/>
                <a:gd name="connsiteX58" fmla="*/ 809625 w 2543175"/>
                <a:gd name="connsiteY58" fmla="*/ 611981 h 1890712"/>
                <a:gd name="connsiteX59" fmla="*/ 816769 w 2543175"/>
                <a:gd name="connsiteY59" fmla="*/ 619125 h 1890712"/>
                <a:gd name="connsiteX60" fmla="*/ 826294 w 2543175"/>
                <a:gd name="connsiteY60" fmla="*/ 626269 h 1890712"/>
                <a:gd name="connsiteX61" fmla="*/ 840582 w 2543175"/>
                <a:gd name="connsiteY61" fmla="*/ 638175 h 1890712"/>
                <a:gd name="connsiteX62" fmla="*/ 847725 w 2543175"/>
                <a:gd name="connsiteY62" fmla="*/ 645319 h 1890712"/>
                <a:gd name="connsiteX63" fmla="*/ 857250 w 2543175"/>
                <a:gd name="connsiteY63" fmla="*/ 652462 h 1890712"/>
                <a:gd name="connsiteX64" fmla="*/ 864394 w 2543175"/>
                <a:gd name="connsiteY64" fmla="*/ 657225 h 1890712"/>
                <a:gd name="connsiteX65" fmla="*/ 888207 w 2543175"/>
                <a:gd name="connsiteY65" fmla="*/ 676275 h 1890712"/>
                <a:gd name="connsiteX66" fmla="*/ 895350 w 2543175"/>
                <a:gd name="connsiteY66" fmla="*/ 681037 h 1890712"/>
                <a:gd name="connsiteX67" fmla="*/ 907257 w 2543175"/>
                <a:gd name="connsiteY67" fmla="*/ 683419 h 1890712"/>
                <a:gd name="connsiteX68" fmla="*/ 928688 w 2543175"/>
                <a:gd name="connsiteY68" fmla="*/ 695325 h 1890712"/>
                <a:gd name="connsiteX69" fmla="*/ 942975 w 2543175"/>
                <a:gd name="connsiteY69" fmla="*/ 700087 h 1890712"/>
                <a:gd name="connsiteX70" fmla="*/ 964407 w 2543175"/>
                <a:gd name="connsiteY70" fmla="*/ 716756 h 1890712"/>
                <a:gd name="connsiteX71" fmla="*/ 971550 w 2543175"/>
                <a:gd name="connsiteY71" fmla="*/ 723900 h 1890712"/>
                <a:gd name="connsiteX72" fmla="*/ 983457 w 2543175"/>
                <a:gd name="connsiteY72" fmla="*/ 733425 h 1890712"/>
                <a:gd name="connsiteX73" fmla="*/ 990600 w 2543175"/>
                <a:gd name="connsiteY73" fmla="*/ 738187 h 1890712"/>
                <a:gd name="connsiteX74" fmla="*/ 1007269 w 2543175"/>
                <a:gd name="connsiteY74" fmla="*/ 752475 h 1890712"/>
                <a:gd name="connsiteX75" fmla="*/ 1031082 w 2543175"/>
                <a:gd name="connsiteY75" fmla="*/ 766762 h 1890712"/>
                <a:gd name="connsiteX76" fmla="*/ 1042988 w 2543175"/>
                <a:gd name="connsiteY76" fmla="*/ 773906 h 1890712"/>
                <a:gd name="connsiteX77" fmla="*/ 1071563 w 2543175"/>
                <a:gd name="connsiteY77" fmla="*/ 785812 h 1890712"/>
                <a:gd name="connsiteX78" fmla="*/ 1097757 w 2543175"/>
                <a:gd name="connsiteY78" fmla="*/ 807244 h 1890712"/>
                <a:gd name="connsiteX79" fmla="*/ 1104900 w 2543175"/>
                <a:gd name="connsiteY79" fmla="*/ 814387 h 1890712"/>
                <a:gd name="connsiteX80" fmla="*/ 1121569 w 2543175"/>
                <a:gd name="connsiteY80" fmla="*/ 823912 h 1890712"/>
                <a:gd name="connsiteX81" fmla="*/ 1138238 w 2543175"/>
                <a:gd name="connsiteY81" fmla="*/ 835819 h 1890712"/>
                <a:gd name="connsiteX82" fmla="*/ 1147763 w 2543175"/>
                <a:gd name="connsiteY82" fmla="*/ 842962 h 1890712"/>
                <a:gd name="connsiteX83" fmla="*/ 1157288 w 2543175"/>
                <a:gd name="connsiteY83" fmla="*/ 847725 h 1890712"/>
                <a:gd name="connsiteX84" fmla="*/ 1178719 w 2543175"/>
                <a:gd name="connsiteY84" fmla="*/ 859631 h 1890712"/>
                <a:gd name="connsiteX85" fmla="*/ 1188244 w 2543175"/>
                <a:gd name="connsiteY85" fmla="*/ 866775 h 1890712"/>
                <a:gd name="connsiteX86" fmla="*/ 1195388 w 2543175"/>
                <a:gd name="connsiteY86" fmla="*/ 871537 h 1890712"/>
                <a:gd name="connsiteX87" fmla="*/ 1212057 w 2543175"/>
                <a:gd name="connsiteY87" fmla="*/ 883444 h 1890712"/>
                <a:gd name="connsiteX88" fmla="*/ 1226344 w 2543175"/>
                <a:gd name="connsiteY88" fmla="*/ 895350 h 1890712"/>
                <a:gd name="connsiteX89" fmla="*/ 1245394 w 2543175"/>
                <a:gd name="connsiteY89" fmla="*/ 907256 h 1890712"/>
                <a:gd name="connsiteX90" fmla="*/ 1254919 w 2543175"/>
                <a:gd name="connsiteY90" fmla="*/ 914400 h 1890712"/>
                <a:gd name="connsiteX91" fmla="*/ 1269207 w 2543175"/>
                <a:gd name="connsiteY91" fmla="*/ 921544 h 1890712"/>
                <a:gd name="connsiteX92" fmla="*/ 1290638 w 2543175"/>
                <a:gd name="connsiteY92" fmla="*/ 935831 h 1890712"/>
                <a:gd name="connsiteX93" fmla="*/ 1307307 w 2543175"/>
                <a:gd name="connsiteY93" fmla="*/ 952500 h 1890712"/>
                <a:gd name="connsiteX94" fmla="*/ 1333500 w 2543175"/>
                <a:gd name="connsiteY94" fmla="*/ 971550 h 1890712"/>
                <a:gd name="connsiteX95" fmla="*/ 1359694 w 2543175"/>
                <a:gd name="connsiteY95" fmla="*/ 990600 h 1890712"/>
                <a:gd name="connsiteX96" fmla="*/ 1385888 w 2543175"/>
                <a:gd name="connsiteY96" fmla="*/ 1021557 h 1890712"/>
                <a:gd name="connsiteX97" fmla="*/ 1435894 w 2543175"/>
                <a:gd name="connsiteY97" fmla="*/ 1054894 h 1890712"/>
                <a:gd name="connsiteX98" fmla="*/ 1471613 w 2543175"/>
                <a:gd name="connsiteY98" fmla="*/ 1059656 h 1890712"/>
                <a:gd name="connsiteX99" fmla="*/ 1495425 w 2543175"/>
                <a:gd name="connsiteY99" fmla="*/ 1088231 h 1890712"/>
                <a:gd name="connsiteX100" fmla="*/ 1547812 w 2543175"/>
                <a:gd name="connsiteY100" fmla="*/ 1133475 h 1890712"/>
                <a:gd name="connsiteX101" fmla="*/ 1597819 w 2543175"/>
                <a:gd name="connsiteY101" fmla="*/ 1154906 h 1890712"/>
                <a:gd name="connsiteX102" fmla="*/ 1604963 w 2543175"/>
                <a:gd name="connsiteY102" fmla="*/ 1162050 h 1890712"/>
                <a:gd name="connsiteX103" fmla="*/ 1612107 w 2543175"/>
                <a:gd name="connsiteY103" fmla="*/ 1166812 h 1890712"/>
                <a:gd name="connsiteX104" fmla="*/ 1628775 w 2543175"/>
                <a:gd name="connsiteY104" fmla="*/ 1183481 h 1890712"/>
                <a:gd name="connsiteX105" fmla="*/ 1662113 w 2543175"/>
                <a:gd name="connsiteY105" fmla="*/ 1209675 h 1890712"/>
                <a:gd name="connsiteX106" fmla="*/ 1678782 w 2543175"/>
                <a:gd name="connsiteY106" fmla="*/ 1226344 h 1890712"/>
                <a:gd name="connsiteX107" fmla="*/ 1700213 w 2543175"/>
                <a:gd name="connsiteY107" fmla="*/ 1247775 h 1890712"/>
                <a:gd name="connsiteX108" fmla="*/ 1712119 w 2543175"/>
                <a:gd name="connsiteY108" fmla="*/ 1259681 h 1890712"/>
                <a:gd name="connsiteX109" fmla="*/ 1733550 w 2543175"/>
                <a:gd name="connsiteY109" fmla="*/ 1273969 h 1890712"/>
                <a:gd name="connsiteX110" fmla="*/ 1743075 w 2543175"/>
                <a:gd name="connsiteY110" fmla="*/ 1283494 h 1890712"/>
                <a:gd name="connsiteX111" fmla="*/ 1754982 w 2543175"/>
                <a:gd name="connsiteY111" fmla="*/ 1290637 h 1890712"/>
                <a:gd name="connsiteX112" fmla="*/ 1766888 w 2543175"/>
                <a:gd name="connsiteY112" fmla="*/ 1300162 h 1890712"/>
                <a:gd name="connsiteX113" fmla="*/ 1783557 w 2543175"/>
                <a:gd name="connsiteY113" fmla="*/ 1307306 h 1890712"/>
                <a:gd name="connsiteX114" fmla="*/ 1790700 w 2543175"/>
                <a:gd name="connsiteY114" fmla="*/ 1312069 h 1890712"/>
                <a:gd name="connsiteX115" fmla="*/ 1800225 w 2543175"/>
                <a:gd name="connsiteY115" fmla="*/ 1319212 h 1890712"/>
                <a:gd name="connsiteX116" fmla="*/ 1807369 w 2543175"/>
                <a:gd name="connsiteY116" fmla="*/ 1321594 h 1890712"/>
                <a:gd name="connsiteX117" fmla="*/ 1824038 w 2543175"/>
                <a:gd name="connsiteY117" fmla="*/ 1333500 h 1890712"/>
                <a:gd name="connsiteX118" fmla="*/ 1843088 w 2543175"/>
                <a:gd name="connsiteY118" fmla="*/ 1352550 h 1890712"/>
                <a:gd name="connsiteX119" fmla="*/ 1852613 w 2543175"/>
                <a:gd name="connsiteY119" fmla="*/ 1359694 h 1890712"/>
                <a:gd name="connsiteX120" fmla="*/ 1859757 w 2543175"/>
                <a:gd name="connsiteY120" fmla="*/ 1366837 h 1890712"/>
                <a:gd name="connsiteX121" fmla="*/ 1869282 w 2543175"/>
                <a:gd name="connsiteY121" fmla="*/ 1371600 h 1890712"/>
                <a:gd name="connsiteX122" fmla="*/ 1883569 w 2543175"/>
                <a:gd name="connsiteY122" fmla="*/ 1388269 h 1890712"/>
                <a:gd name="connsiteX123" fmla="*/ 1893094 w 2543175"/>
                <a:gd name="connsiteY123" fmla="*/ 1395412 h 1890712"/>
                <a:gd name="connsiteX124" fmla="*/ 1902619 w 2543175"/>
                <a:gd name="connsiteY124" fmla="*/ 1404937 h 1890712"/>
                <a:gd name="connsiteX125" fmla="*/ 1912144 w 2543175"/>
                <a:gd name="connsiteY125" fmla="*/ 1409700 h 1890712"/>
                <a:gd name="connsiteX126" fmla="*/ 1931194 w 2543175"/>
                <a:gd name="connsiteY126" fmla="*/ 1421606 h 1890712"/>
                <a:gd name="connsiteX127" fmla="*/ 1935957 w 2543175"/>
                <a:gd name="connsiteY127" fmla="*/ 1428750 h 1890712"/>
                <a:gd name="connsiteX128" fmla="*/ 1952625 w 2543175"/>
                <a:gd name="connsiteY128" fmla="*/ 1438275 h 1890712"/>
                <a:gd name="connsiteX129" fmla="*/ 1971675 w 2543175"/>
                <a:gd name="connsiteY129" fmla="*/ 1450181 h 1890712"/>
                <a:gd name="connsiteX130" fmla="*/ 1981200 w 2543175"/>
                <a:gd name="connsiteY130" fmla="*/ 1454944 h 1890712"/>
                <a:gd name="connsiteX131" fmla="*/ 1997869 w 2543175"/>
                <a:gd name="connsiteY131" fmla="*/ 1471612 h 1890712"/>
                <a:gd name="connsiteX132" fmla="*/ 2007394 w 2543175"/>
                <a:gd name="connsiteY132" fmla="*/ 1478756 h 1890712"/>
                <a:gd name="connsiteX133" fmla="*/ 2016919 w 2543175"/>
                <a:gd name="connsiteY133" fmla="*/ 1483519 h 1890712"/>
                <a:gd name="connsiteX134" fmla="*/ 2024063 w 2543175"/>
                <a:gd name="connsiteY134" fmla="*/ 1490662 h 1890712"/>
                <a:gd name="connsiteX135" fmla="*/ 2033588 w 2543175"/>
                <a:gd name="connsiteY135" fmla="*/ 1495425 h 1890712"/>
                <a:gd name="connsiteX136" fmla="*/ 2040732 w 2543175"/>
                <a:gd name="connsiteY136" fmla="*/ 1502569 h 1890712"/>
                <a:gd name="connsiteX137" fmla="*/ 2047875 w 2543175"/>
                <a:gd name="connsiteY137" fmla="*/ 1507331 h 1890712"/>
                <a:gd name="connsiteX138" fmla="*/ 2057400 w 2543175"/>
                <a:gd name="connsiteY138" fmla="*/ 1514475 h 1890712"/>
                <a:gd name="connsiteX139" fmla="*/ 2064544 w 2543175"/>
                <a:gd name="connsiteY139" fmla="*/ 1519237 h 1890712"/>
                <a:gd name="connsiteX140" fmla="*/ 2071688 w 2543175"/>
                <a:gd name="connsiteY140" fmla="*/ 1526381 h 1890712"/>
                <a:gd name="connsiteX141" fmla="*/ 2081213 w 2543175"/>
                <a:gd name="connsiteY141" fmla="*/ 1531144 h 1890712"/>
                <a:gd name="connsiteX142" fmla="*/ 2090738 w 2543175"/>
                <a:gd name="connsiteY142" fmla="*/ 1538287 h 1890712"/>
                <a:gd name="connsiteX143" fmla="*/ 2109788 w 2543175"/>
                <a:gd name="connsiteY143" fmla="*/ 1547812 h 1890712"/>
                <a:gd name="connsiteX144" fmla="*/ 2131219 w 2543175"/>
                <a:gd name="connsiteY144" fmla="*/ 1562100 h 1890712"/>
                <a:gd name="connsiteX145" fmla="*/ 2140744 w 2543175"/>
                <a:gd name="connsiteY145" fmla="*/ 1566862 h 1890712"/>
                <a:gd name="connsiteX146" fmla="*/ 2152650 w 2543175"/>
                <a:gd name="connsiteY146" fmla="*/ 1576387 h 1890712"/>
                <a:gd name="connsiteX147" fmla="*/ 2181225 w 2543175"/>
                <a:gd name="connsiteY147" fmla="*/ 1590675 h 1890712"/>
                <a:gd name="connsiteX148" fmla="*/ 2200275 w 2543175"/>
                <a:gd name="connsiteY148" fmla="*/ 1607344 h 1890712"/>
                <a:gd name="connsiteX149" fmla="*/ 2207419 w 2543175"/>
                <a:gd name="connsiteY149" fmla="*/ 1612106 h 1890712"/>
                <a:gd name="connsiteX150" fmla="*/ 2216944 w 2543175"/>
                <a:gd name="connsiteY150" fmla="*/ 1619250 h 1890712"/>
                <a:gd name="connsiteX151" fmla="*/ 2224088 w 2543175"/>
                <a:gd name="connsiteY151" fmla="*/ 1624012 h 1890712"/>
                <a:gd name="connsiteX152" fmla="*/ 2247900 w 2543175"/>
                <a:gd name="connsiteY152" fmla="*/ 1643062 h 1890712"/>
                <a:gd name="connsiteX153" fmla="*/ 2255044 w 2543175"/>
                <a:gd name="connsiteY153" fmla="*/ 1650206 h 1890712"/>
                <a:gd name="connsiteX154" fmla="*/ 2281238 w 2543175"/>
                <a:gd name="connsiteY154" fmla="*/ 1664494 h 1890712"/>
                <a:gd name="connsiteX155" fmla="*/ 2297907 w 2543175"/>
                <a:gd name="connsiteY155" fmla="*/ 1674019 h 1890712"/>
                <a:gd name="connsiteX156" fmla="*/ 2312194 w 2543175"/>
                <a:gd name="connsiteY156" fmla="*/ 1685925 h 1890712"/>
                <a:gd name="connsiteX157" fmla="*/ 2328863 w 2543175"/>
                <a:gd name="connsiteY157" fmla="*/ 1697831 h 1890712"/>
                <a:gd name="connsiteX158" fmla="*/ 2350294 w 2543175"/>
                <a:gd name="connsiteY158" fmla="*/ 1712119 h 1890712"/>
                <a:gd name="connsiteX159" fmla="*/ 2369344 w 2543175"/>
                <a:gd name="connsiteY159" fmla="*/ 1724025 h 1890712"/>
                <a:gd name="connsiteX160" fmla="*/ 2428876 w 2543175"/>
                <a:gd name="connsiteY160" fmla="*/ 1785938 h 1890712"/>
                <a:gd name="connsiteX161" fmla="*/ 2466975 w 2543175"/>
                <a:gd name="connsiteY161" fmla="*/ 1783556 h 1890712"/>
                <a:gd name="connsiteX162" fmla="*/ 2481263 w 2543175"/>
                <a:gd name="connsiteY162" fmla="*/ 1795462 h 1890712"/>
                <a:gd name="connsiteX163" fmla="*/ 2486025 w 2543175"/>
                <a:gd name="connsiteY163" fmla="*/ 1802606 h 1890712"/>
                <a:gd name="connsiteX164" fmla="*/ 2514600 w 2543175"/>
                <a:gd name="connsiteY164" fmla="*/ 1850231 h 1890712"/>
                <a:gd name="connsiteX165" fmla="*/ 2519363 w 2543175"/>
                <a:gd name="connsiteY165" fmla="*/ 1857375 h 1890712"/>
                <a:gd name="connsiteX166" fmla="*/ 2540794 w 2543175"/>
                <a:gd name="connsiteY166" fmla="*/ 1883569 h 1890712"/>
                <a:gd name="connsiteX167" fmla="*/ 2543175 w 2543175"/>
                <a:gd name="connsiteY167" fmla="*/ 1890712 h 1890712"/>
                <a:gd name="connsiteX0" fmla="*/ 0 w 2543175"/>
                <a:gd name="connsiteY0" fmla="*/ 0 h 1890712"/>
                <a:gd name="connsiteX1" fmla="*/ 11907 w 2543175"/>
                <a:gd name="connsiteY1" fmla="*/ 11906 h 1890712"/>
                <a:gd name="connsiteX2" fmla="*/ 21432 w 2543175"/>
                <a:gd name="connsiteY2" fmla="*/ 16669 h 1890712"/>
                <a:gd name="connsiteX3" fmla="*/ 23813 w 2543175"/>
                <a:gd name="connsiteY3" fmla="*/ 23812 h 1890712"/>
                <a:gd name="connsiteX4" fmla="*/ 33338 w 2543175"/>
                <a:gd name="connsiteY4" fmla="*/ 33337 h 1890712"/>
                <a:gd name="connsiteX5" fmla="*/ 40482 w 2543175"/>
                <a:gd name="connsiteY5" fmla="*/ 42862 h 1890712"/>
                <a:gd name="connsiteX6" fmla="*/ 47625 w 2543175"/>
                <a:gd name="connsiteY6" fmla="*/ 47625 h 1890712"/>
                <a:gd name="connsiteX7" fmla="*/ 57150 w 2543175"/>
                <a:gd name="connsiteY7" fmla="*/ 54769 h 1890712"/>
                <a:gd name="connsiteX8" fmla="*/ 64294 w 2543175"/>
                <a:gd name="connsiteY8" fmla="*/ 59531 h 1890712"/>
                <a:gd name="connsiteX9" fmla="*/ 83344 w 2543175"/>
                <a:gd name="connsiteY9" fmla="*/ 73819 h 1890712"/>
                <a:gd name="connsiteX10" fmla="*/ 97632 w 2543175"/>
                <a:gd name="connsiteY10" fmla="*/ 80962 h 1890712"/>
                <a:gd name="connsiteX11" fmla="*/ 104775 w 2543175"/>
                <a:gd name="connsiteY11" fmla="*/ 85725 h 1890712"/>
                <a:gd name="connsiteX12" fmla="*/ 114300 w 2543175"/>
                <a:gd name="connsiteY12" fmla="*/ 95250 h 1890712"/>
                <a:gd name="connsiteX13" fmla="*/ 123825 w 2543175"/>
                <a:gd name="connsiteY13" fmla="*/ 97631 h 1890712"/>
                <a:gd name="connsiteX14" fmla="*/ 130969 w 2543175"/>
                <a:gd name="connsiteY14" fmla="*/ 104775 h 1890712"/>
                <a:gd name="connsiteX15" fmla="*/ 140494 w 2543175"/>
                <a:gd name="connsiteY15" fmla="*/ 111919 h 1890712"/>
                <a:gd name="connsiteX16" fmla="*/ 147638 w 2543175"/>
                <a:gd name="connsiteY16" fmla="*/ 116681 h 1890712"/>
                <a:gd name="connsiteX17" fmla="*/ 164307 w 2543175"/>
                <a:gd name="connsiteY17" fmla="*/ 128587 h 1890712"/>
                <a:gd name="connsiteX18" fmla="*/ 180975 w 2543175"/>
                <a:gd name="connsiteY18" fmla="*/ 140494 h 1890712"/>
                <a:gd name="connsiteX19" fmla="*/ 197644 w 2543175"/>
                <a:gd name="connsiteY19" fmla="*/ 152400 h 1890712"/>
                <a:gd name="connsiteX20" fmla="*/ 204788 w 2543175"/>
                <a:gd name="connsiteY20" fmla="*/ 157162 h 1890712"/>
                <a:gd name="connsiteX21" fmla="*/ 214313 w 2543175"/>
                <a:gd name="connsiteY21" fmla="*/ 164306 h 1890712"/>
                <a:gd name="connsiteX22" fmla="*/ 230982 w 2543175"/>
                <a:gd name="connsiteY22" fmla="*/ 180975 h 1890712"/>
                <a:gd name="connsiteX23" fmla="*/ 247650 w 2543175"/>
                <a:gd name="connsiteY23" fmla="*/ 185737 h 1890712"/>
                <a:gd name="connsiteX24" fmla="*/ 300038 w 2543175"/>
                <a:gd name="connsiteY24" fmla="*/ 219075 h 1890712"/>
                <a:gd name="connsiteX25" fmla="*/ 342900 w 2543175"/>
                <a:gd name="connsiteY25" fmla="*/ 254794 h 1890712"/>
                <a:gd name="connsiteX26" fmla="*/ 366713 w 2543175"/>
                <a:gd name="connsiteY26" fmla="*/ 264319 h 1890712"/>
                <a:gd name="connsiteX27" fmla="*/ 371475 w 2543175"/>
                <a:gd name="connsiteY27" fmla="*/ 271462 h 1890712"/>
                <a:gd name="connsiteX28" fmla="*/ 385763 w 2543175"/>
                <a:gd name="connsiteY28" fmla="*/ 283369 h 1890712"/>
                <a:gd name="connsiteX29" fmla="*/ 404813 w 2543175"/>
                <a:gd name="connsiteY29" fmla="*/ 295275 h 1890712"/>
                <a:gd name="connsiteX30" fmla="*/ 411957 w 2543175"/>
                <a:gd name="connsiteY30" fmla="*/ 297656 h 1890712"/>
                <a:gd name="connsiteX31" fmla="*/ 466725 w 2543175"/>
                <a:gd name="connsiteY31" fmla="*/ 328612 h 1890712"/>
                <a:gd name="connsiteX32" fmla="*/ 476250 w 2543175"/>
                <a:gd name="connsiteY32" fmla="*/ 335756 h 1890712"/>
                <a:gd name="connsiteX33" fmla="*/ 481013 w 2543175"/>
                <a:gd name="connsiteY33" fmla="*/ 342900 h 1890712"/>
                <a:gd name="connsiteX34" fmla="*/ 490538 w 2543175"/>
                <a:gd name="connsiteY34" fmla="*/ 352425 h 1890712"/>
                <a:gd name="connsiteX35" fmla="*/ 495300 w 2543175"/>
                <a:gd name="connsiteY35" fmla="*/ 359569 h 1890712"/>
                <a:gd name="connsiteX36" fmla="*/ 509588 w 2543175"/>
                <a:gd name="connsiteY36" fmla="*/ 376237 h 1890712"/>
                <a:gd name="connsiteX37" fmla="*/ 514350 w 2543175"/>
                <a:gd name="connsiteY37" fmla="*/ 383381 h 1890712"/>
                <a:gd name="connsiteX38" fmla="*/ 531019 w 2543175"/>
                <a:gd name="connsiteY38" fmla="*/ 397669 h 1890712"/>
                <a:gd name="connsiteX39" fmla="*/ 538163 w 2543175"/>
                <a:gd name="connsiteY39" fmla="*/ 407194 h 1890712"/>
                <a:gd name="connsiteX40" fmla="*/ 554832 w 2543175"/>
                <a:gd name="connsiteY40" fmla="*/ 421481 h 1890712"/>
                <a:gd name="connsiteX41" fmla="*/ 564357 w 2543175"/>
                <a:gd name="connsiteY41" fmla="*/ 431006 h 1890712"/>
                <a:gd name="connsiteX42" fmla="*/ 573882 w 2543175"/>
                <a:gd name="connsiteY42" fmla="*/ 438150 h 1890712"/>
                <a:gd name="connsiteX43" fmla="*/ 595313 w 2543175"/>
                <a:gd name="connsiteY43" fmla="*/ 454819 h 1890712"/>
                <a:gd name="connsiteX44" fmla="*/ 602457 w 2543175"/>
                <a:gd name="connsiteY44" fmla="*/ 457200 h 1890712"/>
                <a:gd name="connsiteX45" fmla="*/ 628650 w 2543175"/>
                <a:gd name="connsiteY45" fmla="*/ 469106 h 1890712"/>
                <a:gd name="connsiteX46" fmla="*/ 645319 w 2543175"/>
                <a:gd name="connsiteY46" fmla="*/ 483394 h 1890712"/>
                <a:gd name="connsiteX47" fmla="*/ 654844 w 2543175"/>
                <a:gd name="connsiteY47" fmla="*/ 488156 h 1890712"/>
                <a:gd name="connsiteX48" fmla="*/ 661988 w 2543175"/>
                <a:gd name="connsiteY48" fmla="*/ 497681 h 1890712"/>
                <a:gd name="connsiteX49" fmla="*/ 683419 w 2543175"/>
                <a:gd name="connsiteY49" fmla="*/ 514350 h 1890712"/>
                <a:gd name="connsiteX50" fmla="*/ 700088 w 2543175"/>
                <a:gd name="connsiteY50" fmla="*/ 526256 h 1890712"/>
                <a:gd name="connsiteX51" fmla="*/ 709613 w 2543175"/>
                <a:gd name="connsiteY51" fmla="*/ 535781 h 1890712"/>
                <a:gd name="connsiteX52" fmla="*/ 719138 w 2543175"/>
                <a:gd name="connsiteY52" fmla="*/ 542925 h 1890712"/>
                <a:gd name="connsiteX53" fmla="*/ 733425 w 2543175"/>
                <a:gd name="connsiteY53" fmla="*/ 557212 h 1890712"/>
                <a:gd name="connsiteX54" fmla="*/ 750094 w 2543175"/>
                <a:gd name="connsiteY54" fmla="*/ 569119 h 1890712"/>
                <a:gd name="connsiteX55" fmla="*/ 769144 w 2543175"/>
                <a:gd name="connsiteY55" fmla="*/ 581025 h 1890712"/>
                <a:gd name="connsiteX56" fmla="*/ 785813 w 2543175"/>
                <a:gd name="connsiteY56" fmla="*/ 590550 h 1890712"/>
                <a:gd name="connsiteX57" fmla="*/ 792957 w 2543175"/>
                <a:gd name="connsiteY57" fmla="*/ 600075 h 1890712"/>
                <a:gd name="connsiteX58" fmla="*/ 809625 w 2543175"/>
                <a:gd name="connsiteY58" fmla="*/ 611981 h 1890712"/>
                <a:gd name="connsiteX59" fmla="*/ 816769 w 2543175"/>
                <a:gd name="connsiteY59" fmla="*/ 619125 h 1890712"/>
                <a:gd name="connsiteX60" fmla="*/ 826294 w 2543175"/>
                <a:gd name="connsiteY60" fmla="*/ 626269 h 1890712"/>
                <a:gd name="connsiteX61" fmla="*/ 840582 w 2543175"/>
                <a:gd name="connsiteY61" fmla="*/ 638175 h 1890712"/>
                <a:gd name="connsiteX62" fmla="*/ 847725 w 2543175"/>
                <a:gd name="connsiteY62" fmla="*/ 645319 h 1890712"/>
                <a:gd name="connsiteX63" fmla="*/ 857250 w 2543175"/>
                <a:gd name="connsiteY63" fmla="*/ 652462 h 1890712"/>
                <a:gd name="connsiteX64" fmla="*/ 864394 w 2543175"/>
                <a:gd name="connsiteY64" fmla="*/ 657225 h 1890712"/>
                <a:gd name="connsiteX65" fmla="*/ 888207 w 2543175"/>
                <a:gd name="connsiteY65" fmla="*/ 676275 h 1890712"/>
                <a:gd name="connsiteX66" fmla="*/ 895350 w 2543175"/>
                <a:gd name="connsiteY66" fmla="*/ 681037 h 1890712"/>
                <a:gd name="connsiteX67" fmla="*/ 907257 w 2543175"/>
                <a:gd name="connsiteY67" fmla="*/ 683419 h 1890712"/>
                <a:gd name="connsiteX68" fmla="*/ 928688 w 2543175"/>
                <a:gd name="connsiteY68" fmla="*/ 695325 h 1890712"/>
                <a:gd name="connsiteX69" fmla="*/ 942975 w 2543175"/>
                <a:gd name="connsiteY69" fmla="*/ 700087 h 1890712"/>
                <a:gd name="connsiteX70" fmla="*/ 964407 w 2543175"/>
                <a:gd name="connsiteY70" fmla="*/ 716756 h 1890712"/>
                <a:gd name="connsiteX71" fmla="*/ 971550 w 2543175"/>
                <a:gd name="connsiteY71" fmla="*/ 723900 h 1890712"/>
                <a:gd name="connsiteX72" fmla="*/ 983457 w 2543175"/>
                <a:gd name="connsiteY72" fmla="*/ 733425 h 1890712"/>
                <a:gd name="connsiteX73" fmla="*/ 990600 w 2543175"/>
                <a:gd name="connsiteY73" fmla="*/ 738187 h 1890712"/>
                <a:gd name="connsiteX74" fmla="*/ 1007269 w 2543175"/>
                <a:gd name="connsiteY74" fmla="*/ 752475 h 1890712"/>
                <a:gd name="connsiteX75" fmla="*/ 1031082 w 2543175"/>
                <a:gd name="connsiteY75" fmla="*/ 766762 h 1890712"/>
                <a:gd name="connsiteX76" fmla="*/ 1042988 w 2543175"/>
                <a:gd name="connsiteY76" fmla="*/ 773906 h 1890712"/>
                <a:gd name="connsiteX77" fmla="*/ 1071563 w 2543175"/>
                <a:gd name="connsiteY77" fmla="*/ 785812 h 1890712"/>
                <a:gd name="connsiteX78" fmla="*/ 1097757 w 2543175"/>
                <a:gd name="connsiteY78" fmla="*/ 807244 h 1890712"/>
                <a:gd name="connsiteX79" fmla="*/ 1104900 w 2543175"/>
                <a:gd name="connsiteY79" fmla="*/ 814387 h 1890712"/>
                <a:gd name="connsiteX80" fmla="*/ 1121569 w 2543175"/>
                <a:gd name="connsiteY80" fmla="*/ 823912 h 1890712"/>
                <a:gd name="connsiteX81" fmla="*/ 1138238 w 2543175"/>
                <a:gd name="connsiteY81" fmla="*/ 835819 h 1890712"/>
                <a:gd name="connsiteX82" fmla="*/ 1147763 w 2543175"/>
                <a:gd name="connsiteY82" fmla="*/ 842962 h 1890712"/>
                <a:gd name="connsiteX83" fmla="*/ 1157288 w 2543175"/>
                <a:gd name="connsiteY83" fmla="*/ 847725 h 1890712"/>
                <a:gd name="connsiteX84" fmla="*/ 1178719 w 2543175"/>
                <a:gd name="connsiteY84" fmla="*/ 859631 h 1890712"/>
                <a:gd name="connsiteX85" fmla="*/ 1188244 w 2543175"/>
                <a:gd name="connsiteY85" fmla="*/ 866775 h 1890712"/>
                <a:gd name="connsiteX86" fmla="*/ 1195388 w 2543175"/>
                <a:gd name="connsiteY86" fmla="*/ 871537 h 1890712"/>
                <a:gd name="connsiteX87" fmla="*/ 1212057 w 2543175"/>
                <a:gd name="connsiteY87" fmla="*/ 883444 h 1890712"/>
                <a:gd name="connsiteX88" fmla="*/ 1226344 w 2543175"/>
                <a:gd name="connsiteY88" fmla="*/ 895350 h 1890712"/>
                <a:gd name="connsiteX89" fmla="*/ 1245394 w 2543175"/>
                <a:gd name="connsiteY89" fmla="*/ 907256 h 1890712"/>
                <a:gd name="connsiteX90" fmla="*/ 1254919 w 2543175"/>
                <a:gd name="connsiteY90" fmla="*/ 914400 h 1890712"/>
                <a:gd name="connsiteX91" fmla="*/ 1269207 w 2543175"/>
                <a:gd name="connsiteY91" fmla="*/ 921544 h 1890712"/>
                <a:gd name="connsiteX92" fmla="*/ 1290638 w 2543175"/>
                <a:gd name="connsiteY92" fmla="*/ 935831 h 1890712"/>
                <a:gd name="connsiteX93" fmla="*/ 1307307 w 2543175"/>
                <a:gd name="connsiteY93" fmla="*/ 952500 h 1890712"/>
                <a:gd name="connsiteX94" fmla="*/ 1333500 w 2543175"/>
                <a:gd name="connsiteY94" fmla="*/ 971550 h 1890712"/>
                <a:gd name="connsiteX95" fmla="*/ 1359694 w 2543175"/>
                <a:gd name="connsiteY95" fmla="*/ 990600 h 1890712"/>
                <a:gd name="connsiteX96" fmla="*/ 1385888 w 2543175"/>
                <a:gd name="connsiteY96" fmla="*/ 1021557 h 1890712"/>
                <a:gd name="connsiteX97" fmla="*/ 1435894 w 2543175"/>
                <a:gd name="connsiteY97" fmla="*/ 1054894 h 1890712"/>
                <a:gd name="connsiteX98" fmla="*/ 1495425 w 2543175"/>
                <a:gd name="connsiteY98" fmla="*/ 1088231 h 1890712"/>
                <a:gd name="connsiteX99" fmla="*/ 1547812 w 2543175"/>
                <a:gd name="connsiteY99" fmla="*/ 1133475 h 1890712"/>
                <a:gd name="connsiteX100" fmla="*/ 1597819 w 2543175"/>
                <a:gd name="connsiteY100" fmla="*/ 1154906 h 1890712"/>
                <a:gd name="connsiteX101" fmla="*/ 1604963 w 2543175"/>
                <a:gd name="connsiteY101" fmla="*/ 1162050 h 1890712"/>
                <a:gd name="connsiteX102" fmla="*/ 1612107 w 2543175"/>
                <a:gd name="connsiteY102" fmla="*/ 1166812 h 1890712"/>
                <a:gd name="connsiteX103" fmla="*/ 1628775 w 2543175"/>
                <a:gd name="connsiteY103" fmla="*/ 1183481 h 1890712"/>
                <a:gd name="connsiteX104" fmla="*/ 1662113 w 2543175"/>
                <a:gd name="connsiteY104" fmla="*/ 1209675 h 1890712"/>
                <a:gd name="connsiteX105" fmla="*/ 1678782 w 2543175"/>
                <a:gd name="connsiteY105" fmla="*/ 1226344 h 1890712"/>
                <a:gd name="connsiteX106" fmla="*/ 1700213 w 2543175"/>
                <a:gd name="connsiteY106" fmla="*/ 1247775 h 1890712"/>
                <a:gd name="connsiteX107" fmla="*/ 1712119 w 2543175"/>
                <a:gd name="connsiteY107" fmla="*/ 1259681 h 1890712"/>
                <a:gd name="connsiteX108" fmla="*/ 1733550 w 2543175"/>
                <a:gd name="connsiteY108" fmla="*/ 1273969 h 1890712"/>
                <a:gd name="connsiteX109" fmla="*/ 1743075 w 2543175"/>
                <a:gd name="connsiteY109" fmla="*/ 1283494 h 1890712"/>
                <a:gd name="connsiteX110" fmla="*/ 1754982 w 2543175"/>
                <a:gd name="connsiteY110" fmla="*/ 1290637 h 1890712"/>
                <a:gd name="connsiteX111" fmla="*/ 1766888 w 2543175"/>
                <a:gd name="connsiteY111" fmla="*/ 1300162 h 1890712"/>
                <a:gd name="connsiteX112" fmla="*/ 1783557 w 2543175"/>
                <a:gd name="connsiteY112" fmla="*/ 1307306 h 1890712"/>
                <a:gd name="connsiteX113" fmla="*/ 1790700 w 2543175"/>
                <a:gd name="connsiteY113" fmla="*/ 1312069 h 1890712"/>
                <a:gd name="connsiteX114" fmla="*/ 1800225 w 2543175"/>
                <a:gd name="connsiteY114" fmla="*/ 1319212 h 1890712"/>
                <a:gd name="connsiteX115" fmla="*/ 1807369 w 2543175"/>
                <a:gd name="connsiteY115" fmla="*/ 1321594 h 1890712"/>
                <a:gd name="connsiteX116" fmla="*/ 1824038 w 2543175"/>
                <a:gd name="connsiteY116" fmla="*/ 1333500 h 1890712"/>
                <a:gd name="connsiteX117" fmla="*/ 1843088 w 2543175"/>
                <a:gd name="connsiteY117" fmla="*/ 1352550 h 1890712"/>
                <a:gd name="connsiteX118" fmla="*/ 1852613 w 2543175"/>
                <a:gd name="connsiteY118" fmla="*/ 1359694 h 1890712"/>
                <a:gd name="connsiteX119" fmla="*/ 1859757 w 2543175"/>
                <a:gd name="connsiteY119" fmla="*/ 1366837 h 1890712"/>
                <a:gd name="connsiteX120" fmla="*/ 1869282 w 2543175"/>
                <a:gd name="connsiteY120" fmla="*/ 1371600 h 1890712"/>
                <a:gd name="connsiteX121" fmla="*/ 1883569 w 2543175"/>
                <a:gd name="connsiteY121" fmla="*/ 1388269 h 1890712"/>
                <a:gd name="connsiteX122" fmla="*/ 1893094 w 2543175"/>
                <a:gd name="connsiteY122" fmla="*/ 1395412 h 1890712"/>
                <a:gd name="connsiteX123" fmla="*/ 1902619 w 2543175"/>
                <a:gd name="connsiteY123" fmla="*/ 1404937 h 1890712"/>
                <a:gd name="connsiteX124" fmla="*/ 1912144 w 2543175"/>
                <a:gd name="connsiteY124" fmla="*/ 1409700 h 1890712"/>
                <a:gd name="connsiteX125" fmla="*/ 1931194 w 2543175"/>
                <a:gd name="connsiteY125" fmla="*/ 1421606 h 1890712"/>
                <a:gd name="connsiteX126" fmla="*/ 1935957 w 2543175"/>
                <a:gd name="connsiteY126" fmla="*/ 1428750 h 1890712"/>
                <a:gd name="connsiteX127" fmla="*/ 1952625 w 2543175"/>
                <a:gd name="connsiteY127" fmla="*/ 1438275 h 1890712"/>
                <a:gd name="connsiteX128" fmla="*/ 1971675 w 2543175"/>
                <a:gd name="connsiteY128" fmla="*/ 1450181 h 1890712"/>
                <a:gd name="connsiteX129" fmla="*/ 1981200 w 2543175"/>
                <a:gd name="connsiteY129" fmla="*/ 1454944 h 1890712"/>
                <a:gd name="connsiteX130" fmla="*/ 1997869 w 2543175"/>
                <a:gd name="connsiteY130" fmla="*/ 1471612 h 1890712"/>
                <a:gd name="connsiteX131" fmla="*/ 2007394 w 2543175"/>
                <a:gd name="connsiteY131" fmla="*/ 1478756 h 1890712"/>
                <a:gd name="connsiteX132" fmla="*/ 2016919 w 2543175"/>
                <a:gd name="connsiteY132" fmla="*/ 1483519 h 1890712"/>
                <a:gd name="connsiteX133" fmla="*/ 2024063 w 2543175"/>
                <a:gd name="connsiteY133" fmla="*/ 1490662 h 1890712"/>
                <a:gd name="connsiteX134" fmla="*/ 2033588 w 2543175"/>
                <a:gd name="connsiteY134" fmla="*/ 1495425 h 1890712"/>
                <a:gd name="connsiteX135" fmla="*/ 2040732 w 2543175"/>
                <a:gd name="connsiteY135" fmla="*/ 1502569 h 1890712"/>
                <a:gd name="connsiteX136" fmla="*/ 2047875 w 2543175"/>
                <a:gd name="connsiteY136" fmla="*/ 1507331 h 1890712"/>
                <a:gd name="connsiteX137" fmla="*/ 2057400 w 2543175"/>
                <a:gd name="connsiteY137" fmla="*/ 1514475 h 1890712"/>
                <a:gd name="connsiteX138" fmla="*/ 2064544 w 2543175"/>
                <a:gd name="connsiteY138" fmla="*/ 1519237 h 1890712"/>
                <a:gd name="connsiteX139" fmla="*/ 2071688 w 2543175"/>
                <a:gd name="connsiteY139" fmla="*/ 1526381 h 1890712"/>
                <a:gd name="connsiteX140" fmla="*/ 2081213 w 2543175"/>
                <a:gd name="connsiteY140" fmla="*/ 1531144 h 1890712"/>
                <a:gd name="connsiteX141" fmla="*/ 2090738 w 2543175"/>
                <a:gd name="connsiteY141" fmla="*/ 1538287 h 1890712"/>
                <a:gd name="connsiteX142" fmla="*/ 2109788 w 2543175"/>
                <a:gd name="connsiteY142" fmla="*/ 1547812 h 1890712"/>
                <a:gd name="connsiteX143" fmla="*/ 2131219 w 2543175"/>
                <a:gd name="connsiteY143" fmla="*/ 1562100 h 1890712"/>
                <a:gd name="connsiteX144" fmla="*/ 2140744 w 2543175"/>
                <a:gd name="connsiteY144" fmla="*/ 1566862 h 1890712"/>
                <a:gd name="connsiteX145" fmla="*/ 2152650 w 2543175"/>
                <a:gd name="connsiteY145" fmla="*/ 1576387 h 1890712"/>
                <a:gd name="connsiteX146" fmla="*/ 2181225 w 2543175"/>
                <a:gd name="connsiteY146" fmla="*/ 1590675 h 1890712"/>
                <a:gd name="connsiteX147" fmla="*/ 2200275 w 2543175"/>
                <a:gd name="connsiteY147" fmla="*/ 1607344 h 1890712"/>
                <a:gd name="connsiteX148" fmla="*/ 2207419 w 2543175"/>
                <a:gd name="connsiteY148" fmla="*/ 1612106 h 1890712"/>
                <a:gd name="connsiteX149" fmla="*/ 2216944 w 2543175"/>
                <a:gd name="connsiteY149" fmla="*/ 1619250 h 1890712"/>
                <a:gd name="connsiteX150" fmla="*/ 2224088 w 2543175"/>
                <a:gd name="connsiteY150" fmla="*/ 1624012 h 1890712"/>
                <a:gd name="connsiteX151" fmla="*/ 2247900 w 2543175"/>
                <a:gd name="connsiteY151" fmla="*/ 1643062 h 1890712"/>
                <a:gd name="connsiteX152" fmla="*/ 2255044 w 2543175"/>
                <a:gd name="connsiteY152" fmla="*/ 1650206 h 1890712"/>
                <a:gd name="connsiteX153" fmla="*/ 2281238 w 2543175"/>
                <a:gd name="connsiteY153" fmla="*/ 1664494 h 1890712"/>
                <a:gd name="connsiteX154" fmla="*/ 2297907 w 2543175"/>
                <a:gd name="connsiteY154" fmla="*/ 1674019 h 1890712"/>
                <a:gd name="connsiteX155" fmla="*/ 2312194 w 2543175"/>
                <a:gd name="connsiteY155" fmla="*/ 1685925 h 1890712"/>
                <a:gd name="connsiteX156" fmla="*/ 2328863 w 2543175"/>
                <a:gd name="connsiteY156" fmla="*/ 1697831 h 1890712"/>
                <a:gd name="connsiteX157" fmla="*/ 2350294 w 2543175"/>
                <a:gd name="connsiteY157" fmla="*/ 1712119 h 1890712"/>
                <a:gd name="connsiteX158" fmla="*/ 2369344 w 2543175"/>
                <a:gd name="connsiteY158" fmla="*/ 1724025 h 1890712"/>
                <a:gd name="connsiteX159" fmla="*/ 2428876 w 2543175"/>
                <a:gd name="connsiteY159" fmla="*/ 1785938 h 1890712"/>
                <a:gd name="connsiteX160" fmla="*/ 2466975 w 2543175"/>
                <a:gd name="connsiteY160" fmla="*/ 1783556 h 1890712"/>
                <a:gd name="connsiteX161" fmla="*/ 2481263 w 2543175"/>
                <a:gd name="connsiteY161" fmla="*/ 1795462 h 1890712"/>
                <a:gd name="connsiteX162" fmla="*/ 2486025 w 2543175"/>
                <a:gd name="connsiteY162" fmla="*/ 1802606 h 1890712"/>
                <a:gd name="connsiteX163" fmla="*/ 2514600 w 2543175"/>
                <a:gd name="connsiteY163" fmla="*/ 1850231 h 1890712"/>
                <a:gd name="connsiteX164" fmla="*/ 2519363 w 2543175"/>
                <a:gd name="connsiteY164" fmla="*/ 1857375 h 1890712"/>
                <a:gd name="connsiteX165" fmla="*/ 2540794 w 2543175"/>
                <a:gd name="connsiteY165" fmla="*/ 1883569 h 1890712"/>
                <a:gd name="connsiteX166" fmla="*/ 2543175 w 2543175"/>
                <a:gd name="connsiteY166" fmla="*/ 1890712 h 1890712"/>
                <a:gd name="connsiteX0" fmla="*/ 0 w 2543175"/>
                <a:gd name="connsiteY0" fmla="*/ 0 h 1890712"/>
                <a:gd name="connsiteX1" fmla="*/ 11907 w 2543175"/>
                <a:gd name="connsiteY1" fmla="*/ 11906 h 1890712"/>
                <a:gd name="connsiteX2" fmla="*/ 21432 w 2543175"/>
                <a:gd name="connsiteY2" fmla="*/ 16669 h 1890712"/>
                <a:gd name="connsiteX3" fmla="*/ 23813 w 2543175"/>
                <a:gd name="connsiteY3" fmla="*/ 23812 h 1890712"/>
                <a:gd name="connsiteX4" fmla="*/ 33338 w 2543175"/>
                <a:gd name="connsiteY4" fmla="*/ 33337 h 1890712"/>
                <a:gd name="connsiteX5" fmla="*/ 40482 w 2543175"/>
                <a:gd name="connsiteY5" fmla="*/ 42862 h 1890712"/>
                <a:gd name="connsiteX6" fmla="*/ 47625 w 2543175"/>
                <a:gd name="connsiteY6" fmla="*/ 47625 h 1890712"/>
                <a:gd name="connsiteX7" fmla="*/ 57150 w 2543175"/>
                <a:gd name="connsiteY7" fmla="*/ 54769 h 1890712"/>
                <a:gd name="connsiteX8" fmla="*/ 64294 w 2543175"/>
                <a:gd name="connsiteY8" fmla="*/ 59531 h 1890712"/>
                <a:gd name="connsiteX9" fmla="*/ 83344 w 2543175"/>
                <a:gd name="connsiteY9" fmla="*/ 73819 h 1890712"/>
                <a:gd name="connsiteX10" fmla="*/ 97632 w 2543175"/>
                <a:gd name="connsiteY10" fmla="*/ 80962 h 1890712"/>
                <a:gd name="connsiteX11" fmla="*/ 104775 w 2543175"/>
                <a:gd name="connsiteY11" fmla="*/ 85725 h 1890712"/>
                <a:gd name="connsiteX12" fmla="*/ 114300 w 2543175"/>
                <a:gd name="connsiteY12" fmla="*/ 95250 h 1890712"/>
                <a:gd name="connsiteX13" fmla="*/ 123825 w 2543175"/>
                <a:gd name="connsiteY13" fmla="*/ 97631 h 1890712"/>
                <a:gd name="connsiteX14" fmla="*/ 130969 w 2543175"/>
                <a:gd name="connsiteY14" fmla="*/ 104775 h 1890712"/>
                <a:gd name="connsiteX15" fmla="*/ 140494 w 2543175"/>
                <a:gd name="connsiteY15" fmla="*/ 111919 h 1890712"/>
                <a:gd name="connsiteX16" fmla="*/ 147638 w 2543175"/>
                <a:gd name="connsiteY16" fmla="*/ 116681 h 1890712"/>
                <a:gd name="connsiteX17" fmla="*/ 164307 w 2543175"/>
                <a:gd name="connsiteY17" fmla="*/ 128587 h 1890712"/>
                <a:gd name="connsiteX18" fmla="*/ 180975 w 2543175"/>
                <a:gd name="connsiteY18" fmla="*/ 140494 h 1890712"/>
                <a:gd name="connsiteX19" fmla="*/ 197644 w 2543175"/>
                <a:gd name="connsiteY19" fmla="*/ 152400 h 1890712"/>
                <a:gd name="connsiteX20" fmla="*/ 204788 w 2543175"/>
                <a:gd name="connsiteY20" fmla="*/ 157162 h 1890712"/>
                <a:gd name="connsiteX21" fmla="*/ 214313 w 2543175"/>
                <a:gd name="connsiteY21" fmla="*/ 164306 h 1890712"/>
                <a:gd name="connsiteX22" fmla="*/ 230982 w 2543175"/>
                <a:gd name="connsiteY22" fmla="*/ 180975 h 1890712"/>
                <a:gd name="connsiteX23" fmla="*/ 247650 w 2543175"/>
                <a:gd name="connsiteY23" fmla="*/ 185737 h 1890712"/>
                <a:gd name="connsiteX24" fmla="*/ 300038 w 2543175"/>
                <a:gd name="connsiteY24" fmla="*/ 219075 h 1890712"/>
                <a:gd name="connsiteX25" fmla="*/ 342900 w 2543175"/>
                <a:gd name="connsiteY25" fmla="*/ 254794 h 1890712"/>
                <a:gd name="connsiteX26" fmla="*/ 366713 w 2543175"/>
                <a:gd name="connsiteY26" fmla="*/ 264319 h 1890712"/>
                <a:gd name="connsiteX27" fmla="*/ 371475 w 2543175"/>
                <a:gd name="connsiteY27" fmla="*/ 271462 h 1890712"/>
                <a:gd name="connsiteX28" fmla="*/ 385763 w 2543175"/>
                <a:gd name="connsiteY28" fmla="*/ 283369 h 1890712"/>
                <a:gd name="connsiteX29" fmla="*/ 404813 w 2543175"/>
                <a:gd name="connsiteY29" fmla="*/ 295275 h 1890712"/>
                <a:gd name="connsiteX30" fmla="*/ 411957 w 2543175"/>
                <a:gd name="connsiteY30" fmla="*/ 297656 h 1890712"/>
                <a:gd name="connsiteX31" fmla="*/ 466725 w 2543175"/>
                <a:gd name="connsiteY31" fmla="*/ 328612 h 1890712"/>
                <a:gd name="connsiteX32" fmla="*/ 476250 w 2543175"/>
                <a:gd name="connsiteY32" fmla="*/ 335756 h 1890712"/>
                <a:gd name="connsiteX33" fmla="*/ 481013 w 2543175"/>
                <a:gd name="connsiteY33" fmla="*/ 342900 h 1890712"/>
                <a:gd name="connsiteX34" fmla="*/ 490538 w 2543175"/>
                <a:gd name="connsiteY34" fmla="*/ 352425 h 1890712"/>
                <a:gd name="connsiteX35" fmla="*/ 495300 w 2543175"/>
                <a:gd name="connsiteY35" fmla="*/ 359569 h 1890712"/>
                <a:gd name="connsiteX36" fmla="*/ 509588 w 2543175"/>
                <a:gd name="connsiteY36" fmla="*/ 376237 h 1890712"/>
                <a:gd name="connsiteX37" fmla="*/ 514350 w 2543175"/>
                <a:gd name="connsiteY37" fmla="*/ 383381 h 1890712"/>
                <a:gd name="connsiteX38" fmla="*/ 531019 w 2543175"/>
                <a:gd name="connsiteY38" fmla="*/ 397669 h 1890712"/>
                <a:gd name="connsiteX39" fmla="*/ 538163 w 2543175"/>
                <a:gd name="connsiteY39" fmla="*/ 407194 h 1890712"/>
                <a:gd name="connsiteX40" fmla="*/ 554832 w 2543175"/>
                <a:gd name="connsiteY40" fmla="*/ 421481 h 1890712"/>
                <a:gd name="connsiteX41" fmla="*/ 564357 w 2543175"/>
                <a:gd name="connsiteY41" fmla="*/ 431006 h 1890712"/>
                <a:gd name="connsiteX42" fmla="*/ 573882 w 2543175"/>
                <a:gd name="connsiteY42" fmla="*/ 438150 h 1890712"/>
                <a:gd name="connsiteX43" fmla="*/ 595313 w 2543175"/>
                <a:gd name="connsiteY43" fmla="*/ 454819 h 1890712"/>
                <a:gd name="connsiteX44" fmla="*/ 602457 w 2543175"/>
                <a:gd name="connsiteY44" fmla="*/ 457200 h 1890712"/>
                <a:gd name="connsiteX45" fmla="*/ 628650 w 2543175"/>
                <a:gd name="connsiteY45" fmla="*/ 469106 h 1890712"/>
                <a:gd name="connsiteX46" fmla="*/ 645319 w 2543175"/>
                <a:gd name="connsiteY46" fmla="*/ 483394 h 1890712"/>
                <a:gd name="connsiteX47" fmla="*/ 654844 w 2543175"/>
                <a:gd name="connsiteY47" fmla="*/ 488156 h 1890712"/>
                <a:gd name="connsiteX48" fmla="*/ 661988 w 2543175"/>
                <a:gd name="connsiteY48" fmla="*/ 497681 h 1890712"/>
                <a:gd name="connsiteX49" fmla="*/ 683419 w 2543175"/>
                <a:gd name="connsiteY49" fmla="*/ 514350 h 1890712"/>
                <a:gd name="connsiteX50" fmla="*/ 700088 w 2543175"/>
                <a:gd name="connsiteY50" fmla="*/ 526256 h 1890712"/>
                <a:gd name="connsiteX51" fmla="*/ 709613 w 2543175"/>
                <a:gd name="connsiteY51" fmla="*/ 535781 h 1890712"/>
                <a:gd name="connsiteX52" fmla="*/ 719138 w 2543175"/>
                <a:gd name="connsiteY52" fmla="*/ 542925 h 1890712"/>
                <a:gd name="connsiteX53" fmla="*/ 733425 w 2543175"/>
                <a:gd name="connsiteY53" fmla="*/ 557212 h 1890712"/>
                <a:gd name="connsiteX54" fmla="*/ 750094 w 2543175"/>
                <a:gd name="connsiteY54" fmla="*/ 569119 h 1890712"/>
                <a:gd name="connsiteX55" fmla="*/ 769144 w 2543175"/>
                <a:gd name="connsiteY55" fmla="*/ 581025 h 1890712"/>
                <a:gd name="connsiteX56" fmla="*/ 785813 w 2543175"/>
                <a:gd name="connsiteY56" fmla="*/ 590550 h 1890712"/>
                <a:gd name="connsiteX57" fmla="*/ 792957 w 2543175"/>
                <a:gd name="connsiteY57" fmla="*/ 600075 h 1890712"/>
                <a:gd name="connsiteX58" fmla="*/ 809625 w 2543175"/>
                <a:gd name="connsiteY58" fmla="*/ 611981 h 1890712"/>
                <a:gd name="connsiteX59" fmla="*/ 816769 w 2543175"/>
                <a:gd name="connsiteY59" fmla="*/ 619125 h 1890712"/>
                <a:gd name="connsiteX60" fmla="*/ 826294 w 2543175"/>
                <a:gd name="connsiteY60" fmla="*/ 626269 h 1890712"/>
                <a:gd name="connsiteX61" fmla="*/ 840582 w 2543175"/>
                <a:gd name="connsiteY61" fmla="*/ 638175 h 1890712"/>
                <a:gd name="connsiteX62" fmla="*/ 847725 w 2543175"/>
                <a:gd name="connsiteY62" fmla="*/ 645319 h 1890712"/>
                <a:gd name="connsiteX63" fmla="*/ 857250 w 2543175"/>
                <a:gd name="connsiteY63" fmla="*/ 652462 h 1890712"/>
                <a:gd name="connsiteX64" fmla="*/ 864394 w 2543175"/>
                <a:gd name="connsiteY64" fmla="*/ 657225 h 1890712"/>
                <a:gd name="connsiteX65" fmla="*/ 888207 w 2543175"/>
                <a:gd name="connsiteY65" fmla="*/ 676275 h 1890712"/>
                <a:gd name="connsiteX66" fmla="*/ 895350 w 2543175"/>
                <a:gd name="connsiteY66" fmla="*/ 681037 h 1890712"/>
                <a:gd name="connsiteX67" fmla="*/ 907257 w 2543175"/>
                <a:gd name="connsiteY67" fmla="*/ 683419 h 1890712"/>
                <a:gd name="connsiteX68" fmla="*/ 928688 w 2543175"/>
                <a:gd name="connsiteY68" fmla="*/ 695325 h 1890712"/>
                <a:gd name="connsiteX69" fmla="*/ 942975 w 2543175"/>
                <a:gd name="connsiteY69" fmla="*/ 700087 h 1890712"/>
                <a:gd name="connsiteX70" fmla="*/ 964407 w 2543175"/>
                <a:gd name="connsiteY70" fmla="*/ 716756 h 1890712"/>
                <a:gd name="connsiteX71" fmla="*/ 971550 w 2543175"/>
                <a:gd name="connsiteY71" fmla="*/ 723900 h 1890712"/>
                <a:gd name="connsiteX72" fmla="*/ 983457 w 2543175"/>
                <a:gd name="connsiteY72" fmla="*/ 733425 h 1890712"/>
                <a:gd name="connsiteX73" fmla="*/ 990600 w 2543175"/>
                <a:gd name="connsiteY73" fmla="*/ 738187 h 1890712"/>
                <a:gd name="connsiteX74" fmla="*/ 1007269 w 2543175"/>
                <a:gd name="connsiteY74" fmla="*/ 752475 h 1890712"/>
                <a:gd name="connsiteX75" fmla="*/ 1031082 w 2543175"/>
                <a:gd name="connsiteY75" fmla="*/ 766762 h 1890712"/>
                <a:gd name="connsiteX76" fmla="*/ 1042988 w 2543175"/>
                <a:gd name="connsiteY76" fmla="*/ 773906 h 1890712"/>
                <a:gd name="connsiteX77" fmla="*/ 1071563 w 2543175"/>
                <a:gd name="connsiteY77" fmla="*/ 785812 h 1890712"/>
                <a:gd name="connsiteX78" fmla="*/ 1097757 w 2543175"/>
                <a:gd name="connsiteY78" fmla="*/ 807244 h 1890712"/>
                <a:gd name="connsiteX79" fmla="*/ 1104900 w 2543175"/>
                <a:gd name="connsiteY79" fmla="*/ 814387 h 1890712"/>
                <a:gd name="connsiteX80" fmla="*/ 1121569 w 2543175"/>
                <a:gd name="connsiteY80" fmla="*/ 823912 h 1890712"/>
                <a:gd name="connsiteX81" fmla="*/ 1138238 w 2543175"/>
                <a:gd name="connsiteY81" fmla="*/ 835819 h 1890712"/>
                <a:gd name="connsiteX82" fmla="*/ 1147763 w 2543175"/>
                <a:gd name="connsiteY82" fmla="*/ 842962 h 1890712"/>
                <a:gd name="connsiteX83" fmla="*/ 1157288 w 2543175"/>
                <a:gd name="connsiteY83" fmla="*/ 847725 h 1890712"/>
                <a:gd name="connsiteX84" fmla="*/ 1178719 w 2543175"/>
                <a:gd name="connsiteY84" fmla="*/ 859631 h 1890712"/>
                <a:gd name="connsiteX85" fmla="*/ 1188244 w 2543175"/>
                <a:gd name="connsiteY85" fmla="*/ 866775 h 1890712"/>
                <a:gd name="connsiteX86" fmla="*/ 1195388 w 2543175"/>
                <a:gd name="connsiteY86" fmla="*/ 871537 h 1890712"/>
                <a:gd name="connsiteX87" fmla="*/ 1212057 w 2543175"/>
                <a:gd name="connsiteY87" fmla="*/ 883444 h 1890712"/>
                <a:gd name="connsiteX88" fmla="*/ 1226344 w 2543175"/>
                <a:gd name="connsiteY88" fmla="*/ 895350 h 1890712"/>
                <a:gd name="connsiteX89" fmla="*/ 1245394 w 2543175"/>
                <a:gd name="connsiteY89" fmla="*/ 907256 h 1890712"/>
                <a:gd name="connsiteX90" fmla="*/ 1254919 w 2543175"/>
                <a:gd name="connsiteY90" fmla="*/ 914400 h 1890712"/>
                <a:gd name="connsiteX91" fmla="*/ 1269207 w 2543175"/>
                <a:gd name="connsiteY91" fmla="*/ 921544 h 1890712"/>
                <a:gd name="connsiteX92" fmla="*/ 1290638 w 2543175"/>
                <a:gd name="connsiteY92" fmla="*/ 935831 h 1890712"/>
                <a:gd name="connsiteX93" fmla="*/ 1307307 w 2543175"/>
                <a:gd name="connsiteY93" fmla="*/ 952500 h 1890712"/>
                <a:gd name="connsiteX94" fmla="*/ 1333500 w 2543175"/>
                <a:gd name="connsiteY94" fmla="*/ 971550 h 1890712"/>
                <a:gd name="connsiteX95" fmla="*/ 1359694 w 2543175"/>
                <a:gd name="connsiteY95" fmla="*/ 990600 h 1890712"/>
                <a:gd name="connsiteX96" fmla="*/ 1385888 w 2543175"/>
                <a:gd name="connsiteY96" fmla="*/ 1021557 h 1890712"/>
                <a:gd name="connsiteX97" fmla="*/ 1435894 w 2543175"/>
                <a:gd name="connsiteY97" fmla="*/ 1054894 h 1890712"/>
                <a:gd name="connsiteX98" fmla="*/ 1497806 w 2543175"/>
                <a:gd name="connsiteY98" fmla="*/ 1104900 h 1890712"/>
                <a:gd name="connsiteX99" fmla="*/ 1547812 w 2543175"/>
                <a:gd name="connsiteY99" fmla="*/ 1133475 h 1890712"/>
                <a:gd name="connsiteX100" fmla="*/ 1597819 w 2543175"/>
                <a:gd name="connsiteY100" fmla="*/ 1154906 h 1890712"/>
                <a:gd name="connsiteX101" fmla="*/ 1604963 w 2543175"/>
                <a:gd name="connsiteY101" fmla="*/ 1162050 h 1890712"/>
                <a:gd name="connsiteX102" fmla="*/ 1612107 w 2543175"/>
                <a:gd name="connsiteY102" fmla="*/ 1166812 h 1890712"/>
                <a:gd name="connsiteX103" fmla="*/ 1628775 w 2543175"/>
                <a:gd name="connsiteY103" fmla="*/ 1183481 h 1890712"/>
                <a:gd name="connsiteX104" fmla="*/ 1662113 w 2543175"/>
                <a:gd name="connsiteY104" fmla="*/ 1209675 h 1890712"/>
                <a:gd name="connsiteX105" fmla="*/ 1678782 w 2543175"/>
                <a:gd name="connsiteY105" fmla="*/ 1226344 h 1890712"/>
                <a:gd name="connsiteX106" fmla="*/ 1700213 w 2543175"/>
                <a:gd name="connsiteY106" fmla="*/ 1247775 h 1890712"/>
                <a:gd name="connsiteX107" fmla="*/ 1712119 w 2543175"/>
                <a:gd name="connsiteY107" fmla="*/ 1259681 h 1890712"/>
                <a:gd name="connsiteX108" fmla="*/ 1733550 w 2543175"/>
                <a:gd name="connsiteY108" fmla="*/ 1273969 h 1890712"/>
                <a:gd name="connsiteX109" fmla="*/ 1743075 w 2543175"/>
                <a:gd name="connsiteY109" fmla="*/ 1283494 h 1890712"/>
                <a:gd name="connsiteX110" fmla="*/ 1754982 w 2543175"/>
                <a:gd name="connsiteY110" fmla="*/ 1290637 h 1890712"/>
                <a:gd name="connsiteX111" fmla="*/ 1766888 w 2543175"/>
                <a:gd name="connsiteY111" fmla="*/ 1300162 h 1890712"/>
                <a:gd name="connsiteX112" fmla="*/ 1783557 w 2543175"/>
                <a:gd name="connsiteY112" fmla="*/ 1307306 h 1890712"/>
                <a:gd name="connsiteX113" fmla="*/ 1790700 w 2543175"/>
                <a:gd name="connsiteY113" fmla="*/ 1312069 h 1890712"/>
                <a:gd name="connsiteX114" fmla="*/ 1800225 w 2543175"/>
                <a:gd name="connsiteY114" fmla="*/ 1319212 h 1890712"/>
                <a:gd name="connsiteX115" fmla="*/ 1807369 w 2543175"/>
                <a:gd name="connsiteY115" fmla="*/ 1321594 h 1890712"/>
                <a:gd name="connsiteX116" fmla="*/ 1824038 w 2543175"/>
                <a:gd name="connsiteY116" fmla="*/ 1333500 h 1890712"/>
                <a:gd name="connsiteX117" fmla="*/ 1843088 w 2543175"/>
                <a:gd name="connsiteY117" fmla="*/ 1352550 h 1890712"/>
                <a:gd name="connsiteX118" fmla="*/ 1852613 w 2543175"/>
                <a:gd name="connsiteY118" fmla="*/ 1359694 h 1890712"/>
                <a:gd name="connsiteX119" fmla="*/ 1859757 w 2543175"/>
                <a:gd name="connsiteY119" fmla="*/ 1366837 h 1890712"/>
                <a:gd name="connsiteX120" fmla="*/ 1869282 w 2543175"/>
                <a:gd name="connsiteY120" fmla="*/ 1371600 h 1890712"/>
                <a:gd name="connsiteX121" fmla="*/ 1883569 w 2543175"/>
                <a:gd name="connsiteY121" fmla="*/ 1388269 h 1890712"/>
                <a:gd name="connsiteX122" fmla="*/ 1893094 w 2543175"/>
                <a:gd name="connsiteY122" fmla="*/ 1395412 h 1890712"/>
                <a:gd name="connsiteX123" fmla="*/ 1902619 w 2543175"/>
                <a:gd name="connsiteY123" fmla="*/ 1404937 h 1890712"/>
                <a:gd name="connsiteX124" fmla="*/ 1912144 w 2543175"/>
                <a:gd name="connsiteY124" fmla="*/ 1409700 h 1890712"/>
                <a:gd name="connsiteX125" fmla="*/ 1931194 w 2543175"/>
                <a:gd name="connsiteY125" fmla="*/ 1421606 h 1890712"/>
                <a:gd name="connsiteX126" fmla="*/ 1935957 w 2543175"/>
                <a:gd name="connsiteY126" fmla="*/ 1428750 h 1890712"/>
                <a:gd name="connsiteX127" fmla="*/ 1952625 w 2543175"/>
                <a:gd name="connsiteY127" fmla="*/ 1438275 h 1890712"/>
                <a:gd name="connsiteX128" fmla="*/ 1971675 w 2543175"/>
                <a:gd name="connsiteY128" fmla="*/ 1450181 h 1890712"/>
                <a:gd name="connsiteX129" fmla="*/ 1981200 w 2543175"/>
                <a:gd name="connsiteY129" fmla="*/ 1454944 h 1890712"/>
                <a:gd name="connsiteX130" fmla="*/ 1997869 w 2543175"/>
                <a:gd name="connsiteY130" fmla="*/ 1471612 h 1890712"/>
                <a:gd name="connsiteX131" fmla="*/ 2007394 w 2543175"/>
                <a:gd name="connsiteY131" fmla="*/ 1478756 h 1890712"/>
                <a:gd name="connsiteX132" fmla="*/ 2016919 w 2543175"/>
                <a:gd name="connsiteY132" fmla="*/ 1483519 h 1890712"/>
                <a:gd name="connsiteX133" fmla="*/ 2024063 w 2543175"/>
                <a:gd name="connsiteY133" fmla="*/ 1490662 h 1890712"/>
                <a:gd name="connsiteX134" fmla="*/ 2033588 w 2543175"/>
                <a:gd name="connsiteY134" fmla="*/ 1495425 h 1890712"/>
                <a:gd name="connsiteX135" fmla="*/ 2040732 w 2543175"/>
                <a:gd name="connsiteY135" fmla="*/ 1502569 h 1890712"/>
                <a:gd name="connsiteX136" fmla="*/ 2047875 w 2543175"/>
                <a:gd name="connsiteY136" fmla="*/ 1507331 h 1890712"/>
                <a:gd name="connsiteX137" fmla="*/ 2057400 w 2543175"/>
                <a:gd name="connsiteY137" fmla="*/ 1514475 h 1890712"/>
                <a:gd name="connsiteX138" fmla="*/ 2064544 w 2543175"/>
                <a:gd name="connsiteY138" fmla="*/ 1519237 h 1890712"/>
                <a:gd name="connsiteX139" fmla="*/ 2071688 w 2543175"/>
                <a:gd name="connsiteY139" fmla="*/ 1526381 h 1890712"/>
                <a:gd name="connsiteX140" fmla="*/ 2081213 w 2543175"/>
                <a:gd name="connsiteY140" fmla="*/ 1531144 h 1890712"/>
                <a:gd name="connsiteX141" fmla="*/ 2090738 w 2543175"/>
                <a:gd name="connsiteY141" fmla="*/ 1538287 h 1890712"/>
                <a:gd name="connsiteX142" fmla="*/ 2109788 w 2543175"/>
                <a:gd name="connsiteY142" fmla="*/ 1547812 h 1890712"/>
                <a:gd name="connsiteX143" fmla="*/ 2131219 w 2543175"/>
                <a:gd name="connsiteY143" fmla="*/ 1562100 h 1890712"/>
                <a:gd name="connsiteX144" fmla="*/ 2140744 w 2543175"/>
                <a:gd name="connsiteY144" fmla="*/ 1566862 h 1890712"/>
                <a:gd name="connsiteX145" fmla="*/ 2152650 w 2543175"/>
                <a:gd name="connsiteY145" fmla="*/ 1576387 h 1890712"/>
                <a:gd name="connsiteX146" fmla="*/ 2181225 w 2543175"/>
                <a:gd name="connsiteY146" fmla="*/ 1590675 h 1890712"/>
                <a:gd name="connsiteX147" fmla="*/ 2200275 w 2543175"/>
                <a:gd name="connsiteY147" fmla="*/ 1607344 h 1890712"/>
                <a:gd name="connsiteX148" fmla="*/ 2207419 w 2543175"/>
                <a:gd name="connsiteY148" fmla="*/ 1612106 h 1890712"/>
                <a:gd name="connsiteX149" fmla="*/ 2216944 w 2543175"/>
                <a:gd name="connsiteY149" fmla="*/ 1619250 h 1890712"/>
                <a:gd name="connsiteX150" fmla="*/ 2224088 w 2543175"/>
                <a:gd name="connsiteY150" fmla="*/ 1624012 h 1890712"/>
                <a:gd name="connsiteX151" fmla="*/ 2247900 w 2543175"/>
                <a:gd name="connsiteY151" fmla="*/ 1643062 h 1890712"/>
                <a:gd name="connsiteX152" fmla="*/ 2255044 w 2543175"/>
                <a:gd name="connsiteY152" fmla="*/ 1650206 h 1890712"/>
                <a:gd name="connsiteX153" fmla="*/ 2281238 w 2543175"/>
                <a:gd name="connsiteY153" fmla="*/ 1664494 h 1890712"/>
                <a:gd name="connsiteX154" fmla="*/ 2297907 w 2543175"/>
                <a:gd name="connsiteY154" fmla="*/ 1674019 h 1890712"/>
                <a:gd name="connsiteX155" fmla="*/ 2312194 w 2543175"/>
                <a:gd name="connsiteY155" fmla="*/ 1685925 h 1890712"/>
                <a:gd name="connsiteX156" fmla="*/ 2328863 w 2543175"/>
                <a:gd name="connsiteY156" fmla="*/ 1697831 h 1890712"/>
                <a:gd name="connsiteX157" fmla="*/ 2350294 w 2543175"/>
                <a:gd name="connsiteY157" fmla="*/ 1712119 h 1890712"/>
                <a:gd name="connsiteX158" fmla="*/ 2369344 w 2543175"/>
                <a:gd name="connsiteY158" fmla="*/ 1724025 h 1890712"/>
                <a:gd name="connsiteX159" fmla="*/ 2428876 w 2543175"/>
                <a:gd name="connsiteY159" fmla="*/ 1785938 h 1890712"/>
                <a:gd name="connsiteX160" fmla="*/ 2466975 w 2543175"/>
                <a:gd name="connsiteY160" fmla="*/ 1783556 h 1890712"/>
                <a:gd name="connsiteX161" fmla="*/ 2481263 w 2543175"/>
                <a:gd name="connsiteY161" fmla="*/ 1795462 h 1890712"/>
                <a:gd name="connsiteX162" fmla="*/ 2486025 w 2543175"/>
                <a:gd name="connsiteY162" fmla="*/ 1802606 h 1890712"/>
                <a:gd name="connsiteX163" fmla="*/ 2514600 w 2543175"/>
                <a:gd name="connsiteY163" fmla="*/ 1850231 h 1890712"/>
                <a:gd name="connsiteX164" fmla="*/ 2519363 w 2543175"/>
                <a:gd name="connsiteY164" fmla="*/ 1857375 h 1890712"/>
                <a:gd name="connsiteX165" fmla="*/ 2540794 w 2543175"/>
                <a:gd name="connsiteY165" fmla="*/ 1883569 h 1890712"/>
                <a:gd name="connsiteX166" fmla="*/ 2543175 w 2543175"/>
                <a:gd name="connsiteY166" fmla="*/ 1890712 h 1890712"/>
                <a:gd name="connsiteX0" fmla="*/ 0 w 2543175"/>
                <a:gd name="connsiteY0" fmla="*/ 0 h 1890712"/>
                <a:gd name="connsiteX1" fmla="*/ 11907 w 2543175"/>
                <a:gd name="connsiteY1" fmla="*/ 11906 h 1890712"/>
                <a:gd name="connsiteX2" fmla="*/ 21432 w 2543175"/>
                <a:gd name="connsiteY2" fmla="*/ 16669 h 1890712"/>
                <a:gd name="connsiteX3" fmla="*/ 23813 w 2543175"/>
                <a:gd name="connsiteY3" fmla="*/ 23812 h 1890712"/>
                <a:gd name="connsiteX4" fmla="*/ 33338 w 2543175"/>
                <a:gd name="connsiteY4" fmla="*/ 33337 h 1890712"/>
                <a:gd name="connsiteX5" fmla="*/ 40482 w 2543175"/>
                <a:gd name="connsiteY5" fmla="*/ 42862 h 1890712"/>
                <a:gd name="connsiteX6" fmla="*/ 47625 w 2543175"/>
                <a:gd name="connsiteY6" fmla="*/ 47625 h 1890712"/>
                <a:gd name="connsiteX7" fmla="*/ 57150 w 2543175"/>
                <a:gd name="connsiteY7" fmla="*/ 54769 h 1890712"/>
                <a:gd name="connsiteX8" fmla="*/ 64294 w 2543175"/>
                <a:gd name="connsiteY8" fmla="*/ 59531 h 1890712"/>
                <a:gd name="connsiteX9" fmla="*/ 83344 w 2543175"/>
                <a:gd name="connsiteY9" fmla="*/ 73819 h 1890712"/>
                <a:gd name="connsiteX10" fmla="*/ 97632 w 2543175"/>
                <a:gd name="connsiteY10" fmla="*/ 80962 h 1890712"/>
                <a:gd name="connsiteX11" fmla="*/ 104775 w 2543175"/>
                <a:gd name="connsiteY11" fmla="*/ 85725 h 1890712"/>
                <a:gd name="connsiteX12" fmla="*/ 114300 w 2543175"/>
                <a:gd name="connsiteY12" fmla="*/ 95250 h 1890712"/>
                <a:gd name="connsiteX13" fmla="*/ 123825 w 2543175"/>
                <a:gd name="connsiteY13" fmla="*/ 97631 h 1890712"/>
                <a:gd name="connsiteX14" fmla="*/ 130969 w 2543175"/>
                <a:gd name="connsiteY14" fmla="*/ 104775 h 1890712"/>
                <a:gd name="connsiteX15" fmla="*/ 140494 w 2543175"/>
                <a:gd name="connsiteY15" fmla="*/ 111919 h 1890712"/>
                <a:gd name="connsiteX16" fmla="*/ 147638 w 2543175"/>
                <a:gd name="connsiteY16" fmla="*/ 116681 h 1890712"/>
                <a:gd name="connsiteX17" fmla="*/ 164307 w 2543175"/>
                <a:gd name="connsiteY17" fmla="*/ 128587 h 1890712"/>
                <a:gd name="connsiteX18" fmla="*/ 180975 w 2543175"/>
                <a:gd name="connsiteY18" fmla="*/ 140494 h 1890712"/>
                <a:gd name="connsiteX19" fmla="*/ 197644 w 2543175"/>
                <a:gd name="connsiteY19" fmla="*/ 152400 h 1890712"/>
                <a:gd name="connsiteX20" fmla="*/ 204788 w 2543175"/>
                <a:gd name="connsiteY20" fmla="*/ 157162 h 1890712"/>
                <a:gd name="connsiteX21" fmla="*/ 214313 w 2543175"/>
                <a:gd name="connsiteY21" fmla="*/ 164306 h 1890712"/>
                <a:gd name="connsiteX22" fmla="*/ 230982 w 2543175"/>
                <a:gd name="connsiteY22" fmla="*/ 180975 h 1890712"/>
                <a:gd name="connsiteX23" fmla="*/ 247650 w 2543175"/>
                <a:gd name="connsiteY23" fmla="*/ 185737 h 1890712"/>
                <a:gd name="connsiteX24" fmla="*/ 300038 w 2543175"/>
                <a:gd name="connsiteY24" fmla="*/ 219075 h 1890712"/>
                <a:gd name="connsiteX25" fmla="*/ 342900 w 2543175"/>
                <a:gd name="connsiteY25" fmla="*/ 254794 h 1890712"/>
                <a:gd name="connsiteX26" fmla="*/ 366713 w 2543175"/>
                <a:gd name="connsiteY26" fmla="*/ 264319 h 1890712"/>
                <a:gd name="connsiteX27" fmla="*/ 371475 w 2543175"/>
                <a:gd name="connsiteY27" fmla="*/ 271462 h 1890712"/>
                <a:gd name="connsiteX28" fmla="*/ 385763 w 2543175"/>
                <a:gd name="connsiteY28" fmla="*/ 283369 h 1890712"/>
                <a:gd name="connsiteX29" fmla="*/ 404813 w 2543175"/>
                <a:gd name="connsiteY29" fmla="*/ 295275 h 1890712"/>
                <a:gd name="connsiteX30" fmla="*/ 411957 w 2543175"/>
                <a:gd name="connsiteY30" fmla="*/ 297656 h 1890712"/>
                <a:gd name="connsiteX31" fmla="*/ 466725 w 2543175"/>
                <a:gd name="connsiteY31" fmla="*/ 328612 h 1890712"/>
                <a:gd name="connsiteX32" fmla="*/ 476250 w 2543175"/>
                <a:gd name="connsiteY32" fmla="*/ 335756 h 1890712"/>
                <a:gd name="connsiteX33" fmla="*/ 481013 w 2543175"/>
                <a:gd name="connsiteY33" fmla="*/ 342900 h 1890712"/>
                <a:gd name="connsiteX34" fmla="*/ 490538 w 2543175"/>
                <a:gd name="connsiteY34" fmla="*/ 352425 h 1890712"/>
                <a:gd name="connsiteX35" fmla="*/ 495300 w 2543175"/>
                <a:gd name="connsiteY35" fmla="*/ 359569 h 1890712"/>
                <a:gd name="connsiteX36" fmla="*/ 509588 w 2543175"/>
                <a:gd name="connsiteY36" fmla="*/ 376237 h 1890712"/>
                <a:gd name="connsiteX37" fmla="*/ 514350 w 2543175"/>
                <a:gd name="connsiteY37" fmla="*/ 383381 h 1890712"/>
                <a:gd name="connsiteX38" fmla="*/ 531019 w 2543175"/>
                <a:gd name="connsiteY38" fmla="*/ 397669 h 1890712"/>
                <a:gd name="connsiteX39" fmla="*/ 538163 w 2543175"/>
                <a:gd name="connsiteY39" fmla="*/ 407194 h 1890712"/>
                <a:gd name="connsiteX40" fmla="*/ 554832 w 2543175"/>
                <a:gd name="connsiteY40" fmla="*/ 421481 h 1890712"/>
                <a:gd name="connsiteX41" fmla="*/ 564357 w 2543175"/>
                <a:gd name="connsiteY41" fmla="*/ 431006 h 1890712"/>
                <a:gd name="connsiteX42" fmla="*/ 573882 w 2543175"/>
                <a:gd name="connsiteY42" fmla="*/ 438150 h 1890712"/>
                <a:gd name="connsiteX43" fmla="*/ 595313 w 2543175"/>
                <a:gd name="connsiteY43" fmla="*/ 454819 h 1890712"/>
                <a:gd name="connsiteX44" fmla="*/ 602457 w 2543175"/>
                <a:gd name="connsiteY44" fmla="*/ 457200 h 1890712"/>
                <a:gd name="connsiteX45" fmla="*/ 628650 w 2543175"/>
                <a:gd name="connsiteY45" fmla="*/ 469106 h 1890712"/>
                <a:gd name="connsiteX46" fmla="*/ 645319 w 2543175"/>
                <a:gd name="connsiteY46" fmla="*/ 483394 h 1890712"/>
                <a:gd name="connsiteX47" fmla="*/ 654844 w 2543175"/>
                <a:gd name="connsiteY47" fmla="*/ 488156 h 1890712"/>
                <a:gd name="connsiteX48" fmla="*/ 661988 w 2543175"/>
                <a:gd name="connsiteY48" fmla="*/ 497681 h 1890712"/>
                <a:gd name="connsiteX49" fmla="*/ 683419 w 2543175"/>
                <a:gd name="connsiteY49" fmla="*/ 514350 h 1890712"/>
                <a:gd name="connsiteX50" fmla="*/ 700088 w 2543175"/>
                <a:gd name="connsiteY50" fmla="*/ 526256 h 1890712"/>
                <a:gd name="connsiteX51" fmla="*/ 709613 w 2543175"/>
                <a:gd name="connsiteY51" fmla="*/ 535781 h 1890712"/>
                <a:gd name="connsiteX52" fmla="*/ 719138 w 2543175"/>
                <a:gd name="connsiteY52" fmla="*/ 542925 h 1890712"/>
                <a:gd name="connsiteX53" fmla="*/ 733425 w 2543175"/>
                <a:gd name="connsiteY53" fmla="*/ 557212 h 1890712"/>
                <a:gd name="connsiteX54" fmla="*/ 750094 w 2543175"/>
                <a:gd name="connsiteY54" fmla="*/ 569119 h 1890712"/>
                <a:gd name="connsiteX55" fmla="*/ 769144 w 2543175"/>
                <a:gd name="connsiteY55" fmla="*/ 581025 h 1890712"/>
                <a:gd name="connsiteX56" fmla="*/ 785813 w 2543175"/>
                <a:gd name="connsiteY56" fmla="*/ 590550 h 1890712"/>
                <a:gd name="connsiteX57" fmla="*/ 792957 w 2543175"/>
                <a:gd name="connsiteY57" fmla="*/ 600075 h 1890712"/>
                <a:gd name="connsiteX58" fmla="*/ 809625 w 2543175"/>
                <a:gd name="connsiteY58" fmla="*/ 611981 h 1890712"/>
                <a:gd name="connsiteX59" fmla="*/ 816769 w 2543175"/>
                <a:gd name="connsiteY59" fmla="*/ 619125 h 1890712"/>
                <a:gd name="connsiteX60" fmla="*/ 826294 w 2543175"/>
                <a:gd name="connsiteY60" fmla="*/ 626269 h 1890712"/>
                <a:gd name="connsiteX61" fmla="*/ 840582 w 2543175"/>
                <a:gd name="connsiteY61" fmla="*/ 638175 h 1890712"/>
                <a:gd name="connsiteX62" fmla="*/ 847725 w 2543175"/>
                <a:gd name="connsiteY62" fmla="*/ 645319 h 1890712"/>
                <a:gd name="connsiteX63" fmla="*/ 857250 w 2543175"/>
                <a:gd name="connsiteY63" fmla="*/ 652462 h 1890712"/>
                <a:gd name="connsiteX64" fmla="*/ 864394 w 2543175"/>
                <a:gd name="connsiteY64" fmla="*/ 657225 h 1890712"/>
                <a:gd name="connsiteX65" fmla="*/ 888207 w 2543175"/>
                <a:gd name="connsiteY65" fmla="*/ 676275 h 1890712"/>
                <a:gd name="connsiteX66" fmla="*/ 895350 w 2543175"/>
                <a:gd name="connsiteY66" fmla="*/ 681037 h 1890712"/>
                <a:gd name="connsiteX67" fmla="*/ 907257 w 2543175"/>
                <a:gd name="connsiteY67" fmla="*/ 683419 h 1890712"/>
                <a:gd name="connsiteX68" fmla="*/ 928688 w 2543175"/>
                <a:gd name="connsiteY68" fmla="*/ 695325 h 1890712"/>
                <a:gd name="connsiteX69" fmla="*/ 942975 w 2543175"/>
                <a:gd name="connsiteY69" fmla="*/ 700087 h 1890712"/>
                <a:gd name="connsiteX70" fmla="*/ 964407 w 2543175"/>
                <a:gd name="connsiteY70" fmla="*/ 716756 h 1890712"/>
                <a:gd name="connsiteX71" fmla="*/ 971550 w 2543175"/>
                <a:gd name="connsiteY71" fmla="*/ 723900 h 1890712"/>
                <a:gd name="connsiteX72" fmla="*/ 983457 w 2543175"/>
                <a:gd name="connsiteY72" fmla="*/ 733425 h 1890712"/>
                <a:gd name="connsiteX73" fmla="*/ 990600 w 2543175"/>
                <a:gd name="connsiteY73" fmla="*/ 738187 h 1890712"/>
                <a:gd name="connsiteX74" fmla="*/ 1007269 w 2543175"/>
                <a:gd name="connsiteY74" fmla="*/ 752475 h 1890712"/>
                <a:gd name="connsiteX75" fmla="*/ 1031082 w 2543175"/>
                <a:gd name="connsiteY75" fmla="*/ 766762 h 1890712"/>
                <a:gd name="connsiteX76" fmla="*/ 1042988 w 2543175"/>
                <a:gd name="connsiteY76" fmla="*/ 773906 h 1890712"/>
                <a:gd name="connsiteX77" fmla="*/ 1071563 w 2543175"/>
                <a:gd name="connsiteY77" fmla="*/ 785812 h 1890712"/>
                <a:gd name="connsiteX78" fmla="*/ 1097757 w 2543175"/>
                <a:gd name="connsiteY78" fmla="*/ 807244 h 1890712"/>
                <a:gd name="connsiteX79" fmla="*/ 1104900 w 2543175"/>
                <a:gd name="connsiteY79" fmla="*/ 814387 h 1890712"/>
                <a:gd name="connsiteX80" fmla="*/ 1121569 w 2543175"/>
                <a:gd name="connsiteY80" fmla="*/ 823912 h 1890712"/>
                <a:gd name="connsiteX81" fmla="*/ 1138238 w 2543175"/>
                <a:gd name="connsiteY81" fmla="*/ 835819 h 1890712"/>
                <a:gd name="connsiteX82" fmla="*/ 1147763 w 2543175"/>
                <a:gd name="connsiteY82" fmla="*/ 842962 h 1890712"/>
                <a:gd name="connsiteX83" fmla="*/ 1157288 w 2543175"/>
                <a:gd name="connsiteY83" fmla="*/ 847725 h 1890712"/>
                <a:gd name="connsiteX84" fmla="*/ 1178719 w 2543175"/>
                <a:gd name="connsiteY84" fmla="*/ 859631 h 1890712"/>
                <a:gd name="connsiteX85" fmla="*/ 1188244 w 2543175"/>
                <a:gd name="connsiteY85" fmla="*/ 866775 h 1890712"/>
                <a:gd name="connsiteX86" fmla="*/ 1195388 w 2543175"/>
                <a:gd name="connsiteY86" fmla="*/ 871537 h 1890712"/>
                <a:gd name="connsiteX87" fmla="*/ 1212057 w 2543175"/>
                <a:gd name="connsiteY87" fmla="*/ 883444 h 1890712"/>
                <a:gd name="connsiteX88" fmla="*/ 1226344 w 2543175"/>
                <a:gd name="connsiteY88" fmla="*/ 895350 h 1890712"/>
                <a:gd name="connsiteX89" fmla="*/ 1245394 w 2543175"/>
                <a:gd name="connsiteY89" fmla="*/ 907256 h 1890712"/>
                <a:gd name="connsiteX90" fmla="*/ 1254919 w 2543175"/>
                <a:gd name="connsiteY90" fmla="*/ 914400 h 1890712"/>
                <a:gd name="connsiteX91" fmla="*/ 1269207 w 2543175"/>
                <a:gd name="connsiteY91" fmla="*/ 921544 h 1890712"/>
                <a:gd name="connsiteX92" fmla="*/ 1290638 w 2543175"/>
                <a:gd name="connsiteY92" fmla="*/ 935831 h 1890712"/>
                <a:gd name="connsiteX93" fmla="*/ 1307307 w 2543175"/>
                <a:gd name="connsiteY93" fmla="*/ 952500 h 1890712"/>
                <a:gd name="connsiteX94" fmla="*/ 1333500 w 2543175"/>
                <a:gd name="connsiteY94" fmla="*/ 971550 h 1890712"/>
                <a:gd name="connsiteX95" fmla="*/ 1359694 w 2543175"/>
                <a:gd name="connsiteY95" fmla="*/ 990600 h 1890712"/>
                <a:gd name="connsiteX96" fmla="*/ 1385888 w 2543175"/>
                <a:gd name="connsiteY96" fmla="*/ 1021557 h 1890712"/>
                <a:gd name="connsiteX97" fmla="*/ 1435894 w 2543175"/>
                <a:gd name="connsiteY97" fmla="*/ 1054894 h 1890712"/>
                <a:gd name="connsiteX98" fmla="*/ 1497806 w 2543175"/>
                <a:gd name="connsiteY98" fmla="*/ 1104900 h 1890712"/>
                <a:gd name="connsiteX99" fmla="*/ 1559718 w 2543175"/>
                <a:gd name="connsiteY99" fmla="*/ 1154906 h 1890712"/>
                <a:gd name="connsiteX100" fmla="*/ 1597819 w 2543175"/>
                <a:gd name="connsiteY100" fmla="*/ 1154906 h 1890712"/>
                <a:gd name="connsiteX101" fmla="*/ 1604963 w 2543175"/>
                <a:gd name="connsiteY101" fmla="*/ 1162050 h 1890712"/>
                <a:gd name="connsiteX102" fmla="*/ 1612107 w 2543175"/>
                <a:gd name="connsiteY102" fmla="*/ 1166812 h 1890712"/>
                <a:gd name="connsiteX103" fmla="*/ 1628775 w 2543175"/>
                <a:gd name="connsiteY103" fmla="*/ 1183481 h 1890712"/>
                <a:gd name="connsiteX104" fmla="*/ 1662113 w 2543175"/>
                <a:gd name="connsiteY104" fmla="*/ 1209675 h 1890712"/>
                <a:gd name="connsiteX105" fmla="*/ 1678782 w 2543175"/>
                <a:gd name="connsiteY105" fmla="*/ 1226344 h 1890712"/>
                <a:gd name="connsiteX106" fmla="*/ 1700213 w 2543175"/>
                <a:gd name="connsiteY106" fmla="*/ 1247775 h 1890712"/>
                <a:gd name="connsiteX107" fmla="*/ 1712119 w 2543175"/>
                <a:gd name="connsiteY107" fmla="*/ 1259681 h 1890712"/>
                <a:gd name="connsiteX108" fmla="*/ 1733550 w 2543175"/>
                <a:gd name="connsiteY108" fmla="*/ 1273969 h 1890712"/>
                <a:gd name="connsiteX109" fmla="*/ 1743075 w 2543175"/>
                <a:gd name="connsiteY109" fmla="*/ 1283494 h 1890712"/>
                <a:gd name="connsiteX110" fmla="*/ 1754982 w 2543175"/>
                <a:gd name="connsiteY110" fmla="*/ 1290637 h 1890712"/>
                <a:gd name="connsiteX111" fmla="*/ 1766888 w 2543175"/>
                <a:gd name="connsiteY111" fmla="*/ 1300162 h 1890712"/>
                <a:gd name="connsiteX112" fmla="*/ 1783557 w 2543175"/>
                <a:gd name="connsiteY112" fmla="*/ 1307306 h 1890712"/>
                <a:gd name="connsiteX113" fmla="*/ 1790700 w 2543175"/>
                <a:gd name="connsiteY113" fmla="*/ 1312069 h 1890712"/>
                <a:gd name="connsiteX114" fmla="*/ 1800225 w 2543175"/>
                <a:gd name="connsiteY114" fmla="*/ 1319212 h 1890712"/>
                <a:gd name="connsiteX115" fmla="*/ 1807369 w 2543175"/>
                <a:gd name="connsiteY115" fmla="*/ 1321594 h 1890712"/>
                <a:gd name="connsiteX116" fmla="*/ 1824038 w 2543175"/>
                <a:gd name="connsiteY116" fmla="*/ 1333500 h 1890712"/>
                <a:gd name="connsiteX117" fmla="*/ 1843088 w 2543175"/>
                <a:gd name="connsiteY117" fmla="*/ 1352550 h 1890712"/>
                <a:gd name="connsiteX118" fmla="*/ 1852613 w 2543175"/>
                <a:gd name="connsiteY118" fmla="*/ 1359694 h 1890712"/>
                <a:gd name="connsiteX119" fmla="*/ 1859757 w 2543175"/>
                <a:gd name="connsiteY119" fmla="*/ 1366837 h 1890712"/>
                <a:gd name="connsiteX120" fmla="*/ 1869282 w 2543175"/>
                <a:gd name="connsiteY120" fmla="*/ 1371600 h 1890712"/>
                <a:gd name="connsiteX121" fmla="*/ 1883569 w 2543175"/>
                <a:gd name="connsiteY121" fmla="*/ 1388269 h 1890712"/>
                <a:gd name="connsiteX122" fmla="*/ 1893094 w 2543175"/>
                <a:gd name="connsiteY122" fmla="*/ 1395412 h 1890712"/>
                <a:gd name="connsiteX123" fmla="*/ 1902619 w 2543175"/>
                <a:gd name="connsiteY123" fmla="*/ 1404937 h 1890712"/>
                <a:gd name="connsiteX124" fmla="*/ 1912144 w 2543175"/>
                <a:gd name="connsiteY124" fmla="*/ 1409700 h 1890712"/>
                <a:gd name="connsiteX125" fmla="*/ 1931194 w 2543175"/>
                <a:gd name="connsiteY125" fmla="*/ 1421606 h 1890712"/>
                <a:gd name="connsiteX126" fmla="*/ 1935957 w 2543175"/>
                <a:gd name="connsiteY126" fmla="*/ 1428750 h 1890712"/>
                <a:gd name="connsiteX127" fmla="*/ 1952625 w 2543175"/>
                <a:gd name="connsiteY127" fmla="*/ 1438275 h 1890712"/>
                <a:gd name="connsiteX128" fmla="*/ 1971675 w 2543175"/>
                <a:gd name="connsiteY128" fmla="*/ 1450181 h 1890712"/>
                <a:gd name="connsiteX129" fmla="*/ 1981200 w 2543175"/>
                <a:gd name="connsiteY129" fmla="*/ 1454944 h 1890712"/>
                <a:gd name="connsiteX130" fmla="*/ 1997869 w 2543175"/>
                <a:gd name="connsiteY130" fmla="*/ 1471612 h 1890712"/>
                <a:gd name="connsiteX131" fmla="*/ 2007394 w 2543175"/>
                <a:gd name="connsiteY131" fmla="*/ 1478756 h 1890712"/>
                <a:gd name="connsiteX132" fmla="*/ 2016919 w 2543175"/>
                <a:gd name="connsiteY132" fmla="*/ 1483519 h 1890712"/>
                <a:gd name="connsiteX133" fmla="*/ 2024063 w 2543175"/>
                <a:gd name="connsiteY133" fmla="*/ 1490662 h 1890712"/>
                <a:gd name="connsiteX134" fmla="*/ 2033588 w 2543175"/>
                <a:gd name="connsiteY134" fmla="*/ 1495425 h 1890712"/>
                <a:gd name="connsiteX135" fmla="*/ 2040732 w 2543175"/>
                <a:gd name="connsiteY135" fmla="*/ 1502569 h 1890712"/>
                <a:gd name="connsiteX136" fmla="*/ 2047875 w 2543175"/>
                <a:gd name="connsiteY136" fmla="*/ 1507331 h 1890712"/>
                <a:gd name="connsiteX137" fmla="*/ 2057400 w 2543175"/>
                <a:gd name="connsiteY137" fmla="*/ 1514475 h 1890712"/>
                <a:gd name="connsiteX138" fmla="*/ 2064544 w 2543175"/>
                <a:gd name="connsiteY138" fmla="*/ 1519237 h 1890712"/>
                <a:gd name="connsiteX139" fmla="*/ 2071688 w 2543175"/>
                <a:gd name="connsiteY139" fmla="*/ 1526381 h 1890712"/>
                <a:gd name="connsiteX140" fmla="*/ 2081213 w 2543175"/>
                <a:gd name="connsiteY140" fmla="*/ 1531144 h 1890712"/>
                <a:gd name="connsiteX141" fmla="*/ 2090738 w 2543175"/>
                <a:gd name="connsiteY141" fmla="*/ 1538287 h 1890712"/>
                <a:gd name="connsiteX142" fmla="*/ 2109788 w 2543175"/>
                <a:gd name="connsiteY142" fmla="*/ 1547812 h 1890712"/>
                <a:gd name="connsiteX143" fmla="*/ 2131219 w 2543175"/>
                <a:gd name="connsiteY143" fmla="*/ 1562100 h 1890712"/>
                <a:gd name="connsiteX144" fmla="*/ 2140744 w 2543175"/>
                <a:gd name="connsiteY144" fmla="*/ 1566862 h 1890712"/>
                <a:gd name="connsiteX145" fmla="*/ 2152650 w 2543175"/>
                <a:gd name="connsiteY145" fmla="*/ 1576387 h 1890712"/>
                <a:gd name="connsiteX146" fmla="*/ 2181225 w 2543175"/>
                <a:gd name="connsiteY146" fmla="*/ 1590675 h 1890712"/>
                <a:gd name="connsiteX147" fmla="*/ 2200275 w 2543175"/>
                <a:gd name="connsiteY147" fmla="*/ 1607344 h 1890712"/>
                <a:gd name="connsiteX148" fmla="*/ 2207419 w 2543175"/>
                <a:gd name="connsiteY148" fmla="*/ 1612106 h 1890712"/>
                <a:gd name="connsiteX149" fmla="*/ 2216944 w 2543175"/>
                <a:gd name="connsiteY149" fmla="*/ 1619250 h 1890712"/>
                <a:gd name="connsiteX150" fmla="*/ 2224088 w 2543175"/>
                <a:gd name="connsiteY150" fmla="*/ 1624012 h 1890712"/>
                <a:gd name="connsiteX151" fmla="*/ 2247900 w 2543175"/>
                <a:gd name="connsiteY151" fmla="*/ 1643062 h 1890712"/>
                <a:gd name="connsiteX152" fmla="*/ 2255044 w 2543175"/>
                <a:gd name="connsiteY152" fmla="*/ 1650206 h 1890712"/>
                <a:gd name="connsiteX153" fmla="*/ 2281238 w 2543175"/>
                <a:gd name="connsiteY153" fmla="*/ 1664494 h 1890712"/>
                <a:gd name="connsiteX154" fmla="*/ 2297907 w 2543175"/>
                <a:gd name="connsiteY154" fmla="*/ 1674019 h 1890712"/>
                <a:gd name="connsiteX155" fmla="*/ 2312194 w 2543175"/>
                <a:gd name="connsiteY155" fmla="*/ 1685925 h 1890712"/>
                <a:gd name="connsiteX156" fmla="*/ 2328863 w 2543175"/>
                <a:gd name="connsiteY156" fmla="*/ 1697831 h 1890712"/>
                <a:gd name="connsiteX157" fmla="*/ 2350294 w 2543175"/>
                <a:gd name="connsiteY157" fmla="*/ 1712119 h 1890712"/>
                <a:gd name="connsiteX158" fmla="*/ 2369344 w 2543175"/>
                <a:gd name="connsiteY158" fmla="*/ 1724025 h 1890712"/>
                <a:gd name="connsiteX159" fmla="*/ 2428876 w 2543175"/>
                <a:gd name="connsiteY159" fmla="*/ 1785938 h 1890712"/>
                <a:gd name="connsiteX160" fmla="*/ 2466975 w 2543175"/>
                <a:gd name="connsiteY160" fmla="*/ 1783556 h 1890712"/>
                <a:gd name="connsiteX161" fmla="*/ 2481263 w 2543175"/>
                <a:gd name="connsiteY161" fmla="*/ 1795462 h 1890712"/>
                <a:gd name="connsiteX162" fmla="*/ 2486025 w 2543175"/>
                <a:gd name="connsiteY162" fmla="*/ 1802606 h 1890712"/>
                <a:gd name="connsiteX163" fmla="*/ 2514600 w 2543175"/>
                <a:gd name="connsiteY163" fmla="*/ 1850231 h 1890712"/>
                <a:gd name="connsiteX164" fmla="*/ 2519363 w 2543175"/>
                <a:gd name="connsiteY164" fmla="*/ 1857375 h 1890712"/>
                <a:gd name="connsiteX165" fmla="*/ 2540794 w 2543175"/>
                <a:gd name="connsiteY165" fmla="*/ 1883569 h 1890712"/>
                <a:gd name="connsiteX166" fmla="*/ 2543175 w 2543175"/>
                <a:gd name="connsiteY166" fmla="*/ 1890712 h 1890712"/>
                <a:gd name="connsiteX0" fmla="*/ 0 w 2543175"/>
                <a:gd name="connsiteY0" fmla="*/ 0 h 1890712"/>
                <a:gd name="connsiteX1" fmla="*/ 11907 w 2543175"/>
                <a:gd name="connsiteY1" fmla="*/ 11906 h 1890712"/>
                <a:gd name="connsiteX2" fmla="*/ 21432 w 2543175"/>
                <a:gd name="connsiteY2" fmla="*/ 16669 h 1890712"/>
                <a:gd name="connsiteX3" fmla="*/ 23813 w 2543175"/>
                <a:gd name="connsiteY3" fmla="*/ 23812 h 1890712"/>
                <a:gd name="connsiteX4" fmla="*/ 33338 w 2543175"/>
                <a:gd name="connsiteY4" fmla="*/ 33337 h 1890712"/>
                <a:gd name="connsiteX5" fmla="*/ 40482 w 2543175"/>
                <a:gd name="connsiteY5" fmla="*/ 42862 h 1890712"/>
                <a:gd name="connsiteX6" fmla="*/ 47625 w 2543175"/>
                <a:gd name="connsiteY6" fmla="*/ 47625 h 1890712"/>
                <a:gd name="connsiteX7" fmla="*/ 57150 w 2543175"/>
                <a:gd name="connsiteY7" fmla="*/ 54769 h 1890712"/>
                <a:gd name="connsiteX8" fmla="*/ 64294 w 2543175"/>
                <a:gd name="connsiteY8" fmla="*/ 59531 h 1890712"/>
                <a:gd name="connsiteX9" fmla="*/ 83344 w 2543175"/>
                <a:gd name="connsiteY9" fmla="*/ 73819 h 1890712"/>
                <a:gd name="connsiteX10" fmla="*/ 97632 w 2543175"/>
                <a:gd name="connsiteY10" fmla="*/ 80962 h 1890712"/>
                <a:gd name="connsiteX11" fmla="*/ 104775 w 2543175"/>
                <a:gd name="connsiteY11" fmla="*/ 85725 h 1890712"/>
                <a:gd name="connsiteX12" fmla="*/ 114300 w 2543175"/>
                <a:gd name="connsiteY12" fmla="*/ 95250 h 1890712"/>
                <a:gd name="connsiteX13" fmla="*/ 123825 w 2543175"/>
                <a:gd name="connsiteY13" fmla="*/ 97631 h 1890712"/>
                <a:gd name="connsiteX14" fmla="*/ 130969 w 2543175"/>
                <a:gd name="connsiteY14" fmla="*/ 104775 h 1890712"/>
                <a:gd name="connsiteX15" fmla="*/ 140494 w 2543175"/>
                <a:gd name="connsiteY15" fmla="*/ 111919 h 1890712"/>
                <a:gd name="connsiteX16" fmla="*/ 147638 w 2543175"/>
                <a:gd name="connsiteY16" fmla="*/ 116681 h 1890712"/>
                <a:gd name="connsiteX17" fmla="*/ 164307 w 2543175"/>
                <a:gd name="connsiteY17" fmla="*/ 128587 h 1890712"/>
                <a:gd name="connsiteX18" fmla="*/ 180975 w 2543175"/>
                <a:gd name="connsiteY18" fmla="*/ 140494 h 1890712"/>
                <a:gd name="connsiteX19" fmla="*/ 197644 w 2543175"/>
                <a:gd name="connsiteY19" fmla="*/ 152400 h 1890712"/>
                <a:gd name="connsiteX20" fmla="*/ 204788 w 2543175"/>
                <a:gd name="connsiteY20" fmla="*/ 157162 h 1890712"/>
                <a:gd name="connsiteX21" fmla="*/ 214313 w 2543175"/>
                <a:gd name="connsiteY21" fmla="*/ 164306 h 1890712"/>
                <a:gd name="connsiteX22" fmla="*/ 230982 w 2543175"/>
                <a:gd name="connsiteY22" fmla="*/ 180975 h 1890712"/>
                <a:gd name="connsiteX23" fmla="*/ 247650 w 2543175"/>
                <a:gd name="connsiteY23" fmla="*/ 185737 h 1890712"/>
                <a:gd name="connsiteX24" fmla="*/ 300038 w 2543175"/>
                <a:gd name="connsiteY24" fmla="*/ 219075 h 1890712"/>
                <a:gd name="connsiteX25" fmla="*/ 342900 w 2543175"/>
                <a:gd name="connsiteY25" fmla="*/ 254794 h 1890712"/>
                <a:gd name="connsiteX26" fmla="*/ 366713 w 2543175"/>
                <a:gd name="connsiteY26" fmla="*/ 264319 h 1890712"/>
                <a:gd name="connsiteX27" fmla="*/ 371475 w 2543175"/>
                <a:gd name="connsiteY27" fmla="*/ 271462 h 1890712"/>
                <a:gd name="connsiteX28" fmla="*/ 385763 w 2543175"/>
                <a:gd name="connsiteY28" fmla="*/ 283369 h 1890712"/>
                <a:gd name="connsiteX29" fmla="*/ 404813 w 2543175"/>
                <a:gd name="connsiteY29" fmla="*/ 295275 h 1890712"/>
                <a:gd name="connsiteX30" fmla="*/ 411957 w 2543175"/>
                <a:gd name="connsiteY30" fmla="*/ 297656 h 1890712"/>
                <a:gd name="connsiteX31" fmla="*/ 466725 w 2543175"/>
                <a:gd name="connsiteY31" fmla="*/ 328612 h 1890712"/>
                <a:gd name="connsiteX32" fmla="*/ 476250 w 2543175"/>
                <a:gd name="connsiteY32" fmla="*/ 335756 h 1890712"/>
                <a:gd name="connsiteX33" fmla="*/ 481013 w 2543175"/>
                <a:gd name="connsiteY33" fmla="*/ 342900 h 1890712"/>
                <a:gd name="connsiteX34" fmla="*/ 490538 w 2543175"/>
                <a:gd name="connsiteY34" fmla="*/ 352425 h 1890712"/>
                <a:gd name="connsiteX35" fmla="*/ 495300 w 2543175"/>
                <a:gd name="connsiteY35" fmla="*/ 359569 h 1890712"/>
                <a:gd name="connsiteX36" fmla="*/ 509588 w 2543175"/>
                <a:gd name="connsiteY36" fmla="*/ 376237 h 1890712"/>
                <a:gd name="connsiteX37" fmla="*/ 514350 w 2543175"/>
                <a:gd name="connsiteY37" fmla="*/ 383381 h 1890712"/>
                <a:gd name="connsiteX38" fmla="*/ 531019 w 2543175"/>
                <a:gd name="connsiteY38" fmla="*/ 397669 h 1890712"/>
                <a:gd name="connsiteX39" fmla="*/ 538163 w 2543175"/>
                <a:gd name="connsiteY39" fmla="*/ 407194 h 1890712"/>
                <a:gd name="connsiteX40" fmla="*/ 554832 w 2543175"/>
                <a:gd name="connsiteY40" fmla="*/ 421481 h 1890712"/>
                <a:gd name="connsiteX41" fmla="*/ 564357 w 2543175"/>
                <a:gd name="connsiteY41" fmla="*/ 431006 h 1890712"/>
                <a:gd name="connsiteX42" fmla="*/ 573882 w 2543175"/>
                <a:gd name="connsiteY42" fmla="*/ 438150 h 1890712"/>
                <a:gd name="connsiteX43" fmla="*/ 595313 w 2543175"/>
                <a:gd name="connsiteY43" fmla="*/ 454819 h 1890712"/>
                <a:gd name="connsiteX44" fmla="*/ 602457 w 2543175"/>
                <a:gd name="connsiteY44" fmla="*/ 457200 h 1890712"/>
                <a:gd name="connsiteX45" fmla="*/ 628650 w 2543175"/>
                <a:gd name="connsiteY45" fmla="*/ 469106 h 1890712"/>
                <a:gd name="connsiteX46" fmla="*/ 645319 w 2543175"/>
                <a:gd name="connsiteY46" fmla="*/ 483394 h 1890712"/>
                <a:gd name="connsiteX47" fmla="*/ 654844 w 2543175"/>
                <a:gd name="connsiteY47" fmla="*/ 488156 h 1890712"/>
                <a:gd name="connsiteX48" fmla="*/ 661988 w 2543175"/>
                <a:gd name="connsiteY48" fmla="*/ 497681 h 1890712"/>
                <a:gd name="connsiteX49" fmla="*/ 683419 w 2543175"/>
                <a:gd name="connsiteY49" fmla="*/ 514350 h 1890712"/>
                <a:gd name="connsiteX50" fmla="*/ 700088 w 2543175"/>
                <a:gd name="connsiteY50" fmla="*/ 526256 h 1890712"/>
                <a:gd name="connsiteX51" fmla="*/ 709613 w 2543175"/>
                <a:gd name="connsiteY51" fmla="*/ 535781 h 1890712"/>
                <a:gd name="connsiteX52" fmla="*/ 719138 w 2543175"/>
                <a:gd name="connsiteY52" fmla="*/ 542925 h 1890712"/>
                <a:gd name="connsiteX53" fmla="*/ 733425 w 2543175"/>
                <a:gd name="connsiteY53" fmla="*/ 557212 h 1890712"/>
                <a:gd name="connsiteX54" fmla="*/ 750094 w 2543175"/>
                <a:gd name="connsiteY54" fmla="*/ 569119 h 1890712"/>
                <a:gd name="connsiteX55" fmla="*/ 769144 w 2543175"/>
                <a:gd name="connsiteY55" fmla="*/ 581025 h 1890712"/>
                <a:gd name="connsiteX56" fmla="*/ 785813 w 2543175"/>
                <a:gd name="connsiteY56" fmla="*/ 590550 h 1890712"/>
                <a:gd name="connsiteX57" fmla="*/ 792957 w 2543175"/>
                <a:gd name="connsiteY57" fmla="*/ 600075 h 1890712"/>
                <a:gd name="connsiteX58" fmla="*/ 809625 w 2543175"/>
                <a:gd name="connsiteY58" fmla="*/ 611981 h 1890712"/>
                <a:gd name="connsiteX59" fmla="*/ 816769 w 2543175"/>
                <a:gd name="connsiteY59" fmla="*/ 619125 h 1890712"/>
                <a:gd name="connsiteX60" fmla="*/ 826294 w 2543175"/>
                <a:gd name="connsiteY60" fmla="*/ 626269 h 1890712"/>
                <a:gd name="connsiteX61" fmla="*/ 840582 w 2543175"/>
                <a:gd name="connsiteY61" fmla="*/ 638175 h 1890712"/>
                <a:gd name="connsiteX62" fmla="*/ 847725 w 2543175"/>
                <a:gd name="connsiteY62" fmla="*/ 645319 h 1890712"/>
                <a:gd name="connsiteX63" fmla="*/ 857250 w 2543175"/>
                <a:gd name="connsiteY63" fmla="*/ 652462 h 1890712"/>
                <a:gd name="connsiteX64" fmla="*/ 864394 w 2543175"/>
                <a:gd name="connsiteY64" fmla="*/ 657225 h 1890712"/>
                <a:gd name="connsiteX65" fmla="*/ 888207 w 2543175"/>
                <a:gd name="connsiteY65" fmla="*/ 676275 h 1890712"/>
                <a:gd name="connsiteX66" fmla="*/ 895350 w 2543175"/>
                <a:gd name="connsiteY66" fmla="*/ 681037 h 1890712"/>
                <a:gd name="connsiteX67" fmla="*/ 907257 w 2543175"/>
                <a:gd name="connsiteY67" fmla="*/ 683419 h 1890712"/>
                <a:gd name="connsiteX68" fmla="*/ 928688 w 2543175"/>
                <a:gd name="connsiteY68" fmla="*/ 695325 h 1890712"/>
                <a:gd name="connsiteX69" fmla="*/ 942975 w 2543175"/>
                <a:gd name="connsiteY69" fmla="*/ 700087 h 1890712"/>
                <a:gd name="connsiteX70" fmla="*/ 964407 w 2543175"/>
                <a:gd name="connsiteY70" fmla="*/ 716756 h 1890712"/>
                <a:gd name="connsiteX71" fmla="*/ 971550 w 2543175"/>
                <a:gd name="connsiteY71" fmla="*/ 723900 h 1890712"/>
                <a:gd name="connsiteX72" fmla="*/ 983457 w 2543175"/>
                <a:gd name="connsiteY72" fmla="*/ 733425 h 1890712"/>
                <a:gd name="connsiteX73" fmla="*/ 990600 w 2543175"/>
                <a:gd name="connsiteY73" fmla="*/ 738187 h 1890712"/>
                <a:gd name="connsiteX74" fmla="*/ 1007269 w 2543175"/>
                <a:gd name="connsiteY74" fmla="*/ 752475 h 1890712"/>
                <a:gd name="connsiteX75" fmla="*/ 1031082 w 2543175"/>
                <a:gd name="connsiteY75" fmla="*/ 766762 h 1890712"/>
                <a:gd name="connsiteX76" fmla="*/ 1042988 w 2543175"/>
                <a:gd name="connsiteY76" fmla="*/ 773906 h 1890712"/>
                <a:gd name="connsiteX77" fmla="*/ 1071563 w 2543175"/>
                <a:gd name="connsiteY77" fmla="*/ 785812 h 1890712"/>
                <a:gd name="connsiteX78" fmla="*/ 1097757 w 2543175"/>
                <a:gd name="connsiteY78" fmla="*/ 807244 h 1890712"/>
                <a:gd name="connsiteX79" fmla="*/ 1104900 w 2543175"/>
                <a:gd name="connsiteY79" fmla="*/ 814387 h 1890712"/>
                <a:gd name="connsiteX80" fmla="*/ 1121569 w 2543175"/>
                <a:gd name="connsiteY80" fmla="*/ 823912 h 1890712"/>
                <a:gd name="connsiteX81" fmla="*/ 1138238 w 2543175"/>
                <a:gd name="connsiteY81" fmla="*/ 835819 h 1890712"/>
                <a:gd name="connsiteX82" fmla="*/ 1147763 w 2543175"/>
                <a:gd name="connsiteY82" fmla="*/ 842962 h 1890712"/>
                <a:gd name="connsiteX83" fmla="*/ 1157288 w 2543175"/>
                <a:gd name="connsiteY83" fmla="*/ 847725 h 1890712"/>
                <a:gd name="connsiteX84" fmla="*/ 1178719 w 2543175"/>
                <a:gd name="connsiteY84" fmla="*/ 859631 h 1890712"/>
                <a:gd name="connsiteX85" fmla="*/ 1188244 w 2543175"/>
                <a:gd name="connsiteY85" fmla="*/ 866775 h 1890712"/>
                <a:gd name="connsiteX86" fmla="*/ 1195388 w 2543175"/>
                <a:gd name="connsiteY86" fmla="*/ 871537 h 1890712"/>
                <a:gd name="connsiteX87" fmla="*/ 1212057 w 2543175"/>
                <a:gd name="connsiteY87" fmla="*/ 883444 h 1890712"/>
                <a:gd name="connsiteX88" fmla="*/ 1226344 w 2543175"/>
                <a:gd name="connsiteY88" fmla="*/ 895350 h 1890712"/>
                <a:gd name="connsiteX89" fmla="*/ 1245394 w 2543175"/>
                <a:gd name="connsiteY89" fmla="*/ 907256 h 1890712"/>
                <a:gd name="connsiteX90" fmla="*/ 1254919 w 2543175"/>
                <a:gd name="connsiteY90" fmla="*/ 914400 h 1890712"/>
                <a:gd name="connsiteX91" fmla="*/ 1269207 w 2543175"/>
                <a:gd name="connsiteY91" fmla="*/ 921544 h 1890712"/>
                <a:gd name="connsiteX92" fmla="*/ 1290638 w 2543175"/>
                <a:gd name="connsiteY92" fmla="*/ 935831 h 1890712"/>
                <a:gd name="connsiteX93" fmla="*/ 1307307 w 2543175"/>
                <a:gd name="connsiteY93" fmla="*/ 952500 h 1890712"/>
                <a:gd name="connsiteX94" fmla="*/ 1333500 w 2543175"/>
                <a:gd name="connsiteY94" fmla="*/ 971550 h 1890712"/>
                <a:gd name="connsiteX95" fmla="*/ 1359694 w 2543175"/>
                <a:gd name="connsiteY95" fmla="*/ 990600 h 1890712"/>
                <a:gd name="connsiteX96" fmla="*/ 1385888 w 2543175"/>
                <a:gd name="connsiteY96" fmla="*/ 1021557 h 1890712"/>
                <a:gd name="connsiteX97" fmla="*/ 1435894 w 2543175"/>
                <a:gd name="connsiteY97" fmla="*/ 1054894 h 1890712"/>
                <a:gd name="connsiteX98" fmla="*/ 1497806 w 2543175"/>
                <a:gd name="connsiteY98" fmla="*/ 1104900 h 1890712"/>
                <a:gd name="connsiteX99" fmla="*/ 1559718 w 2543175"/>
                <a:gd name="connsiteY99" fmla="*/ 1154906 h 1890712"/>
                <a:gd name="connsiteX100" fmla="*/ 1597819 w 2543175"/>
                <a:gd name="connsiteY100" fmla="*/ 1154906 h 1890712"/>
                <a:gd name="connsiteX101" fmla="*/ 1604963 w 2543175"/>
                <a:gd name="connsiteY101" fmla="*/ 1162050 h 1890712"/>
                <a:gd name="connsiteX102" fmla="*/ 1628775 w 2543175"/>
                <a:gd name="connsiteY102" fmla="*/ 1183481 h 1890712"/>
                <a:gd name="connsiteX103" fmla="*/ 1662113 w 2543175"/>
                <a:gd name="connsiteY103" fmla="*/ 1209675 h 1890712"/>
                <a:gd name="connsiteX104" fmla="*/ 1678782 w 2543175"/>
                <a:gd name="connsiteY104" fmla="*/ 1226344 h 1890712"/>
                <a:gd name="connsiteX105" fmla="*/ 1700213 w 2543175"/>
                <a:gd name="connsiteY105" fmla="*/ 1247775 h 1890712"/>
                <a:gd name="connsiteX106" fmla="*/ 1712119 w 2543175"/>
                <a:gd name="connsiteY106" fmla="*/ 1259681 h 1890712"/>
                <a:gd name="connsiteX107" fmla="*/ 1733550 w 2543175"/>
                <a:gd name="connsiteY107" fmla="*/ 1273969 h 1890712"/>
                <a:gd name="connsiteX108" fmla="*/ 1743075 w 2543175"/>
                <a:gd name="connsiteY108" fmla="*/ 1283494 h 1890712"/>
                <a:gd name="connsiteX109" fmla="*/ 1754982 w 2543175"/>
                <a:gd name="connsiteY109" fmla="*/ 1290637 h 1890712"/>
                <a:gd name="connsiteX110" fmla="*/ 1766888 w 2543175"/>
                <a:gd name="connsiteY110" fmla="*/ 1300162 h 1890712"/>
                <a:gd name="connsiteX111" fmla="*/ 1783557 w 2543175"/>
                <a:gd name="connsiteY111" fmla="*/ 1307306 h 1890712"/>
                <a:gd name="connsiteX112" fmla="*/ 1790700 w 2543175"/>
                <a:gd name="connsiteY112" fmla="*/ 1312069 h 1890712"/>
                <a:gd name="connsiteX113" fmla="*/ 1800225 w 2543175"/>
                <a:gd name="connsiteY113" fmla="*/ 1319212 h 1890712"/>
                <a:gd name="connsiteX114" fmla="*/ 1807369 w 2543175"/>
                <a:gd name="connsiteY114" fmla="*/ 1321594 h 1890712"/>
                <a:gd name="connsiteX115" fmla="*/ 1824038 w 2543175"/>
                <a:gd name="connsiteY115" fmla="*/ 1333500 h 1890712"/>
                <a:gd name="connsiteX116" fmla="*/ 1843088 w 2543175"/>
                <a:gd name="connsiteY116" fmla="*/ 1352550 h 1890712"/>
                <a:gd name="connsiteX117" fmla="*/ 1852613 w 2543175"/>
                <a:gd name="connsiteY117" fmla="*/ 1359694 h 1890712"/>
                <a:gd name="connsiteX118" fmla="*/ 1859757 w 2543175"/>
                <a:gd name="connsiteY118" fmla="*/ 1366837 h 1890712"/>
                <a:gd name="connsiteX119" fmla="*/ 1869282 w 2543175"/>
                <a:gd name="connsiteY119" fmla="*/ 1371600 h 1890712"/>
                <a:gd name="connsiteX120" fmla="*/ 1883569 w 2543175"/>
                <a:gd name="connsiteY120" fmla="*/ 1388269 h 1890712"/>
                <a:gd name="connsiteX121" fmla="*/ 1893094 w 2543175"/>
                <a:gd name="connsiteY121" fmla="*/ 1395412 h 1890712"/>
                <a:gd name="connsiteX122" fmla="*/ 1902619 w 2543175"/>
                <a:gd name="connsiteY122" fmla="*/ 1404937 h 1890712"/>
                <a:gd name="connsiteX123" fmla="*/ 1912144 w 2543175"/>
                <a:gd name="connsiteY123" fmla="*/ 1409700 h 1890712"/>
                <a:gd name="connsiteX124" fmla="*/ 1931194 w 2543175"/>
                <a:gd name="connsiteY124" fmla="*/ 1421606 h 1890712"/>
                <a:gd name="connsiteX125" fmla="*/ 1935957 w 2543175"/>
                <a:gd name="connsiteY125" fmla="*/ 1428750 h 1890712"/>
                <a:gd name="connsiteX126" fmla="*/ 1952625 w 2543175"/>
                <a:gd name="connsiteY126" fmla="*/ 1438275 h 1890712"/>
                <a:gd name="connsiteX127" fmla="*/ 1971675 w 2543175"/>
                <a:gd name="connsiteY127" fmla="*/ 1450181 h 1890712"/>
                <a:gd name="connsiteX128" fmla="*/ 1981200 w 2543175"/>
                <a:gd name="connsiteY128" fmla="*/ 1454944 h 1890712"/>
                <a:gd name="connsiteX129" fmla="*/ 1997869 w 2543175"/>
                <a:gd name="connsiteY129" fmla="*/ 1471612 h 1890712"/>
                <a:gd name="connsiteX130" fmla="*/ 2007394 w 2543175"/>
                <a:gd name="connsiteY130" fmla="*/ 1478756 h 1890712"/>
                <a:gd name="connsiteX131" fmla="*/ 2016919 w 2543175"/>
                <a:gd name="connsiteY131" fmla="*/ 1483519 h 1890712"/>
                <a:gd name="connsiteX132" fmla="*/ 2024063 w 2543175"/>
                <a:gd name="connsiteY132" fmla="*/ 1490662 h 1890712"/>
                <a:gd name="connsiteX133" fmla="*/ 2033588 w 2543175"/>
                <a:gd name="connsiteY133" fmla="*/ 1495425 h 1890712"/>
                <a:gd name="connsiteX134" fmla="*/ 2040732 w 2543175"/>
                <a:gd name="connsiteY134" fmla="*/ 1502569 h 1890712"/>
                <a:gd name="connsiteX135" fmla="*/ 2047875 w 2543175"/>
                <a:gd name="connsiteY135" fmla="*/ 1507331 h 1890712"/>
                <a:gd name="connsiteX136" fmla="*/ 2057400 w 2543175"/>
                <a:gd name="connsiteY136" fmla="*/ 1514475 h 1890712"/>
                <a:gd name="connsiteX137" fmla="*/ 2064544 w 2543175"/>
                <a:gd name="connsiteY137" fmla="*/ 1519237 h 1890712"/>
                <a:gd name="connsiteX138" fmla="*/ 2071688 w 2543175"/>
                <a:gd name="connsiteY138" fmla="*/ 1526381 h 1890712"/>
                <a:gd name="connsiteX139" fmla="*/ 2081213 w 2543175"/>
                <a:gd name="connsiteY139" fmla="*/ 1531144 h 1890712"/>
                <a:gd name="connsiteX140" fmla="*/ 2090738 w 2543175"/>
                <a:gd name="connsiteY140" fmla="*/ 1538287 h 1890712"/>
                <a:gd name="connsiteX141" fmla="*/ 2109788 w 2543175"/>
                <a:gd name="connsiteY141" fmla="*/ 1547812 h 1890712"/>
                <a:gd name="connsiteX142" fmla="*/ 2131219 w 2543175"/>
                <a:gd name="connsiteY142" fmla="*/ 1562100 h 1890712"/>
                <a:gd name="connsiteX143" fmla="*/ 2140744 w 2543175"/>
                <a:gd name="connsiteY143" fmla="*/ 1566862 h 1890712"/>
                <a:gd name="connsiteX144" fmla="*/ 2152650 w 2543175"/>
                <a:gd name="connsiteY144" fmla="*/ 1576387 h 1890712"/>
                <a:gd name="connsiteX145" fmla="*/ 2181225 w 2543175"/>
                <a:gd name="connsiteY145" fmla="*/ 1590675 h 1890712"/>
                <a:gd name="connsiteX146" fmla="*/ 2200275 w 2543175"/>
                <a:gd name="connsiteY146" fmla="*/ 1607344 h 1890712"/>
                <a:gd name="connsiteX147" fmla="*/ 2207419 w 2543175"/>
                <a:gd name="connsiteY147" fmla="*/ 1612106 h 1890712"/>
                <a:gd name="connsiteX148" fmla="*/ 2216944 w 2543175"/>
                <a:gd name="connsiteY148" fmla="*/ 1619250 h 1890712"/>
                <a:gd name="connsiteX149" fmla="*/ 2224088 w 2543175"/>
                <a:gd name="connsiteY149" fmla="*/ 1624012 h 1890712"/>
                <a:gd name="connsiteX150" fmla="*/ 2247900 w 2543175"/>
                <a:gd name="connsiteY150" fmla="*/ 1643062 h 1890712"/>
                <a:gd name="connsiteX151" fmla="*/ 2255044 w 2543175"/>
                <a:gd name="connsiteY151" fmla="*/ 1650206 h 1890712"/>
                <a:gd name="connsiteX152" fmla="*/ 2281238 w 2543175"/>
                <a:gd name="connsiteY152" fmla="*/ 1664494 h 1890712"/>
                <a:gd name="connsiteX153" fmla="*/ 2297907 w 2543175"/>
                <a:gd name="connsiteY153" fmla="*/ 1674019 h 1890712"/>
                <a:gd name="connsiteX154" fmla="*/ 2312194 w 2543175"/>
                <a:gd name="connsiteY154" fmla="*/ 1685925 h 1890712"/>
                <a:gd name="connsiteX155" fmla="*/ 2328863 w 2543175"/>
                <a:gd name="connsiteY155" fmla="*/ 1697831 h 1890712"/>
                <a:gd name="connsiteX156" fmla="*/ 2350294 w 2543175"/>
                <a:gd name="connsiteY156" fmla="*/ 1712119 h 1890712"/>
                <a:gd name="connsiteX157" fmla="*/ 2369344 w 2543175"/>
                <a:gd name="connsiteY157" fmla="*/ 1724025 h 1890712"/>
                <a:gd name="connsiteX158" fmla="*/ 2428876 w 2543175"/>
                <a:gd name="connsiteY158" fmla="*/ 1785938 h 1890712"/>
                <a:gd name="connsiteX159" fmla="*/ 2466975 w 2543175"/>
                <a:gd name="connsiteY159" fmla="*/ 1783556 h 1890712"/>
                <a:gd name="connsiteX160" fmla="*/ 2481263 w 2543175"/>
                <a:gd name="connsiteY160" fmla="*/ 1795462 h 1890712"/>
                <a:gd name="connsiteX161" fmla="*/ 2486025 w 2543175"/>
                <a:gd name="connsiteY161" fmla="*/ 1802606 h 1890712"/>
                <a:gd name="connsiteX162" fmla="*/ 2514600 w 2543175"/>
                <a:gd name="connsiteY162" fmla="*/ 1850231 h 1890712"/>
                <a:gd name="connsiteX163" fmla="*/ 2519363 w 2543175"/>
                <a:gd name="connsiteY163" fmla="*/ 1857375 h 1890712"/>
                <a:gd name="connsiteX164" fmla="*/ 2540794 w 2543175"/>
                <a:gd name="connsiteY164" fmla="*/ 1883569 h 1890712"/>
                <a:gd name="connsiteX165" fmla="*/ 2543175 w 2543175"/>
                <a:gd name="connsiteY165" fmla="*/ 1890712 h 1890712"/>
                <a:gd name="connsiteX0" fmla="*/ 0 w 2543175"/>
                <a:gd name="connsiteY0" fmla="*/ 0 h 1890712"/>
                <a:gd name="connsiteX1" fmla="*/ 11907 w 2543175"/>
                <a:gd name="connsiteY1" fmla="*/ 11906 h 1890712"/>
                <a:gd name="connsiteX2" fmla="*/ 21432 w 2543175"/>
                <a:gd name="connsiteY2" fmla="*/ 16669 h 1890712"/>
                <a:gd name="connsiteX3" fmla="*/ 23813 w 2543175"/>
                <a:gd name="connsiteY3" fmla="*/ 23812 h 1890712"/>
                <a:gd name="connsiteX4" fmla="*/ 33338 w 2543175"/>
                <a:gd name="connsiteY4" fmla="*/ 33337 h 1890712"/>
                <a:gd name="connsiteX5" fmla="*/ 40482 w 2543175"/>
                <a:gd name="connsiteY5" fmla="*/ 42862 h 1890712"/>
                <a:gd name="connsiteX6" fmla="*/ 47625 w 2543175"/>
                <a:gd name="connsiteY6" fmla="*/ 47625 h 1890712"/>
                <a:gd name="connsiteX7" fmla="*/ 57150 w 2543175"/>
                <a:gd name="connsiteY7" fmla="*/ 54769 h 1890712"/>
                <a:gd name="connsiteX8" fmla="*/ 64294 w 2543175"/>
                <a:gd name="connsiteY8" fmla="*/ 59531 h 1890712"/>
                <a:gd name="connsiteX9" fmla="*/ 83344 w 2543175"/>
                <a:gd name="connsiteY9" fmla="*/ 73819 h 1890712"/>
                <a:gd name="connsiteX10" fmla="*/ 97632 w 2543175"/>
                <a:gd name="connsiteY10" fmla="*/ 80962 h 1890712"/>
                <a:gd name="connsiteX11" fmla="*/ 104775 w 2543175"/>
                <a:gd name="connsiteY11" fmla="*/ 85725 h 1890712"/>
                <a:gd name="connsiteX12" fmla="*/ 114300 w 2543175"/>
                <a:gd name="connsiteY12" fmla="*/ 95250 h 1890712"/>
                <a:gd name="connsiteX13" fmla="*/ 123825 w 2543175"/>
                <a:gd name="connsiteY13" fmla="*/ 97631 h 1890712"/>
                <a:gd name="connsiteX14" fmla="*/ 130969 w 2543175"/>
                <a:gd name="connsiteY14" fmla="*/ 104775 h 1890712"/>
                <a:gd name="connsiteX15" fmla="*/ 140494 w 2543175"/>
                <a:gd name="connsiteY15" fmla="*/ 111919 h 1890712"/>
                <a:gd name="connsiteX16" fmla="*/ 147638 w 2543175"/>
                <a:gd name="connsiteY16" fmla="*/ 116681 h 1890712"/>
                <a:gd name="connsiteX17" fmla="*/ 164307 w 2543175"/>
                <a:gd name="connsiteY17" fmla="*/ 128587 h 1890712"/>
                <a:gd name="connsiteX18" fmla="*/ 180975 w 2543175"/>
                <a:gd name="connsiteY18" fmla="*/ 140494 h 1890712"/>
                <a:gd name="connsiteX19" fmla="*/ 197644 w 2543175"/>
                <a:gd name="connsiteY19" fmla="*/ 152400 h 1890712"/>
                <a:gd name="connsiteX20" fmla="*/ 204788 w 2543175"/>
                <a:gd name="connsiteY20" fmla="*/ 157162 h 1890712"/>
                <a:gd name="connsiteX21" fmla="*/ 214313 w 2543175"/>
                <a:gd name="connsiteY21" fmla="*/ 164306 h 1890712"/>
                <a:gd name="connsiteX22" fmla="*/ 230982 w 2543175"/>
                <a:gd name="connsiteY22" fmla="*/ 180975 h 1890712"/>
                <a:gd name="connsiteX23" fmla="*/ 247650 w 2543175"/>
                <a:gd name="connsiteY23" fmla="*/ 185737 h 1890712"/>
                <a:gd name="connsiteX24" fmla="*/ 300038 w 2543175"/>
                <a:gd name="connsiteY24" fmla="*/ 219075 h 1890712"/>
                <a:gd name="connsiteX25" fmla="*/ 342900 w 2543175"/>
                <a:gd name="connsiteY25" fmla="*/ 254794 h 1890712"/>
                <a:gd name="connsiteX26" fmla="*/ 366713 w 2543175"/>
                <a:gd name="connsiteY26" fmla="*/ 264319 h 1890712"/>
                <a:gd name="connsiteX27" fmla="*/ 371475 w 2543175"/>
                <a:gd name="connsiteY27" fmla="*/ 271462 h 1890712"/>
                <a:gd name="connsiteX28" fmla="*/ 385763 w 2543175"/>
                <a:gd name="connsiteY28" fmla="*/ 283369 h 1890712"/>
                <a:gd name="connsiteX29" fmla="*/ 404813 w 2543175"/>
                <a:gd name="connsiteY29" fmla="*/ 295275 h 1890712"/>
                <a:gd name="connsiteX30" fmla="*/ 411957 w 2543175"/>
                <a:gd name="connsiteY30" fmla="*/ 297656 h 1890712"/>
                <a:gd name="connsiteX31" fmla="*/ 466725 w 2543175"/>
                <a:gd name="connsiteY31" fmla="*/ 328612 h 1890712"/>
                <a:gd name="connsiteX32" fmla="*/ 476250 w 2543175"/>
                <a:gd name="connsiteY32" fmla="*/ 335756 h 1890712"/>
                <a:gd name="connsiteX33" fmla="*/ 481013 w 2543175"/>
                <a:gd name="connsiteY33" fmla="*/ 342900 h 1890712"/>
                <a:gd name="connsiteX34" fmla="*/ 490538 w 2543175"/>
                <a:gd name="connsiteY34" fmla="*/ 352425 h 1890712"/>
                <a:gd name="connsiteX35" fmla="*/ 495300 w 2543175"/>
                <a:gd name="connsiteY35" fmla="*/ 359569 h 1890712"/>
                <a:gd name="connsiteX36" fmla="*/ 509588 w 2543175"/>
                <a:gd name="connsiteY36" fmla="*/ 376237 h 1890712"/>
                <a:gd name="connsiteX37" fmla="*/ 514350 w 2543175"/>
                <a:gd name="connsiteY37" fmla="*/ 383381 h 1890712"/>
                <a:gd name="connsiteX38" fmla="*/ 531019 w 2543175"/>
                <a:gd name="connsiteY38" fmla="*/ 397669 h 1890712"/>
                <a:gd name="connsiteX39" fmla="*/ 538163 w 2543175"/>
                <a:gd name="connsiteY39" fmla="*/ 407194 h 1890712"/>
                <a:gd name="connsiteX40" fmla="*/ 554832 w 2543175"/>
                <a:gd name="connsiteY40" fmla="*/ 421481 h 1890712"/>
                <a:gd name="connsiteX41" fmla="*/ 564357 w 2543175"/>
                <a:gd name="connsiteY41" fmla="*/ 431006 h 1890712"/>
                <a:gd name="connsiteX42" fmla="*/ 573882 w 2543175"/>
                <a:gd name="connsiteY42" fmla="*/ 438150 h 1890712"/>
                <a:gd name="connsiteX43" fmla="*/ 595313 w 2543175"/>
                <a:gd name="connsiteY43" fmla="*/ 454819 h 1890712"/>
                <a:gd name="connsiteX44" fmla="*/ 602457 w 2543175"/>
                <a:gd name="connsiteY44" fmla="*/ 457200 h 1890712"/>
                <a:gd name="connsiteX45" fmla="*/ 628650 w 2543175"/>
                <a:gd name="connsiteY45" fmla="*/ 469106 h 1890712"/>
                <a:gd name="connsiteX46" fmla="*/ 645319 w 2543175"/>
                <a:gd name="connsiteY46" fmla="*/ 483394 h 1890712"/>
                <a:gd name="connsiteX47" fmla="*/ 654844 w 2543175"/>
                <a:gd name="connsiteY47" fmla="*/ 488156 h 1890712"/>
                <a:gd name="connsiteX48" fmla="*/ 661988 w 2543175"/>
                <a:gd name="connsiteY48" fmla="*/ 497681 h 1890712"/>
                <a:gd name="connsiteX49" fmla="*/ 683419 w 2543175"/>
                <a:gd name="connsiteY49" fmla="*/ 514350 h 1890712"/>
                <a:gd name="connsiteX50" fmla="*/ 700088 w 2543175"/>
                <a:gd name="connsiteY50" fmla="*/ 526256 h 1890712"/>
                <a:gd name="connsiteX51" fmla="*/ 709613 w 2543175"/>
                <a:gd name="connsiteY51" fmla="*/ 535781 h 1890712"/>
                <a:gd name="connsiteX52" fmla="*/ 719138 w 2543175"/>
                <a:gd name="connsiteY52" fmla="*/ 542925 h 1890712"/>
                <a:gd name="connsiteX53" fmla="*/ 733425 w 2543175"/>
                <a:gd name="connsiteY53" fmla="*/ 557212 h 1890712"/>
                <a:gd name="connsiteX54" fmla="*/ 750094 w 2543175"/>
                <a:gd name="connsiteY54" fmla="*/ 569119 h 1890712"/>
                <a:gd name="connsiteX55" fmla="*/ 769144 w 2543175"/>
                <a:gd name="connsiteY55" fmla="*/ 581025 h 1890712"/>
                <a:gd name="connsiteX56" fmla="*/ 785813 w 2543175"/>
                <a:gd name="connsiteY56" fmla="*/ 590550 h 1890712"/>
                <a:gd name="connsiteX57" fmla="*/ 792957 w 2543175"/>
                <a:gd name="connsiteY57" fmla="*/ 600075 h 1890712"/>
                <a:gd name="connsiteX58" fmla="*/ 809625 w 2543175"/>
                <a:gd name="connsiteY58" fmla="*/ 611981 h 1890712"/>
                <a:gd name="connsiteX59" fmla="*/ 816769 w 2543175"/>
                <a:gd name="connsiteY59" fmla="*/ 619125 h 1890712"/>
                <a:gd name="connsiteX60" fmla="*/ 826294 w 2543175"/>
                <a:gd name="connsiteY60" fmla="*/ 626269 h 1890712"/>
                <a:gd name="connsiteX61" fmla="*/ 840582 w 2543175"/>
                <a:gd name="connsiteY61" fmla="*/ 638175 h 1890712"/>
                <a:gd name="connsiteX62" fmla="*/ 847725 w 2543175"/>
                <a:gd name="connsiteY62" fmla="*/ 645319 h 1890712"/>
                <a:gd name="connsiteX63" fmla="*/ 857250 w 2543175"/>
                <a:gd name="connsiteY63" fmla="*/ 652462 h 1890712"/>
                <a:gd name="connsiteX64" fmla="*/ 864394 w 2543175"/>
                <a:gd name="connsiteY64" fmla="*/ 657225 h 1890712"/>
                <a:gd name="connsiteX65" fmla="*/ 888207 w 2543175"/>
                <a:gd name="connsiteY65" fmla="*/ 676275 h 1890712"/>
                <a:gd name="connsiteX66" fmla="*/ 895350 w 2543175"/>
                <a:gd name="connsiteY66" fmla="*/ 681037 h 1890712"/>
                <a:gd name="connsiteX67" fmla="*/ 907257 w 2543175"/>
                <a:gd name="connsiteY67" fmla="*/ 683419 h 1890712"/>
                <a:gd name="connsiteX68" fmla="*/ 928688 w 2543175"/>
                <a:gd name="connsiteY68" fmla="*/ 695325 h 1890712"/>
                <a:gd name="connsiteX69" fmla="*/ 942975 w 2543175"/>
                <a:gd name="connsiteY69" fmla="*/ 700087 h 1890712"/>
                <a:gd name="connsiteX70" fmla="*/ 964407 w 2543175"/>
                <a:gd name="connsiteY70" fmla="*/ 716756 h 1890712"/>
                <a:gd name="connsiteX71" fmla="*/ 971550 w 2543175"/>
                <a:gd name="connsiteY71" fmla="*/ 723900 h 1890712"/>
                <a:gd name="connsiteX72" fmla="*/ 983457 w 2543175"/>
                <a:gd name="connsiteY72" fmla="*/ 733425 h 1890712"/>
                <a:gd name="connsiteX73" fmla="*/ 990600 w 2543175"/>
                <a:gd name="connsiteY73" fmla="*/ 738187 h 1890712"/>
                <a:gd name="connsiteX74" fmla="*/ 1007269 w 2543175"/>
                <a:gd name="connsiteY74" fmla="*/ 752475 h 1890712"/>
                <a:gd name="connsiteX75" fmla="*/ 1031082 w 2543175"/>
                <a:gd name="connsiteY75" fmla="*/ 766762 h 1890712"/>
                <a:gd name="connsiteX76" fmla="*/ 1042988 w 2543175"/>
                <a:gd name="connsiteY76" fmla="*/ 773906 h 1890712"/>
                <a:gd name="connsiteX77" fmla="*/ 1071563 w 2543175"/>
                <a:gd name="connsiteY77" fmla="*/ 785812 h 1890712"/>
                <a:gd name="connsiteX78" fmla="*/ 1097757 w 2543175"/>
                <a:gd name="connsiteY78" fmla="*/ 807244 h 1890712"/>
                <a:gd name="connsiteX79" fmla="*/ 1104900 w 2543175"/>
                <a:gd name="connsiteY79" fmla="*/ 814387 h 1890712"/>
                <a:gd name="connsiteX80" fmla="*/ 1121569 w 2543175"/>
                <a:gd name="connsiteY80" fmla="*/ 823912 h 1890712"/>
                <a:gd name="connsiteX81" fmla="*/ 1138238 w 2543175"/>
                <a:gd name="connsiteY81" fmla="*/ 835819 h 1890712"/>
                <a:gd name="connsiteX82" fmla="*/ 1147763 w 2543175"/>
                <a:gd name="connsiteY82" fmla="*/ 842962 h 1890712"/>
                <a:gd name="connsiteX83" fmla="*/ 1157288 w 2543175"/>
                <a:gd name="connsiteY83" fmla="*/ 847725 h 1890712"/>
                <a:gd name="connsiteX84" fmla="*/ 1178719 w 2543175"/>
                <a:gd name="connsiteY84" fmla="*/ 859631 h 1890712"/>
                <a:gd name="connsiteX85" fmla="*/ 1188244 w 2543175"/>
                <a:gd name="connsiteY85" fmla="*/ 866775 h 1890712"/>
                <a:gd name="connsiteX86" fmla="*/ 1195388 w 2543175"/>
                <a:gd name="connsiteY86" fmla="*/ 871537 h 1890712"/>
                <a:gd name="connsiteX87" fmla="*/ 1212057 w 2543175"/>
                <a:gd name="connsiteY87" fmla="*/ 883444 h 1890712"/>
                <a:gd name="connsiteX88" fmla="*/ 1226344 w 2543175"/>
                <a:gd name="connsiteY88" fmla="*/ 895350 h 1890712"/>
                <a:gd name="connsiteX89" fmla="*/ 1245394 w 2543175"/>
                <a:gd name="connsiteY89" fmla="*/ 907256 h 1890712"/>
                <a:gd name="connsiteX90" fmla="*/ 1254919 w 2543175"/>
                <a:gd name="connsiteY90" fmla="*/ 914400 h 1890712"/>
                <a:gd name="connsiteX91" fmla="*/ 1269207 w 2543175"/>
                <a:gd name="connsiteY91" fmla="*/ 921544 h 1890712"/>
                <a:gd name="connsiteX92" fmla="*/ 1290638 w 2543175"/>
                <a:gd name="connsiteY92" fmla="*/ 935831 h 1890712"/>
                <a:gd name="connsiteX93" fmla="*/ 1307307 w 2543175"/>
                <a:gd name="connsiteY93" fmla="*/ 952500 h 1890712"/>
                <a:gd name="connsiteX94" fmla="*/ 1333500 w 2543175"/>
                <a:gd name="connsiteY94" fmla="*/ 971550 h 1890712"/>
                <a:gd name="connsiteX95" fmla="*/ 1359694 w 2543175"/>
                <a:gd name="connsiteY95" fmla="*/ 990600 h 1890712"/>
                <a:gd name="connsiteX96" fmla="*/ 1385888 w 2543175"/>
                <a:gd name="connsiteY96" fmla="*/ 1021557 h 1890712"/>
                <a:gd name="connsiteX97" fmla="*/ 1435894 w 2543175"/>
                <a:gd name="connsiteY97" fmla="*/ 1054894 h 1890712"/>
                <a:gd name="connsiteX98" fmla="*/ 1497806 w 2543175"/>
                <a:gd name="connsiteY98" fmla="*/ 1104900 h 1890712"/>
                <a:gd name="connsiteX99" fmla="*/ 1559718 w 2543175"/>
                <a:gd name="connsiteY99" fmla="*/ 1154906 h 1890712"/>
                <a:gd name="connsiteX100" fmla="*/ 1597819 w 2543175"/>
                <a:gd name="connsiteY100" fmla="*/ 1154906 h 1890712"/>
                <a:gd name="connsiteX101" fmla="*/ 1628775 w 2543175"/>
                <a:gd name="connsiteY101" fmla="*/ 1183481 h 1890712"/>
                <a:gd name="connsiteX102" fmla="*/ 1662113 w 2543175"/>
                <a:gd name="connsiteY102" fmla="*/ 1209675 h 1890712"/>
                <a:gd name="connsiteX103" fmla="*/ 1678782 w 2543175"/>
                <a:gd name="connsiteY103" fmla="*/ 1226344 h 1890712"/>
                <a:gd name="connsiteX104" fmla="*/ 1700213 w 2543175"/>
                <a:gd name="connsiteY104" fmla="*/ 1247775 h 1890712"/>
                <a:gd name="connsiteX105" fmla="*/ 1712119 w 2543175"/>
                <a:gd name="connsiteY105" fmla="*/ 1259681 h 1890712"/>
                <a:gd name="connsiteX106" fmla="*/ 1733550 w 2543175"/>
                <a:gd name="connsiteY106" fmla="*/ 1273969 h 1890712"/>
                <a:gd name="connsiteX107" fmla="*/ 1743075 w 2543175"/>
                <a:gd name="connsiteY107" fmla="*/ 1283494 h 1890712"/>
                <a:gd name="connsiteX108" fmla="*/ 1754982 w 2543175"/>
                <a:gd name="connsiteY108" fmla="*/ 1290637 h 1890712"/>
                <a:gd name="connsiteX109" fmla="*/ 1766888 w 2543175"/>
                <a:gd name="connsiteY109" fmla="*/ 1300162 h 1890712"/>
                <a:gd name="connsiteX110" fmla="*/ 1783557 w 2543175"/>
                <a:gd name="connsiteY110" fmla="*/ 1307306 h 1890712"/>
                <a:gd name="connsiteX111" fmla="*/ 1790700 w 2543175"/>
                <a:gd name="connsiteY111" fmla="*/ 1312069 h 1890712"/>
                <a:gd name="connsiteX112" fmla="*/ 1800225 w 2543175"/>
                <a:gd name="connsiteY112" fmla="*/ 1319212 h 1890712"/>
                <a:gd name="connsiteX113" fmla="*/ 1807369 w 2543175"/>
                <a:gd name="connsiteY113" fmla="*/ 1321594 h 1890712"/>
                <a:gd name="connsiteX114" fmla="*/ 1824038 w 2543175"/>
                <a:gd name="connsiteY114" fmla="*/ 1333500 h 1890712"/>
                <a:gd name="connsiteX115" fmla="*/ 1843088 w 2543175"/>
                <a:gd name="connsiteY115" fmla="*/ 1352550 h 1890712"/>
                <a:gd name="connsiteX116" fmla="*/ 1852613 w 2543175"/>
                <a:gd name="connsiteY116" fmla="*/ 1359694 h 1890712"/>
                <a:gd name="connsiteX117" fmla="*/ 1859757 w 2543175"/>
                <a:gd name="connsiteY117" fmla="*/ 1366837 h 1890712"/>
                <a:gd name="connsiteX118" fmla="*/ 1869282 w 2543175"/>
                <a:gd name="connsiteY118" fmla="*/ 1371600 h 1890712"/>
                <a:gd name="connsiteX119" fmla="*/ 1883569 w 2543175"/>
                <a:gd name="connsiteY119" fmla="*/ 1388269 h 1890712"/>
                <a:gd name="connsiteX120" fmla="*/ 1893094 w 2543175"/>
                <a:gd name="connsiteY120" fmla="*/ 1395412 h 1890712"/>
                <a:gd name="connsiteX121" fmla="*/ 1902619 w 2543175"/>
                <a:gd name="connsiteY121" fmla="*/ 1404937 h 1890712"/>
                <a:gd name="connsiteX122" fmla="*/ 1912144 w 2543175"/>
                <a:gd name="connsiteY122" fmla="*/ 1409700 h 1890712"/>
                <a:gd name="connsiteX123" fmla="*/ 1931194 w 2543175"/>
                <a:gd name="connsiteY123" fmla="*/ 1421606 h 1890712"/>
                <a:gd name="connsiteX124" fmla="*/ 1935957 w 2543175"/>
                <a:gd name="connsiteY124" fmla="*/ 1428750 h 1890712"/>
                <a:gd name="connsiteX125" fmla="*/ 1952625 w 2543175"/>
                <a:gd name="connsiteY125" fmla="*/ 1438275 h 1890712"/>
                <a:gd name="connsiteX126" fmla="*/ 1971675 w 2543175"/>
                <a:gd name="connsiteY126" fmla="*/ 1450181 h 1890712"/>
                <a:gd name="connsiteX127" fmla="*/ 1981200 w 2543175"/>
                <a:gd name="connsiteY127" fmla="*/ 1454944 h 1890712"/>
                <a:gd name="connsiteX128" fmla="*/ 1997869 w 2543175"/>
                <a:gd name="connsiteY128" fmla="*/ 1471612 h 1890712"/>
                <a:gd name="connsiteX129" fmla="*/ 2007394 w 2543175"/>
                <a:gd name="connsiteY129" fmla="*/ 1478756 h 1890712"/>
                <a:gd name="connsiteX130" fmla="*/ 2016919 w 2543175"/>
                <a:gd name="connsiteY130" fmla="*/ 1483519 h 1890712"/>
                <a:gd name="connsiteX131" fmla="*/ 2024063 w 2543175"/>
                <a:gd name="connsiteY131" fmla="*/ 1490662 h 1890712"/>
                <a:gd name="connsiteX132" fmla="*/ 2033588 w 2543175"/>
                <a:gd name="connsiteY132" fmla="*/ 1495425 h 1890712"/>
                <a:gd name="connsiteX133" fmla="*/ 2040732 w 2543175"/>
                <a:gd name="connsiteY133" fmla="*/ 1502569 h 1890712"/>
                <a:gd name="connsiteX134" fmla="*/ 2047875 w 2543175"/>
                <a:gd name="connsiteY134" fmla="*/ 1507331 h 1890712"/>
                <a:gd name="connsiteX135" fmla="*/ 2057400 w 2543175"/>
                <a:gd name="connsiteY135" fmla="*/ 1514475 h 1890712"/>
                <a:gd name="connsiteX136" fmla="*/ 2064544 w 2543175"/>
                <a:gd name="connsiteY136" fmla="*/ 1519237 h 1890712"/>
                <a:gd name="connsiteX137" fmla="*/ 2071688 w 2543175"/>
                <a:gd name="connsiteY137" fmla="*/ 1526381 h 1890712"/>
                <a:gd name="connsiteX138" fmla="*/ 2081213 w 2543175"/>
                <a:gd name="connsiteY138" fmla="*/ 1531144 h 1890712"/>
                <a:gd name="connsiteX139" fmla="*/ 2090738 w 2543175"/>
                <a:gd name="connsiteY139" fmla="*/ 1538287 h 1890712"/>
                <a:gd name="connsiteX140" fmla="*/ 2109788 w 2543175"/>
                <a:gd name="connsiteY140" fmla="*/ 1547812 h 1890712"/>
                <a:gd name="connsiteX141" fmla="*/ 2131219 w 2543175"/>
                <a:gd name="connsiteY141" fmla="*/ 1562100 h 1890712"/>
                <a:gd name="connsiteX142" fmla="*/ 2140744 w 2543175"/>
                <a:gd name="connsiteY142" fmla="*/ 1566862 h 1890712"/>
                <a:gd name="connsiteX143" fmla="*/ 2152650 w 2543175"/>
                <a:gd name="connsiteY143" fmla="*/ 1576387 h 1890712"/>
                <a:gd name="connsiteX144" fmla="*/ 2181225 w 2543175"/>
                <a:gd name="connsiteY144" fmla="*/ 1590675 h 1890712"/>
                <a:gd name="connsiteX145" fmla="*/ 2200275 w 2543175"/>
                <a:gd name="connsiteY145" fmla="*/ 1607344 h 1890712"/>
                <a:gd name="connsiteX146" fmla="*/ 2207419 w 2543175"/>
                <a:gd name="connsiteY146" fmla="*/ 1612106 h 1890712"/>
                <a:gd name="connsiteX147" fmla="*/ 2216944 w 2543175"/>
                <a:gd name="connsiteY147" fmla="*/ 1619250 h 1890712"/>
                <a:gd name="connsiteX148" fmla="*/ 2224088 w 2543175"/>
                <a:gd name="connsiteY148" fmla="*/ 1624012 h 1890712"/>
                <a:gd name="connsiteX149" fmla="*/ 2247900 w 2543175"/>
                <a:gd name="connsiteY149" fmla="*/ 1643062 h 1890712"/>
                <a:gd name="connsiteX150" fmla="*/ 2255044 w 2543175"/>
                <a:gd name="connsiteY150" fmla="*/ 1650206 h 1890712"/>
                <a:gd name="connsiteX151" fmla="*/ 2281238 w 2543175"/>
                <a:gd name="connsiteY151" fmla="*/ 1664494 h 1890712"/>
                <a:gd name="connsiteX152" fmla="*/ 2297907 w 2543175"/>
                <a:gd name="connsiteY152" fmla="*/ 1674019 h 1890712"/>
                <a:gd name="connsiteX153" fmla="*/ 2312194 w 2543175"/>
                <a:gd name="connsiteY153" fmla="*/ 1685925 h 1890712"/>
                <a:gd name="connsiteX154" fmla="*/ 2328863 w 2543175"/>
                <a:gd name="connsiteY154" fmla="*/ 1697831 h 1890712"/>
                <a:gd name="connsiteX155" fmla="*/ 2350294 w 2543175"/>
                <a:gd name="connsiteY155" fmla="*/ 1712119 h 1890712"/>
                <a:gd name="connsiteX156" fmla="*/ 2369344 w 2543175"/>
                <a:gd name="connsiteY156" fmla="*/ 1724025 h 1890712"/>
                <a:gd name="connsiteX157" fmla="*/ 2428876 w 2543175"/>
                <a:gd name="connsiteY157" fmla="*/ 1785938 h 1890712"/>
                <a:gd name="connsiteX158" fmla="*/ 2466975 w 2543175"/>
                <a:gd name="connsiteY158" fmla="*/ 1783556 h 1890712"/>
                <a:gd name="connsiteX159" fmla="*/ 2481263 w 2543175"/>
                <a:gd name="connsiteY159" fmla="*/ 1795462 h 1890712"/>
                <a:gd name="connsiteX160" fmla="*/ 2486025 w 2543175"/>
                <a:gd name="connsiteY160" fmla="*/ 1802606 h 1890712"/>
                <a:gd name="connsiteX161" fmla="*/ 2514600 w 2543175"/>
                <a:gd name="connsiteY161" fmla="*/ 1850231 h 1890712"/>
                <a:gd name="connsiteX162" fmla="*/ 2519363 w 2543175"/>
                <a:gd name="connsiteY162" fmla="*/ 1857375 h 1890712"/>
                <a:gd name="connsiteX163" fmla="*/ 2540794 w 2543175"/>
                <a:gd name="connsiteY163" fmla="*/ 1883569 h 1890712"/>
                <a:gd name="connsiteX164" fmla="*/ 2543175 w 2543175"/>
                <a:gd name="connsiteY164" fmla="*/ 1890712 h 1890712"/>
                <a:gd name="connsiteX0" fmla="*/ 0 w 2543175"/>
                <a:gd name="connsiteY0" fmla="*/ 0 h 1890712"/>
                <a:gd name="connsiteX1" fmla="*/ 11907 w 2543175"/>
                <a:gd name="connsiteY1" fmla="*/ 11906 h 1890712"/>
                <a:gd name="connsiteX2" fmla="*/ 21432 w 2543175"/>
                <a:gd name="connsiteY2" fmla="*/ 16669 h 1890712"/>
                <a:gd name="connsiteX3" fmla="*/ 23813 w 2543175"/>
                <a:gd name="connsiteY3" fmla="*/ 23812 h 1890712"/>
                <a:gd name="connsiteX4" fmla="*/ 33338 w 2543175"/>
                <a:gd name="connsiteY4" fmla="*/ 33337 h 1890712"/>
                <a:gd name="connsiteX5" fmla="*/ 40482 w 2543175"/>
                <a:gd name="connsiteY5" fmla="*/ 42862 h 1890712"/>
                <a:gd name="connsiteX6" fmla="*/ 47625 w 2543175"/>
                <a:gd name="connsiteY6" fmla="*/ 47625 h 1890712"/>
                <a:gd name="connsiteX7" fmla="*/ 57150 w 2543175"/>
                <a:gd name="connsiteY7" fmla="*/ 54769 h 1890712"/>
                <a:gd name="connsiteX8" fmla="*/ 64294 w 2543175"/>
                <a:gd name="connsiteY8" fmla="*/ 59531 h 1890712"/>
                <a:gd name="connsiteX9" fmla="*/ 83344 w 2543175"/>
                <a:gd name="connsiteY9" fmla="*/ 73819 h 1890712"/>
                <a:gd name="connsiteX10" fmla="*/ 97632 w 2543175"/>
                <a:gd name="connsiteY10" fmla="*/ 80962 h 1890712"/>
                <a:gd name="connsiteX11" fmla="*/ 104775 w 2543175"/>
                <a:gd name="connsiteY11" fmla="*/ 85725 h 1890712"/>
                <a:gd name="connsiteX12" fmla="*/ 114300 w 2543175"/>
                <a:gd name="connsiteY12" fmla="*/ 95250 h 1890712"/>
                <a:gd name="connsiteX13" fmla="*/ 123825 w 2543175"/>
                <a:gd name="connsiteY13" fmla="*/ 97631 h 1890712"/>
                <a:gd name="connsiteX14" fmla="*/ 130969 w 2543175"/>
                <a:gd name="connsiteY14" fmla="*/ 104775 h 1890712"/>
                <a:gd name="connsiteX15" fmla="*/ 140494 w 2543175"/>
                <a:gd name="connsiteY15" fmla="*/ 111919 h 1890712"/>
                <a:gd name="connsiteX16" fmla="*/ 147638 w 2543175"/>
                <a:gd name="connsiteY16" fmla="*/ 116681 h 1890712"/>
                <a:gd name="connsiteX17" fmla="*/ 164307 w 2543175"/>
                <a:gd name="connsiteY17" fmla="*/ 128587 h 1890712"/>
                <a:gd name="connsiteX18" fmla="*/ 180975 w 2543175"/>
                <a:gd name="connsiteY18" fmla="*/ 140494 h 1890712"/>
                <a:gd name="connsiteX19" fmla="*/ 197644 w 2543175"/>
                <a:gd name="connsiteY19" fmla="*/ 152400 h 1890712"/>
                <a:gd name="connsiteX20" fmla="*/ 204788 w 2543175"/>
                <a:gd name="connsiteY20" fmla="*/ 157162 h 1890712"/>
                <a:gd name="connsiteX21" fmla="*/ 214313 w 2543175"/>
                <a:gd name="connsiteY21" fmla="*/ 164306 h 1890712"/>
                <a:gd name="connsiteX22" fmla="*/ 230982 w 2543175"/>
                <a:gd name="connsiteY22" fmla="*/ 180975 h 1890712"/>
                <a:gd name="connsiteX23" fmla="*/ 247650 w 2543175"/>
                <a:gd name="connsiteY23" fmla="*/ 185737 h 1890712"/>
                <a:gd name="connsiteX24" fmla="*/ 300038 w 2543175"/>
                <a:gd name="connsiteY24" fmla="*/ 219075 h 1890712"/>
                <a:gd name="connsiteX25" fmla="*/ 342900 w 2543175"/>
                <a:gd name="connsiteY25" fmla="*/ 254794 h 1890712"/>
                <a:gd name="connsiteX26" fmla="*/ 366713 w 2543175"/>
                <a:gd name="connsiteY26" fmla="*/ 264319 h 1890712"/>
                <a:gd name="connsiteX27" fmla="*/ 371475 w 2543175"/>
                <a:gd name="connsiteY27" fmla="*/ 271462 h 1890712"/>
                <a:gd name="connsiteX28" fmla="*/ 385763 w 2543175"/>
                <a:gd name="connsiteY28" fmla="*/ 283369 h 1890712"/>
                <a:gd name="connsiteX29" fmla="*/ 404813 w 2543175"/>
                <a:gd name="connsiteY29" fmla="*/ 295275 h 1890712"/>
                <a:gd name="connsiteX30" fmla="*/ 411957 w 2543175"/>
                <a:gd name="connsiteY30" fmla="*/ 297656 h 1890712"/>
                <a:gd name="connsiteX31" fmla="*/ 466725 w 2543175"/>
                <a:gd name="connsiteY31" fmla="*/ 328612 h 1890712"/>
                <a:gd name="connsiteX32" fmla="*/ 476250 w 2543175"/>
                <a:gd name="connsiteY32" fmla="*/ 335756 h 1890712"/>
                <a:gd name="connsiteX33" fmla="*/ 481013 w 2543175"/>
                <a:gd name="connsiteY33" fmla="*/ 342900 h 1890712"/>
                <a:gd name="connsiteX34" fmla="*/ 490538 w 2543175"/>
                <a:gd name="connsiteY34" fmla="*/ 352425 h 1890712"/>
                <a:gd name="connsiteX35" fmla="*/ 495300 w 2543175"/>
                <a:gd name="connsiteY35" fmla="*/ 359569 h 1890712"/>
                <a:gd name="connsiteX36" fmla="*/ 509588 w 2543175"/>
                <a:gd name="connsiteY36" fmla="*/ 376237 h 1890712"/>
                <a:gd name="connsiteX37" fmla="*/ 514350 w 2543175"/>
                <a:gd name="connsiteY37" fmla="*/ 383381 h 1890712"/>
                <a:gd name="connsiteX38" fmla="*/ 531019 w 2543175"/>
                <a:gd name="connsiteY38" fmla="*/ 397669 h 1890712"/>
                <a:gd name="connsiteX39" fmla="*/ 538163 w 2543175"/>
                <a:gd name="connsiteY39" fmla="*/ 407194 h 1890712"/>
                <a:gd name="connsiteX40" fmla="*/ 554832 w 2543175"/>
                <a:gd name="connsiteY40" fmla="*/ 421481 h 1890712"/>
                <a:gd name="connsiteX41" fmla="*/ 564357 w 2543175"/>
                <a:gd name="connsiteY41" fmla="*/ 431006 h 1890712"/>
                <a:gd name="connsiteX42" fmla="*/ 573882 w 2543175"/>
                <a:gd name="connsiteY42" fmla="*/ 438150 h 1890712"/>
                <a:gd name="connsiteX43" fmla="*/ 595313 w 2543175"/>
                <a:gd name="connsiteY43" fmla="*/ 454819 h 1890712"/>
                <a:gd name="connsiteX44" fmla="*/ 602457 w 2543175"/>
                <a:gd name="connsiteY44" fmla="*/ 457200 h 1890712"/>
                <a:gd name="connsiteX45" fmla="*/ 628650 w 2543175"/>
                <a:gd name="connsiteY45" fmla="*/ 469106 h 1890712"/>
                <a:gd name="connsiteX46" fmla="*/ 645319 w 2543175"/>
                <a:gd name="connsiteY46" fmla="*/ 483394 h 1890712"/>
                <a:gd name="connsiteX47" fmla="*/ 654844 w 2543175"/>
                <a:gd name="connsiteY47" fmla="*/ 488156 h 1890712"/>
                <a:gd name="connsiteX48" fmla="*/ 661988 w 2543175"/>
                <a:gd name="connsiteY48" fmla="*/ 497681 h 1890712"/>
                <a:gd name="connsiteX49" fmla="*/ 683419 w 2543175"/>
                <a:gd name="connsiteY49" fmla="*/ 514350 h 1890712"/>
                <a:gd name="connsiteX50" fmla="*/ 700088 w 2543175"/>
                <a:gd name="connsiteY50" fmla="*/ 526256 h 1890712"/>
                <a:gd name="connsiteX51" fmla="*/ 709613 w 2543175"/>
                <a:gd name="connsiteY51" fmla="*/ 535781 h 1890712"/>
                <a:gd name="connsiteX52" fmla="*/ 719138 w 2543175"/>
                <a:gd name="connsiteY52" fmla="*/ 542925 h 1890712"/>
                <a:gd name="connsiteX53" fmla="*/ 733425 w 2543175"/>
                <a:gd name="connsiteY53" fmla="*/ 557212 h 1890712"/>
                <a:gd name="connsiteX54" fmla="*/ 750094 w 2543175"/>
                <a:gd name="connsiteY54" fmla="*/ 569119 h 1890712"/>
                <a:gd name="connsiteX55" fmla="*/ 769144 w 2543175"/>
                <a:gd name="connsiteY55" fmla="*/ 581025 h 1890712"/>
                <a:gd name="connsiteX56" fmla="*/ 785813 w 2543175"/>
                <a:gd name="connsiteY56" fmla="*/ 590550 h 1890712"/>
                <a:gd name="connsiteX57" fmla="*/ 792957 w 2543175"/>
                <a:gd name="connsiteY57" fmla="*/ 600075 h 1890712"/>
                <a:gd name="connsiteX58" fmla="*/ 809625 w 2543175"/>
                <a:gd name="connsiteY58" fmla="*/ 611981 h 1890712"/>
                <a:gd name="connsiteX59" fmla="*/ 816769 w 2543175"/>
                <a:gd name="connsiteY59" fmla="*/ 619125 h 1890712"/>
                <a:gd name="connsiteX60" fmla="*/ 826294 w 2543175"/>
                <a:gd name="connsiteY60" fmla="*/ 626269 h 1890712"/>
                <a:gd name="connsiteX61" fmla="*/ 840582 w 2543175"/>
                <a:gd name="connsiteY61" fmla="*/ 638175 h 1890712"/>
                <a:gd name="connsiteX62" fmla="*/ 847725 w 2543175"/>
                <a:gd name="connsiteY62" fmla="*/ 645319 h 1890712"/>
                <a:gd name="connsiteX63" fmla="*/ 857250 w 2543175"/>
                <a:gd name="connsiteY63" fmla="*/ 652462 h 1890712"/>
                <a:gd name="connsiteX64" fmla="*/ 864394 w 2543175"/>
                <a:gd name="connsiteY64" fmla="*/ 657225 h 1890712"/>
                <a:gd name="connsiteX65" fmla="*/ 888207 w 2543175"/>
                <a:gd name="connsiteY65" fmla="*/ 676275 h 1890712"/>
                <a:gd name="connsiteX66" fmla="*/ 895350 w 2543175"/>
                <a:gd name="connsiteY66" fmla="*/ 681037 h 1890712"/>
                <a:gd name="connsiteX67" fmla="*/ 907257 w 2543175"/>
                <a:gd name="connsiteY67" fmla="*/ 683419 h 1890712"/>
                <a:gd name="connsiteX68" fmla="*/ 928688 w 2543175"/>
                <a:gd name="connsiteY68" fmla="*/ 695325 h 1890712"/>
                <a:gd name="connsiteX69" fmla="*/ 942975 w 2543175"/>
                <a:gd name="connsiteY69" fmla="*/ 700087 h 1890712"/>
                <a:gd name="connsiteX70" fmla="*/ 964407 w 2543175"/>
                <a:gd name="connsiteY70" fmla="*/ 716756 h 1890712"/>
                <a:gd name="connsiteX71" fmla="*/ 971550 w 2543175"/>
                <a:gd name="connsiteY71" fmla="*/ 723900 h 1890712"/>
                <a:gd name="connsiteX72" fmla="*/ 983457 w 2543175"/>
                <a:gd name="connsiteY72" fmla="*/ 733425 h 1890712"/>
                <a:gd name="connsiteX73" fmla="*/ 990600 w 2543175"/>
                <a:gd name="connsiteY73" fmla="*/ 738187 h 1890712"/>
                <a:gd name="connsiteX74" fmla="*/ 1007269 w 2543175"/>
                <a:gd name="connsiteY74" fmla="*/ 752475 h 1890712"/>
                <a:gd name="connsiteX75" fmla="*/ 1031082 w 2543175"/>
                <a:gd name="connsiteY75" fmla="*/ 766762 h 1890712"/>
                <a:gd name="connsiteX76" fmla="*/ 1042988 w 2543175"/>
                <a:gd name="connsiteY76" fmla="*/ 773906 h 1890712"/>
                <a:gd name="connsiteX77" fmla="*/ 1071563 w 2543175"/>
                <a:gd name="connsiteY77" fmla="*/ 785812 h 1890712"/>
                <a:gd name="connsiteX78" fmla="*/ 1097757 w 2543175"/>
                <a:gd name="connsiteY78" fmla="*/ 807244 h 1890712"/>
                <a:gd name="connsiteX79" fmla="*/ 1104900 w 2543175"/>
                <a:gd name="connsiteY79" fmla="*/ 814387 h 1890712"/>
                <a:gd name="connsiteX80" fmla="*/ 1121569 w 2543175"/>
                <a:gd name="connsiteY80" fmla="*/ 823912 h 1890712"/>
                <a:gd name="connsiteX81" fmla="*/ 1138238 w 2543175"/>
                <a:gd name="connsiteY81" fmla="*/ 835819 h 1890712"/>
                <a:gd name="connsiteX82" fmla="*/ 1147763 w 2543175"/>
                <a:gd name="connsiteY82" fmla="*/ 842962 h 1890712"/>
                <a:gd name="connsiteX83" fmla="*/ 1157288 w 2543175"/>
                <a:gd name="connsiteY83" fmla="*/ 847725 h 1890712"/>
                <a:gd name="connsiteX84" fmla="*/ 1178719 w 2543175"/>
                <a:gd name="connsiteY84" fmla="*/ 859631 h 1890712"/>
                <a:gd name="connsiteX85" fmla="*/ 1188244 w 2543175"/>
                <a:gd name="connsiteY85" fmla="*/ 866775 h 1890712"/>
                <a:gd name="connsiteX86" fmla="*/ 1195388 w 2543175"/>
                <a:gd name="connsiteY86" fmla="*/ 871537 h 1890712"/>
                <a:gd name="connsiteX87" fmla="*/ 1212057 w 2543175"/>
                <a:gd name="connsiteY87" fmla="*/ 883444 h 1890712"/>
                <a:gd name="connsiteX88" fmla="*/ 1226344 w 2543175"/>
                <a:gd name="connsiteY88" fmla="*/ 895350 h 1890712"/>
                <a:gd name="connsiteX89" fmla="*/ 1245394 w 2543175"/>
                <a:gd name="connsiteY89" fmla="*/ 907256 h 1890712"/>
                <a:gd name="connsiteX90" fmla="*/ 1254919 w 2543175"/>
                <a:gd name="connsiteY90" fmla="*/ 914400 h 1890712"/>
                <a:gd name="connsiteX91" fmla="*/ 1269207 w 2543175"/>
                <a:gd name="connsiteY91" fmla="*/ 921544 h 1890712"/>
                <a:gd name="connsiteX92" fmla="*/ 1290638 w 2543175"/>
                <a:gd name="connsiteY92" fmla="*/ 935831 h 1890712"/>
                <a:gd name="connsiteX93" fmla="*/ 1307307 w 2543175"/>
                <a:gd name="connsiteY93" fmla="*/ 952500 h 1890712"/>
                <a:gd name="connsiteX94" fmla="*/ 1333500 w 2543175"/>
                <a:gd name="connsiteY94" fmla="*/ 971550 h 1890712"/>
                <a:gd name="connsiteX95" fmla="*/ 1359694 w 2543175"/>
                <a:gd name="connsiteY95" fmla="*/ 990600 h 1890712"/>
                <a:gd name="connsiteX96" fmla="*/ 1385888 w 2543175"/>
                <a:gd name="connsiteY96" fmla="*/ 1021557 h 1890712"/>
                <a:gd name="connsiteX97" fmla="*/ 1435894 w 2543175"/>
                <a:gd name="connsiteY97" fmla="*/ 1054894 h 1890712"/>
                <a:gd name="connsiteX98" fmla="*/ 1497806 w 2543175"/>
                <a:gd name="connsiteY98" fmla="*/ 1104900 h 1890712"/>
                <a:gd name="connsiteX99" fmla="*/ 1559718 w 2543175"/>
                <a:gd name="connsiteY99" fmla="*/ 1154906 h 1890712"/>
                <a:gd name="connsiteX100" fmla="*/ 1595438 w 2543175"/>
                <a:gd name="connsiteY100" fmla="*/ 1181100 h 1890712"/>
                <a:gd name="connsiteX101" fmla="*/ 1628775 w 2543175"/>
                <a:gd name="connsiteY101" fmla="*/ 1183481 h 1890712"/>
                <a:gd name="connsiteX102" fmla="*/ 1662113 w 2543175"/>
                <a:gd name="connsiteY102" fmla="*/ 1209675 h 1890712"/>
                <a:gd name="connsiteX103" fmla="*/ 1678782 w 2543175"/>
                <a:gd name="connsiteY103" fmla="*/ 1226344 h 1890712"/>
                <a:gd name="connsiteX104" fmla="*/ 1700213 w 2543175"/>
                <a:gd name="connsiteY104" fmla="*/ 1247775 h 1890712"/>
                <a:gd name="connsiteX105" fmla="*/ 1712119 w 2543175"/>
                <a:gd name="connsiteY105" fmla="*/ 1259681 h 1890712"/>
                <a:gd name="connsiteX106" fmla="*/ 1733550 w 2543175"/>
                <a:gd name="connsiteY106" fmla="*/ 1273969 h 1890712"/>
                <a:gd name="connsiteX107" fmla="*/ 1743075 w 2543175"/>
                <a:gd name="connsiteY107" fmla="*/ 1283494 h 1890712"/>
                <a:gd name="connsiteX108" fmla="*/ 1754982 w 2543175"/>
                <a:gd name="connsiteY108" fmla="*/ 1290637 h 1890712"/>
                <a:gd name="connsiteX109" fmla="*/ 1766888 w 2543175"/>
                <a:gd name="connsiteY109" fmla="*/ 1300162 h 1890712"/>
                <a:gd name="connsiteX110" fmla="*/ 1783557 w 2543175"/>
                <a:gd name="connsiteY110" fmla="*/ 1307306 h 1890712"/>
                <a:gd name="connsiteX111" fmla="*/ 1790700 w 2543175"/>
                <a:gd name="connsiteY111" fmla="*/ 1312069 h 1890712"/>
                <a:gd name="connsiteX112" fmla="*/ 1800225 w 2543175"/>
                <a:gd name="connsiteY112" fmla="*/ 1319212 h 1890712"/>
                <a:gd name="connsiteX113" fmla="*/ 1807369 w 2543175"/>
                <a:gd name="connsiteY113" fmla="*/ 1321594 h 1890712"/>
                <a:gd name="connsiteX114" fmla="*/ 1824038 w 2543175"/>
                <a:gd name="connsiteY114" fmla="*/ 1333500 h 1890712"/>
                <a:gd name="connsiteX115" fmla="*/ 1843088 w 2543175"/>
                <a:gd name="connsiteY115" fmla="*/ 1352550 h 1890712"/>
                <a:gd name="connsiteX116" fmla="*/ 1852613 w 2543175"/>
                <a:gd name="connsiteY116" fmla="*/ 1359694 h 1890712"/>
                <a:gd name="connsiteX117" fmla="*/ 1859757 w 2543175"/>
                <a:gd name="connsiteY117" fmla="*/ 1366837 h 1890712"/>
                <a:gd name="connsiteX118" fmla="*/ 1869282 w 2543175"/>
                <a:gd name="connsiteY118" fmla="*/ 1371600 h 1890712"/>
                <a:gd name="connsiteX119" fmla="*/ 1883569 w 2543175"/>
                <a:gd name="connsiteY119" fmla="*/ 1388269 h 1890712"/>
                <a:gd name="connsiteX120" fmla="*/ 1893094 w 2543175"/>
                <a:gd name="connsiteY120" fmla="*/ 1395412 h 1890712"/>
                <a:gd name="connsiteX121" fmla="*/ 1902619 w 2543175"/>
                <a:gd name="connsiteY121" fmla="*/ 1404937 h 1890712"/>
                <a:gd name="connsiteX122" fmla="*/ 1912144 w 2543175"/>
                <a:gd name="connsiteY122" fmla="*/ 1409700 h 1890712"/>
                <a:gd name="connsiteX123" fmla="*/ 1931194 w 2543175"/>
                <a:gd name="connsiteY123" fmla="*/ 1421606 h 1890712"/>
                <a:gd name="connsiteX124" fmla="*/ 1935957 w 2543175"/>
                <a:gd name="connsiteY124" fmla="*/ 1428750 h 1890712"/>
                <a:gd name="connsiteX125" fmla="*/ 1952625 w 2543175"/>
                <a:gd name="connsiteY125" fmla="*/ 1438275 h 1890712"/>
                <a:gd name="connsiteX126" fmla="*/ 1971675 w 2543175"/>
                <a:gd name="connsiteY126" fmla="*/ 1450181 h 1890712"/>
                <a:gd name="connsiteX127" fmla="*/ 1981200 w 2543175"/>
                <a:gd name="connsiteY127" fmla="*/ 1454944 h 1890712"/>
                <a:gd name="connsiteX128" fmla="*/ 1997869 w 2543175"/>
                <a:gd name="connsiteY128" fmla="*/ 1471612 h 1890712"/>
                <a:gd name="connsiteX129" fmla="*/ 2007394 w 2543175"/>
                <a:gd name="connsiteY129" fmla="*/ 1478756 h 1890712"/>
                <a:gd name="connsiteX130" fmla="*/ 2016919 w 2543175"/>
                <a:gd name="connsiteY130" fmla="*/ 1483519 h 1890712"/>
                <a:gd name="connsiteX131" fmla="*/ 2024063 w 2543175"/>
                <a:gd name="connsiteY131" fmla="*/ 1490662 h 1890712"/>
                <a:gd name="connsiteX132" fmla="*/ 2033588 w 2543175"/>
                <a:gd name="connsiteY132" fmla="*/ 1495425 h 1890712"/>
                <a:gd name="connsiteX133" fmla="*/ 2040732 w 2543175"/>
                <a:gd name="connsiteY133" fmla="*/ 1502569 h 1890712"/>
                <a:gd name="connsiteX134" fmla="*/ 2047875 w 2543175"/>
                <a:gd name="connsiteY134" fmla="*/ 1507331 h 1890712"/>
                <a:gd name="connsiteX135" fmla="*/ 2057400 w 2543175"/>
                <a:gd name="connsiteY135" fmla="*/ 1514475 h 1890712"/>
                <a:gd name="connsiteX136" fmla="*/ 2064544 w 2543175"/>
                <a:gd name="connsiteY136" fmla="*/ 1519237 h 1890712"/>
                <a:gd name="connsiteX137" fmla="*/ 2071688 w 2543175"/>
                <a:gd name="connsiteY137" fmla="*/ 1526381 h 1890712"/>
                <a:gd name="connsiteX138" fmla="*/ 2081213 w 2543175"/>
                <a:gd name="connsiteY138" fmla="*/ 1531144 h 1890712"/>
                <a:gd name="connsiteX139" fmla="*/ 2090738 w 2543175"/>
                <a:gd name="connsiteY139" fmla="*/ 1538287 h 1890712"/>
                <a:gd name="connsiteX140" fmla="*/ 2109788 w 2543175"/>
                <a:gd name="connsiteY140" fmla="*/ 1547812 h 1890712"/>
                <a:gd name="connsiteX141" fmla="*/ 2131219 w 2543175"/>
                <a:gd name="connsiteY141" fmla="*/ 1562100 h 1890712"/>
                <a:gd name="connsiteX142" fmla="*/ 2140744 w 2543175"/>
                <a:gd name="connsiteY142" fmla="*/ 1566862 h 1890712"/>
                <a:gd name="connsiteX143" fmla="*/ 2152650 w 2543175"/>
                <a:gd name="connsiteY143" fmla="*/ 1576387 h 1890712"/>
                <a:gd name="connsiteX144" fmla="*/ 2181225 w 2543175"/>
                <a:gd name="connsiteY144" fmla="*/ 1590675 h 1890712"/>
                <a:gd name="connsiteX145" fmla="*/ 2200275 w 2543175"/>
                <a:gd name="connsiteY145" fmla="*/ 1607344 h 1890712"/>
                <a:gd name="connsiteX146" fmla="*/ 2207419 w 2543175"/>
                <a:gd name="connsiteY146" fmla="*/ 1612106 h 1890712"/>
                <a:gd name="connsiteX147" fmla="*/ 2216944 w 2543175"/>
                <a:gd name="connsiteY147" fmla="*/ 1619250 h 1890712"/>
                <a:gd name="connsiteX148" fmla="*/ 2224088 w 2543175"/>
                <a:gd name="connsiteY148" fmla="*/ 1624012 h 1890712"/>
                <a:gd name="connsiteX149" fmla="*/ 2247900 w 2543175"/>
                <a:gd name="connsiteY149" fmla="*/ 1643062 h 1890712"/>
                <a:gd name="connsiteX150" fmla="*/ 2255044 w 2543175"/>
                <a:gd name="connsiteY150" fmla="*/ 1650206 h 1890712"/>
                <a:gd name="connsiteX151" fmla="*/ 2281238 w 2543175"/>
                <a:gd name="connsiteY151" fmla="*/ 1664494 h 1890712"/>
                <a:gd name="connsiteX152" fmla="*/ 2297907 w 2543175"/>
                <a:gd name="connsiteY152" fmla="*/ 1674019 h 1890712"/>
                <a:gd name="connsiteX153" fmla="*/ 2312194 w 2543175"/>
                <a:gd name="connsiteY153" fmla="*/ 1685925 h 1890712"/>
                <a:gd name="connsiteX154" fmla="*/ 2328863 w 2543175"/>
                <a:gd name="connsiteY154" fmla="*/ 1697831 h 1890712"/>
                <a:gd name="connsiteX155" fmla="*/ 2350294 w 2543175"/>
                <a:gd name="connsiteY155" fmla="*/ 1712119 h 1890712"/>
                <a:gd name="connsiteX156" fmla="*/ 2369344 w 2543175"/>
                <a:gd name="connsiteY156" fmla="*/ 1724025 h 1890712"/>
                <a:gd name="connsiteX157" fmla="*/ 2428876 w 2543175"/>
                <a:gd name="connsiteY157" fmla="*/ 1785938 h 1890712"/>
                <a:gd name="connsiteX158" fmla="*/ 2466975 w 2543175"/>
                <a:gd name="connsiteY158" fmla="*/ 1783556 h 1890712"/>
                <a:gd name="connsiteX159" fmla="*/ 2481263 w 2543175"/>
                <a:gd name="connsiteY159" fmla="*/ 1795462 h 1890712"/>
                <a:gd name="connsiteX160" fmla="*/ 2486025 w 2543175"/>
                <a:gd name="connsiteY160" fmla="*/ 1802606 h 1890712"/>
                <a:gd name="connsiteX161" fmla="*/ 2514600 w 2543175"/>
                <a:gd name="connsiteY161" fmla="*/ 1850231 h 1890712"/>
                <a:gd name="connsiteX162" fmla="*/ 2519363 w 2543175"/>
                <a:gd name="connsiteY162" fmla="*/ 1857375 h 1890712"/>
                <a:gd name="connsiteX163" fmla="*/ 2540794 w 2543175"/>
                <a:gd name="connsiteY163" fmla="*/ 1883569 h 1890712"/>
                <a:gd name="connsiteX164" fmla="*/ 2543175 w 2543175"/>
                <a:gd name="connsiteY164" fmla="*/ 1890712 h 1890712"/>
                <a:gd name="connsiteX0" fmla="*/ 0 w 2543175"/>
                <a:gd name="connsiteY0" fmla="*/ 0 h 1890712"/>
                <a:gd name="connsiteX1" fmla="*/ 11907 w 2543175"/>
                <a:gd name="connsiteY1" fmla="*/ 11906 h 1890712"/>
                <a:gd name="connsiteX2" fmla="*/ 21432 w 2543175"/>
                <a:gd name="connsiteY2" fmla="*/ 16669 h 1890712"/>
                <a:gd name="connsiteX3" fmla="*/ 23813 w 2543175"/>
                <a:gd name="connsiteY3" fmla="*/ 23812 h 1890712"/>
                <a:gd name="connsiteX4" fmla="*/ 33338 w 2543175"/>
                <a:gd name="connsiteY4" fmla="*/ 33337 h 1890712"/>
                <a:gd name="connsiteX5" fmla="*/ 40482 w 2543175"/>
                <a:gd name="connsiteY5" fmla="*/ 42862 h 1890712"/>
                <a:gd name="connsiteX6" fmla="*/ 47625 w 2543175"/>
                <a:gd name="connsiteY6" fmla="*/ 47625 h 1890712"/>
                <a:gd name="connsiteX7" fmla="*/ 57150 w 2543175"/>
                <a:gd name="connsiteY7" fmla="*/ 54769 h 1890712"/>
                <a:gd name="connsiteX8" fmla="*/ 64294 w 2543175"/>
                <a:gd name="connsiteY8" fmla="*/ 59531 h 1890712"/>
                <a:gd name="connsiteX9" fmla="*/ 83344 w 2543175"/>
                <a:gd name="connsiteY9" fmla="*/ 73819 h 1890712"/>
                <a:gd name="connsiteX10" fmla="*/ 97632 w 2543175"/>
                <a:gd name="connsiteY10" fmla="*/ 80962 h 1890712"/>
                <a:gd name="connsiteX11" fmla="*/ 104775 w 2543175"/>
                <a:gd name="connsiteY11" fmla="*/ 85725 h 1890712"/>
                <a:gd name="connsiteX12" fmla="*/ 114300 w 2543175"/>
                <a:gd name="connsiteY12" fmla="*/ 95250 h 1890712"/>
                <a:gd name="connsiteX13" fmla="*/ 123825 w 2543175"/>
                <a:gd name="connsiteY13" fmla="*/ 97631 h 1890712"/>
                <a:gd name="connsiteX14" fmla="*/ 130969 w 2543175"/>
                <a:gd name="connsiteY14" fmla="*/ 104775 h 1890712"/>
                <a:gd name="connsiteX15" fmla="*/ 140494 w 2543175"/>
                <a:gd name="connsiteY15" fmla="*/ 111919 h 1890712"/>
                <a:gd name="connsiteX16" fmla="*/ 147638 w 2543175"/>
                <a:gd name="connsiteY16" fmla="*/ 116681 h 1890712"/>
                <a:gd name="connsiteX17" fmla="*/ 164307 w 2543175"/>
                <a:gd name="connsiteY17" fmla="*/ 128587 h 1890712"/>
                <a:gd name="connsiteX18" fmla="*/ 180975 w 2543175"/>
                <a:gd name="connsiteY18" fmla="*/ 140494 h 1890712"/>
                <a:gd name="connsiteX19" fmla="*/ 197644 w 2543175"/>
                <a:gd name="connsiteY19" fmla="*/ 152400 h 1890712"/>
                <a:gd name="connsiteX20" fmla="*/ 204788 w 2543175"/>
                <a:gd name="connsiteY20" fmla="*/ 157162 h 1890712"/>
                <a:gd name="connsiteX21" fmla="*/ 214313 w 2543175"/>
                <a:gd name="connsiteY21" fmla="*/ 164306 h 1890712"/>
                <a:gd name="connsiteX22" fmla="*/ 230982 w 2543175"/>
                <a:gd name="connsiteY22" fmla="*/ 180975 h 1890712"/>
                <a:gd name="connsiteX23" fmla="*/ 247650 w 2543175"/>
                <a:gd name="connsiteY23" fmla="*/ 185737 h 1890712"/>
                <a:gd name="connsiteX24" fmla="*/ 300038 w 2543175"/>
                <a:gd name="connsiteY24" fmla="*/ 219075 h 1890712"/>
                <a:gd name="connsiteX25" fmla="*/ 342900 w 2543175"/>
                <a:gd name="connsiteY25" fmla="*/ 254794 h 1890712"/>
                <a:gd name="connsiteX26" fmla="*/ 366713 w 2543175"/>
                <a:gd name="connsiteY26" fmla="*/ 264319 h 1890712"/>
                <a:gd name="connsiteX27" fmla="*/ 371475 w 2543175"/>
                <a:gd name="connsiteY27" fmla="*/ 271462 h 1890712"/>
                <a:gd name="connsiteX28" fmla="*/ 385763 w 2543175"/>
                <a:gd name="connsiteY28" fmla="*/ 283369 h 1890712"/>
                <a:gd name="connsiteX29" fmla="*/ 404813 w 2543175"/>
                <a:gd name="connsiteY29" fmla="*/ 295275 h 1890712"/>
                <a:gd name="connsiteX30" fmla="*/ 411957 w 2543175"/>
                <a:gd name="connsiteY30" fmla="*/ 297656 h 1890712"/>
                <a:gd name="connsiteX31" fmla="*/ 466725 w 2543175"/>
                <a:gd name="connsiteY31" fmla="*/ 328612 h 1890712"/>
                <a:gd name="connsiteX32" fmla="*/ 476250 w 2543175"/>
                <a:gd name="connsiteY32" fmla="*/ 335756 h 1890712"/>
                <a:gd name="connsiteX33" fmla="*/ 481013 w 2543175"/>
                <a:gd name="connsiteY33" fmla="*/ 342900 h 1890712"/>
                <a:gd name="connsiteX34" fmla="*/ 490538 w 2543175"/>
                <a:gd name="connsiteY34" fmla="*/ 352425 h 1890712"/>
                <a:gd name="connsiteX35" fmla="*/ 495300 w 2543175"/>
                <a:gd name="connsiteY35" fmla="*/ 359569 h 1890712"/>
                <a:gd name="connsiteX36" fmla="*/ 509588 w 2543175"/>
                <a:gd name="connsiteY36" fmla="*/ 376237 h 1890712"/>
                <a:gd name="connsiteX37" fmla="*/ 514350 w 2543175"/>
                <a:gd name="connsiteY37" fmla="*/ 383381 h 1890712"/>
                <a:gd name="connsiteX38" fmla="*/ 531019 w 2543175"/>
                <a:gd name="connsiteY38" fmla="*/ 397669 h 1890712"/>
                <a:gd name="connsiteX39" fmla="*/ 538163 w 2543175"/>
                <a:gd name="connsiteY39" fmla="*/ 407194 h 1890712"/>
                <a:gd name="connsiteX40" fmla="*/ 554832 w 2543175"/>
                <a:gd name="connsiteY40" fmla="*/ 421481 h 1890712"/>
                <a:gd name="connsiteX41" fmla="*/ 564357 w 2543175"/>
                <a:gd name="connsiteY41" fmla="*/ 431006 h 1890712"/>
                <a:gd name="connsiteX42" fmla="*/ 573882 w 2543175"/>
                <a:gd name="connsiteY42" fmla="*/ 438150 h 1890712"/>
                <a:gd name="connsiteX43" fmla="*/ 595313 w 2543175"/>
                <a:gd name="connsiteY43" fmla="*/ 454819 h 1890712"/>
                <a:gd name="connsiteX44" fmla="*/ 602457 w 2543175"/>
                <a:gd name="connsiteY44" fmla="*/ 457200 h 1890712"/>
                <a:gd name="connsiteX45" fmla="*/ 628650 w 2543175"/>
                <a:gd name="connsiteY45" fmla="*/ 469106 h 1890712"/>
                <a:gd name="connsiteX46" fmla="*/ 645319 w 2543175"/>
                <a:gd name="connsiteY46" fmla="*/ 483394 h 1890712"/>
                <a:gd name="connsiteX47" fmla="*/ 654844 w 2543175"/>
                <a:gd name="connsiteY47" fmla="*/ 488156 h 1890712"/>
                <a:gd name="connsiteX48" fmla="*/ 661988 w 2543175"/>
                <a:gd name="connsiteY48" fmla="*/ 497681 h 1890712"/>
                <a:gd name="connsiteX49" fmla="*/ 683419 w 2543175"/>
                <a:gd name="connsiteY49" fmla="*/ 514350 h 1890712"/>
                <a:gd name="connsiteX50" fmla="*/ 700088 w 2543175"/>
                <a:gd name="connsiteY50" fmla="*/ 526256 h 1890712"/>
                <a:gd name="connsiteX51" fmla="*/ 709613 w 2543175"/>
                <a:gd name="connsiteY51" fmla="*/ 535781 h 1890712"/>
                <a:gd name="connsiteX52" fmla="*/ 719138 w 2543175"/>
                <a:gd name="connsiteY52" fmla="*/ 542925 h 1890712"/>
                <a:gd name="connsiteX53" fmla="*/ 733425 w 2543175"/>
                <a:gd name="connsiteY53" fmla="*/ 557212 h 1890712"/>
                <a:gd name="connsiteX54" fmla="*/ 750094 w 2543175"/>
                <a:gd name="connsiteY54" fmla="*/ 569119 h 1890712"/>
                <a:gd name="connsiteX55" fmla="*/ 769144 w 2543175"/>
                <a:gd name="connsiteY55" fmla="*/ 581025 h 1890712"/>
                <a:gd name="connsiteX56" fmla="*/ 785813 w 2543175"/>
                <a:gd name="connsiteY56" fmla="*/ 590550 h 1890712"/>
                <a:gd name="connsiteX57" fmla="*/ 792957 w 2543175"/>
                <a:gd name="connsiteY57" fmla="*/ 600075 h 1890712"/>
                <a:gd name="connsiteX58" fmla="*/ 809625 w 2543175"/>
                <a:gd name="connsiteY58" fmla="*/ 611981 h 1890712"/>
                <a:gd name="connsiteX59" fmla="*/ 816769 w 2543175"/>
                <a:gd name="connsiteY59" fmla="*/ 619125 h 1890712"/>
                <a:gd name="connsiteX60" fmla="*/ 826294 w 2543175"/>
                <a:gd name="connsiteY60" fmla="*/ 626269 h 1890712"/>
                <a:gd name="connsiteX61" fmla="*/ 840582 w 2543175"/>
                <a:gd name="connsiteY61" fmla="*/ 638175 h 1890712"/>
                <a:gd name="connsiteX62" fmla="*/ 847725 w 2543175"/>
                <a:gd name="connsiteY62" fmla="*/ 645319 h 1890712"/>
                <a:gd name="connsiteX63" fmla="*/ 857250 w 2543175"/>
                <a:gd name="connsiteY63" fmla="*/ 652462 h 1890712"/>
                <a:gd name="connsiteX64" fmla="*/ 864394 w 2543175"/>
                <a:gd name="connsiteY64" fmla="*/ 657225 h 1890712"/>
                <a:gd name="connsiteX65" fmla="*/ 888207 w 2543175"/>
                <a:gd name="connsiteY65" fmla="*/ 676275 h 1890712"/>
                <a:gd name="connsiteX66" fmla="*/ 895350 w 2543175"/>
                <a:gd name="connsiteY66" fmla="*/ 681037 h 1890712"/>
                <a:gd name="connsiteX67" fmla="*/ 907257 w 2543175"/>
                <a:gd name="connsiteY67" fmla="*/ 683419 h 1890712"/>
                <a:gd name="connsiteX68" fmla="*/ 928688 w 2543175"/>
                <a:gd name="connsiteY68" fmla="*/ 695325 h 1890712"/>
                <a:gd name="connsiteX69" fmla="*/ 942975 w 2543175"/>
                <a:gd name="connsiteY69" fmla="*/ 700087 h 1890712"/>
                <a:gd name="connsiteX70" fmla="*/ 964407 w 2543175"/>
                <a:gd name="connsiteY70" fmla="*/ 716756 h 1890712"/>
                <a:gd name="connsiteX71" fmla="*/ 971550 w 2543175"/>
                <a:gd name="connsiteY71" fmla="*/ 723900 h 1890712"/>
                <a:gd name="connsiteX72" fmla="*/ 983457 w 2543175"/>
                <a:gd name="connsiteY72" fmla="*/ 733425 h 1890712"/>
                <a:gd name="connsiteX73" fmla="*/ 990600 w 2543175"/>
                <a:gd name="connsiteY73" fmla="*/ 738187 h 1890712"/>
                <a:gd name="connsiteX74" fmla="*/ 1007269 w 2543175"/>
                <a:gd name="connsiteY74" fmla="*/ 752475 h 1890712"/>
                <a:gd name="connsiteX75" fmla="*/ 1031082 w 2543175"/>
                <a:gd name="connsiteY75" fmla="*/ 766762 h 1890712"/>
                <a:gd name="connsiteX76" fmla="*/ 1042988 w 2543175"/>
                <a:gd name="connsiteY76" fmla="*/ 773906 h 1890712"/>
                <a:gd name="connsiteX77" fmla="*/ 1071563 w 2543175"/>
                <a:gd name="connsiteY77" fmla="*/ 785812 h 1890712"/>
                <a:gd name="connsiteX78" fmla="*/ 1097757 w 2543175"/>
                <a:gd name="connsiteY78" fmla="*/ 807244 h 1890712"/>
                <a:gd name="connsiteX79" fmla="*/ 1104900 w 2543175"/>
                <a:gd name="connsiteY79" fmla="*/ 814387 h 1890712"/>
                <a:gd name="connsiteX80" fmla="*/ 1121569 w 2543175"/>
                <a:gd name="connsiteY80" fmla="*/ 823912 h 1890712"/>
                <a:gd name="connsiteX81" fmla="*/ 1138238 w 2543175"/>
                <a:gd name="connsiteY81" fmla="*/ 835819 h 1890712"/>
                <a:gd name="connsiteX82" fmla="*/ 1147763 w 2543175"/>
                <a:gd name="connsiteY82" fmla="*/ 842962 h 1890712"/>
                <a:gd name="connsiteX83" fmla="*/ 1157288 w 2543175"/>
                <a:gd name="connsiteY83" fmla="*/ 847725 h 1890712"/>
                <a:gd name="connsiteX84" fmla="*/ 1178719 w 2543175"/>
                <a:gd name="connsiteY84" fmla="*/ 859631 h 1890712"/>
                <a:gd name="connsiteX85" fmla="*/ 1188244 w 2543175"/>
                <a:gd name="connsiteY85" fmla="*/ 866775 h 1890712"/>
                <a:gd name="connsiteX86" fmla="*/ 1195388 w 2543175"/>
                <a:gd name="connsiteY86" fmla="*/ 871537 h 1890712"/>
                <a:gd name="connsiteX87" fmla="*/ 1212057 w 2543175"/>
                <a:gd name="connsiteY87" fmla="*/ 883444 h 1890712"/>
                <a:gd name="connsiteX88" fmla="*/ 1226344 w 2543175"/>
                <a:gd name="connsiteY88" fmla="*/ 895350 h 1890712"/>
                <a:gd name="connsiteX89" fmla="*/ 1245394 w 2543175"/>
                <a:gd name="connsiteY89" fmla="*/ 907256 h 1890712"/>
                <a:gd name="connsiteX90" fmla="*/ 1254919 w 2543175"/>
                <a:gd name="connsiteY90" fmla="*/ 914400 h 1890712"/>
                <a:gd name="connsiteX91" fmla="*/ 1269207 w 2543175"/>
                <a:gd name="connsiteY91" fmla="*/ 921544 h 1890712"/>
                <a:gd name="connsiteX92" fmla="*/ 1290638 w 2543175"/>
                <a:gd name="connsiteY92" fmla="*/ 935831 h 1890712"/>
                <a:gd name="connsiteX93" fmla="*/ 1307307 w 2543175"/>
                <a:gd name="connsiteY93" fmla="*/ 952500 h 1890712"/>
                <a:gd name="connsiteX94" fmla="*/ 1333500 w 2543175"/>
                <a:gd name="connsiteY94" fmla="*/ 971550 h 1890712"/>
                <a:gd name="connsiteX95" fmla="*/ 1359694 w 2543175"/>
                <a:gd name="connsiteY95" fmla="*/ 990600 h 1890712"/>
                <a:gd name="connsiteX96" fmla="*/ 1385888 w 2543175"/>
                <a:gd name="connsiteY96" fmla="*/ 1021557 h 1890712"/>
                <a:gd name="connsiteX97" fmla="*/ 1435894 w 2543175"/>
                <a:gd name="connsiteY97" fmla="*/ 1054894 h 1890712"/>
                <a:gd name="connsiteX98" fmla="*/ 1497806 w 2543175"/>
                <a:gd name="connsiteY98" fmla="*/ 1104900 h 1890712"/>
                <a:gd name="connsiteX99" fmla="*/ 1559718 w 2543175"/>
                <a:gd name="connsiteY99" fmla="*/ 1154906 h 1890712"/>
                <a:gd name="connsiteX100" fmla="*/ 1595438 w 2543175"/>
                <a:gd name="connsiteY100" fmla="*/ 1181100 h 1890712"/>
                <a:gd name="connsiteX101" fmla="*/ 1628775 w 2543175"/>
                <a:gd name="connsiteY101" fmla="*/ 1207294 h 1890712"/>
                <a:gd name="connsiteX102" fmla="*/ 1662113 w 2543175"/>
                <a:gd name="connsiteY102" fmla="*/ 1209675 h 1890712"/>
                <a:gd name="connsiteX103" fmla="*/ 1678782 w 2543175"/>
                <a:gd name="connsiteY103" fmla="*/ 1226344 h 1890712"/>
                <a:gd name="connsiteX104" fmla="*/ 1700213 w 2543175"/>
                <a:gd name="connsiteY104" fmla="*/ 1247775 h 1890712"/>
                <a:gd name="connsiteX105" fmla="*/ 1712119 w 2543175"/>
                <a:gd name="connsiteY105" fmla="*/ 1259681 h 1890712"/>
                <a:gd name="connsiteX106" fmla="*/ 1733550 w 2543175"/>
                <a:gd name="connsiteY106" fmla="*/ 1273969 h 1890712"/>
                <a:gd name="connsiteX107" fmla="*/ 1743075 w 2543175"/>
                <a:gd name="connsiteY107" fmla="*/ 1283494 h 1890712"/>
                <a:gd name="connsiteX108" fmla="*/ 1754982 w 2543175"/>
                <a:gd name="connsiteY108" fmla="*/ 1290637 h 1890712"/>
                <a:gd name="connsiteX109" fmla="*/ 1766888 w 2543175"/>
                <a:gd name="connsiteY109" fmla="*/ 1300162 h 1890712"/>
                <a:gd name="connsiteX110" fmla="*/ 1783557 w 2543175"/>
                <a:gd name="connsiteY110" fmla="*/ 1307306 h 1890712"/>
                <a:gd name="connsiteX111" fmla="*/ 1790700 w 2543175"/>
                <a:gd name="connsiteY111" fmla="*/ 1312069 h 1890712"/>
                <a:gd name="connsiteX112" fmla="*/ 1800225 w 2543175"/>
                <a:gd name="connsiteY112" fmla="*/ 1319212 h 1890712"/>
                <a:gd name="connsiteX113" fmla="*/ 1807369 w 2543175"/>
                <a:gd name="connsiteY113" fmla="*/ 1321594 h 1890712"/>
                <a:gd name="connsiteX114" fmla="*/ 1824038 w 2543175"/>
                <a:gd name="connsiteY114" fmla="*/ 1333500 h 1890712"/>
                <a:gd name="connsiteX115" fmla="*/ 1843088 w 2543175"/>
                <a:gd name="connsiteY115" fmla="*/ 1352550 h 1890712"/>
                <a:gd name="connsiteX116" fmla="*/ 1852613 w 2543175"/>
                <a:gd name="connsiteY116" fmla="*/ 1359694 h 1890712"/>
                <a:gd name="connsiteX117" fmla="*/ 1859757 w 2543175"/>
                <a:gd name="connsiteY117" fmla="*/ 1366837 h 1890712"/>
                <a:gd name="connsiteX118" fmla="*/ 1869282 w 2543175"/>
                <a:gd name="connsiteY118" fmla="*/ 1371600 h 1890712"/>
                <a:gd name="connsiteX119" fmla="*/ 1883569 w 2543175"/>
                <a:gd name="connsiteY119" fmla="*/ 1388269 h 1890712"/>
                <a:gd name="connsiteX120" fmla="*/ 1893094 w 2543175"/>
                <a:gd name="connsiteY120" fmla="*/ 1395412 h 1890712"/>
                <a:gd name="connsiteX121" fmla="*/ 1902619 w 2543175"/>
                <a:gd name="connsiteY121" fmla="*/ 1404937 h 1890712"/>
                <a:gd name="connsiteX122" fmla="*/ 1912144 w 2543175"/>
                <a:gd name="connsiteY122" fmla="*/ 1409700 h 1890712"/>
                <a:gd name="connsiteX123" fmla="*/ 1931194 w 2543175"/>
                <a:gd name="connsiteY123" fmla="*/ 1421606 h 1890712"/>
                <a:gd name="connsiteX124" fmla="*/ 1935957 w 2543175"/>
                <a:gd name="connsiteY124" fmla="*/ 1428750 h 1890712"/>
                <a:gd name="connsiteX125" fmla="*/ 1952625 w 2543175"/>
                <a:gd name="connsiteY125" fmla="*/ 1438275 h 1890712"/>
                <a:gd name="connsiteX126" fmla="*/ 1971675 w 2543175"/>
                <a:gd name="connsiteY126" fmla="*/ 1450181 h 1890712"/>
                <a:gd name="connsiteX127" fmla="*/ 1981200 w 2543175"/>
                <a:gd name="connsiteY127" fmla="*/ 1454944 h 1890712"/>
                <a:gd name="connsiteX128" fmla="*/ 1997869 w 2543175"/>
                <a:gd name="connsiteY128" fmla="*/ 1471612 h 1890712"/>
                <a:gd name="connsiteX129" fmla="*/ 2007394 w 2543175"/>
                <a:gd name="connsiteY129" fmla="*/ 1478756 h 1890712"/>
                <a:gd name="connsiteX130" fmla="*/ 2016919 w 2543175"/>
                <a:gd name="connsiteY130" fmla="*/ 1483519 h 1890712"/>
                <a:gd name="connsiteX131" fmla="*/ 2024063 w 2543175"/>
                <a:gd name="connsiteY131" fmla="*/ 1490662 h 1890712"/>
                <a:gd name="connsiteX132" fmla="*/ 2033588 w 2543175"/>
                <a:gd name="connsiteY132" fmla="*/ 1495425 h 1890712"/>
                <a:gd name="connsiteX133" fmla="*/ 2040732 w 2543175"/>
                <a:gd name="connsiteY133" fmla="*/ 1502569 h 1890712"/>
                <a:gd name="connsiteX134" fmla="*/ 2047875 w 2543175"/>
                <a:gd name="connsiteY134" fmla="*/ 1507331 h 1890712"/>
                <a:gd name="connsiteX135" fmla="*/ 2057400 w 2543175"/>
                <a:gd name="connsiteY135" fmla="*/ 1514475 h 1890712"/>
                <a:gd name="connsiteX136" fmla="*/ 2064544 w 2543175"/>
                <a:gd name="connsiteY136" fmla="*/ 1519237 h 1890712"/>
                <a:gd name="connsiteX137" fmla="*/ 2071688 w 2543175"/>
                <a:gd name="connsiteY137" fmla="*/ 1526381 h 1890712"/>
                <a:gd name="connsiteX138" fmla="*/ 2081213 w 2543175"/>
                <a:gd name="connsiteY138" fmla="*/ 1531144 h 1890712"/>
                <a:gd name="connsiteX139" fmla="*/ 2090738 w 2543175"/>
                <a:gd name="connsiteY139" fmla="*/ 1538287 h 1890712"/>
                <a:gd name="connsiteX140" fmla="*/ 2109788 w 2543175"/>
                <a:gd name="connsiteY140" fmla="*/ 1547812 h 1890712"/>
                <a:gd name="connsiteX141" fmla="*/ 2131219 w 2543175"/>
                <a:gd name="connsiteY141" fmla="*/ 1562100 h 1890712"/>
                <a:gd name="connsiteX142" fmla="*/ 2140744 w 2543175"/>
                <a:gd name="connsiteY142" fmla="*/ 1566862 h 1890712"/>
                <a:gd name="connsiteX143" fmla="*/ 2152650 w 2543175"/>
                <a:gd name="connsiteY143" fmla="*/ 1576387 h 1890712"/>
                <a:gd name="connsiteX144" fmla="*/ 2181225 w 2543175"/>
                <a:gd name="connsiteY144" fmla="*/ 1590675 h 1890712"/>
                <a:gd name="connsiteX145" fmla="*/ 2200275 w 2543175"/>
                <a:gd name="connsiteY145" fmla="*/ 1607344 h 1890712"/>
                <a:gd name="connsiteX146" fmla="*/ 2207419 w 2543175"/>
                <a:gd name="connsiteY146" fmla="*/ 1612106 h 1890712"/>
                <a:gd name="connsiteX147" fmla="*/ 2216944 w 2543175"/>
                <a:gd name="connsiteY147" fmla="*/ 1619250 h 1890712"/>
                <a:gd name="connsiteX148" fmla="*/ 2224088 w 2543175"/>
                <a:gd name="connsiteY148" fmla="*/ 1624012 h 1890712"/>
                <a:gd name="connsiteX149" fmla="*/ 2247900 w 2543175"/>
                <a:gd name="connsiteY149" fmla="*/ 1643062 h 1890712"/>
                <a:gd name="connsiteX150" fmla="*/ 2255044 w 2543175"/>
                <a:gd name="connsiteY150" fmla="*/ 1650206 h 1890712"/>
                <a:gd name="connsiteX151" fmla="*/ 2281238 w 2543175"/>
                <a:gd name="connsiteY151" fmla="*/ 1664494 h 1890712"/>
                <a:gd name="connsiteX152" fmla="*/ 2297907 w 2543175"/>
                <a:gd name="connsiteY152" fmla="*/ 1674019 h 1890712"/>
                <a:gd name="connsiteX153" fmla="*/ 2312194 w 2543175"/>
                <a:gd name="connsiteY153" fmla="*/ 1685925 h 1890712"/>
                <a:gd name="connsiteX154" fmla="*/ 2328863 w 2543175"/>
                <a:gd name="connsiteY154" fmla="*/ 1697831 h 1890712"/>
                <a:gd name="connsiteX155" fmla="*/ 2350294 w 2543175"/>
                <a:gd name="connsiteY155" fmla="*/ 1712119 h 1890712"/>
                <a:gd name="connsiteX156" fmla="*/ 2369344 w 2543175"/>
                <a:gd name="connsiteY156" fmla="*/ 1724025 h 1890712"/>
                <a:gd name="connsiteX157" fmla="*/ 2428876 w 2543175"/>
                <a:gd name="connsiteY157" fmla="*/ 1785938 h 1890712"/>
                <a:gd name="connsiteX158" fmla="*/ 2466975 w 2543175"/>
                <a:gd name="connsiteY158" fmla="*/ 1783556 h 1890712"/>
                <a:gd name="connsiteX159" fmla="*/ 2481263 w 2543175"/>
                <a:gd name="connsiteY159" fmla="*/ 1795462 h 1890712"/>
                <a:gd name="connsiteX160" fmla="*/ 2486025 w 2543175"/>
                <a:gd name="connsiteY160" fmla="*/ 1802606 h 1890712"/>
                <a:gd name="connsiteX161" fmla="*/ 2514600 w 2543175"/>
                <a:gd name="connsiteY161" fmla="*/ 1850231 h 1890712"/>
                <a:gd name="connsiteX162" fmla="*/ 2519363 w 2543175"/>
                <a:gd name="connsiteY162" fmla="*/ 1857375 h 1890712"/>
                <a:gd name="connsiteX163" fmla="*/ 2540794 w 2543175"/>
                <a:gd name="connsiteY163" fmla="*/ 1883569 h 1890712"/>
                <a:gd name="connsiteX164" fmla="*/ 2543175 w 2543175"/>
                <a:gd name="connsiteY164" fmla="*/ 1890712 h 1890712"/>
                <a:gd name="connsiteX0" fmla="*/ 0 w 2543175"/>
                <a:gd name="connsiteY0" fmla="*/ 0 h 1890712"/>
                <a:gd name="connsiteX1" fmla="*/ 11907 w 2543175"/>
                <a:gd name="connsiteY1" fmla="*/ 11906 h 1890712"/>
                <a:gd name="connsiteX2" fmla="*/ 21432 w 2543175"/>
                <a:gd name="connsiteY2" fmla="*/ 16669 h 1890712"/>
                <a:gd name="connsiteX3" fmla="*/ 23813 w 2543175"/>
                <a:gd name="connsiteY3" fmla="*/ 23812 h 1890712"/>
                <a:gd name="connsiteX4" fmla="*/ 33338 w 2543175"/>
                <a:gd name="connsiteY4" fmla="*/ 33337 h 1890712"/>
                <a:gd name="connsiteX5" fmla="*/ 40482 w 2543175"/>
                <a:gd name="connsiteY5" fmla="*/ 42862 h 1890712"/>
                <a:gd name="connsiteX6" fmla="*/ 47625 w 2543175"/>
                <a:gd name="connsiteY6" fmla="*/ 47625 h 1890712"/>
                <a:gd name="connsiteX7" fmla="*/ 57150 w 2543175"/>
                <a:gd name="connsiteY7" fmla="*/ 54769 h 1890712"/>
                <a:gd name="connsiteX8" fmla="*/ 64294 w 2543175"/>
                <a:gd name="connsiteY8" fmla="*/ 59531 h 1890712"/>
                <a:gd name="connsiteX9" fmla="*/ 83344 w 2543175"/>
                <a:gd name="connsiteY9" fmla="*/ 73819 h 1890712"/>
                <a:gd name="connsiteX10" fmla="*/ 97632 w 2543175"/>
                <a:gd name="connsiteY10" fmla="*/ 80962 h 1890712"/>
                <a:gd name="connsiteX11" fmla="*/ 104775 w 2543175"/>
                <a:gd name="connsiteY11" fmla="*/ 85725 h 1890712"/>
                <a:gd name="connsiteX12" fmla="*/ 114300 w 2543175"/>
                <a:gd name="connsiteY12" fmla="*/ 95250 h 1890712"/>
                <a:gd name="connsiteX13" fmla="*/ 123825 w 2543175"/>
                <a:gd name="connsiteY13" fmla="*/ 97631 h 1890712"/>
                <a:gd name="connsiteX14" fmla="*/ 130969 w 2543175"/>
                <a:gd name="connsiteY14" fmla="*/ 104775 h 1890712"/>
                <a:gd name="connsiteX15" fmla="*/ 140494 w 2543175"/>
                <a:gd name="connsiteY15" fmla="*/ 111919 h 1890712"/>
                <a:gd name="connsiteX16" fmla="*/ 147638 w 2543175"/>
                <a:gd name="connsiteY16" fmla="*/ 116681 h 1890712"/>
                <a:gd name="connsiteX17" fmla="*/ 164307 w 2543175"/>
                <a:gd name="connsiteY17" fmla="*/ 128587 h 1890712"/>
                <a:gd name="connsiteX18" fmla="*/ 180975 w 2543175"/>
                <a:gd name="connsiteY18" fmla="*/ 140494 h 1890712"/>
                <a:gd name="connsiteX19" fmla="*/ 197644 w 2543175"/>
                <a:gd name="connsiteY19" fmla="*/ 152400 h 1890712"/>
                <a:gd name="connsiteX20" fmla="*/ 204788 w 2543175"/>
                <a:gd name="connsiteY20" fmla="*/ 157162 h 1890712"/>
                <a:gd name="connsiteX21" fmla="*/ 214313 w 2543175"/>
                <a:gd name="connsiteY21" fmla="*/ 164306 h 1890712"/>
                <a:gd name="connsiteX22" fmla="*/ 230982 w 2543175"/>
                <a:gd name="connsiteY22" fmla="*/ 180975 h 1890712"/>
                <a:gd name="connsiteX23" fmla="*/ 247650 w 2543175"/>
                <a:gd name="connsiteY23" fmla="*/ 185737 h 1890712"/>
                <a:gd name="connsiteX24" fmla="*/ 300038 w 2543175"/>
                <a:gd name="connsiteY24" fmla="*/ 219075 h 1890712"/>
                <a:gd name="connsiteX25" fmla="*/ 342900 w 2543175"/>
                <a:gd name="connsiteY25" fmla="*/ 254794 h 1890712"/>
                <a:gd name="connsiteX26" fmla="*/ 366713 w 2543175"/>
                <a:gd name="connsiteY26" fmla="*/ 264319 h 1890712"/>
                <a:gd name="connsiteX27" fmla="*/ 371475 w 2543175"/>
                <a:gd name="connsiteY27" fmla="*/ 271462 h 1890712"/>
                <a:gd name="connsiteX28" fmla="*/ 385763 w 2543175"/>
                <a:gd name="connsiteY28" fmla="*/ 283369 h 1890712"/>
                <a:gd name="connsiteX29" fmla="*/ 404813 w 2543175"/>
                <a:gd name="connsiteY29" fmla="*/ 295275 h 1890712"/>
                <a:gd name="connsiteX30" fmla="*/ 411957 w 2543175"/>
                <a:gd name="connsiteY30" fmla="*/ 297656 h 1890712"/>
                <a:gd name="connsiteX31" fmla="*/ 466725 w 2543175"/>
                <a:gd name="connsiteY31" fmla="*/ 328612 h 1890712"/>
                <a:gd name="connsiteX32" fmla="*/ 476250 w 2543175"/>
                <a:gd name="connsiteY32" fmla="*/ 335756 h 1890712"/>
                <a:gd name="connsiteX33" fmla="*/ 481013 w 2543175"/>
                <a:gd name="connsiteY33" fmla="*/ 342900 h 1890712"/>
                <a:gd name="connsiteX34" fmla="*/ 490538 w 2543175"/>
                <a:gd name="connsiteY34" fmla="*/ 352425 h 1890712"/>
                <a:gd name="connsiteX35" fmla="*/ 495300 w 2543175"/>
                <a:gd name="connsiteY35" fmla="*/ 359569 h 1890712"/>
                <a:gd name="connsiteX36" fmla="*/ 509588 w 2543175"/>
                <a:gd name="connsiteY36" fmla="*/ 376237 h 1890712"/>
                <a:gd name="connsiteX37" fmla="*/ 514350 w 2543175"/>
                <a:gd name="connsiteY37" fmla="*/ 383381 h 1890712"/>
                <a:gd name="connsiteX38" fmla="*/ 531019 w 2543175"/>
                <a:gd name="connsiteY38" fmla="*/ 397669 h 1890712"/>
                <a:gd name="connsiteX39" fmla="*/ 538163 w 2543175"/>
                <a:gd name="connsiteY39" fmla="*/ 407194 h 1890712"/>
                <a:gd name="connsiteX40" fmla="*/ 554832 w 2543175"/>
                <a:gd name="connsiteY40" fmla="*/ 421481 h 1890712"/>
                <a:gd name="connsiteX41" fmla="*/ 564357 w 2543175"/>
                <a:gd name="connsiteY41" fmla="*/ 431006 h 1890712"/>
                <a:gd name="connsiteX42" fmla="*/ 573882 w 2543175"/>
                <a:gd name="connsiteY42" fmla="*/ 438150 h 1890712"/>
                <a:gd name="connsiteX43" fmla="*/ 595313 w 2543175"/>
                <a:gd name="connsiteY43" fmla="*/ 454819 h 1890712"/>
                <a:gd name="connsiteX44" fmla="*/ 602457 w 2543175"/>
                <a:gd name="connsiteY44" fmla="*/ 457200 h 1890712"/>
                <a:gd name="connsiteX45" fmla="*/ 628650 w 2543175"/>
                <a:gd name="connsiteY45" fmla="*/ 469106 h 1890712"/>
                <a:gd name="connsiteX46" fmla="*/ 645319 w 2543175"/>
                <a:gd name="connsiteY46" fmla="*/ 483394 h 1890712"/>
                <a:gd name="connsiteX47" fmla="*/ 654844 w 2543175"/>
                <a:gd name="connsiteY47" fmla="*/ 488156 h 1890712"/>
                <a:gd name="connsiteX48" fmla="*/ 661988 w 2543175"/>
                <a:gd name="connsiteY48" fmla="*/ 497681 h 1890712"/>
                <a:gd name="connsiteX49" fmla="*/ 683419 w 2543175"/>
                <a:gd name="connsiteY49" fmla="*/ 514350 h 1890712"/>
                <a:gd name="connsiteX50" fmla="*/ 700088 w 2543175"/>
                <a:gd name="connsiteY50" fmla="*/ 526256 h 1890712"/>
                <a:gd name="connsiteX51" fmla="*/ 709613 w 2543175"/>
                <a:gd name="connsiteY51" fmla="*/ 535781 h 1890712"/>
                <a:gd name="connsiteX52" fmla="*/ 719138 w 2543175"/>
                <a:gd name="connsiteY52" fmla="*/ 542925 h 1890712"/>
                <a:gd name="connsiteX53" fmla="*/ 733425 w 2543175"/>
                <a:gd name="connsiteY53" fmla="*/ 557212 h 1890712"/>
                <a:gd name="connsiteX54" fmla="*/ 750094 w 2543175"/>
                <a:gd name="connsiteY54" fmla="*/ 569119 h 1890712"/>
                <a:gd name="connsiteX55" fmla="*/ 769144 w 2543175"/>
                <a:gd name="connsiteY55" fmla="*/ 581025 h 1890712"/>
                <a:gd name="connsiteX56" fmla="*/ 785813 w 2543175"/>
                <a:gd name="connsiteY56" fmla="*/ 590550 h 1890712"/>
                <a:gd name="connsiteX57" fmla="*/ 792957 w 2543175"/>
                <a:gd name="connsiteY57" fmla="*/ 600075 h 1890712"/>
                <a:gd name="connsiteX58" fmla="*/ 809625 w 2543175"/>
                <a:gd name="connsiteY58" fmla="*/ 611981 h 1890712"/>
                <a:gd name="connsiteX59" fmla="*/ 816769 w 2543175"/>
                <a:gd name="connsiteY59" fmla="*/ 619125 h 1890712"/>
                <a:gd name="connsiteX60" fmla="*/ 826294 w 2543175"/>
                <a:gd name="connsiteY60" fmla="*/ 626269 h 1890712"/>
                <a:gd name="connsiteX61" fmla="*/ 840582 w 2543175"/>
                <a:gd name="connsiteY61" fmla="*/ 638175 h 1890712"/>
                <a:gd name="connsiteX62" fmla="*/ 847725 w 2543175"/>
                <a:gd name="connsiteY62" fmla="*/ 645319 h 1890712"/>
                <a:gd name="connsiteX63" fmla="*/ 857250 w 2543175"/>
                <a:gd name="connsiteY63" fmla="*/ 652462 h 1890712"/>
                <a:gd name="connsiteX64" fmla="*/ 864394 w 2543175"/>
                <a:gd name="connsiteY64" fmla="*/ 657225 h 1890712"/>
                <a:gd name="connsiteX65" fmla="*/ 888207 w 2543175"/>
                <a:gd name="connsiteY65" fmla="*/ 676275 h 1890712"/>
                <a:gd name="connsiteX66" fmla="*/ 895350 w 2543175"/>
                <a:gd name="connsiteY66" fmla="*/ 681037 h 1890712"/>
                <a:gd name="connsiteX67" fmla="*/ 907257 w 2543175"/>
                <a:gd name="connsiteY67" fmla="*/ 683419 h 1890712"/>
                <a:gd name="connsiteX68" fmla="*/ 928688 w 2543175"/>
                <a:gd name="connsiteY68" fmla="*/ 695325 h 1890712"/>
                <a:gd name="connsiteX69" fmla="*/ 942975 w 2543175"/>
                <a:gd name="connsiteY69" fmla="*/ 700087 h 1890712"/>
                <a:gd name="connsiteX70" fmla="*/ 964407 w 2543175"/>
                <a:gd name="connsiteY70" fmla="*/ 716756 h 1890712"/>
                <a:gd name="connsiteX71" fmla="*/ 971550 w 2543175"/>
                <a:gd name="connsiteY71" fmla="*/ 723900 h 1890712"/>
                <a:gd name="connsiteX72" fmla="*/ 983457 w 2543175"/>
                <a:gd name="connsiteY72" fmla="*/ 733425 h 1890712"/>
                <a:gd name="connsiteX73" fmla="*/ 990600 w 2543175"/>
                <a:gd name="connsiteY73" fmla="*/ 738187 h 1890712"/>
                <a:gd name="connsiteX74" fmla="*/ 1007269 w 2543175"/>
                <a:gd name="connsiteY74" fmla="*/ 752475 h 1890712"/>
                <a:gd name="connsiteX75" fmla="*/ 1031082 w 2543175"/>
                <a:gd name="connsiteY75" fmla="*/ 766762 h 1890712"/>
                <a:gd name="connsiteX76" fmla="*/ 1042988 w 2543175"/>
                <a:gd name="connsiteY76" fmla="*/ 773906 h 1890712"/>
                <a:gd name="connsiteX77" fmla="*/ 1071563 w 2543175"/>
                <a:gd name="connsiteY77" fmla="*/ 785812 h 1890712"/>
                <a:gd name="connsiteX78" fmla="*/ 1097757 w 2543175"/>
                <a:gd name="connsiteY78" fmla="*/ 807244 h 1890712"/>
                <a:gd name="connsiteX79" fmla="*/ 1104900 w 2543175"/>
                <a:gd name="connsiteY79" fmla="*/ 814387 h 1890712"/>
                <a:gd name="connsiteX80" fmla="*/ 1121569 w 2543175"/>
                <a:gd name="connsiteY80" fmla="*/ 823912 h 1890712"/>
                <a:gd name="connsiteX81" fmla="*/ 1138238 w 2543175"/>
                <a:gd name="connsiteY81" fmla="*/ 835819 h 1890712"/>
                <a:gd name="connsiteX82" fmla="*/ 1147763 w 2543175"/>
                <a:gd name="connsiteY82" fmla="*/ 842962 h 1890712"/>
                <a:gd name="connsiteX83" fmla="*/ 1157288 w 2543175"/>
                <a:gd name="connsiteY83" fmla="*/ 847725 h 1890712"/>
                <a:gd name="connsiteX84" fmla="*/ 1178719 w 2543175"/>
                <a:gd name="connsiteY84" fmla="*/ 859631 h 1890712"/>
                <a:gd name="connsiteX85" fmla="*/ 1188244 w 2543175"/>
                <a:gd name="connsiteY85" fmla="*/ 866775 h 1890712"/>
                <a:gd name="connsiteX86" fmla="*/ 1195388 w 2543175"/>
                <a:gd name="connsiteY86" fmla="*/ 871537 h 1890712"/>
                <a:gd name="connsiteX87" fmla="*/ 1212057 w 2543175"/>
                <a:gd name="connsiteY87" fmla="*/ 883444 h 1890712"/>
                <a:gd name="connsiteX88" fmla="*/ 1226344 w 2543175"/>
                <a:gd name="connsiteY88" fmla="*/ 895350 h 1890712"/>
                <a:gd name="connsiteX89" fmla="*/ 1245394 w 2543175"/>
                <a:gd name="connsiteY89" fmla="*/ 907256 h 1890712"/>
                <a:gd name="connsiteX90" fmla="*/ 1254919 w 2543175"/>
                <a:gd name="connsiteY90" fmla="*/ 914400 h 1890712"/>
                <a:gd name="connsiteX91" fmla="*/ 1269207 w 2543175"/>
                <a:gd name="connsiteY91" fmla="*/ 921544 h 1890712"/>
                <a:gd name="connsiteX92" fmla="*/ 1290638 w 2543175"/>
                <a:gd name="connsiteY92" fmla="*/ 935831 h 1890712"/>
                <a:gd name="connsiteX93" fmla="*/ 1307307 w 2543175"/>
                <a:gd name="connsiteY93" fmla="*/ 952500 h 1890712"/>
                <a:gd name="connsiteX94" fmla="*/ 1333500 w 2543175"/>
                <a:gd name="connsiteY94" fmla="*/ 971550 h 1890712"/>
                <a:gd name="connsiteX95" fmla="*/ 1359694 w 2543175"/>
                <a:gd name="connsiteY95" fmla="*/ 990600 h 1890712"/>
                <a:gd name="connsiteX96" fmla="*/ 1385888 w 2543175"/>
                <a:gd name="connsiteY96" fmla="*/ 1021557 h 1890712"/>
                <a:gd name="connsiteX97" fmla="*/ 1435894 w 2543175"/>
                <a:gd name="connsiteY97" fmla="*/ 1054894 h 1890712"/>
                <a:gd name="connsiteX98" fmla="*/ 1497806 w 2543175"/>
                <a:gd name="connsiteY98" fmla="*/ 1104900 h 1890712"/>
                <a:gd name="connsiteX99" fmla="*/ 1559718 w 2543175"/>
                <a:gd name="connsiteY99" fmla="*/ 1154906 h 1890712"/>
                <a:gd name="connsiteX100" fmla="*/ 1595438 w 2543175"/>
                <a:gd name="connsiteY100" fmla="*/ 1181100 h 1890712"/>
                <a:gd name="connsiteX101" fmla="*/ 1628775 w 2543175"/>
                <a:gd name="connsiteY101" fmla="*/ 1207294 h 1890712"/>
                <a:gd name="connsiteX102" fmla="*/ 1662113 w 2543175"/>
                <a:gd name="connsiteY102" fmla="*/ 1231107 h 1890712"/>
                <a:gd name="connsiteX103" fmla="*/ 1678782 w 2543175"/>
                <a:gd name="connsiteY103" fmla="*/ 1226344 h 1890712"/>
                <a:gd name="connsiteX104" fmla="*/ 1700213 w 2543175"/>
                <a:gd name="connsiteY104" fmla="*/ 1247775 h 1890712"/>
                <a:gd name="connsiteX105" fmla="*/ 1712119 w 2543175"/>
                <a:gd name="connsiteY105" fmla="*/ 1259681 h 1890712"/>
                <a:gd name="connsiteX106" fmla="*/ 1733550 w 2543175"/>
                <a:gd name="connsiteY106" fmla="*/ 1273969 h 1890712"/>
                <a:gd name="connsiteX107" fmla="*/ 1743075 w 2543175"/>
                <a:gd name="connsiteY107" fmla="*/ 1283494 h 1890712"/>
                <a:gd name="connsiteX108" fmla="*/ 1754982 w 2543175"/>
                <a:gd name="connsiteY108" fmla="*/ 1290637 h 1890712"/>
                <a:gd name="connsiteX109" fmla="*/ 1766888 w 2543175"/>
                <a:gd name="connsiteY109" fmla="*/ 1300162 h 1890712"/>
                <a:gd name="connsiteX110" fmla="*/ 1783557 w 2543175"/>
                <a:gd name="connsiteY110" fmla="*/ 1307306 h 1890712"/>
                <a:gd name="connsiteX111" fmla="*/ 1790700 w 2543175"/>
                <a:gd name="connsiteY111" fmla="*/ 1312069 h 1890712"/>
                <a:gd name="connsiteX112" fmla="*/ 1800225 w 2543175"/>
                <a:gd name="connsiteY112" fmla="*/ 1319212 h 1890712"/>
                <a:gd name="connsiteX113" fmla="*/ 1807369 w 2543175"/>
                <a:gd name="connsiteY113" fmla="*/ 1321594 h 1890712"/>
                <a:gd name="connsiteX114" fmla="*/ 1824038 w 2543175"/>
                <a:gd name="connsiteY114" fmla="*/ 1333500 h 1890712"/>
                <a:gd name="connsiteX115" fmla="*/ 1843088 w 2543175"/>
                <a:gd name="connsiteY115" fmla="*/ 1352550 h 1890712"/>
                <a:gd name="connsiteX116" fmla="*/ 1852613 w 2543175"/>
                <a:gd name="connsiteY116" fmla="*/ 1359694 h 1890712"/>
                <a:gd name="connsiteX117" fmla="*/ 1859757 w 2543175"/>
                <a:gd name="connsiteY117" fmla="*/ 1366837 h 1890712"/>
                <a:gd name="connsiteX118" fmla="*/ 1869282 w 2543175"/>
                <a:gd name="connsiteY118" fmla="*/ 1371600 h 1890712"/>
                <a:gd name="connsiteX119" fmla="*/ 1883569 w 2543175"/>
                <a:gd name="connsiteY119" fmla="*/ 1388269 h 1890712"/>
                <a:gd name="connsiteX120" fmla="*/ 1893094 w 2543175"/>
                <a:gd name="connsiteY120" fmla="*/ 1395412 h 1890712"/>
                <a:gd name="connsiteX121" fmla="*/ 1902619 w 2543175"/>
                <a:gd name="connsiteY121" fmla="*/ 1404937 h 1890712"/>
                <a:gd name="connsiteX122" fmla="*/ 1912144 w 2543175"/>
                <a:gd name="connsiteY122" fmla="*/ 1409700 h 1890712"/>
                <a:gd name="connsiteX123" fmla="*/ 1931194 w 2543175"/>
                <a:gd name="connsiteY123" fmla="*/ 1421606 h 1890712"/>
                <a:gd name="connsiteX124" fmla="*/ 1935957 w 2543175"/>
                <a:gd name="connsiteY124" fmla="*/ 1428750 h 1890712"/>
                <a:gd name="connsiteX125" fmla="*/ 1952625 w 2543175"/>
                <a:gd name="connsiteY125" fmla="*/ 1438275 h 1890712"/>
                <a:gd name="connsiteX126" fmla="*/ 1971675 w 2543175"/>
                <a:gd name="connsiteY126" fmla="*/ 1450181 h 1890712"/>
                <a:gd name="connsiteX127" fmla="*/ 1981200 w 2543175"/>
                <a:gd name="connsiteY127" fmla="*/ 1454944 h 1890712"/>
                <a:gd name="connsiteX128" fmla="*/ 1997869 w 2543175"/>
                <a:gd name="connsiteY128" fmla="*/ 1471612 h 1890712"/>
                <a:gd name="connsiteX129" fmla="*/ 2007394 w 2543175"/>
                <a:gd name="connsiteY129" fmla="*/ 1478756 h 1890712"/>
                <a:gd name="connsiteX130" fmla="*/ 2016919 w 2543175"/>
                <a:gd name="connsiteY130" fmla="*/ 1483519 h 1890712"/>
                <a:gd name="connsiteX131" fmla="*/ 2024063 w 2543175"/>
                <a:gd name="connsiteY131" fmla="*/ 1490662 h 1890712"/>
                <a:gd name="connsiteX132" fmla="*/ 2033588 w 2543175"/>
                <a:gd name="connsiteY132" fmla="*/ 1495425 h 1890712"/>
                <a:gd name="connsiteX133" fmla="*/ 2040732 w 2543175"/>
                <a:gd name="connsiteY133" fmla="*/ 1502569 h 1890712"/>
                <a:gd name="connsiteX134" fmla="*/ 2047875 w 2543175"/>
                <a:gd name="connsiteY134" fmla="*/ 1507331 h 1890712"/>
                <a:gd name="connsiteX135" fmla="*/ 2057400 w 2543175"/>
                <a:gd name="connsiteY135" fmla="*/ 1514475 h 1890712"/>
                <a:gd name="connsiteX136" fmla="*/ 2064544 w 2543175"/>
                <a:gd name="connsiteY136" fmla="*/ 1519237 h 1890712"/>
                <a:gd name="connsiteX137" fmla="*/ 2071688 w 2543175"/>
                <a:gd name="connsiteY137" fmla="*/ 1526381 h 1890712"/>
                <a:gd name="connsiteX138" fmla="*/ 2081213 w 2543175"/>
                <a:gd name="connsiteY138" fmla="*/ 1531144 h 1890712"/>
                <a:gd name="connsiteX139" fmla="*/ 2090738 w 2543175"/>
                <a:gd name="connsiteY139" fmla="*/ 1538287 h 1890712"/>
                <a:gd name="connsiteX140" fmla="*/ 2109788 w 2543175"/>
                <a:gd name="connsiteY140" fmla="*/ 1547812 h 1890712"/>
                <a:gd name="connsiteX141" fmla="*/ 2131219 w 2543175"/>
                <a:gd name="connsiteY141" fmla="*/ 1562100 h 1890712"/>
                <a:gd name="connsiteX142" fmla="*/ 2140744 w 2543175"/>
                <a:gd name="connsiteY142" fmla="*/ 1566862 h 1890712"/>
                <a:gd name="connsiteX143" fmla="*/ 2152650 w 2543175"/>
                <a:gd name="connsiteY143" fmla="*/ 1576387 h 1890712"/>
                <a:gd name="connsiteX144" fmla="*/ 2181225 w 2543175"/>
                <a:gd name="connsiteY144" fmla="*/ 1590675 h 1890712"/>
                <a:gd name="connsiteX145" fmla="*/ 2200275 w 2543175"/>
                <a:gd name="connsiteY145" fmla="*/ 1607344 h 1890712"/>
                <a:gd name="connsiteX146" fmla="*/ 2207419 w 2543175"/>
                <a:gd name="connsiteY146" fmla="*/ 1612106 h 1890712"/>
                <a:gd name="connsiteX147" fmla="*/ 2216944 w 2543175"/>
                <a:gd name="connsiteY147" fmla="*/ 1619250 h 1890712"/>
                <a:gd name="connsiteX148" fmla="*/ 2224088 w 2543175"/>
                <a:gd name="connsiteY148" fmla="*/ 1624012 h 1890712"/>
                <a:gd name="connsiteX149" fmla="*/ 2247900 w 2543175"/>
                <a:gd name="connsiteY149" fmla="*/ 1643062 h 1890712"/>
                <a:gd name="connsiteX150" fmla="*/ 2255044 w 2543175"/>
                <a:gd name="connsiteY150" fmla="*/ 1650206 h 1890712"/>
                <a:gd name="connsiteX151" fmla="*/ 2281238 w 2543175"/>
                <a:gd name="connsiteY151" fmla="*/ 1664494 h 1890712"/>
                <a:gd name="connsiteX152" fmla="*/ 2297907 w 2543175"/>
                <a:gd name="connsiteY152" fmla="*/ 1674019 h 1890712"/>
                <a:gd name="connsiteX153" fmla="*/ 2312194 w 2543175"/>
                <a:gd name="connsiteY153" fmla="*/ 1685925 h 1890712"/>
                <a:gd name="connsiteX154" fmla="*/ 2328863 w 2543175"/>
                <a:gd name="connsiteY154" fmla="*/ 1697831 h 1890712"/>
                <a:gd name="connsiteX155" fmla="*/ 2350294 w 2543175"/>
                <a:gd name="connsiteY155" fmla="*/ 1712119 h 1890712"/>
                <a:gd name="connsiteX156" fmla="*/ 2369344 w 2543175"/>
                <a:gd name="connsiteY156" fmla="*/ 1724025 h 1890712"/>
                <a:gd name="connsiteX157" fmla="*/ 2428876 w 2543175"/>
                <a:gd name="connsiteY157" fmla="*/ 1785938 h 1890712"/>
                <a:gd name="connsiteX158" fmla="*/ 2466975 w 2543175"/>
                <a:gd name="connsiteY158" fmla="*/ 1783556 h 1890712"/>
                <a:gd name="connsiteX159" fmla="*/ 2481263 w 2543175"/>
                <a:gd name="connsiteY159" fmla="*/ 1795462 h 1890712"/>
                <a:gd name="connsiteX160" fmla="*/ 2486025 w 2543175"/>
                <a:gd name="connsiteY160" fmla="*/ 1802606 h 1890712"/>
                <a:gd name="connsiteX161" fmla="*/ 2514600 w 2543175"/>
                <a:gd name="connsiteY161" fmla="*/ 1850231 h 1890712"/>
                <a:gd name="connsiteX162" fmla="*/ 2519363 w 2543175"/>
                <a:gd name="connsiteY162" fmla="*/ 1857375 h 1890712"/>
                <a:gd name="connsiteX163" fmla="*/ 2540794 w 2543175"/>
                <a:gd name="connsiteY163" fmla="*/ 1883569 h 1890712"/>
                <a:gd name="connsiteX164" fmla="*/ 2543175 w 2543175"/>
                <a:gd name="connsiteY164" fmla="*/ 1890712 h 1890712"/>
                <a:gd name="connsiteX0" fmla="*/ 0 w 2543175"/>
                <a:gd name="connsiteY0" fmla="*/ 0 h 1890712"/>
                <a:gd name="connsiteX1" fmla="*/ 11907 w 2543175"/>
                <a:gd name="connsiteY1" fmla="*/ 11906 h 1890712"/>
                <a:gd name="connsiteX2" fmla="*/ 21432 w 2543175"/>
                <a:gd name="connsiteY2" fmla="*/ 16669 h 1890712"/>
                <a:gd name="connsiteX3" fmla="*/ 23813 w 2543175"/>
                <a:gd name="connsiteY3" fmla="*/ 23812 h 1890712"/>
                <a:gd name="connsiteX4" fmla="*/ 33338 w 2543175"/>
                <a:gd name="connsiteY4" fmla="*/ 33337 h 1890712"/>
                <a:gd name="connsiteX5" fmla="*/ 40482 w 2543175"/>
                <a:gd name="connsiteY5" fmla="*/ 42862 h 1890712"/>
                <a:gd name="connsiteX6" fmla="*/ 47625 w 2543175"/>
                <a:gd name="connsiteY6" fmla="*/ 47625 h 1890712"/>
                <a:gd name="connsiteX7" fmla="*/ 57150 w 2543175"/>
                <a:gd name="connsiteY7" fmla="*/ 54769 h 1890712"/>
                <a:gd name="connsiteX8" fmla="*/ 64294 w 2543175"/>
                <a:gd name="connsiteY8" fmla="*/ 59531 h 1890712"/>
                <a:gd name="connsiteX9" fmla="*/ 83344 w 2543175"/>
                <a:gd name="connsiteY9" fmla="*/ 73819 h 1890712"/>
                <a:gd name="connsiteX10" fmla="*/ 97632 w 2543175"/>
                <a:gd name="connsiteY10" fmla="*/ 80962 h 1890712"/>
                <a:gd name="connsiteX11" fmla="*/ 104775 w 2543175"/>
                <a:gd name="connsiteY11" fmla="*/ 85725 h 1890712"/>
                <a:gd name="connsiteX12" fmla="*/ 114300 w 2543175"/>
                <a:gd name="connsiteY12" fmla="*/ 95250 h 1890712"/>
                <a:gd name="connsiteX13" fmla="*/ 123825 w 2543175"/>
                <a:gd name="connsiteY13" fmla="*/ 97631 h 1890712"/>
                <a:gd name="connsiteX14" fmla="*/ 130969 w 2543175"/>
                <a:gd name="connsiteY14" fmla="*/ 104775 h 1890712"/>
                <a:gd name="connsiteX15" fmla="*/ 140494 w 2543175"/>
                <a:gd name="connsiteY15" fmla="*/ 111919 h 1890712"/>
                <a:gd name="connsiteX16" fmla="*/ 147638 w 2543175"/>
                <a:gd name="connsiteY16" fmla="*/ 116681 h 1890712"/>
                <a:gd name="connsiteX17" fmla="*/ 164307 w 2543175"/>
                <a:gd name="connsiteY17" fmla="*/ 128587 h 1890712"/>
                <a:gd name="connsiteX18" fmla="*/ 180975 w 2543175"/>
                <a:gd name="connsiteY18" fmla="*/ 140494 h 1890712"/>
                <a:gd name="connsiteX19" fmla="*/ 197644 w 2543175"/>
                <a:gd name="connsiteY19" fmla="*/ 152400 h 1890712"/>
                <a:gd name="connsiteX20" fmla="*/ 204788 w 2543175"/>
                <a:gd name="connsiteY20" fmla="*/ 157162 h 1890712"/>
                <a:gd name="connsiteX21" fmla="*/ 214313 w 2543175"/>
                <a:gd name="connsiteY21" fmla="*/ 164306 h 1890712"/>
                <a:gd name="connsiteX22" fmla="*/ 230982 w 2543175"/>
                <a:gd name="connsiteY22" fmla="*/ 180975 h 1890712"/>
                <a:gd name="connsiteX23" fmla="*/ 247650 w 2543175"/>
                <a:gd name="connsiteY23" fmla="*/ 185737 h 1890712"/>
                <a:gd name="connsiteX24" fmla="*/ 300038 w 2543175"/>
                <a:gd name="connsiteY24" fmla="*/ 219075 h 1890712"/>
                <a:gd name="connsiteX25" fmla="*/ 342900 w 2543175"/>
                <a:gd name="connsiteY25" fmla="*/ 254794 h 1890712"/>
                <a:gd name="connsiteX26" fmla="*/ 366713 w 2543175"/>
                <a:gd name="connsiteY26" fmla="*/ 264319 h 1890712"/>
                <a:gd name="connsiteX27" fmla="*/ 371475 w 2543175"/>
                <a:gd name="connsiteY27" fmla="*/ 271462 h 1890712"/>
                <a:gd name="connsiteX28" fmla="*/ 385763 w 2543175"/>
                <a:gd name="connsiteY28" fmla="*/ 283369 h 1890712"/>
                <a:gd name="connsiteX29" fmla="*/ 404813 w 2543175"/>
                <a:gd name="connsiteY29" fmla="*/ 295275 h 1890712"/>
                <a:gd name="connsiteX30" fmla="*/ 411957 w 2543175"/>
                <a:gd name="connsiteY30" fmla="*/ 297656 h 1890712"/>
                <a:gd name="connsiteX31" fmla="*/ 466725 w 2543175"/>
                <a:gd name="connsiteY31" fmla="*/ 328612 h 1890712"/>
                <a:gd name="connsiteX32" fmla="*/ 476250 w 2543175"/>
                <a:gd name="connsiteY32" fmla="*/ 335756 h 1890712"/>
                <a:gd name="connsiteX33" fmla="*/ 481013 w 2543175"/>
                <a:gd name="connsiteY33" fmla="*/ 342900 h 1890712"/>
                <a:gd name="connsiteX34" fmla="*/ 490538 w 2543175"/>
                <a:gd name="connsiteY34" fmla="*/ 352425 h 1890712"/>
                <a:gd name="connsiteX35" fmla="*/ 495300 w 2543175"/>
                <a:gd name="connsiteY35" fmla="*/ 359569 h 1890712"/>
                <a:gd name="connsiteX36" fmla="*/ 509588 w 2543175"/>
                <a:gd name="connsiteY36" fmla="*/ 376237 h 1890712"/>
                <a:gd name="connsiteX37" fmla="*/ 514350 w 2543175"/>
                <a:gd name="connsiteY37" fmla="*/ 383381 h 1890712"/>
                <a:gd name="connsiteX38" fmla="*/ 531019 w 2543175"/>
                <a:gd name="connsiteY38" fmla="*/ 397669 h 1890712"/>
                <a:gd name="connsiteX39" fmla="*/ 538163 w 2543175"/>
                <a:gd name="connsiteY39" fmla="*/ 407194 h 1890712"/>
                <a:gd name="connsiteX40" fmla="*/ 554832 w 2543175"/>
                <a:gd name="connsiteY40" fmla="*/ 421481 h 1890712"/>
                <a:gd name="connsiteX41" fmla="*/ 564357 w 2543175"/>
                <a:gd name="connsiteY41" fmla="*/ 431006 h 1890712"/>
                <a:gd name="connsiteX42" fmla="*/ 573882 w 2543175"/>
                <a:gd name="connsiteY42" fmla="*/ 438150 h 1890712"/>
                <a:gd name="connsiteX43" fmla="*/ 595313 w 2543175"/>
                <a:gd name="connsiteY43" fmla="*/ 454819 h 1890712"/>
                <a:gd name="connsiteX44" fmla="*/ 602457 w 2543175"/>
                <a:gd name="connsiteY44" fmla="*/ 457200 h 1890712"/>
                <a:gd name="connsiteX45" fmla="*/ 628650 w 2543175"/>
                <a:gd name="connsiteY45" fmla="*/ 469106 h 1890712"/>
                <a:gd name="connsiteX46" fmla="*/ 645319 w 2543175"/>
                <a:gd name="connsiteY46" fmla="*/ 483394 h 1890712"/>
                <a:gd name="connsiteX47" fmla="*/ 654844 w 2543175"/>
                <a:gd name="connsiteY47" fmla="*/ 488156 h 1890712"/>
                <a:gd name="connsiteX48" fmla="*/ 661988 w 2543175"/>
                <a:gd name="connsiteY48" fmla="*/ 497681 h 1890712"/>
                <a:gd name="connsiteX49" fmla="*/ 683419 w 2543175"/>
                <a:gd name="connsiteY49" fmla="*/ 514350 h 1890712"/>
                <a:gd name="connsiteX50" fmla="*/ 700088 w 2543175"/>
                <a:gd name="connsiteY50" fmla="*/ 526256 h 1890712"/>
                <a:gd name="connsiteX51" fmla="*/ 709613 w 2543175"/>
                <a:gd name="connsiteY51" fmla="*/ 535781 h 1890712"/>
                <a:gd name="connsiteX52" fmla="*/ 719138 w 2543175"/>
                <a:gd name="connsiteY52" fmla="*/ 542925 h 1890712"/>
                <a:gd name="connsiteX53" fmla="*/ 733425 w 2543175"/>
                <a:gd name="connsiteY53" fmla="*/ 557212 h 1890712"/>
                <a:gd name="connsiteX54" fmla="*/ 750094 w 2543175"/>
                <a:gd name="connsiteY54" fmla="*/ 569119 h 1890712"/>
                <a:gd name="connsiteX55" fmla="*/ 769144 w 2543175"/>
                <a:gd name="connsiteY55" fmla="*/ 581025 h 1890712"/>
                <a:gd name="connsiteX56" fmla="*/ 785813 w 2543175"/>
                <a:gd name="connsiteY56" fmla="*/ 590550 h 1890712"/>
                <a:gd name="connsiteX57" fmla="*/ 792957 w 2543175"/>
                <a:gd name="connsiteY57" fmla="*/ 600075 h 1890712"/>
                <a:gd name="connsiteX58" fmla="*/ 809625 w 2543175"/>
                <a:gd name="connsiteY58" fmla="*/ 611981 h 1890712"/>
                <a:gd name="connsiteX59" fmla="*/ 816769 w 2543175"/>
                <a:gd name="connsiteY59" fmla="*/ 619125 h 1890712"/>
                <a:gd name="connsiteX60" fmla="*/ 826294 w 2543175"/>
                <a:gd name="connsiteY60" fmla="*/ 626269 h 1890712"/>
                <a:gd name="connsiteX61" fmla="*/ 840582 w 2543175"/>
                <a:gd name="connsiteY61" fmla="*/ 638175 h 1890712"/>
                <a:gd name="connsiteX62" fmla="*/ 847725 w 2543175"/>
                <a:gd name="connsiteY62" fmla="*/ 645319 h 1890712"/>
                <a:gd name="connsiteX63" fmla="*/ 857250 w 2543175"/>
                <a:gd name="connsiteY63" fmla="*/ 652462 h 1890712"/>
                <a:gd name="connsiteX64" fmla="*/ 864394 w 2543175"/>
                <a:gd name="connsiteY64" fmla="*/ 657225 h 1890712"/>
                <a:gd name="connsiteX65" fmla="*/ 888207 w 2543175"/>
                <a:gd name="connsiteY65" fmla="*/ 676275 h 1890712"/>
                <a:gd name="connsiteX66" fmla="*/ 895350 w 2543175"/>
                <a:gd name="connsiteY66" fmla="*/ 681037 h 1890712"/>
                <a:gd name="connsiteX67" fmla="*/ 907257 w 2543175"/>
                <a:gd name="connsiteY67" fmla="*/ 683419 h 1890712"/>
                <a:gd name="connsiteX68" fmla="*/ 928688 w 2543175"/>
                <a:gd name="connsiteY68" fmla="*/ 695325 h 1890712"/>
                <a:gd name="connsiteX69" fmla="*/ 942975 w 2543175"/>
                <a:gd name="connsiteY69" fmla="*/ 700087 h 1890712"/>
                <a:gd name="connsiteX70" fmla="*/ 964407 w 2543175"/>
                <a:gd name="connsiteY70" fmla="*/ 716756 h 1890712"/>
                <a:gd name="connsiteX71" fmla="*/ 971550 w 2543175"/>
                <a:gd name="connsiteY71" fmla="*/ 723900 h 1890712"/>
                <a:gd name="connsiteX72" fmla="*/ 983457 w 2543175"/>
                <a:gd name="connsiteY72" fmla="*/ 733425 h 1890712"/>
                <a:gd name="connsiteX73" fmla="*/ 990600 w 2543175"/>
                <a:gd name="connsiteY73" fmla="*/ 738187 h 1890712"/>
                <a:gd name="connsiteX74" fmla="*/ 1007269 w 2543175"/>
                <a:gd name="connsiteY74" fmla="*/ 752475 h 1890712"/>
                <a:gd name="connsiteX75" fmla="*/ 1031082 w 2543175"/>
                <a:gd name="connsiteY75" fmla="*/ 766762 h 1890712"/>
                <a:gd name="connsiteX76" fmla="*/ 1042988 w 2543175"/>
                <a:gd name="connsiteY76" fmla="*/ 773906 h 1890712"/>
                <a:gd name="connsiteX77" fmla="*/ 1071563 w 2543175"/>
                <a:gd name="connsiteY77" fmla="*/ 785812 h 1890712"/>
                <a:gd name="connsiteX78" fmla="*/ 1097757 w 2543175"/>
                <a:gd name="connsiteY78" fmla="*/ 807244 h 1890712"/>
                <a:gd name="connsiteX79" fmla="*/ 1104900 w 2543175"/>
                <a:gd name="connsiteY79" fmla="*/ 814387 h 1890712"/>
                <a:gd name="connsiteX80" fmla="*/ 1121569 w 2543175"/>
                <a:gd name="connsiteY80" fmla="*/ 823912 h 1890712"/>
                <a:gd name="connsiteX81" fmla="*/ 1138238 w 2543175"/>
                <a:gd name="connsiteY81" fmla="*/ 835819 h 1890712"/>
                <a:gd name="connsiteX82" fmla="*/ 1147763 w 2543175"/>
                <a:gd name="connsiteY82" fmla="*/ 842962 h 1890712"/>
                <a:gd name="connsiteX83" fmla="*/ 1157288 w 2543175"/>
                <a:gd name="connsiteY83" fmla="*/ 847725 h 1890712"/>
                <a:gd name="connsiteX84" fmla="*/ 1178719 w 2543175"/>
                <a:gd name="connsiteY84" fmla="*/ 859631 h 1890712"/>
                <a:gd name="connsiteX85" fmla="*/ 1188244 w 2543175"/>
                <a:gd name="connsiteY85" fmla="*/ 866775 h 1890712"/>
                <a:gd name="connsiteX86" fmla="*/ 1195388 w 2543175"/>
                <a:gd name="connsiteY86" fmla="*/ 871537 h 1890712"/>
                <a:gd name="connsiteX87" fmla="*/ 1212057 w 2543175"/>
                <a:gd name="connsiteY87" fmla="*/ 883444 h 1890712"/>
                <a:gd name="connsiteX88" fmla="*/ 1226344 w 2543175"/>
                <a:gd name="connsiteY88" fmla="*/ 895350 h 1890712"/>
                <a:gd name="connsiteX89" fmla="*/ 1245394 w 2543175"/>
                <a:gd name="connsiteY89" fmla="*/ 907256 h 1890712"/>
                <a:gd name="connsiteX90" fmla="*/ 1254919 w 2543175"/>
                <a:gd name="connsiteY90" fmla="*/ 914400 h 1890712"/>
                <a:gd name="connsiteX91" fmla="*/ 1269207 w 2543175"/>
                <a:gd name="connsiteY91" fmla="*/ 921544 h 1890712"/>
                <a:gd name="connsiteX92" fmla="*/ 1290638 w 2543175"/>
                <a:gd name="connsiteY92" fmla="*/ 935831 h 1890712"/>
                <a:gd name="connsiteX93" fmla="*/ 1307307 w 2543175"/>
                <a:gd name="connsiteY93" fmla="*/ 952500 h 1890712"/>
                <a:gd name="connsiteX94" fmla="*/ 1333500 w 2543175"/>
                <a:gd name="connsiteY94" fmla="*/ 971550 h 1890712"/>
                <a:gd name="connsiteX95" fmla="*/ 1359694 w 2543175"/>
                <a:gd name="connsiteY95" fmla="*/ 990600 h 1890712"/>
                <a:gd name="connsiteX96" fmla="*/ 1385888 w 2543175"/>
                <a:gd name="connsiteY96" fmla="*/ 1021557 h 1890712"/>
                <a:gd name="connsiteX97" fmla="*/ 1435894 w 2543175"/>
                <a:gd name="connsiteY97" fmla="*/ 1054894 h 1890712"/>
                <a:gd name="connsiteX98" fmla="*/ 1497806 w 2543175"/>
                <a:gd name="connsiteY98" fmla="*/ 1104900 h 1890712"/>
                <a:gd name="connsiteX99" fmla="*/ 1559718 w 2543175"/>
                <a:gd name="connsiteY99" fmla="*/ 1154906 h 1890712"/>
                <a:gd name="connsiteX100" fmla="*/ 1595438 w 2543175"/>
                <a:gd name="connsiteY100" fmla="*/ 1181100 h 1890712"/>
                <a:gd name="connsiteX101" fmla="*/ 1628775 w 2543175"/>
                <a:gd name="connsiteY101" fmla="*/ 1207294 h 1890712"/>
                <a:gd name="connsiteX102" fmla="*/ 1662113 w 2543175"/>
                <a:gd name="connsiteY102" fmla="*/ 1231107 h 1890712"/>
                <a:gd name="connsiteX103" fmla="*/ 1700213 w 2543175"/>
                <a:gd name="connsiteY103" fmla="*/ 1247775 h 1890712"/>
                <a:gd name="connsiteX104" fmla="*/ 1712119 w 2543175"/>
                <a:gd name="connsiteY104" fmla="*/ 1259681 h 1890712"/>
                <a:gd name="connsiteX105" fmla="*/ 1733550 w 2543175"/>
                <a:gd name="connsiteY105" fmla="*/ 1273969 h 1890712"/>
                <a:gd name="connsiteX106" fmla="*/ 1743075 w 2543175"/>
                <a:gd name="connsiteY106" fmla="*/ 1283494 h 1890712"/>
                <a:gd name="connsiteX107" fmla="*/ 1754982 w 2543175"/>
                <a:gd name="connsiteY107" fmla="*/ 1290637 h 1890712"/>
                <a:gd name="connsiteX108" fmla="*/ 1766888 w 2543175"/>
                <a:gd name="connsiteY108" fmla="*/ 1300162 h 1890712"/>
                <a:gd name="connsiteX109" fmla="*/ 1783557 w 2543175"/>
                <a:gd name="connsiteY109" fmla="*/ 1307306 h 1890712"/>
                <a:gd name="connsiteX110" fmla="*/ 1790700 w 2543175"/>
                <a:gd name="connsiteY110" fmla="*/ 1312069 h 1890712"/>
                <a:gd name="connsiteX111" fmla="*/ 1800225 w 2543175"/>
                <a:gd name="connsiteY111" fmla="*/ 1319212 h 1890712"/>
                <a:gd name="connsiteX112" fmla="*/ 1807369 w 2543175"/>
                <a:gd name="connsiteY112" fmla="*/ 1321594 h 1890712"/>
                <a:gd name="connsiteX113" fmla="*/ 1824038 w 2543175"/>
                <a:gd name="connsiteY113" fmla="*/ 1333500 h 1890712"/>
                <a:gd name="connsiteX114" fmla="*/ 1843088 w 2543175"/>
                <a:gd name="connsiteY114" fmla="*/ 1352550 h 1890712"/>
                <a:gd name="connsiteX115" fmla="*/ 1852613 w 2543175"/>
                <a:gd name="connsiteY115" fmla="*/ 1359694 h 1890712"/>
                <a:gd name="connsiteX116" fmla="*/ 1859757 w 2543175"/>
                <a:gd name="connsiteY116" fmla="*/ 1366837 h 1890712"/>
                <a:gd name="connsiteX117" fmla="*/ 1869282 w 2543175"/>
                <a:gd name="connsiteY117" fmla="*/ 1371600 h 1890712"/>
                <a:gd name="connsiteX118" fmla="*/ 1883569 w 2543175"/>
                <a:gd name="connsiteY118" fmla="*/ 1388269 h 1890712"/>
                <a:gd name="connsiteX119" fmla="*/ 1893094 w 2543175"/>
                <a:gd name="connsiteY119" fmla="*/ 1395412 h 1890712"/>
                <a:gd name="connsiteX120" fmla="*/ 1902619 w 2543175"/>
                <a:gd name="connsiteY120" fmla="*/ 1404937 h 1890712"/>
                <a:gd name="connsiteX121" fmla="*/ 1912144 w 2543175"/>
                <a:gd name="connsiteY121" fmla="*/ 1409700 h 1890712"/>
                <a:gd name="connsiteX122" fmla="*/ 1931194 w 2543175"/>
                <a:gd name="connsiteY122" fmla="*/ 1421606 h 1890712"/>
                <a:gd name="connsiteX123" fmla="*/ 1935957 w 2543175"/>
                <a:gd name="connsiteY123" fmla="*/ 1428750 h 1890712"/>
                <a:gd name="connsiteX124" fmla="*/ 1952625 w 2543175"/>
                <a:gd name="connsiteY124" fmla="*/ 1438275 h 1890712"/>
                <a:gd name="connsiteX125" fmla="*/ 1971675 w 2543175"/>
                <a:gd name="connsiteY125" fmla="*/ 1450181 h 1890712"/>
                <a:gd name="connsiteX126" fmla="*/ 1981200 w 2543175"/>
                <a:gd name="connsiteY126" fmla="*/ 1454944 h 1890712"/>
                <a:gd name="connsiteX127" fmla="*/ 1997869 w 2543175"/>
                <a:gd name="connsiteY127" fmla="*/ 1471612 h 1890712"/>
                <a:gd name="connsiteX128" fmla="*/ 2007394 w 2543175"/>
                <a:gd name="connsiteY128" fmla="*/ 1478756 h 1890712"/>
                <a:gd name="connsiteX129" fmla="*/ 2016919 w 2543175"/>
                <a:gd name="connsiteY129" fmla="*/ 1483519 h 1890712"/>
                <a:gd name="connsiteX130" fmla="*/ 2024063 w 2543175"/>
                <a:gd name="connsiteY130" fmla="*/ 1490662 h 1890712"/>
                <a:gd name="connsiteX131" fmla="*/ 2033588 w 2543175"/>
                <a:gd name="connsiteY131" fmla="*/ 1495425 h 1890712"/>
                <a:gd name="connsiteX132" fmla="*/ 2040732 w 2543175"/>
                <a:gd name="connsiteY132" fmla="*/ 1502569 h 1890712"/>
                <a:gd name="connsiteX133" fmla="*/ 2047875 w 2543175"/>
                <a:gd name="connsiteY133" fmla="*/ 1507331 h 1890712"/>
                <a:gd name="connsiteX134" fmla="*/ 2057400 w 2543175"/>
                <a:gd name="connsiteY134" fmla="*/ 1514475 h 1890712"/>
                <a:gd name="connsiteX135" fmla="*/ 2064544 w 2543175"/>
                <a:gd name="connsiteY135" fmla="*/ 1519237 h 1890712"/>
                <a:gd name="connsiteX136" fmla="*/ 2071688 w 2543175"/>
                <a:gd name="connsiteY136" fmla="*/ 1526381 h 1890712"/>
                <a:gd name="connsiteX137" fmla="*/ 2081213 w 2543175"/>
                <a:gd name="connsiteY137" fmla="*/ 1531144 h 1890712"/>
                <a:gd name="connsiteX138" fmla="*/ 2090738 w 2543175"/>
                <a:gd name="connsiteY138" fmla="*/ 1538287 h 1890712"/>
                <a:gd name="connsiteX139" fmla="*/ 2109788 w 2543175"/>
                <a:gd name="connsiteY139" fmla="*/ 1547812 h 1890712"/>
                <a:gd name="connsiteX140" fmla="*/ 2131219 w 2543175"/>
                <a:gd name="connsiteY140" fmla="*/ 1562100 h 1890712"/>
                <a:gd name="connsiteX141" fmla="*/ 2140744 w 2543175"/>
                <a:gd name="connsiteY141" fmla="*/ 1566862 h 1890712"/>
                <a:gd name="connsiteX142" fmla="*/ 2152650 w 2543175"/>
                <a:gd name="connsiteY142" fmla="*/ 1576387 h 1890712"/>
                <a:gd name="connsiteX143" fmla="*/ 2181225 w 2543175"/>
                <a:gd name="connsiteY143" fmla="*/ 1590675 h 1890712"/>
                <a:gd name="connsiteX144" fmla="*/ 2200275 w 2543175"/>
                <a:gd name="connsiteY144" fmla="*/ 1607344 h 1890712"/>
                <a:gd name="connsiteX145" fmla="*/ 2207419 w 2543175"/>
                <a:gd name="connsiteY145" fmla="*/ 1612106 h 1890712"/>
                <a:gd name="connsiteX146" fmla="*/ 2216944 w 2543175"/>
                <a:gd name="connsiteY146" fmla="*/ 1619250 h 1890712"/>
                <a:gd name="connsiteX147" fmla="*/ 2224088 w 2543175"/>
                <a:gd name="connsiteY147" fmla="*/ 1624012 h 1890712"/>
                <a:gd name="connsiteX148" fmla="*/ 2247900 w 2543175"/>
                <a:gd name="connsiteY148" fmla="*/ 1643062 h 1890712"/>
                <a:gd name="connsiteX149" fmla="*/ 2255044 w 2543175"/>
                <a:gd name="connsiteY149" fmla="*/ 1650206 h 1890712"/>
                <a:gd name="connsiteX150" fmla="*/ 2281238 w 2543175"/>
                <a:gd name="connsiteY150" fmla="*/ 1664494 h 1890712"/>
                <a:gd name="connsiteX151" fmla="*/ 2297907 w 2543175"/>
                <a:gd name="connsiteY151" fmla="*/ 1674019 h 1890712"/>
                <a:gd name="connsiteX152" fmla="*/ 2312194 w 2543175"/>
                <a:gd name="connsiteY152" fmla="*/ 1685925 h 1890712"/>
                <a:gd name="connsiteX153" fmla="*/ 2328863 w 2543175"/>
                <a:gd name="connsiteY153" fmla="*/ 1697831 h 1890712"/>
                <a:gd name="connsiteX154" fmla="*/ 2350294 w 2543175"/>
                <a:gd name="connsiteY154" fmla="*/ 1712119 h 1890712"/>
                <a:gd name="connsiteX155" fmla="*/ 2369344 w 2543175"/>
                <a:gd name="connsiteY155" fmla="*/ 1724025 h 1890712"/>
                <a:gd name="connsiteX156" fmla="*/ 2428876 w 2543175"/>
                <a:gd name="connsiteY156" fmla="*/ 1785938 h 1890712"/>
                <a:gd name="connsiteX157" fmla="*/ 2466975 w 2543175"/>
                <a:gd name="connsiteY157" fmla="*/ 1783556 h 1890712"/>
                <a:gd name="connsiteX158" fmla="*/ 2481263 w 2543175"/>
                <a:gd name="connsiteY158" fmla="*/ 1795462 h 1890712"/>
                <a:gd name="connsiteX159" fmla="*/ 2486025 w 2543175"/>
                <a:gd name="connsiteY159" fmla="*/ 1802606 h 1890712"/>
                <a:gd name="connsiteX160" fmla="*/ 2514600 w 2543175"/>
                <a:gd name="connsiteY160" fmla="*/ 1850231 h 1890712"/>
                <a:gd name="connsiteX161" fmla="*/ 2519363 w 2543175"/>
                <a:gd name="connsiteY161" fmla="*/ 1857375 h 1890712"/>
                <a:gd name="connsiteX162" fmla="*/ 2540794 w 2543175"/>
                <a:gd name="connsiteY162" fmla="*/ 1883569 h 1890712"/>
                <a:gd name="connsiteX163" fmla="*/ 2543175 w 2543175"/>
                <a:gd name="connsiteY163" fmla="*/ 1890712 h 1890712"/>
                <a:gd name="connsiteX0" fmla="*/ 0 w 2543175"/>
                <a:gd name="connsiteY0" fmla="*/ 0 h 1890712"/>
                <a:gd name="connsiteX1" fmla="*/ 11907 w 2543175"/>
                <a:gd name="connsiteY1" fmla="*/ 11906 h 1890712"/>
                <a:gd name="connsiteX2" fmla="*/ 21432 w 2543175"/>
                <a:gd name="connsiteY2" fmla="*/ 16669 h 1890712"/>
                <a:gd name="connsiteX3" fmla="*/ 23813 w 2543175"/>
                <a:gd name="connsiteY3" fmla="*/ 23812 h 1890712"/>
                <a:gd name="connsiteX4" fmla="*/ 33338 w 2543175"/>
                <a:gd name="connsiteY4" fmla="*/ 33337 h 1890712"/>
                <a:gd name="connsiteX5" fmla="*/ 40482 w 2543175"/>
                <a:gd name="connsiteY5" fmla="*/ 42862 h 1890712"/>
                <a:gd name="connsiteX6" fmla="*/ 47625 w 2543175"/>
                <a:gd name="connsiteY6" fmla="*/ 47625 h 1890712"/>
                <a:gd name="connsiteX7" fmla="*/ 57150 w 2543175"/>
                <a:gd name="connsiteY7" fmla="*/ 54769 h 1890712"/>
                <a:gd name="connsiteX8" fmla="*/ 64294 w 2543175"/>
                <a:gd name="connsiteY8" fmla="*/ 59531 h 1890712"/>
                <a:gd name="connsiteX9" fmla="*/ 83344 w 2543175"/>
                <a:gd name="connsiteY9" fmla="*/ 73819 h 1890712"/>
                <a:gd name="connsiteX10" fmla="*/ 97632 w 2543175"/>
                <a:gd name="connsiteY10" fmla="*/ 80962 h 1890712"/>
                <a:gd name="connsiteX11" fmla="*/ 104775 w 2543175"/>
                <a:gd name="connsiteY11" fmla="*/ 85725 h 1890712"/>
                <a:gd name="connsiteX12" fmla="*/ 114300 w 2543175"/>
                <a:gd name="connsiteY12" fmla="*/ 95250 h 1890712"/>
                <a:gd name="connsiteX13" fmla="*/ 123825 w 2543175"/>
                <a:gd name="connsiteY13" fmla="*/ 97631 h 1890712"/>
                <a:gd name="connsiteX14" fmla="*/ 130969 w 2543175"/>
                <a:gd name="connsiteY14" fmla="*/ 104775 h 1890712"/>
                <a:gd name="connsiteX15" fmla="*/ 140494 w 2543175"/>
                <a:gd name="connsiteY15" fmla="*/ 111919 h 1890712"/>
                <a:gd name="connsiteX16" fmla="*/ 147638 w 2543175"/>
                <a:gd name="connsiteY16" fmla="*/ 116681 h 1890712"/>
                <a:gd name="connsiteX17" fmla="*/ 164307 w 2543175"/>
                <a:gd name="connsiteY17" fmla="*/ 128587 h 1890712"/>
                <a:gd name="connsiteX18" fmla="*/ 180975 w 2543175"/>
                <a:gd name="connsiteY18" fmla="*/ 140494 h 1890712"/>
                <a:gd name="connsiteX19" fmla="*/ 197644 w 2543175"/>
                <a:gd name="connsiteY19" fmla="*/ 152400 h 1890712"/>
                <a:gd name="connsiteX20" fmla="*/ 204788 w 2543175"/>
                <a:gd name="connsiteY20" fmla="*/ 157162 h 1890712"/>
                <a:gd name="connsiteX21" fmla="*/ 214313 w 2543175"/>
                <a:gd name="connsiteY21" fmla="*/ 164306 h 1890712"/>
                <a:gd name="connsiteX22" fmla="*/ 230982 w 2543175"/>
                <a:gd name="connsiteY22" fmla="*/ 180975 h 1890712"/>
                <a:gd name="connsiteX23" fmla="*/ 247650 w 2543175"/>
                <a:gd name="connsiteY23" fmla="*/ 185737 h 1890712"/>
                <a:gd name="connsiteX24" fmla="*/ 300038 w 2543175"/>
                <a:gd name="connsiteY24" fmla="*/ 219075 h 1890712"/>
                <a:gd name="connsiteX25" fmla="*/ 342900 w 2543175"/>
                <a:gd name="connsiteY25" fmla="*/ 254794 h 1890712"/>
                <a:gd name="connsiteX26" fmla="*/ 366713 w 2543175"/>
                <a:gd name="connsiteY26" fmla="*/ 264319 h 1890712"/>
                <a:gd name="connsiteX27" fmla="*/ 371475 w 2543175"/>
                <a:gd name="connsiteY27" fmla="*/ 271462 h 1890712"/>
                <a:gd name="connsiteX28" fmla="*/ 385763 w 2543175"/>
                <a:gd name="connsiteY28" fmla="*/ 283369 h 1890712"/>
                <a:gd name="connsiteX29" fmla="*/ 404813 w 2543175"/>
                <a:gd name="connsiteY29" fmla="*/ 295275 h 1890712"/>
                <a:gd name="connsiteX30" fmla="*/ 411957 w 2543175"/>
                <a:gd name="connsiteY30" fmla="*/ 297656 h 1890712"/>
                <a:gd name="connsiteX31" fmla="*/ 466725 w 2543175"/>
                <a:gd name="connsiteY31" fmla="*/ 328612 h 1890712"/>
                <a:gd name="connsiteX32" fmla="*/ 476250 w 2543175"/>
                <a:gd name="connsiteY32" fmla="*/ 335756 h 1890712"/>
                <a:gd name="connsiteX33" fmla="*/ 481013 w 2543175"/>
                <a:gd name="connsiteY33" fmla="*/ 342900 h 1890712"/>
                <a:gd name="connsiteX34" fmla="*/ 490538 w 2543175"/>
                <a:gd name="connsiteY34" fmla="*/ 352425 h 1890712"/>
                <a:gd name="connsiteX35" fmla="*/ 495300 w 2543175"/>
                <a:gd name="connsiteY35" fmla="*/ 359569 h 1890712"/>
                <a:gd name="connsiteX36" fmla="*/ 509588 w 2543175"/>
                <a:gd name="connsiteY36" fmla="*/ 376237 h 1890712"/>
                <a:gd name="connsiteX37" fmla="*/ 514350 w 2543175"/>
                <a:gd name="connsiteY37" fmla="*/ 383381 h 1890712"/>
                <a:gd name="connsiteX38" fmla="*/ 531019 w 2543175"/>
                <a:gd name="connsiteY38" fmla="*/ 397669 h 1890712"/>
                <a:gd name="connsiteX39" fmla="*/ 538163 w 2543175"/>
                <a:gd name="connsiteY39" fmla="*/ 407194 h 1890712"/>
                <a:gd name="connsiteX40" fmla="*/ 554832 w 2543175"/>
                <a:gd name="connsiteY40" fmla="*/ 421481 h 1890712"/>
                <a:gd name="connsiteX41" fmla="*/ 564357 w 2543175"/>
                <a:gd name="connsiteY41" fmla="*/ 431006 h 1890712"/>
                <a:gd name="connsiteX42" fmla="*/ 573882 w 2543175"/>
                <a:gd name="connsiteY42" fmla="*/ 438150 h 1890712"/>
                <a:gd name="connsiteX43" fmla="*/ 595313 w 2543175"/>
                <a:gd name="connsiteY43" fmla="*/ 454819 h 1890712"/>
                <a:gd name="connsiteX44" fmla="*/ 602457 w 2543175"/>
                <a:gd name="connsiteY44" fmla="*/ 457200 h 1890712"/>
                <a:gd name="connsiteX45" fmla="*/ 628650 w 2543175"/>
                <a:gd name="connsiteY45" fmla="*/ 469106 h 1890712"/>
                <a:gd name="connsiteX46" fmla="*/ 645319 w 2543175"/>
                <a:gd name="connsiteY46" fmla="*/ 483394 h 1890712"/>
                <a:gd name="connsiteX47" fmla="*/ 654844 w 2543175"/>
                <a:gd name="connsiteY47" fmla="*/ 488156 h 1890712"/>
                <a:gd name="connsiteX48" fmla="*/ 661988 w 2543175"/>
                <a:gd name="connsiteY48" fmla="*/ 497681 h 1890712"/>
                <a:gd name="connsiteX49" fmla="*/ 683419 w 2543175"/>
                <a:gd name="connsiteY49" fmla="*/ 514350 h 1890712"/>
                <a:gd name="connsiteX50" fmla="*/ 700088 w 2543175"/>
                <a:gd name="connsiteY50" fmla="*/ 526256 h 1890712"/>
                <a:gd name="connsiteX51" fmla="*/ 709613 w 2543175"/>
                <a:gd name="connsiteY51" fmla="*/ 535781 h 1890712"/>
                <a:gd name="connsiteX52" fmla="*/ 719138 w 2543175"/>
                <a:gd name="connsiteY52" fmla="*/ 542925 h 1890712"/>
                <a:gd name="connsiteX53" fmla="*/ 733425 w 2543175"/>
                <a:gd name="connsiteY53" fmla="*/ 557212 h 1890712"/>
                <a:gd name="connsiteX54" fmla="*/ 750094 w 2543175"/>
                <a:gd name="connsiteY54" fmla="*/ 569119 h 1890712"/>
                <a:gd name="connsiteX55" fmla="*/ 769144 w 2543175"/>
                <a:gd name="connsiteY55" fmla="*/ 581025 h 1890712"/>
                <a:gd name="connsiteX56" fmla="*/ 785813 w 2543175"/>
                <a:gd name="connsiteY56" fmla="*/ 590550 h 1890712"/>
                <a:gd name="connsiteX57" fmla="*/ 792957 w 2543175"/>
                <a:gd name="connsiteY57" fmla="*/ 600075 h 1890712"/>
                <a:gd name="connsiteX58" fmla="*/ 809625 w 2543175"/>
                <a:gd name="connsiteY58" fmla="*/ 611981 h 1890712"/>
                <a:gd name="connsiteX59" fmla="*/ 816769 w 2543175"/>
                <a:gd name="connsiteY59" fmla="*/ 619125 h 1890712"/>
                <a:gd name="connsiteX60" fmla="*/ 826294 w 2543175"/>
                <a:gd name="connsiteY60" fmla="*/ 626269 h 1890712"/>
                <a:gd name="connsiteX61" fmla="*/ 840582 w 2543175"/>
                <a:gd name="connsiteY61" fmla="*/ 638175 h 1890712"/>
                <a:gd name="connsiteX62" fmla="*/ 847725 w 2543175"/>
                <a:gd name="connsiteY62" fmla="*/ 645319 h 1890712"/>
                <a:gd name="connsiteX63" fmla="*/ 857250 w 2543175"/>
                <a:gd name="connsiteY63" fmla="*/ 652462 h 1890712"/>
                <a:gd name="connsiteX64" fmla="*/ 864394 w 2543175"/>
                <a:gd name="connsiteY64" fmla="*/ 657225 h 1890712"/>
                <a:gd name="connsiteX65" fmla="*/ 888207 w 2543175"/>
                <a:gd name="connsiteY65" fmla="*/ 676275 h 1890712"/>
                <a:gd name="connsiteX66" fmla="*/ 895350 w 2543175"/>
                <a:gd name="connsiteY66" fmla="*/ 681037 h 1890712"/>
                <a:gd name="connsiteX67" fmla="*/ 907257 w 2543175"/>
                <a:gd name="connsiteY67" fmla="*/ 683419 h 1890712"/>
                <a:gd name="connsiteX68" fmla="*/ 928688 w 2543175"/>
                <a:gd name="connsiteY68" fmla="*/ 695325 h 1890712"/>
                <a:gd name="connsiteX69" fmla="*/ 942975 w 2543175"/>
                <a:gd name="connsiteY69" fmla="*/ 700087 h 1890712"/>
                <a:gd name="connsiteX70" fmla="*/ 964407 w 2543175"/>
                <a:gd name="connsiteY70" fmla="*/ 716756 h 1890712"/>
                <a:gd name="connsiteX71" fmla="*/ 971550 w 2543175"/>
                <a:gd name="connsiteY71" fmla="*/ 723900 h 1890712"/>
                <a:gd name="connsiteX72" fmla="*/ 983457 w 2543175"/>
                <a:gd name="connsiteY72" fmla="*/ 733425 h 1890712"/>
                <a:gd name="connsiteX73" fmla="*/ 990600 w 2543175"/>
                <a:gd name="connsiteY73" fmla="*/ 738187 h 1890712"/>
                <a:gd name="connsiteX74" fmla="*/ 1007269 w 2543175"/>
                <a:gd name="connsiteY74" fmla="*/ 752475 h 1890712"/>
                <a:gd name="connsiteX75" fmla="*/ 1031082 w 2543175"/>
                <a:gd name="connsiteY75" fmla="*/ 766762 h 1890712"/>
                <a:gd name="connsiteX76" fmla="*/ 1042988 w 2543175"/>
                <a:gd name="connsiteY76" fmla="*/ 773906 h 1890712"/>
                <a:gd name="connsiteX77" fmla="*/ 1071563 w 2543175"/>
                <a:gd name="connsiteY77" fmla="*/ 785812 h 1890712"/>
                <a:gd name="connsiteX78" fmla="*/ 1097757 w 2543175"/>
                <a:gd name="connsiteY78" fmla="*/ 807244 h 1890712"/>
                <a:gd name="connsiteX79" fmla="*/ 1104900 w 2543175"/>
                <a:gd name="connsiteY79" fmla="*/ 814387 h 1890712"/>
                <a:gd name="connsiteX80" fmla="*/ 1121569 w 2543175"/>
                <a:gd name="connsiteY80" fmla="*/ 823912 h 1890712"/>
                <a:gd name="connsiteX81" fmla="*/ 1138238 w 2543175"/>
                <a:gd name="connsiteY81" fmla="*/ 835819 h 1890712"/>
                <a:gd name="connsiteX82" fmla="*/ 1147763 w 2543175"/>
                <a:gd name="connsiteY82" fmla="*/ 842962 h 1890712"/>
                <a:gd name="connsiteX83" fmla="*/ 1157288 w 2543175"/>
                <a:gd name="connsiteY83" fmla="*/ 847725 h 1890712"/>
                <a:gd name="connsiteX84" fmla="*/ 1178719 w 2543175"/>
                <a:gd name="connsiteY84" fmla="*/ 859631 h 1890712"/>
                <a:gd name="connsiteX85" fmla="*/ 1188244 w 2543175"/>
                <a:gd name="connsiteY85" fmla="*/ 866775 h 1890712"/>
                <a:gd name="connsiteX86" fmla="*/ 1195388 w 2543175"/>
                <a:gd name="connsiteY86" fmla="*/ 871537 h 1890712"/>
                <a:gd name="connsiteX87" fmla="*/ 1212057 w 2543175"/>
                <a:gd name="connsiteY87" fmla="*/ 883444 h 1890712"/>
                <a:gd name="connsiteX88" fmla="*/ 1226344 w 2543175"/>
                <a:gd name="connsiteY88" fmla="*/ 895350 h 1890712"/>
                <a:gd name="connsiteX89" fmla="*/ 1245394 w 2543175"/>
                <a:gd name="connsiteY89" fmla="*/ 907256 h 1890712"/>
                <a:gd name="connsiteX90" fmla="*/ 1254919 w 2543175"/>
                <a:gd name="connsiteY90" fmla="*/ 914400 h 1890712"/>
                <a:gd name="connsiteX91" fmla="*/ 1269207 w 2543175"/>
                <a:gd name="connsiteY91" fmla="*/ 921544 h 1890712"/>
                <a:gd name="connsiteX92" fmla="*/ 1290638 w 2543175"/>
                <a:gd name="connsiteY92" fmla="*/ 935831 h 1890712"/>
                <a:gd name="connsiteX93" fmla="*/ 1307307 w 2543175"/>
                <a:gd name="connsiteY93" fmla="*/ 952500 h 1890712"/>
                <a:gd name="connsiteX94" fmla="*/ 1333500 w 2543175"/>
                <a:gd name="connsiteY94" fmla="*/ 971550 h 1890712"/>
                <a:gd name="connsiteX95" fmla="*/ 1359694 w 2543175"/>
                <a:gd name="connsiteY95" fmla="*/ 990600 h 1890712"/>
                <a:gd name="connsiteX96" fmla="*/ 1385888 w 2543175"/>
                <a:gd name="connsiteY96" fmla="*/ 1021557 h 1890712"/>
                <a:gd name="connsiteX97" fmla="*/ 1435894 w 2543175"/>
                <a:gd name="connsiteY97" fmla="*/ 1054894 h 1890712"/>
                <a:gd name="connsiteX98" fmla="*/ 1497806 w 2543175"/>
                <a:gd name="connsiteY98" fmla="*/ 1104900 h 1890712"/>
                <a:gd name="connsiteX99" fmla="*/ 1559718 w 2543175"/>
                <a:gd name="connsiteY99" fmla="*/ 1154906 h 1890712"/>
                <a:gd name="connsiteX100" fmla="*/ 1595438 w 2543175"/>
                <a:gd name="connsiteY100" fmla="*/ 1181100 h 1890712"/>
                <a:gd name="connsiteX101" fmla="*/ 1628775 w 2543175"/>
                <a:gd name="connsiteY101" fmla="*/ 1207294 h 1890712"/>
                <a:gd name="connsiteX102" fmla="*/ 1662113 w 2543175"/>
                <a:gd name="connsiteY102" fmla="*/ 1231107 h 1890712"/>
                <a:gd name="connsiteX103" fmla="*/ 1700213 w 2543175"/>
                <a:gd name="connsiteY103" fmla="*/ 1247775 h 1890712"/>
                <a:gd name="connsiteX104" fmla="*/ 1712119 w 2543175"/>
                <a:gd name="connsiteY104" fmla="*/ 1259681 h 1890712"/>
                <a:gd name="connsiteX105" fmla="*/ 1733550 w 2543175"/>
                <a:gd name="connsiteY105" fmla="*/ 1273969 h 1890712"/>
                <a:gd name="connsiteX106" fmla="*/ 1743075 w 2543175"/>
                <a:gd name="connsiteY106" fmla="*/ 1283494 h 1890712"/>
                <a:gd name="connsiteX107" fmla="*/ 1754982 w 2543175"/>
                <a:gd name="connsiteY107" fmla="*/ 1290637 h 1890712"/>
                <a:gd name="connsiteX108" fmla="*/ 1766888 w 2543175"/>
                <a:gd name="connsiteY108" fmla="*/ 1300162 h 1890712"/>
                <a:gd name="connsiteX109" fmla="*/ 1783557 w 2543175"/>
                <a:gd name="connsiteY109" fmla="*/ 1307306 h 1890712"/>
                <a:gd name="connsiteX110" fmla="*/ 1790700 w 2543175"/>
                <a:gd name="connsiteY110" fmla="*/ 1312069 h 1890712"/>
                <a:gd name="connsiteX111" fmla="*/ 1800225 w 2543175"/>
                <a:gd name="connsiteY111" fmla="*/ 1319212 h 1890712"/>
                <a:gd name="connsiteX112" fmla="*/ 1807369 w 2543175"/>
                <a:gd name="connsiteY112" fmla="*/ 1321594 h 1890712"/>
                <a:gd name="connsiteX113" fmla="*/ 1824038 w 2543175"/>
                <a:gd name="connsiteY113" fmla="*/ 1333500 h 1890712"/>
                <a:gd name="connsiteX114" fmla="*/ 1843088 w 2543175"/>
                <a:gd name="connsiteY114" fmla="*/ 1352550 h 1890712"/>
                <a:gd name="connsiteX115" fmla="*/ 1852613 w 2543175"/>
                <a:gd name="connsiteY115" fmla="*/ 1359694 h 1890712"/>
                <a:gd name="connsiteX116" fmla="*/ 1859757 w 2543175"/>
                <a:gd name="connsiteY116" fmla="*/ 1366837 h 1890712"/>
                <a:gd name="connsiteX117" fmla="*/ 1869282 w 2543175"/>
                <a:gd name="connsiteY117" fmla="*/ 1371600 h 1890712"/>
                <a:gd name="connsiteX118" fmla="*/ 1883569 w 2543175"/>
                <a:gd name="connsiteY118" fmla="*/ 1388269 h 1890712"/>
                <a:gd name="connsiteX119" fmla="*/ 1893094 w 2543175"/>
                <a:gd name="connsiteY119" fmla="*/ 1395412 h 1890712"/>
                <a:gd name="connsiteX120" fmla="*/ 1902619 w 2543175"/>
                <a:gd name="connsiteY120" fmla="*/ 1404937 h 1890712"/>
                <a:gd name="connsiteX121" fmla="*/ 1912144 w 2543175"/>
                <a:gd name="connsiteY121" fmla="*/ 1409700 h 1890712"/>
                <a:gd name="connsiteX122" fmla="*/ 1931194 w 2543175"/>
                <a:gd name="connsiteY122" fmla="*/ 1421606 h 1890712"/>
                <a:gd name="connsiteX123" fmla="*/ 1935957 w 2543175"/>
                <a:gd name="connsiteY123" fmla="*/ 1428750 h 1890712"/>
                <a:gd name="connsiteX124" fmla="*/ 1952625 w 2543175"/>
                <a:gd name="connsiteY124" fmla="*/ 1438275 h 1890712"/>
                <a:gd name="connsiteX125" fmla="*/ 1971675 w 2543175"/>
                <a:gd name="connsiteY125" fmla="*/ 1450181 h 1890712"/>
                <a:gd name="connsiteX126" fmla="*/ 1981200 w 2543175"/>
                <a:gd name="connsiteY126" fmla="*/ 1454944 h 1890712"/>
                <a:gd name="connsiteX127" fmla="*/ 1997869 w 2543175"/>
                <a:gd name="connsiteY127" fmla="*/ 1471612 h 1890712"/>
                <a:gd name="connsiteX128" fmla="*/ 2007394 w 2543175"/>
                <a:gd name="connsiteY128" fmla="*/ 1478756 h 1890712"/>
                <a:gd name="connsiteX129" fmla="*/ 2016919 w 2543175"/>
                <a:gd name="connsiteY129" fmla="*/ 1483519 h 1890712"/>
                <a:gd name="connsiteX130" fmla="*/ 2024063 w 2543175"/>
                <a:gd name="connsiteY130" fmla="*/ 1490662 h 1890712"/>
                <a:gd name="connsiteX131" fmla="*/ 2033588 w 2543175"/>
                <a:gd name="connsiteY131" fmla="*/ 1495425 h 1890712"/>
                <a:gd name="connsiteX132" fmla="*/ 2040732 w 2543175"/>
                <a:gd name="connsiteY132" fmla="*/ 1502569 h 1890712"/>
                <a:gd name="connsiteX133" fmla="*/ 2047875 w 2543175"/>
                <a:gd name="connsiteY133" fmla="*/ 1507331 h 1890712"/>
                <a:gd name="connsiteX134" fmla="*/ 2057400 w 2543175"/>
                <a:gd name="connsiteY134" fmla="*/ 1514475 h 1890712"/>
                <a:gd name="connsiteX135" fmla="*/ 2064544 w 2543175"/>
                <a:gd name="connsiteY135" fmla="*/ 1519237 h 1890712"/>
                <a:gd name="connsiteX136" fmla="*/ 2071688 w 2543175"/>
                <a:gd name="connsiteY136" fmla="*/ 1526381 h 1890712"/>
                <a:gd name="connsiteX137" fmla="*/ 2081213 w 2543175"/>
                <a:gd name="connsiteY137" fmla="*/ 1531144 h 1890712"/>
                <a:gd name="connsiteX138" fmla="*/ 2090738 w 2543175"/>
                <a:gd name="connsiteY138" fmla="*/ 1538287 h 1890712"/>
                <a:gd name="connsiteX139" fmla="*/ 2109788 w 2543175"/>
                <a:gd name="connsiteY139" fmla="*/ 1547812 h 1890712"/>
                <a:gd name="connsiteX140" fmla="*/ 2131219 w 2543175"/>
                <a:gd name="connsiteY140" fmla="*/ 1562100 h 1890712"/>
                <a:gd name="connsiteX141" fmla="*/ 2140744 w 2543175"/>
                <a:gd name="connsiteY141" fmla="*/ 1566862 h 1890712"/>
                <a:gd name="connsiteX142" fmla="*/ 2152650 w 2543175"/>
                <a:gd name="connsiteY142" fmla="*/ 1576387 h 1890712"/>
                <a:gd name="connsiteX143" fmla="*/ 2181225 w 2543175"/>
                <a:gd name="connsiteY143" fmla="*/ 1590675 h 1890712"/>
                <a:gd name="connsiteX144" fmla="*/ 2200275 w 2543175"/>
                <a:gd name="connsiteY144" fmla="*/ 1607344 h 1890712"/>
                <a:gd name="connsiteX145" fmla="*/ 2207419 w 2543175"/>
                <a:gd name="connsiteY145" fmla="*/ 1612106 h 1890712"/>
                <a:gd name="connsiteX146" fmla="*/ 2216944 w 2543175"/>
                <a:gd name="connsiteY146" fmla="*/ 1619250 h 1890712"/>
                <a:gd name="connsiteX147" fmla="*/ 2224088 w 2543175"/>
                <a:gd name="connsiteY147" fmla="*/ 1624012 h 1890712"/>
                <a:gd name="connsiteX148" fmla="*/ 2247900 w 2543175"/>
                <a:gd name="connsiteY148" fmla="*/ 1643062 h 1890712"/>
                <a:gd name="connsiteX149" fmla="*/ 2255044 w 2543175"/>
                <a:gd name="connsiteY149" fmla="*/ 1650206 h 1890712"/>
                <a:gd name="connsiteX150" fmla="*/ 2281238 w 2543175"/>
                <a:gd name="connsiteY150" fmla="*/ 1664494 h 1890712"/>
                <a:gd name="connsiteX151" fmla="*/ 2297907 w 2543175"/>
                <a:gd name="connsiteY151" fmla="*/ 1674019 h 1890712"/>
                <a:gd name="connsiteX152" fmla="*/ 2312194 w 2543175"/>
                <a:gd name="connsiteY152" fmla="*/ 1685925 h 1890712"/>
                <a:gd name="connsiteX153" fmla="*/ 2328863 w 2543175"/>
                <a:gd name="connsiteY153" fmla="*/ 1697831 h 1890712"/>
                <a:gd name="connsiteX154" fmla="*/ 2350294 w 2543175"/>
                <a:gd name="connsiteY154" fmla="*/ 1712119 h 1890712"/>
                <a:gd name="connsiteX155" fmla="*/ 2428876 w 2543175"/>
                <a:gd name="connsiteY155" fmla="*/ 1785938 h 1890712"/>
                <a:gd name="connsiteX156" fmla="*/ 2466975 w 2543175"/>
                <a:gd name="connsiteY156" fmla="*/ 1783556 h 1890712"/>
                <a:gd name="connsiteX157" fmla="*/ 2481263 w 2543175"/>
                <a:gd name="connsiteY157" fmla="*/ 1795462 h 1890712"/>
                <a:gd name="connsiteX158" fmla="*/ 2486025 w 2543175"/>
                <a:gd name="connsiteY158" fmla="*/ 1802606 h 1890712"/>
                <a:gd name="connsiteX159" fmla="*/ 2514600 w 2543175"/>
                <a:gd name="connsiteY159" fmla="*/ 1850231 h 1890712"/>
                <a:gd name="connsiteX160" fmla="*/ 2519363 w 2543175"/>
                <a:gd name="connsiteY160" fmla="*/ 1857375 h 1890712"/>
                <a:gd name="connsiteX161" fmla="*/ 2540794 w 2543175"/>
                <a:gd name="connsiteY161" fmla="*/ 1883569 h 1890712"/>
                <a:gd name="connsiteX162" fmla="*/ 2543175 w 2543175"/>
                <a:gd name="connsiteY162" fmla="*/ 1890712 h 1890712"/>
                <a:gd name="connsiteX0" fmla="*/ 0 w 2543175"/>
                <a:gd name="connsiteY0" fmla="*/ 0 h 1890712"/>
                <a:gd name="connsiteX1" fmla="*/ 11907 w 2543175"/>
                <a:gd name="connsiteY1" fmla="*/ 11906 h 1890712"/>
                <a:gd name="connsiteX2" fmla="*/ 21432 w 2543175"/>
                <a:gd name="connsiteY2" fmla="*/ 16669 h 1890712"/>
                <a:gd name="connsiteX3" fmla="*/ 23813 w 2543175"/>
                <a:gd name="connsiteY3" fmla="*/ 23812 h 1890712"/>
                <a:gd name="connsiteX4" fmla="*/ 33338 w 2543175"/>
                <a:gd name="connsiteY4" fmla="*/ 33337 h 1890712"/>
                <a:gd name="connsiteX5" fmla="*/ 40482 w 2543175"/>
                <a:gd name="connsiteY5" fmla="*/ 42862 h 1890712"/>
                <a:gd name="connsiteX6" fmla="*/ 47625 w 2543175"/>
                <a:gd name="connsiteY6" fmla="*/ 47625 h 1890712"/>
                <a:gd name="connsiteX7" fmla="*/ 57150 w 2543175"/>
                <a:gd name="connsiteY7" fmla="*/ 54769 h 1890712"/>
                <a:gd name="connsiteX8" fmla="*/ 64294 w 2543175"/>
                <a:gd name="connsiteY8" fmla="*/ 59531 h 1890712"/>
                <a:gd name="connsiteX9" fmla="*/ 83344 w 2543175"/>
                <a:gd name="connsiteY9" fmla="*/ 73819 h 1890712"/>
                <a:gd name="connsiteX10" fmla="*/ 97632 w 2543175"/>
                <a:gd name="connsiteY10" fmla="*/ 80962 h 1890712"/>
                <a:gd name="connsiteX11" fmla="*/ 104775 w 2543175"/>
                <a:gd name="connsiteY11" fmla="*/ 85725 h 1890712"/>
                <a:gd name="connsiteX12" fmla="*/ 114300 w 2543175"/>
                <a:gd name="connsiteY12" fmla="*/ 95250 h 1890712"/>
                <a:gd name="connsiteX13" fmla="*/ 123825 w 2543175"/>
                <a:gd name="connsiteY13" fmla="*/ 97631 h 1890712"/>
                <a:gd name="connsiteX14" fmla="*/ 130969 w 2543175"/>
                <a:gd name="connsiteY14" fmla="*/ 104775 h 1890712"/>
                <a:gd name="connsiteX15" fmla="*/ 140494 w 2543175"/>
                <a:gd name="connsiteY15" fmla="*/ 111919 h 1890712"/>
                <a:gd name="connsiteX16" fmla="*/ 147638 w 2543175"/>
                <a:gd name="connsiteY16" fmla="*/ 116681 h 1890712"/>
                <a:gd name="connsiteX17" fmla="*/ 164307 w 2543175"/>
                <a:gd name="connsiteY17" fmla="*/ 128587 h 1890712"/>
                <a:gd name="connsiteX18" fmla="*/ 180975 w 2543175"/>
                <a:gd name="connsiteY18" fmla="*/ 140494 h 1890712"/>
                <a:gd name="connsiteX19" fmla="*/ 197644 w 2543175"/>
                <a:gd name="connsiteY19" fmla="*/ 152400 h 1890712"/>
                <a:gd name="connsiteX20" fmla="*/ 204788 w 2543175"/>
                <a:gd name="connsiteY20" fmla="*/ 157162 h 1890712"/>
                <a:gd name="connsiteX21" fmla="*/ 214313 w 2543175"/>
                <a:gd name="connsiteY21" fmla="*/ 164306 h 1890712"/>
                <a:gd name="connsiteX22" fmla="*/ 230982 w 2543175"/>
                <a:gd name="connsiteY22" fmla="*/ 180975 h 1890712"/>
                <a:gd name="connsiteX23" fmla="*/ 247650 w 2543175"/>
                <a:gd name="connsiteY23" fmla="*/ 185737 h 1890712"/>
                <a:gd name="connsiteX24" fmla="*/ 300038 w 2543175"/>
                <a:gd name="connsiteY24" fmla="*/ 219075 h 1890712"/>
                <a:gd name="connsiteX25" fmla="*/ 342900 w 2543175"/>
                <a:gd name="connsiteY25" fmla="*/ 254794 h 1890712"/>
                <a:gd name="connsiteX26" fmla="*/ 366713 w 2543175"/>
                <a:gd name="connsiteY26" fmla="*/ 264319 h 1890712"/>
                <a:gd name="connsiteX27" fmla="*/ 371475 w 2543175"/>
                <a:gd name="connsiteY27" fmla="*/ 271462 h 1890712"/>
                <a:gd name="connsiteX28" fmla="*/ 385763 w 2543175"/>
                <a:gd name="connsiteY28" fmla="*/ 283369 h 1890712"/>
                <a:gd name="connsiteX29" fmla="*/ 404813 w 2543175"/>
                <a:gd name="connsiteY29" fmla="*/ 295275 h 1890712"/>
                <a:gd name="connsiteX30" fmla="*/ 411957 w 2543175"/>
                <a:gd name="connsiteY30" fmla="*/ 297656 h 1890712"/>
                <a:gd name="connsiteX31" fmla="*/ 466725 w 2543175"/>
                <a:gd name="connsiteY31" fmla="*/ 328612 h 1890712"/>
                <a:gd name="connsiteX32" fmla="*/ 476250 w 2543175"/>
                <a:gd name="connsiteY32" fmla="*/ 335756 h 1890712"/>
                <a:gd name="connsiteX33" fmla="*/ 481013 w 2543175"/>
                <a:gd name="connsiteY33" fmla="*/ 342900 h 1890712"/>
                <a:gd name="connsiteX34" fmla="*/ 490538 w 2543175"/>
                <a:gd name="connsiteY34" fmla="*/ 352425 h 1890712"/>
                <a:gd name="connsiteX35" fmla="*/ 495300 w 2543175"/>
                <a:gd name="connsiteY35" fmla="*/ 359569 h 1890712"/>
                <a:gd name="connsiteX36" fmla="*/ 509588 w 2543175"/>
                <a:gd name="connsiteY36" fmla="*/ 376237 h 1890712"/>
                <a:gd name="connsiteX37" fmla="*/ 514350 w 2543175"/>
                <a:gd name="connsiteY37" fmla="*/ 383381 h 1890712"/>
                <a:gd name="connsiteX38" fmla="*/ 531019 w 2543175"/>
                <a:gd name="connsiteY38" fmla="*/ 397669 h 1890712"/>
                <a:gd name="connsiteX39" fmla="*/ 538163 w 2543175"/>
                <a:gd name="connsiteY39" fmla="*/ 407194 h 1890712"/>
                <a:gd name="connsiteX40" fmla="*/ 554832 w 2543175"/>
                <a:gd name="connsiteY40" fmla="*/ 421481 h 1890712"/>
                <a:gd name="connsiteX41" fmla="*/ 564357 w 2543175"/>
                <a:gd name="connsiteY41" fmla="*/ 431006 h 1890712"/>
                <a:gd name="connsiteX42" fmla="*/ 573882 w 2543175"/>
                <a:gd name="connsiteY42" fmla="*/ 438150 h 1890712"/>
                <a:gd name="connsiteX43" fmla="*/ 595313 w 2543175"/>
                <a:gd name="connsiteY43" fmla="*/ 454819 h 1890712"/>
                <a:gd name="connsiteX44" fmla="*/ 602457 w 2543175"/>
                <a:gd name="connsiteY44" fmla="*/ 457200 h 1890712"/>
                <a:gd name="connsiteX45" fmla="*/ 628650 w 2543175"/>
                <a:gd name="connsiteY45" fmla="*/ 469106 h 1890712"/>
                <a:gd name="connsiteX46" fmla="*/ 645319 w 2543175"/>
                <a:gd name="connsiteY46" fmla="*/ 483394 h 1890712"/>
                <a:gd name="connsiteX47" fmla="*/ 654844 w 2543175"/>
                <a:gd name="connsiteY47" fmla="*/ 488156 h 1890712"/>
                <a:gd name="connsiteX48" fmla="*/ 661988 w 2543175"/>
                <a:gd name="connsiteY48" fmla="*/ 497681 h 1890712"/>
                <a:gd name="connsiteX49" fmla="*/ 683419 w 2543175"/>
                <a:gd name="connsiteY49" fmla="*/ 514350 h 1890712"/>
                <a:gd name="connsiteX50" fmla="*/ 700088 w 2543175"/>
                <a:gd name="connsiteY50" fmla="*/ 526256 h 1890712"/>
                <a:gd name="connsiteX51" fmla="*/ 709613 w 2543175"/>
                <a:gd name="connsiteY51" fmla="*/ 535781 h 1890712"/>
                <a:gd name="connsiteX52" fmla="*/ 719138 w 2543175"/>
                <a:gd name="connsiteY52" fmla="*/ 542925 h 1890712"/>
                <a:gd name="connsiteX53" fmla="*/ 733425 w 2543175"/>
                <a:gd name="connsiteY53" fmla="*/ 557212 h 1890712"/>
                <a:gd name="connsiteX54" fmla="*/ 750094 w 2543175"/>
                <a:gd name="connsiteY54" fmla="*/ 569119 h 1890712"/>
                <a:gd name="connsiteX55" fmla="*/ 769144 w 2543175"/>
                <a:gd name="connsiteY55" fmla="*/ 581025 h 1890712"/>
                <a:gd name="connsiteX56" fmla="*/ 785813 w 2543175"/>
                <a:gd name="connsiteY56" fmla="*/ 590550 h 1890712"/>
                <a:gd name="connsiteX57" fmla="*/ 792957 w 2543175"/>
                <a:gd name="connsiteY57" fmla="*/ 600075 h 1890712"/>
                <a:gd name="connsiteX58" fmla="*/ 809625 w 2543175"/>
                <a:gd name="connsiteY58" fmla="*/ 611981 h 1890712"/>
                <a:gd name="connsiteX59" fmla="*/ 816769 w 2543175"/>
                <a:gd name="connsiteY59" fmla="*/ 619125 h 1890712"/>
                <a:gd name="connsiteX60" fmla="*/ 826294 w 2543175"/>
                <a:gd name="connsiteY60" fmla="*/ 626269 h 1890712"/>
                <a:gd name="connsiteX61" fmla="*/ 840582 w 2543175"/>
                <a:gd name="connsiteY61" fmla="*/ 638175 h 1890712"/>
                <a:gd name="connsiteX62" fmla="*/ 847725 w 2543175"/>
                <a:gd name="connsiteY62" fmla="*/ 645319 h 1890712"/>
                <a:gd name="connsiteX63" fmla="*/ 857250 w 2543175"/>
                <a:gd name="connsiteY63" fmla="*/ 652462 h 1890712"/>
                <a:gd name="connsiteX64" fmla="*/ 864394 w 2543175"/>
                <a:gd name="connsiteY64" fmla="*/ 657225 h 1890712"/>
                <a:gd name="connsiteX65" fmla="*/ 888207 w 2543175"/>
                <a:gd name="connsiteY65" fmla="*/ 676275 h 1890712"/>
                <a:gd name="connsiteX66" fmla="*/ 895350 w 2543175"/>
                <a:gd name="connsiteY66" fmla="*/ 681037 h 1890712"/>
                <a:gd name="connsiteX67" fmla="*/ 907257 w 2543175"/>
                <a:gd name="connsiteY67" fmla="*/ 683419 h 1890712"/>
                <a:gd name="connsiteX68" fmla="*/ 928688 w 2543175"/>
                <a:gd name="connsiteY68" fmla="*/ 695325 h 1890712"/>
                <a:gd name="connsiteX69" fmla="*/ 942975 w 2543175"/>
                <a:gd name="connsiteY69" fmla="*/ 700087 h 1890712"/>
                <a:gd name="connsiteX70" fmla="*/ 964407 w 2543175"/>
                <a:gd name="connsiteY70" fmla="*/ 716756 h 1890712"/>
                <a:gd name="connsiteX71" fmla="*/ 971550 w 2543175"/>
                <a:gd name="connsiteY71" fmla="*/ 723900 h 1890712"/>
                <a:gd name="connsiteX72" fmla="*/ 983457 w 2543175"/>
                <a:gd name="connsiteY72" fmla="*/ 733425 h 1890712"/>
                <a:gd name="connsiteX73" fmla="*/ 990600 w 2543175"/>
                <a:gd name="connsiteY73" fmla="*/ 738187 h 1890712"/>
                <a:gd name="connsiteX74" fmla="*/ 1007269 w 2543175"/>
                <a:gd name="connsiteY74" fmla="*/ 752475 h 1890712"/>
                <a:gd name="connsiteX75" fmla="*/ 1031082 w 2543175"/>
                <a:gd name="connsiteY75" fmla="*/ 766762 h 1890712"/>
                <a:gd name="connsiteX76" fmla="*/ 1042988 w 2543175"/>
                <a:gd name="connsiteY76" fmla="*/ 773906 h 1890712"/>
                <a:gd name="connsiteX77" fmla="*/ 1071563 w 2543175"/>
                <a:gd name="connsiteY77" fmla="*/ 785812 h 1890712"/>
                <a:gd name="connsiteX78" fmla="*/ 1097757 w 2543175"/>
                <a:gd name="connsiteY78" fmla="*/ 807244 h 1890712"/>
                <a:gd name="connsiteX79" fmla="*/ 1104900 w 2543175"/>
                <a:gd name="connsiteY79" fmla="*/ 814387 h 1890712"/>
                <a:gd name="connsiteX80" fmla="*/ 1121569 w 2543175"/>
                <a:gd name="connsiteY80" fmla="*/ 823912 h 1890712"/>
                <a:gd name="connsiteX81" fmla="*/ 1138238 w 2543175"/>
                <a:gd name="connsiteY81" fmla="*/ 835819 h 1890712"/>
                <a:gd name="connsiteX82" fmla="*/ 1147763 w 2543175"/>
                <a:gd name="connsiteY82" fmla="*/ 842962 h 1890712"/>
                <a:gd name="connsiteX83" fmla="*/ 1157288 w 2543175"/>
                <a:gd name="connsiteY83" fmla="*/ 847725 h 1890712"/>
                <a:gd name="connsiteX84" fmla="*/ 1178719 w 2543175"/>
                <a:gd name="connsiteY84" fmla="*/ 859631 h 1890712"/>
                <a:gd name="connsiteX85" fmla="*/ 1188244 w 2543175"/>
                <a:gd name="connsiteY85" fmla="*/ 866775 h 1890712"/>
                <a:gd name="connsiteX86" fmla="*/ 1195388 w 2543175"/>
                <a:gd name="connsiteY86" fmla="*/ 871537 h 1890712"/>
                <a:gd name="connsiteX87" fmla="*/ 1212057 w 2543175"/>
                <a:gd name="connsiteY87" fmla="*/ 883444 h 1890712"/>
                <a:gd name="connsiteX88" fmla="*/ 1226344 w 2543175"/>
                <a:gd name="connsiteY88" fmla="*/ 895350 h 1890712"/>
                <a:gd name="connsiteX89" fmla="*/ 1245394 w 2543175"/>
                <a:gd name="connsiteY89" fmla="*/ 907256 h 1890712"/>
                <a:gd name="connsiteX90" fmla="*/ 1254919 w 2543175"/>
                <a:gd name="connsiteY90" fmla="*/ 914400 h 1890712"/>
                <a:gd name="connsiteX91" fmla="*/ 1269207 w 2543175"/>
                <a:gd name="connsiteY91" fmla="*/ 921544 h 1890712"/>
                <a:gd name="connsiteX92" fmla="*/ 1290638 w 2543175"/>
                <a:gd name="connsiteY92" fmla="*/ 935831 h 1890712"/>
                <a:gd name="connsiteX93" fmla="*/ 1307307 w 2543175"/>
                <a:gd name="connsiteY93" fmla="*/ 952500 h 1890712"/>
                <a:gd name="connsiteX94" fmla="*/ 1333500 w 2543175"/>
                <a:gd name="connsiteY94" fmla="*/ 971550 h 1890712"/>
                <a:gd name="connsiteX95" fmla="*/ 1359694 w 2543175"/>
                <a:gd name="connsiteY95" fmla="*/ 990600 h 1890712"/>
                <a:gd name="connsiteX96" fmla="*/ 1385888 w 2543175"/>
                <a:gd name="connsiteY96" fmla="*/ 1021557 h 1890712"/>
                <a:gd name="connsiteX97" fmla="*/ 1435894 w 2543175"/>
                <a:gd name="connsiteY97" fmla="*/ 1054894 h 1890712"/>
                <a:gd name="connsiteX98" fmla="*/ 1497806 w 2543175"/>
                <a:gd name="connsiteY98" fmla="*/ 1104900 h 1890712"/>
                <a:gd name="connsiteX99" fmla="*/ 1559718 w 2543175"/>
                <a:gd name="connsiteY99" fmla="*/ 1154906 h 1890712"/>
                <a:gd name="connsiteX100" fmla="*/ 1595438 w 2543175"/>
                <a:gd name="connsiteY100" fmla="*/ 1181100 h 1890712"/>
                <a:gd name="connsiteX101" fmla="*/ 1628775 w 2543175"/>
                <a:gd name="connsiteY101" fmla="*/ 1207294 h 1890712"/>
                <a:gd name="connsiteX102" fmla="*/ 1662113 w 2543175"/>
                <a:gd name="connsiteY102" fmla="*/ 1231107 h 1890712"/>
                <a:gd name="connsiteX103" fmla="*/ 1700213 w 2543175"/>
                <a:gd name="connsiteY103" fmla="*/ 1247775 h 1890712"/>
                <a:gd name="connsiteX104" fmla="*/ 1712119 w 2543175"/>
                <a:gd name="connsiteY104" fmla="*/ 1259681 h 1890712"/>
                <a:gd name="connsiteX105" fmla="*/ 1733550 w 2543175"/>
                <a:gd name="connsiteY105" fmla="*/ 1273969 h 1890712"/>
                <a:gd name="connsiteX106" fmla="*/ 1743075 w 2543175"/>
                <a:gd name="connsiteY106" fmla="*/ 1283494 h 1890712"/>
                <a:gd name="connsiteX107" fmla="*/ 1754982 w 2543175"/>
                <a:gd name="connsiteY107" fmla="*/ 1290637 h 1890712"/>
                <a:gd name="connsiteX108" fmla="*/ 1766888 w 2543175"/>
                <a:gd name="connsiteY108" fmla="*/ 1300162 h 1890712"/>
                <a:gd name="connsiteX109" fmla="*/ 1783557 w 2543175"/>
                <a:gd name="connsiteY109" fmla="*/ 1307306 h 1890712"/>
                <a:gd name="connsiteX110" fmla="*/ 1790700 w 2543175"/>
                <a:gd name="connsiteY110" fmla="*/ 1312069 h 1890712"/>
                <a:gd name="connsiteX111" fmla="*/ 1800225 w 2543175"/>
                <a:gd name="connsiteY111" fmla="*/ 1319212 h 1890712"/>
                <a:gd name="connsiteX112" fmla="*/ 1807369 w 2543175"/>
                <a:gd name="connsiteY112" fmla="*/ 1321594 h 1890712"/>
                <a:gd name="connsiteX113" fmla="*/ 1824038 w 2543175"/>
                <a:gd name="connsiteY113" fmla="*/ 1333500 h 1890712"/>
                <a:gd name="connsiteX114" fmla="*/ 1843088 w 2543175"/>
                <a:gd name="connsiteY114" fmla="*/ 1352550 h 1890712"/>
                <a:gd name="connsiteX115" fmla="*/ 1852613 w 2543175"/>
                <a:gd name="connsiteY115" fmla="*/ 1359694 h 1890712"/>
                <a:gd name="connsiteX116" fmla="*/ 1859757 w 2543175"/>
                <a:gd name="connsiteY116" fmla="*/ 1366837 h 1890712"/>
                <a:gd name="connsiteX117" fmla="*/ 1869282 w 2543175"/>
                <a:gd name="connsiteY117" fmla="*/ 1371600 h 1890712"/>
                <a:gd name="connsiteX118" fmla="*/ 1883569 w 2543175"/>
                <a:gd name="connsiteY118" fmla="*/ 1388269 h 1890712"/>
                <a:gd name="connsiteX119" fmla="*/ 1893094 w 2543175"/>
                <a:gd name="connsiteY119" fmla="*/ 1395412 h 1890712"/>
                <a:gd name="connsiteX120" fmla="*/ 1902619 w 2543175"/>
                <a:gd name="connsiteY120" fmla="*/ 1404937 h 1890712"/>
                <a:gd name="connsiteX121" fmla="*/ 1912144 w 2543175"/>
                <a:gd name="connsiteY121" fmla="*/ 1409700 h 1890712"/>
                <a:gd name="connsiteX122" fmla="*/ 1931194 w 2543175"/>
                <a:gd name="connsiteY122" fmla="*/ 1421606 h 1890712"/>
                <a:gd name="connsiteX123" fmla="*/ 1935957 w 2543175"/>
                <a:gd name="connsiteY123" fmla="*/ 1428750 h 1890712"/>
                <a:gd name="connsiteX124" fmla="*/ 1952625 w 2543175"/>
                <a:gd name="connsiteY124" fmla="*/ 1438275 h 1890712"/>
                <a:gd name="connsiteX125" fmla="*/ 1971675 w 2543175"/>
                <a:gd name="connsiteY125" fmla="*/ 1450181 h 1890712"/>
                <a:gd name="connsiteX126" fmla="*/ 1981200 w 2543175"/>
                <a:gd name="connsiteY126" fmla="*/ 1454944 h 1890712"/>
                <a:gd name="connsiteX127" fmla="*/ 1997869 w 2543175"/>
                <a:gd name="connsiteY127" fmla="*/ 1471612 h 1890712"/>
                <a:gd name="connsiteX128" fmla="*/ 2007394 w 2543175"/>
                <a:gd name="connsiteY128" fmla="*/ 1478756 h 1890712"/>
                <a:gd name="connsiteX129" fmla="*/ 2016919 w 2543175"/>
                <a:gd name="connsiteY129" fmla="*/ 1483519 h 1890712"/>
                <a:gd name="connsiteX130" fmla="*/ 2024063 w 2543175"/>
                <a:gd name="connsiteY130" fmla="*/ 1490662 h 1890712"/>
                <a:gd name="connsiteX131" fmla="*/ 2033588 w 2543175"/>
                <a:gd name="connsiteY131" fmla="*/ 1495425 h 1890712"/>
                <a:gd name="connsiteX132" fmla="*/ 2040732 w 2543175"/>
                <a:gd name="connsiteY132" fmla="*/ 1502569 h 1890712"/>
                <a:gd name="connsiteX133" fmla="*/ 2047875 w 2543175"/>
                <a:gd name="connsiteY133" fmla="*/ 1507331 h 1890712"/>
                <a:gd name="connsiteX134" fmla="*/ 2057400 w 2543175"/>
                <a:gd name="connsiteY134" fmla="*/ 1514475 h 1890712"/>
                <a:gd name="connsiteX135" fmla="*/ 2064544 w 2543175"/>
                <a:gd name="connsiteY135" fmla="*/ 1519237 h 1890712"/>
                <a:gd name="connsiteX136" fmla="*/ 2071688 w 2543175"/>
                <a:gd name="connsiteY136" fmla="*/ 1526381 h 1890712"/>
                <a:gd name="connsiteX137" fmla="*/ 2081213 w 2543175"/>
                <a:gd name="connsiteY137" fmla="*/ 1531144 h 1890712"/>
                <a:gd name="connsiteX138" fmla="*/ 2090738 w 2543175"/>
                <a:gd name="connsiteY138" fmla="*/ 1538287 h 1890712"/>
                <a:gd name="connsiteX139" fmla="*/ 2109788 w 2543175"/>
                <a:gd name="connsiteY139" fmla="*/ 1547812 h 1890712"/>
                <a:gd name="connsiteX140" fmla="*/ 2131219 w 2543175"/>
                <a:gd name="connsiteY140" fmla="*/ 1562100 h 1890712"/>
                <a:gd name="connsiteX141" fmla="*/ 2140744 w 2543175"/>
                <a:gd name="connsiteY141" fmla="*/ 1566862 h 1890712"/>
                <a:gd name="connsiteX142" fmla="*/ 2152650 w 2543175"/>
                <a:gd name="connsiteY142" fmla="*/ 1576387 h 1890712"/>
                <a:gd name="connsiteX143" fmla="*/ 2181225 w 2543175"/>
                <a:gd name="connsiteY143" fmla="*/ 1590675 h 1890712"/>
                <a:gd name="connsiteX144" fmla="*/ 2200275 w 2543175"/>
                <a:gd name="connsiteY144" fmla="*/ 1607344 h 1890712"/>
                <a:gd name="connsiteX145" fmla="*/ 2207419 w 2543175"/>
                <a:gd name="connsiteY145" fmla="*/ 1612106 h 1890712"/>
                <a:gd name="connsiteX146" fmla="*/ 2216944 w 2543175"/>
                <a:gd name="connsiteY146" fmla="*/ 1619250 h 1890712"/>
                <a:gd name="connsiteX147" fmla="*/ 2247900 w 2543175"/>
                <a:gd name="connsiteY147" fmla="*/ 1643062 h 1890712"/>
                <a:gd name="connsiteX148" fmla="*/ 2255044 w 2543175"/>
                <a:gd name="connsiteY148" fmla="*/ 1650206 h 1890712"/>
                <a:gd name="connsiteX149" fmla="*/ 2281238 w 2543175"/>
                <a:gd name="connsiteY149" fmla="*/ 1664494 h 1890712"/>
                <a:gd name="connsiteX150" fmla="*/ 2297907 w 2543175"/>
                <a:gd name="connsiteY150" fmla="*/ 1674019 h 1890712"/>
                <a:gd name="connsiteX151" fmla="*/ 2312194 w 2543175"/>
                <a:gd name="connsiteY151" fmla="*/ 1685925 h 1890712"/>
                <a:gd name="connsiteX152" fmla="*/ 2328863 w 2543175"/>
                <a:gd name="connsiteY152" fmla="*/ 1697831 h 1890712"/>
                <a:gd name="connsiteX153" fmla="*/ 2350294 w 2543175"/>
                <a:gd name="connsiteY153" fmla="*/ 1712119 h 1890712"/>
                <a:gd name="connsiteX154" fmla="*/ 2428876 w 2543175"/>
                <a:gd name="connsiteY154" fmla="*/ 1785938 h 1890712"/>
                <a:gd name="connsiteX155" fmla="*/ 2466975 w 2543175"/>
                <a:gd name="connsiteY155" fmla="*/ 1783556 h 1890712"/>
                <a:gd name="connsiteX156" fmla="*/ 2481263 w 2543175"/>
                <a:gd name="connsiteY156" fmla="*/ 1795462 h 1890712"/>
                <a:gd name="connsiteX157" fmla="*/ 2486025 w 2543175"/>
                <a:gd name="connsiteY157" fmla="*/ 1802606 h 1890712"/>
                <a:gd name="connsiteX158" fmla="*/ 2514600 w 2543175"/>
                <a:gd name="connsiteY158" fmla="*/ 1850231 h 1890712"/>
                <a:gd name="connsiteX159" fmla="*/ 2519363 w 2543175"/>
                <a:gd name="connsiteY159" fmla="*/ 1857375 h 1890712"/>
                <a:gd name="connsiteX160" fmla="*/ 2540794 w 2543175"/>
                <a:gd name="connsiteY160" fmla="*/ 1883569 h 1890712"/>
                <a:gd name="connsiteX161" fmla="*/ 2543175 w 2543175"/>
                <a:gd name="connsiteY161" fmla="*/ 1890712 h 1890712"/>
                <a:gd name="connsiteX0" fmla="*/ 0 w 2543175"/>
                <a:gd name="connsiteY0" fmla="*/ 0 h 1890712"/>
                <a:gd name="connsiteX1" fmla="*/ 11907 w 2543175"/>
                <a:gd name="connsiteY1" fmla="*/ 11906 h 1890712"/>
                <a:gd name="connsiteX2" fmla="*/ 21432 w 2543175"/>
                <a:gd name="connsiteY2" fmla="*/ 16669 h 1890712"/>
                <a:gd name="connsiteX3" fmla="*/ 23813 w 2543175"/>
                <a:gd name="connsiteY3" fmla="*/ 23812 h 1890712"/>
                <a:gd name="connsiteX4" fmla="*/ 33338 w 2543175"/>
                <a:gd name="connsiteY4" fmla="*/ 33337 h 1890712"/>
                <a:gd name="connsiteX5" fmla="*/ 40482 w 2543175"/>
                <a:gd name="connsiteY5" fmla="*/ 42862 h 1890712"/>
                <a:gd name="connsiteX6" fmla="*/ 47625 w 2543175"/>
                <a:gd name="connsiteY6" fmla="*/ 47625 h 1890712"/>
                <a:gd name="connsiteX7" fmla="*/ 57150 w 2543175"/>
                <a:gd name="connsiteY7" fmla="*/ 54769 h 1890712"/>
                <a:gd name="connsiteX8" fmla="*/ 64294 w 2543175"/>
                <a:gd name="connsiteY8" fmla="*/ 59531 h 1890712"/>
                <a:gd name="connsiteX9" fmla="*/ 83344 w 2543175"/>
                <a:gd name="connsiteY9" fmla="*/ 73819 h 1890712"/>
                <a:gd name="connsiteX10" fmla="*/ 97632 w 2543175"/>
                <a:gd name="connsiteY10" fmla="*/ 80962 h 1890712"/>
                <a:gd name="connsiteX11" fmla="*/ 104775 w 2543175"/>
                <a:gd name="connsiteY11" fmla="*/ 85725 h 1890712"/>
                <a:gd name="connsiteX12" fmla="*/ 114300 w 2543175"/>
                <a:gd name="connsiteY12" fmla="*/ 95250 h 1890712"/>
                <a:gd name="connsiteX13" fmla="*/ 123825 w 2543175"/>
                <a:gd name="connsiteY13" fmla="*/ 97631 h 1890712"/>
                <a:gd name="connsiteX14" fmla="*/ 130969 w 2543175"/>
                <a:gd name="connsiteY14" fmla="*/ 104775 h 1890712"/>
                <a:gd name="connsiteX15" fmla="*/ 140494 w 2543175"/>
                <a:gd name="connsiteY15" fmla="*/ 111919 h 1890712"/>
                <a:gd name="connsiteX16" fmla="*/ 147638 w 2543175"/>
                <a:gd name="connsiteY16" fmla="*/ 116681 h 1890712"/>
                <a:gd name="connsiteX17" fmla="*/ 164307 w 2543175"/>
                <a:gd name="connsiteY17" fmla="*/ 128587 h 1890712"/>
                <a:gd name="connsiteX18" fmla="*/ 180975 w 2543175"/>
                <a:gd name="connsiteY18" fmla="*/ 140494 h 1890712"/>
                <a:gd name="connsiteX19" fmla="*/ 197644 w 2543175"/>
                <a:gd name="connsiteY19" fmla="*/ 152400 h 1890712"/>
                <a:gd name="connsiteX20" fmla="*/ 204788 w 2543175"/>
                <a:gd name="connsiteY20" fmla="*/ 157162 h 1890712"/>
                <a:gd name="connsiteX21" fmla="*/ 214313 w 2543175"/>
                <a:gd name="connsiteY21" fmla="*/ 164306 h 1890712"/>
                <a:gd name="connsiteX22" fmla="*/ 230982 w 2543175"/>
                <a:gd name="connsiteY22" fmla="*/ 180975 h 1890712"/>
                <a:gd name="connsiteX23" fmla="*/ 247650 w 2543175"/>
                <a:gd name="connsiteY23" fmla="*/ 185737 h 1890712"/>
                <a:gd name="connsiteX24" fmla="*/ 300038 w 2543175"/>
                <a:gd name="connsiteY24" fmla="*/ 219075 h 1890712"/>
                <a:gd name="connsiteX25" fmla="*/ 342900 w 2543175"/>
                <a:gd name="connsiteY25" fmla="*/ 254794 h 1890712"/>
                <a:gd name="connsiteX26" fmla="*/ 366713 w 2543175"/>
                <a:gd name="connsiteY26" fmla="*/ 264319 h 1890712"/>
                <a:gd name="connsiteX27" fmla="*/ 371475 w 2543175"/>
                <a:gd name="connsiteY27" fmla="*/ 271462 h 1890712"/>
                <a:gd name="connsiteX28" fmla="*/ 385763 w 2543175"/>
                <a:gd name="connsiteY28" fmla="*/ 283369 h 1890712"/>
                <a:gd name="connsiteX29" fmla="*/ 404813 w 2543175"/>
                <a:gd name="connsiteY29" fmla="*/ 295275 h 1890712"/>
                <a:gd name="connsiteX30" fmla="*/ 411957 w 2543175"/>
                <a:gd name="connsiteY30" fmla="*/ 297656 h 1890712"/>
                <a:gd name="connsiteX31" fmla="*/ 466725 w 2543175"/>
                <a:gd name="connsiteY31" fmla="*/ 328612 h 1890712"/>
                <a:gd name="connsiteX32" fmla="*/ 476250 w 2543175"/>
                <a:gd name="connsiteY32" fmla="*/ 335756 h 1890712"/>
                <a:gd name="connsiteX33" fmla="*/ 481013 w 2543175"/>
                <a:gd name="connsiteY33" fmla="*/ 342900 h 1890712"/>
                <a:gd name="connsiteX34" fmla="*/ 490538 w 2543175"/>
                <a:gd name="connsiteY34" fmla="*/ 352425 h 1890712"/>
                <a:gd name="connsiteX35" fmla="*/ 495300 w 2543175"/>
                <a:gd name="connsiteY35" fmla="*/ 359569 h 1890712"/>
                <a:gd name="connsiteX36" fmla="*/ 509588 w 2543175"/>
                <a:gd name="connsiteY36" fmla="*/ 376237 h 1890712"/>
                <a:gd name="connsiteX37" fmla="*/ 514350 w 2543175"/>
                <a:gd name="connsiteY37" fmla="*/ 383381 h 1890712"/>
                <a:gd name="connsiteX38" fmla="*/ 531019 w 2543175"/>
                <a:gd name="connsiteY38" fmla="*/ 397669 h 1890712"/>
                <a:gd name="connsiteX39" fmla="*/ 538163 w 2543175"/>
                <a:gd name="connsiteY39" fmla="*/ 407194 h 1890712"/>
                <a:gd name="connsiteX40" fmla="*/ 554832 w 2543175"/>
                <a:gd name="connsiteY40" fmla="*/ 421481 h 1890712"/>
                <a:gd name="connsiteX41" fmla="*/ 564357 w 2543175"/>
                <a:gd name="connsiteY41" fmla="*/ 431006 h 1890712"/>
                <a:gd name="connsiteX42" fmla="*/ 573882 w 2543175"/>
                <a:gd name="connsiteY42" fmla="*/ 438150 h 1890712"/>
                <a:gd name="connsiteX43" fmla="*/ 595313 w 2543175"/>
                <a:gd name="connsiteY43" fmla="*/ 454819 h 1890712"/>
                <a:gd name="connsiteX44" fmla="*/ 602457 w 2543175"/>
                <a:gd name="connsiteY44" fmla="*/ 457200 h 1890712"/>
                <a:gd name="connsiteX45" fmla="*/ 628650 w 2543175"/>
                <a:gd name="connsiteY45" fmla="*/ 469106 h 1890712"/>
                <a:gd name="connsiteX46" fmla="*/ 645319 w 2543175"/>
                <a:gd name="connsiteY46" fmla="*/ 483394 h 1890712"/>
                <a:gd name="connsiteX47" fmla="*/ 654844 w 2543175"/>
                <a:gd name="connsiteY47" fmla="*/ 488156 h 1890712"/>
                <a:gd name="connsiteX48" fmla="*/ 661988 w 2543175"/>
                <a:gd name="connsiteY48" fmla="*/ 497681 h 1890712"/>
                <a:gd name="connsiteX49" fmla="*/ 683419 w 2543175"/>
                <a:gd name="connsiteY49" fmla="*/ 514350 h 1890712"/>
                <a:gd name="connsiteX50" fmla="*/ 700088 w 2543175"/>
                <a:gd name="connsiteY50" fmla="*/ 526256 h 1890712"/>
                <a:gd name="connsiteX51" fmla="*/ 709613 w 2543175"/>
                <a:gd name="connsiteY51" fmla="*/ 535781 h 1890712"/>
                <a:gd name="connsiteX52" fmla="*/ 719138 w 2543175"/>
                <a:gd name="connsiteY52" fmla="*/ 542925 h 1890712"/>
                <a:gd name="connsiteX53" fmla="*/ 733425 w 2543175"/>
                <a:gd name="connsiteY53" fmla="*/ 557212 h 1890712"/>
                <a:gd name="connsiteX54" fmla="*/ 750094 w 2543175"/>
                <a:gd name="connsiteY54" fmla="*/ 569119 h 1890712"/>
                <a:gd name="connsiteX55" fmla="*/ 769144 w 2543175"/>
                <a:gd name="connsiteY55" fmla="*/ 581025 h 1890712"/>
                <a:gd name="connsiteX56" fmla="*/ 785813 w 2543175"/>
                <a:gd name="connsiteY56" fmla="*/ 590550 h 1890712"/>
                <a:gd name="connsiteX57" fmla="*/ 792957 w 2543175"/>
                <a:gd name="connsiteY57" fmla="*/ 600075 h 1890712"/>
                <a:gd name="connsiteX58" fmla="*/ 809625 w 2543175"/>
                <a:gd name="connsiteY58" fmla="*/ 611981 h 1890712"/>
                <a:gd name="connsiteX59" fmla="*/ 816769 w 2543175"/>
                <a:gd name="connsiteY59" fmla="*/ 619125 h 1890712"/>
                <a:gd name="connsiteX60" fmla="*/ 826294 w 2543175"/>
                <a:gd name="connsiteY60" fmla="*/ 626269 h 1890712"/>
                <a:gd name="connsiteX61" fmla="*/ 840582 w 2543175"/>
                <a:gd name="connsiteY61" fmla="*/ 638175 h 1890712"/>
                <a:gd name="connsiteX62" fmla="*/ 847725 w 2543175"/>
                <a:gd name="connsiteY62" fmla="*/ 645319 h 1890712"/>
                <a:gd name="connsiteX63" fmla="*/ 857250 w 2543175"/>
                <a:gd name="connsiteY63" fmla="*/ 652462 h 1890712"/>
                <a:gd name="connsiteX64" fmla="*/ 864394 w 2543175"/>
                <a:gd name="connsiteY64" fmla="*/ 657225 h 1890712"/>
                <a:gd name="connsiteX65" fmla="*/ 888207 w 2543175"/>
                <a:gd name="connsiteY65" fmla="*/ 676275 h 1890712"/>
                <a:gd name="connsiteX66" fmla="*/ 895350 w 2543175"/>
                <a:gd name="connsiteY66" fmla="*/ 681037 h 1890712"/>
                <a:gd name="connsiteX67" fmla="*/ 907257 w 2543175"/>
                <a:gd name="connsiteY67" fmla="*/ 683419 h 1890712"/>
                <a:gd name="connsiteX68" fmla="*/ 928688 w 2543175"/>
                <a:gd name="connsiteY68" fmla="*/ 695325 h 1890712"/>
                <a:gd name="connsiteX69" fmla="*/ 942975 w 2543175"/>
                <a:gd name="connsiteY69" fmla="*/ 700087 h 1890712"/>
                <a:gd name="connsiteX70" fmla="*/ 964407 w 2543175"/>
                <a:gd name="connsiteY70" fmla="*/ 716756 h 1890712"/>
                <a:gd name="connsiteX71" fmla="*/ 971550 w 2543175"/>
                <a:gd name="connsiteY71" fmla="*/ 723900 h 1890712"/>
                <a:gd name="connsiteX72" fmla="*/ 983457 w 2543175"/>
                <a:gd name="connsiteY72" fmla="*/ 733425 h 1890712"/>
                <a:gd name="connsiteX73" fmla="*/ 990600 w 2543175"/>
                <a:gd name="connsiteY73" fmla="*/ 738187 h 1890712"/>
                <a:gd name="connsiteX74" fmla="*/ 1007269 w 2543175"/>
                <a:gd name="connsiteY74" fmla="*/ 752475 h 1890712"/>
                <a:gd name="connsiteX75" fmla="*/ 1031082 w 2543175"/>
                <a:gd name="connsiteY75" fmla="*/ 766762 h 1890712"/>
                <a:gd name="connsiteX76" fmla="*/ 1042988 w 2543175"/>
                <a:gd name="connsiteY76" fmla="*/ 773906 h 1890712"/>
                <a:gd name="connsiteX77" fmla="*/ 1071563 w 2543175"/>
                <a:gd name="connsiteY77" fmla="*/ 785812 h 1890712"/>
                <a:gd name="connsiteX78" fmla="*/ 1097757 w 2543175"/>
                <a:gd name="connsiteY78" fmla="*/ 807244 h 1890712"/>
                <a:gd name="connsiteX79" fmla="*/ 1104900 w 2543175"/>
                <a:gd name="connsiteY79" fmla="*/ 814387 h 1890712"/>
                <a:gd name="connsiteX80" fmla="*/ 1121569 w 2543175"/>
                <a:gd name="connsiteY80" fmla="*/ 823912 h 1890712"/>
                <a:gd name="connsiteX81" fmla="*/ 1138238 w 2543175"/>
                <a:gd name="connsiteY81" fmla="*/ 835819 h 1890712"/>
                <a:gd name="connsiteX82" fmla="*/ 1147763 w 2543175"/>
                <a:gd name="connsiteY82" fmla="*/ 842962 h 1890712"/>
                <a:gd name="connsiteX83" fmla="*/ 1157288 w 2543175"/>
                <a:gd name="connsiteY83" fmla="*/ 847725 h 1890712"/>
                <a:gd name="connsiteX84" fmla="*/ 1178719 w 2543175"/>
                <a:gd name="connsiteY84" fmla="*/ 859631 h 1890712"/>
                <a:gd name="connsiteX85" fmla="*/ 1188244 w 2543175"/>
                <a:gd name="connsiteY85" fmla="*/ 866775 h 1890712"/>
                <a:gd name="connsiteX86" fmla="*/ 1195388 w 2543175"/>
                <a:gd name="connsiteY86" fmla="*/ 871537 h 1890712"/>
                <a:gd name="connsiteX87" fmla="*/ 1212057 w 2543175"/>
                <a:gd name="connsiteY87" fmla="*/ 883444 h 1890712"/>
                <a:gd name="connsiteX88" fmla="*/ 1226344 w 2543175"/>
                <a:gd name="connsiteY88" fmla="*/ 895350 h 1890712"/>
                <a:gd name="connsiteX89" fmla="*/ 1245394 w 2543175"/>
                <a:gd name="connsiteY89" fmla="*/ 907256 h 1890712"/>
                <a:gd name="connsiteX90" fmla="*/ 1254919 w 2543175"/>
                <a:gd name="connsiteY90" fmla="*/ 914400 h 1890712"/>
                <a:gd name="connsiteX91" fmla="*/ 1269207 w 2543175"/>
                <a:gd name="connsiteY91" fmla="*/ 921544 h 1890712"/>
                <a:gd name="connsiteX92" fmla="*/ 1290638 w 2543175"/>
                <a:gd name="connsiteY92" fmla="*/ 935831 h 1890712"/>
                <a:gd name="connsiteX93" fmla="*/ 1307307 w 2543175"/>
                <a:gd name="connsiteY93" fmla="*/ 952500 h 1890712"/>
                <a:gd name="connsiteX94" fmla="*/ 1333500 w 2543175"/>
                <a:gd name="connsiteY94" fmla="*/ 971550 h 1890712"/>
                <a:gd name="connsiteX95" fmla="*/ 1359694 w 2543175"/>
                <a:gd name="connsiteY95" fmla="*/ 990600 h 1890712"/>
                <a:gd name="connsiteX96" fmla="*/ 1385888 w 2543175"/>
                <a:gd name="connsiteY96" fmla="*/ 1021557 h 1890712"/>
                <a:gd name="connsiteX97" fmla="*/ 1435894 w 2543175"/>
                <a:gd name="connsiteY97" fmla="*/ 1054894 h 1890712"/>
                <a:gd name="connsiteX98" fmla="*/ 1497806 w 2543175"/>
                <a:gd name="connsiteY98" fmla="*/ 1104900 h 1890712"/>
                <a:gd name="connsiteX99" fmla="*/ 1559718 w 2543175"/>
                <a:gd name="connsiteY99" fmla="*/ 1154906 h 1890712"/>
                <a:gd name="connsiteX100" fmla="*/ 1595438 w 2543175"/>
                <a:gd name="connsiteY100" fmla="*/ 1181100 h 1890712"/>
                <a:gd name="connsiteX101" fmla="*/ 1628775 w 2543175"/>
                <a:gd name="connsiteY101" fmla="*/ 1207294 h 1890712"/>
                <a:gd name="connsiteX102" fmla="*/ 1662113 w 2543175"/>
                <a:gd name="connsiteY102" fmla="*/ 1231107 h 1890712"/>
                <a:gd name="connsiteX103" fmla="*/ 1700213 w 2543175"/>
                <a:gd name="connsiteY103" fmla="*/ 1247775 h 1890712"/>
                <a:gd name="connsiteX104" fmla="*/ 1712119 w 2543175"/>
                <a:gd name="connsiteY104" fmla="*/ 1259681 h 1890712"/>
                <a:gd name="connsiteX105" fmla="*/ 1733550 w 2543175"/>
                <a:gd name="connsiteY105" fmla="*/ 1273969 h 1890712"/>
                <a:gd name="connsiteX106" fmla="*/ 1743075 w 2543175"/>
                <a:gd name="connsiteY106" fmla="*/ 1283494 h 1890712"/>
                <a:gd name="connsiteX107" fmla="*/ 1754982 w 2543175"/>
                <a:gd name="connsiteY107" fmla="*/ 1290637 h 1890712"/>
                <a:gd name="connsiteX108" fmla="*/ 1766888 w 2543175"/>
                <a:gd name="connsiteY108" fmla="*/ 1300162 h 1890712"/>
                <a:gd name="connsiteX109" fmla="*/ 1783557 w 2543175"/>
                <a:gd name="connsiteY109" fmla="*/ 1307306 h 1890712"/>
                <a:gd name="connsiteX110" fmla="*/ 1790700 w 2543175"/>
                <a:gd name="connsiteY110" fmla="*/ 1312069 h 1890712"/>
                <a:gd name="connsiteX111" fmla="*/ 1800225 w 2543175"/>
                <a:gd name="connsiteY111" fmla="*/ 1319212 h 1890712"/>
                <a:gd name="connsiteX112" fmla="*/ 1807369 w 2543175"/>
                <a:gd name="connsiteY112" fmla="*/ 1321594 h 1890712"/>
                <a:gd name="connsiteX113" fmla="*/ 1824038 w 2543175"/>
                <a:gd name="connsiteY113" fmla="*/ 1333500 h 1890712"/>
                <a:gd name="connsiteX114" fmla="*/ 1843088 w 2543175"/>
                <a:gd name="connsiteY114" fmla="*/ 1352550 h 1890712"/>
                <a:gd name="connsiteX115" fmla="*/ 1852613 w 2543175"/>
                <a:gd name="connsiteY115" fmla="*/ 1359694 h 1890712"/>
                <a:gd name="connsiteX116" fmla="*/ 1859757 w 2543175"/>
                <a:gd name="connsiteY116" fmla="*/ 1366837 h 1890712"/>
                <a:gd name="connsiteX117" fmla="*/ 1869282 w 2543175"/>
                <a:gd name="connsiteY117" fmla="*/ 1371600 h 1890712"/>
                <a:gd name="connsiteX118" fmla="*/ 1883569 w 2543175"/>
                <a:gd name="connsiteY118" fmla="*/ 1388269 h 1890712"/>
                <a:gd name="connsiteX119" fmla="*/ 1893094 w 2543175"/>
                <a:gd name="connsiteY119" fmla="*/ 1395412 h 1890712"/>
                <a:gd name="connsiteX120" fmla="*/ 1902619 w 2543175"/>
                <a:gd name="connsiteY120" fmla="*/ 1404937 h 1890712"/>
                <a:gd name="connsiteX121" fmla="*/ 1912144 w 2543175"/>
                <a:gd name="connsiteY121" fmla="*/ 1409700 h 1890712"/>
                <a:gd name="connsiteX122" fmla="*/ 1931194 w 2543175"/>
                <a:gd name="connsiteY122" fmla="*/ 1421606 h 1890712"/>
                <a:gd name="connsiteX123" fmla="*/ 1935957 w 2543175"/>
                <a:gd name="connsiteY123" fmla="*/ 1428750 h 1890712"/>
                <a:gd name="connsiteX124" fmla="*/ 1952625 w 2543175"/>
                <a:gd name="connsiteY124" fmla="*/ 1438275 h 1890712"/>
                <a:gd name="connsiteX125" fmla="*/ 1971675 w 2543175"/>
                <a:gd name="connsiteY125" fmla="*/ 1450181 h 1890712"/>
                <a:gd name="connsiteX126" fmla="*/ 1981200 w 2543175"/>
                <a:gd name="connsiteY126" fmla="*/ 1454944 h 1890712"/>
                <a:gd name="connsiteX127" fmla="*/ 1997869 w 2543175"/>
                <a:gd name="connsiteY127" fmla="*/ 1471612 h 1890712"/>
                <a:gd name="connsiteX128" fmla="*/ 2007394 w 2543175"/>
                <a:gd name="connsiteY128" fmla="*/ 1478756 h 1890712"/>
                <a:gd name="connsiteX129" fmla="*/ 2016919 w 2543175"/>
                <a:gd name="connsiteY129" fmla="*/ 1483519 h 1890712"/>
                <a:gd name="connsiteX130" fmla="*/ 2024063 w 2543175"/>
                <a:gd name="connsiteY130" fmla="*/ 1490662 h 1890712"/>
                <a:gd name="connsiteX131" fmla="*/ 2033588 w 2543175"/>
                <a:gd name="connsiteY131" fmla="*/ 1495425 h 1890712"/>
                <a:gd name="connsiteX132" fmla="*/ 2040732 w 2543175"/>
                <a:gd name="connsiteY132" fmla="*/ 1502569 h 1890712"/>
                <a:gd name="connsiteX133" fmla="*/ 2047875 w 2543175"/>
                <a:gd name="connsiteY133" fmla="*/ 1507331 h 1890712"/>
                <a:gd name="connsiteX134" fmla="*/ 2057400 w 2543175"/>
                <a:gd name="connsiteY134" fmla="*/ 1514475 h 1890712"/>
                <a:gd name="connsiteX135" fmla="*/ 2064544 w 2543175"/>
                <a:gd name="connsiteY135" fmla="*/ 1519237 h 1890712"/>
                <a:gd name="connsiteX136" fmla="*/ 2071688 w 2543175"/>
                <a:gd name="connsiteY136" fmla="*/ 1526381 h 1890712"/>
                <a:gd name="connsiteX137" fmla="*/ 2081213 w 2543175"/>
                <a:gd name="connsiteY137" fmla="*/ 1531144 h 1890712"/>
                <a:gd name="connsiteX138" fmla="*/ 2090738 w 2543175"/>
                <a:gd name="connsiteY138" fmla="*/ 1538287 h 1890712"/>
                <a:gd name="connsiteX139" fmla="*/ 2109788 w 2543175"/>
                <a:gd name="connsiteY139" fmla="*/ 1547812 h 1890712"/>
                <a:gd name="connsiteX140" fmla="*/ 2131219 w 2543175"/>
                <a:gd name="connsiteY140" fmla="*/ 1562100 h 1890712"/>
                <a:gd name="connsiteX141" fmla="*/ 2140744 w 2543175"/>
                <a:gd name="connsiteY141" fmla="*/ 1566862 h 1890712"/>
                <a:gd name="connsiteX142" fmla="*/ 2152650 w 2543175"/>
                <a:gd name="connsiteY142" fmla="*/ 1576387 h 1890712"/>
                <a:gd name="connsiteX143" fmla="*/ 2181225 w 2543175"/>
                <a:gd name="connsiteY143" fmla="*/ 1590675 h 1890712"/>
                <a:gd name="connsiteX144" fmla="*/ 2200275 w 2543175"/>
                <a:gd name="connsiteY144" fmla="*/ 1607344 h 1890712"/>
                <a:gd name="connsiteX145" fmla="*/ 2207419 w 2543175"/>
                <a:gd name="connsiteY145" fmla="*/ 1612106 h 1890712"/>
                <a:gd name="connsiteX146" fmla="*/ 2216944 w 2543175"/>
                <a:gd name="connsiteY146" fmla="*/ 1619250 h 1890712"/>
                <a:gd name="connsiteX147" fmla="*/ 2247900 w 2543175"/>
                <a:gd name="connsiteY147" fmla="*/ 1643062 h 1890712"/>
                <a:gd name="connsiteX148" fmla="*/ 2255044 w 2543175"/>
                <a:gd name="connsiteY148" fmla="*/ 1650206 h 1890712"/>
                <a:gd name="connsiteX149" fmla="*/ 2281238 w 2543175"/>
                <a:gd name="connsiteY149" fmla="*/ 1664494 h 1890712"/>
                <a:gd name="connsiteX150" fmla="*/ 2297907 w 2543175"/>
                <a:gd name="connsiteY150" fmla="*/ 1674019 h 1890712"/>
                <a:gd name="connsiteX151" fmla="*/ 2312194 w 2543175"/>
                <a:gd name="connsiteY151" fmla="*/ 1685925 h 1890712"/>
                <a:gd name="connsiteX152" fmla="*/ 2328863 w 2543175"/>
                <a:gd name="connsiteY152" fmla="*/ 1697831 h 1890712"/>
                <a:gd name="connsiteX153" fmla="*/ 2350294 w 2543175"/>
                <a:gd name="connsiteY153" fmla="*/ 1712119 h 1890712"/>
                <a:gd name="connsiteX154" fmla="*/ 2428876 w 2543175"/>
                <a:gd name="connsiteY154" fmla="*/ 1785938 h 1890712"/>
                <a:gd name="connsiteX155" fmla="*/ 2481263 w 2543175"/>
                <a:gd name="connsiteY155" fmla="*/ 1795462 h 1890712"/>
                <a:gd name="connsiteX156" fmla="*/ 2486025 w 2543175"/>
                <a:gd name="connsiteY156" fmla="*/ 1802606 h 1890712"/>
                <a:gd name="connsiteX157" fmla="*/ 2514600 w 2543175"/>
                <a:gd name="connsiteY157" fmla="*/ 1850231 h 1890712"/>
                <a:gd name="connsiteX158" fmla="*/ 2519363 w 2543175"/>
                <a:gd name="connsiteY158" fmla="*/ 1857375 h 1890712"/>
                <a:gd name="connsiteX159" fmla="*/ 2540794 w 2543175"/>
                <a:gd name="connsiteY159" fmla="*/ 1883569 h 1890712"/>
                <a:gd name="connsiteX160" fmla="*/ 2543175 w 2543175"/>
                <a:gd name="connsiteY160" fmla="*/ 1890712 h 1890712"/>
                <a:gd name="connsiteX0" fmla="*/ 0 w 2543175"/>
                <a:gd name="connsiteY0" fmla="*/ 0 h 1890712"/>
                <a:gd name="connsiteX1" fmla="*/ 11907 w 2543175"/>
                <a:gd name="connsiteY1" fmla="*/ 11906 h 1890712"/>
                <a:gd name="connsiteX2" fmla="*/ 21432 w 2543175"/>
                <a:gd name="connsiteY2" fmla="*/ 16669 h 1890712"/>
                <a:gd name="connsiteX3" fmla="*/ 23813 w 2543175"/>
                <a:gd name="connsiteY3" fmla="*/ 23812 h 1890712"/>
                <a:gd name="connsiteX4" fmla="*/ 33338 w 2543175"/>
                <a:gd name="connsiteY4" fmla="*/ 33337 h 1890712"/>
                <a:gd name="connsiteX5" fmla="*/ 40482 w 2543175"/>
                <a:gd name="connsiteY5" fmla="*/ 42862 h 1890712"/>
                <a:gd name="connsiteX6" fmla="*/ 47625 w 2543175"/>
                <a:gd name="connsiteY6" fmla="*/ 47625 h 1890712"/>
                <a:gd name="connsiteX7" fmla="*/ 57150 w 2543175"/>
                <a:gd name="connsiteY7" fmla="*/ 54769 h 1890712"/>
                <a:gd name="connsiteX8" fmla="*/ 64294 w 2543175"/>
                <a:gd name="connsiteY8" fmla="*/ 59531 h 1890712"/>
                <a:gd name="connsiteX9" fmla="*/ 83344 w 2543175"/>
                <a:gd name="connsiteY9" fmla="*/ 73819 h 1890712"/>
                <a:gd name="connsiteX10" fmla="*/ 97632 w 2543175"/>
                <a:gd name="connsiteY10" fmla="*/ 80962 h 1890712"/>
                <a:gd name="connsiteX11" fmla="*/ 104775 w 2543175"/>
                <a:gd name="connsiteY11" fmla="*/ 85725 h 1890712"/>
                <a:gd name="connsiteX12" fmla="*/ 114300 w 2543175"/>
                <a:gd name="connsiteY12" fmla="*/ 95250 h 1890712"/>
                <a:gd name="connsiteX13" fmla="*/ 123825 w 2543175"/>
                <a:gd name="connsiteY13" fmla="*/ 97631 h 1890712"/>
                <a:gd name="connsiteX14" fmla="*/ 130969 w 2543175"/>
                <a:gd name="connsiteY14" fmla="*/ 104775 h 1890712"/>
                <a:gd name="connsiteX15" fmla="*/ 140494 w 2543175"/>
                <a:gd name="connsiteY15" fmla="*/ 111919 h 1890712"/>
                <a:gd name="connsiteX16" fmla="*/ 147638 w 2543175"/>
                <a:gd name="connsiteY16" fmla="*/ 116681 h 1890712"/>
                <a:gd name="connsiteX17" fmla="*/ 164307 w 2543175"/>
                <a:gd name="connsiteY17" fmla="*/ 128587 h 1890712"/>
                <a:gd name="connsiteX18" fmla="*/ 180975 w 2543175"/>
                <a:gd name="connsiteY18" fmla="*/ 140494 h 1890712"/>
                <a:gd name="connsiteX19" fmla="*/ 197644 w 2543175"/>
                <a:gd name="connsiteY19" fmla="*/ 152400 h 1890712"/>
                <a:gd name="connsiteX20" fmla="*/ 204788 w 2543175"/>
                <a:gd name="connsiteY20" fmla="*/ 157162 h 1890712"/>
                <a:gd name="connsiteX21" fmla="*/ 214313 w 2543175"/>
                <a:gd name="connsiteY21" fmla="*/ 164306 h 1890712"/>
                <a:gd name="connsiteX22" fmla="*/ 230982 w 2543175"/>
                <a:gd name="connsiteY22" fmla="*/ 180975 h 1890712"/>
                <a:gd name="connsiteX23" fmla="*/ 247650 w 2543175"/>
                <a:gd name="connsiteY23" fmla="*/ 185737 h 1890712"/>
                <a:gd name="connsiteX24" fmla="*/ 300038 w 2543175"/>
                <a:gd name="connsiteY24" fmla="*/ 219075 h 1890712"/>
                <a:gd name="connsiteX25" fmla="*/ 342900 w 2543175"/>
                <a:gd name="connsiteY25" fmla="*/ 254794 h 1890712"/>
                <a:gd name="connsiteX26" fmla="*/ 366713 w 2543175"/>
                <a:gd name="connsiteY26" fmla="*/ 264319 h 1890712"/>
                <a:gd name="connsiteX27" fmla="*/ 371475 w 2543175"/>
                <a:gd name="connsiteY27" fmla="*/ 271462 h 1890712"/>
                <a:gd name="connsiteX28" fmla="*/ 385763 w 2543175"/>
                <a:gd name="connsiteY28" fmla="*/ 283369 h 1890712"/>
                <a:gd name="connsiteX29" fmla="*/ 404813 w 2543175"/>
                <a:gd name="connsiteY29" fmla="*/ 295275 h 1890712"/>
                <a:gd name="connsiteX30" fmla="*/ 411957 w 2543175"/>
                <a:gd name="connsiteY30" fmla="*/ 297656 h 1890712"/>
                <a:gd name="connsiteX31" fmla="*/ 466725 w 2543175"/>
                <a:gd name="connsiteY31" fmla="*/ 328612 h 1890712"/>
                <a:gd name="connsiteX32" fmla="*/ 476250 w 2543175"/>
                <a:gd name="connsiteY32" fmla="*/ 335756 h 1890712"/>
                <a:gd name="connsiteX33" fmla="*/ 481013 w 2543175"/>
                <a:gd name="connsiteY33" fmla="*/ 342900 h 1890712"/>
                <a:gd name="connsiteX34" fmla="*/ 490538 w 2543175"/>
                <a:gd name="connsiteY34" fmla="*/ 352425 h 1890712"/>
                <a:gd name="connsiteX35" fmla="*/ 495300 w 2543175"/>
                <a:gd name="connsiteY35" fmla="*/ 359569 h 1890712"/>
                <a:gd name="connsiteX36" fmla="*/ 509588 w 2543175"/>
                <a:gd name="connsiteY36" fmla="*/ 376237 h 1890712"/>
                <a:gd name="connsiteX37" fmla="*/ 514350 w 2543175"/>
                <a:gd name="connsiteY37" fmla="*/ 383381 h 1890712"/>
                <a:gd name="connsiteX38" fmla="*/ 531019 w 2543175"/>
                <a:gd name="connsiteY38" fmla="*/ 397669 h 1890712"/>
                <a:gd name="connsiteX39" fmla="*/ 538163 w 2543175"/>
                <a:gd name="connsiteY39" fmla="*/ 407194 h 1890712"/>
                <a:gd name="connsiteX40" fmla="*/ 554832 w 2543175"/>
                <a:gd name="connsiteY40" fmla="*/ 421481 h 1890712"/>
                <a:gd name="connsiteX41" fmla="*/ 564357 w 2543175"/>
                <a:gd name="connsiteY41" fmla="*/ 431006 h 1890712"/>
                <a:gd name="connsiteX42" fmla="*/ 573882 w 2543175"/>
                <a:gd name="connsiteY42" fmla="*/ 438150 h 1890712"/>
                <a:gd name="connsiteX43" fmla="*/ 595313 w 2543175"/>
                <a:gd name="connsiteY43" fmla="*/ 454819 h 1890712"/>
                <a:gd name="connsiteX44" fmla="*/ 602457 w 2543175"/>
                <a:gd name="connsiteY44" fmla="*/ 457200 h 1890712"/>
                <a:gd name="connsiteX45" fmla="*/ 628650 w 2543175"/>
                <a:gd name="connsiteY45" fmla="*/ 469106 h 1890712"/>
                <a:gd name="connsiteX46" fmla="*/ 645319 w 2543175"/>
                <a:gd name="connsiteY46" fmla="*/ 483394 h 1890712"/>
                <a:gd name="connsiteX47" fmla="*/ 654844 w 2543175"/>
                <a:gd name="connsiteY47" fmla="*/ 488156 h 1890712"/>
                <a:gd name="connsiteX48" fmla="*/ 661988 w 2543175"/>
                <a:gd name="connsiteY48" fmla="*/ 497681 h 1890712"/>
                <a:gd name="connsiteX49" fmla="*/ 683419 w 2543175"/>
                <a:gd name="connsiteY49" fmla="*/ 514350 h 1890712"/>
                <a:gd name="connsiteX50" fmla="*/ 700088 w 2543175"/>
                <a:gd name="connsiteY50" fmla="*/ 526256 h 1890712"/>
                <a:gd name="connsiteX51" fmla="*/ 709613 w 2543175"/>
                <a:gd name="connsiteY51" fmla="*/ 535781 h 1890712"/>
                <a:gd name="connsiteX52" fmla="*/ 719138 w 2543175"/>
                <a:gd name="connsiteY52" fmla="*/ 542925 h 1890712"/>
                <a:gd name="connsiteX53" fmla="*/ 733425 w 2543175"/>
                <a:gd name="connsiteY53" fmla="*/ 557212 h 1890712"/>
                <a:gd name="connsiteX54" fmla="*/ 750094 w 2543175"/>
                <a:gd name="connsiteY54" fmla="*/ 569119 h 1890712"/>
                <a:gd name="connsiteX55" fmla="*/ 769144 w 2543175"/>
                <a:gd name="connsiteY55" fmla="*/ 581025 h 1890712"/>
                <a:gd name="connsiteX56" fmla="*/ 785813 w 2543175"/>
                <a:gd name="connsiteY56" fmla="*/ 590550 h 1890712"/>
                <a:gd name="connsiteX57" fmla="*/ 792957 w 2543175"/>
                <a:gd name="connsiteY57" fmla="*/ 600075 h 1890712"/>
                <a:gd name="connsiteX58" fmla="*/ 809625 w 2543175"/>
                <a:gd name="connsiteY58" fmla="*/ 611981 h 1890712"/>
                <a:gd name="connsiteX59" fmla="*/ 816769 w 2543175"/>
                <a:gd name="connsiteY59" fmla="*/ 619125 h 1890712"/>
                <a:gd name="connsiteX60" fmla="*/ 826294 w 2543175"/>
                <a:gd name="connsiteY60" fmla="*/ 626269 h 1890712"/>
                <a:gd name="connsiteX61" fmla="*/ 840582 w 2543175"/>
                <a:gd name="connsiteY61" fmla="*/ 638175 h 1890712"/>
                <a:gd name="connsiteX62" fmla="*/ 847725 w 2543175"/>
                <a:gd name="connsiteY62" fmla="*/ 645319 h 1890712"/>
                <a:gd name="connsiteX63" fmla="*/ 857250 w 2543175"/>
                <a:gd name="connsiteY63" fmla="*/ 652462 h 1890712"/>
                <a:gd name="connsiteX64" fmla="*/ 864394 w 2543175"/>
                <a:gd name="connsiteY64" fmla="*/ 657225 h 1890712"/>
                <a:gd name="connsiteX65" fmla="*/ 888207 w 2543175"/>
                <a:gd name="connsiteY65" fmla="*/ 676275 h 1890712"/>
                <a:gd name="connsiteX66" fmla="*/ 895350 w 2543175"/>
                <a:gd name="connsiteY66" fmla="*/ 681037 h 1890712"/>
                <a:gd name="connsiteX67" fmla="*/ 907257 w 2543175"/>
                <a:gd name="connsiteY67" fmla="*/ 683419 h 1890712"/>
                <a:gd name="connsiteX68" fmla="*/ 928688 w 2543175"/>
                <a:gd name="connsiteY68" fmla="*/ 695325 h 1890712"/>
                <a:gd name="connsiteX69" fmla="*/ 942975 w 2543175"/>
                <a:gd name="connsiteY69" fmla="*/ 700087 h 1890712"/>
                <a:gd name="connsiteX70" fmla="*/ 964407 w 2543175"/>
                <a:gd name="connsiteY70" fmla="*/ 716756 h 1890712"/>
                <a:gd name="connsiteX71" fmla="*/ 971550 w 2543175"/>
                <a:gd name="connsiteY71" fmla="*/ 723900 h 1890712"/>
                <a:gd name="connsiteX72" fmla="*/ 983457 w 2543175"/>
                <a:gd name="connsiteY72" fmla="*/ 733425 h 1890712"/>
                <a:gd name="connsiteX73" fmla="*/ 990600 w 2543175"/>
                <a:gd name="connsiteY73" fmla="*/ 738187 h 1890712"/>
                <a:gd name="connsiteX74" fmla="*/ 1007269 w 2543175"/>
                <a:gd name="connsiteY74" fmla="*/ 752475 h 1890712"/>
                <a:gd name="connsiteX75" fmla="*/ 1031082 w 2543175"/>
                <a:gd name="connsiteY75" fmla="*/ 766762 h 1890712"/>
                <a:gd name="connsiteX76" fmla="*/ 1042988 w 2543175"/>
                <a:gd name="connsiteY76" fmla="*/ 773906 h 1890712"/>
                <a:gd name="connsiteX77" fmla="*/ 1071563 w 2543175"/>
                <a:gd name="connsiteY77" fmla="*/ 785812 h 1890712"/>
                <a:gd name="connsiteX78" fmla="*/ 1097757 w 2543175"/>
                <a:gd name="connsiteY78" fmla="*/ 807244 h 1890712"/>
                <a:gd name="connsiteX79" fmla="*/ 1104900 w 2543175"/>
                <a:gd name="connsiteY79" fmla="*/ 814387 h 1890712"/>
                <a:gd name="connsiteX80" fmla="*/ 1121569 w 2543175"/>
                <a:gd name="connsiteY80" fmla="*/ 823912 h 1890712"/>
                <a:gd name="connsiteX81" fmla="*/ 1138238 w 2543175"/>
                <a:gd name="connsiteY81" fmla="*/ 835819 h 1890712"/>
                <a:gd name="connsiteX82" fmla="*/ 1147763 w 2543175"/>
                <a:gd name="connsiteY82" fmla="*/ 842962 h 1890712"/>
                <a:gd name="connsiteX83" fmla="*/ 1157288 w 2543175"/>
                <a:gd name="connsiteY83" fmla="*/ 847725 h 1890712"/>
                <a:gd name="connsiteX84" fmla="*/ 1178719 w 2543175"/>
                <a:gd name="connsiteY84" fmla="*/ 859631 h 1890712"/>
                <a:gd name="connsiteX85" fmla="*/ 1188244 w 2543175"/>
                <a:gd name="connsiteY85" fmla="*/ 866775 h 1890712"/>
                <a:gd name="connsiteX86" fmla="*/ 1195388 w 2543175"/>
                <a:gd name="connsiteY86" fmla="*/ 871537 h 1890712"/>
                <a:gd name="connsiteX87" fmla="*/ 1212057 w 2543175"/>
                <a:gd name="connsiteY87" fmla="*/ 883444 h 1890712"/>
                <a:gd name="connsiteX88" fmla="*/ 1226344 w 2543175"/>
                <a:gd name="connsiteY88" fmla="*/ 895350 h 1890712"/>
                <a:gd name="connsiteX89" fmla="*/ 1245394 w 2543175"/>
                <a:gd name="connsiteY89" fmla="*/ 907256 h 1890712"/>
                <a:gd name="connsiteX90" fmla="*/ 1254919 w 2543175"/>
                <a:gd name="connsiteY90" fmla="*/ 914400 h 1890712"/>
                <a:gd name="connsiteX91" fmla="*/ 1269207 w 2543175"/>
                <a:gd name="connsiteY91" fmla="*/ 921544 h 1890712"/>
                <a:gd name="connsiteX92" fmla="*/ 1290638 w 2543175"/>
                <a:gd name="connsiteY92" fmla="*/ 935831 h 1890712"/>
                <a:gd name="connsiteX93" fmla="*/ 1307307 w 2543175"/>
                <a:gd name="connsiteY93" fmla="*/ 952500 h 1890712"/>
                <a:gd name="connsiteX94" fmla="*/ 1333500 w 2543175"/>
                <a:gd name="connsiteY94" fmla="*/ 971550 h 1890712"/>
                <a:gd name="connsiteX95" fmla="*/ 1359694 w 2543175"/>
                <a:gd name="connsiteY95" fmla="*/ 990600 h 1890712"/>
                <a:gd name="connsiteX96" fmla="*/ 1385888 w 2543175"/>
                <a:gd name="connsiteY96" fmla="*/ 1021557 h 1890712"/>
                <a:gd name="connsiteX97" fmla="*/ 1435894 w 2543175"/>
                <a:gd name="connsiteY97" fmla="*/ 1054894 h 1890712"/>
                <a:gd name="connsiteX98" fmla="*/ 1497806 w 2543175"/>
                <a:gd name="connsiteY98" fmla="*/ 1104900 h 1890712"/>
                <a:gd name="connsiteX99" fmla="*/ 1559718 w 2543175"/>
                <a:gd name="connsiteY99" fmla="*/ 1154906 h 1890712"/>
                <a:gd name="connsiteX100" fmla="*/ 1595438 w 2543175"/>
                <a:gd name="connsiteY100" fmla="*/ 1181100 h 1890712"/>
                <a:gd name="connsiteX101" fmla="*/ 1628775 w 2543175"/>
                <a:gd name="connsiteY101" fmla="*/ 1207294 h 1890712"/>
                <a:gd name="connsiteX102" fmla="*/ 1662113 w 2543175"/>
                <a:gd name="connsiteY102" fmla="*/ 1231107 h 1890712"/>
                <a:gd name="connsiteX103" fmla="*/ 1700213 w 2543175"/>
                <a:gd name="connsiteY103" fmla="*/ 1247775 h 1890712"/>
                <a:gd name="connsiteX104" fmla="*/ 1712119 w 2543175"/>
                <a:gd name="connsiteY104" fmla="*/ 1259681 h 1890712"/>
                <a:gd name="connsiteX105" fmla="*/ 1733550 w 2543175"/>
                <a:gd name="connsiteY105" fmla="*/ 1273969 h 1890712"/>
                <a:gd name="connsiteX106" fmla="*/ 1743075 w 2543175"/>
                <a:gd name="connsiteY106" fmla="*/ 1283494 h 1890712"/>
                <a:gd name="connsiteX107" fmla="*/ 1754982 w 2543175"/>
                <a:gd name="connsiteY107" fmla="*/ 1290637 h 1890712"/>
                <a:gd name="connsiteX108" fmla="*/ 1766888 w 2543175"/>
                <a:gd name="connsiteY108" fmla="*/ 1300162 h 1890712"/>
                <a:gd name="connsiteX109" fmla="*/ 1783557 w 2543175"/>
                <a:gd name="connsiteY109" fmla="*/ 1307306 h 1890712"/>
                <a:gd name="connsiteX110" fmla="*/ 1790700 w 2543175"/>
                <a:gd name="connsiteY110" fmla="*/ 1312069 h 1890712"/>
                <a:gd name="connsiteX111" fmla="*/ 1800225 w 2543175"/>
                <a:gd name="connsiteY111" fmla="*/ 1319212 h 1890712"/>
                <a:gd name="connsiteX112" fmla="*/ 1807369 w 2543175"/>
                <a:gd name="connsiteY112" fmla="*/ 1321594 h 1890712"/>
                <a:gd name="connsiteX113" fmla="*/ 1824038 w 2543175"/>
                <a:gd name="connsiteY113" fmla="*/ 1333500 h 1890712"/>
                <a:gd name="connsiteX114" fmla="*/ 1843088 w 2543175"/>
                <a:gd name="connsiteY114" fmla="*/ 1352550 h 1890712"/>
                <a:gd name="connsiteX115" fmla="*/ 1852613 w 2543175"/>
                <a:gd name="connsiteY115" fmla="*/ 1359694 h 1890712"/>
                <a:gd name="connsiteX116" fmla="*/ 1859757 w 2543175"/>
                <a:gd name="connsiteY116" fmla="*/ 1366837 h 1890712"/>
                <a:gd name="connsiteX117" fmla="*/ 1869282 w 2543175"/>
                <a:gd name="connsiteY117" fmla="*/ 1371600 h 1890712"/>
                <a:gd name="connsiteX118" fmla="*/ 1883569 w 2543175"/>
                <a:gd name="connsiteY118" fmla="*/ 1388269 h 1890712"/>
                <a:gd name="connsiteX119" fmla="*/ 1893094 w 2543175"/>
                <a:gd name="connsiteY119" fmla="*/ 1395412 h 1890712"/>
                <a:gd name="connsiteX120" fmla="*/ 1902619 w 2543175"/>
                <a:gd name="connsiteY120" fmla="*/ 1404937 h 1890712"/>
                <a:gd name="connsiteX121" fmla="*/ 1912144 w 2543175"/>
                <a:gd name="connsiteY121" fmla="*/ 1409700 h 1890712"/>
                <a:gd name="connsiteX122" fmla="*/ 1931194 w 2543175"/>
                <a:gd name="connsiteY122" fmla="*/ 1421606 h 1890712"/>
                <a:gd name="connsiteX123" fmla="*/ 1935957 w 2543175"/>
                <a:gd name="connsiteY123" fmla="*/ 1428750 h 1890712"/>
                <a:gd name="connsiteX124" fmla="*/ 1952625 w 2543175"/>
                <a:gd name="connsiteY124" fmla="*/ 1438275 h 1890712"/>
                <a:gd name="connsiteX125" fmla="*/ 1971675 w 2543175"/>
                <a:gd name="connsiteY125" fmla="*/ 1450181 h 1890712"/>
                <a:gd name="connsiteX126" fmla="*/ 1981200 w 2543175"/>
                <a:gd name="connsiteY126" fmla="*/ 1454944 h 1890712"/>
                <a:gd name="connsiteX127" fmla="*/ 1997869 w 2543175"/>
                <a:gd name="connsiteY127" fmla="*/ 1471612 h 1890712"/>
                <a:gd name="connsiteX128" fmla="*/ 2007394 w 2543175"/>
                <a:gd name="connsiteY128" fmla="*/ 1478756 h 1890712"/>
                <a:gd name="connsiteX129" fmla="*/ 2016919 w 2543175"/>
                <a:gd name="connsiteY129" fmla="*/ 1483519 h 1890712"/>
                <a:gd name="connsiteX130" fmla="*/ 2024063 w 2543175"/>
                <a:gd name="connsiteY130" fmla="*/ 1490662 h 1890712"/>
                <a:gd name="connsiteX131" fmla="*/ 2033588 w 2543175"/>
                <a:gd name="connsiteY131" fmla="*/ 1495425 h 1890712"/>
                <a:gd name="connsiteX132" fmla="*/ 2040732 w 2543175"/>
                <a:gd name="connsiteY132" fmla="*/ 1502569 h 1890712"/>
                <a:gd name="connsiteX133" fmla="*/ 2047875 w 2543175"/>
                <a:gd name="connsiteY133" fmla="*/ 1507331 h 1890712"/>
                <a:gd name="connsiteX134" fmla="*/ 2057400 w 2543175"/>
                <a:gd name="connsiteY134" fmla="*/ 1514475 h 1890712"/>
                <a:gd name="connsiteX135" fmla="*/ 2064544 w 2543175"/>
                <a:gd name="connsiteY135" fmla="*/ 1519237 h 1890712"/>
                <a:gd name="connsiteX136" fmla="*/ 2071688 w 2543175"/>
                <a:gd name="connsiteY136" fmla="*/ 1526381 h 1890712"/>
                <a:gd name="connsiteX137" fmla="*/ 2081213 w 2543175"/>
                <a:gd name="connsiteY137" fmla="*/ 1531144 h 1890712"/>
                <a:gd name="connsiteX138" fmla="*/ 2090738 w 2543175"/>
                <a:gd name="connsiteY138" fmla="*/ 1538287 h 1890712"/>
                <a:gd name="connsiteX139" fmla="*/ 2109788 w 2543175"/>
                <a:gd name="connsiteY139" fmla="*/ 1547812 h 1890712"/>
                <a:gd name="connsiteX140" fmla="*/ 2131219 w 2543175"/>
                <a:gd name="connsiteY140" fmla="*/ 1562100 h 1890712"/>
                <a:gd name="connsiteX141" fmla="*/ 2140744 w 2543175"/>
                <a:gd name="connsiteY141" fmla="*/ 1566862 h 1890712"/>
                <a:gd name="connsiteX142" fmla="*/ 2152650 w 2543175"/>
                <a:gd name="connsiteY142" fmla="*/ 1576387 h 1890712"/>
                <a:gd name="connsiteX143" fmla="*/ 2181225 w 2543175"/>
                <a:gd name="connsiteY143" fmla="*/ 1590675 h 1890712"/>
                <a:gd name="connsiteX144" fmla="*/ 2200275 w 2543175"/>
                <a:gd name="connsiteY144" fmla="*/ 1607344 h 1890712"/>
                <a:gd name="connsiteX145" fmla="*/ 2207419 w 2543175"/>
                <a:gd name="connsiteY145" fmla="*/ 1612106 h 1890712"/>
                <a:gd name="connsiteX146" fmla="*/ 2216944 w 2543175"/>
                <a:gd name="connsiteY146" fmla="*/ 1619250 h 1890712"/>
                <a:gd name="connsiteX147" fmla="*/ 2247900 w 2543175"/>
                <a:gd name="connsiteY147" fmla="*/ 1643062 h 1890712"/>
                <a:gd name="connsiteX148" fmla="*/ 2255044 w 2543175"/>
                <a:gd name="connsiteY148" fmla="*/ 1650206 h 1890712"/>
                <a:gd name="connsiteX149" fmla="*/ 2281238 w 2543175"/>
                <a:gd name="connsiteY149" fmla="*/ 1664494 h 1890712"/>
                <a:gd name="connsiteX150" fmla="*/ 2297907 w 2543175"/>
                <a:gd name="connsiteY150" fmla="*/ 1674019 h 1890712"/>
                <a:gd name="connsiteX151" fmla="*/ 2312194 w 2543175"/>
                <a:gd name="connsiteY151" fmla="*/ 1685925 h 1890712"/>
                <a:gd name="connsiteX152" fmla="*/ 2328863 w 2543175"/>
                <a:gd name="connsiteY152" fmla="*/ 1697831 h 1890712"/>
                <a:gd name="connsiteX153" fmla="*/ 2350294 w 2543175"/>
                <a:gd name="connsiteY153" fmla="*/ 1712119 h 1890712"/>
                <a:gd name="connsiteX154" fmla="*/ 2428876 w 2543175"/>
                <a:gd name="connsiteY154" fmla="*/ 1785938 h 1890712"/>
                <a:gd name="connsiteX155" fmla="*/ 2481263 w 2543175"/>
                <a:gd name="connsiteY155" fmla="*/ 1795462 h 1890712"/>
                <a:gd name="connsiteX156" fmla="*/ 2514600 w 2543175"/>
                <a:gd name="connsiteY156" fmla="*/ 1850231 h 1890712"/>
                <a:gd name="connsiteX157" fmla="*/ 2519363 w 2543175"/>
                <a:gd name="connsiteY157" fmla="*/ 1857375 h 1890712"/>
                <a:gd name="connsiteX158" fmla="*/ 2540794 w 2543175"/>
                <a:gd name="connsiteY158" fmla="*/ 1883569 h 1890712"/>
                <a:gd name="connsiteX159" fmla="*/ 2543175 w 2543175"/>
                <a:gd name="connsiteY159" fmla="*/ 1890712 h 1890712"/>
                <a:gd name="connsiteX0" fmla="*/ 0 w 2543175"/>
                <a:gd name="connsiteY0" fmla="*/ 0 h 1890712"/>
                <a:gd name="connsiteX1" fmla="*/ 11907 w 2543175"/>
                <a:gd name="connsiteY1" fmla="*/ 11906 h 1890712"/>
                <a:gd name="connsiteX2" fmla="*/ 21432 w 2543175"/>
                <a:gd name="connsiteY2" fmla="*/ 16669 h 1890712"/>
                <a:gd name="connsiteX3" fmla="*/ 23813 w 2543175"/>
                <a:gd name="connsiteY3" fmla="*/ 23812 h 1890712"/>
                <a:gd name="connsiteX4" fmla="*/ 33338 w 2543175"/>
                <a:gd name="connsiteY4" fmla="*/ 33337 h 1890712"/>
                <a:gd name="connsiteX5" fmla="*/ 40482 w 2543175"/>
                <a:gd name="connsiteY5" fmla="*/ 42862 h 1890712"/>
                <a:gd name="connsiteX6" fmla="*/ 47625 w 2543175"/>
                <a:gd name="connsiteY6" fmla="*/ 47625 h 1890712"/>
                <a:gd name="connsiteX7" fmla="*/ 57150 w 2543175"/>
                <a:gd name="connsiteY7" fmla="*/ 54769 h 1890712"/>
                <a:gd name="connsiteX8" fmla="*/ 64294 w 2543175"/>
                <a:gd name="connsiteY8" fmla="*/ 59531 h 1890712"/>
                <a:gd name="connsiteX9" fmla="*/ 83344 w 2543175"/>
                <a:gd name="connsiteY9" fmla="*/ 73819 h 1890712"/>
                <a:gd name="connsiteX10" fmla="*/ 97632 w 2543175"/>
                <a:gd name="connsiteY10" fmla="*/ 80962 h 1890712"/>
                <a:gd name="connsiteX11" fmla="*/ 104775 w 2543175"/>
                <a:gd name="connsiteY11" fmla="*/ 85725 h 1890712"/>
                <a:gd name="connsiteX12" fmla="*/ 114300 w 2543175"/>
                <a:gd name="connsiteY12" fmla="*/ 95250 h 1890712"/>
                <a:gd name="connsiteX13" fmla="*/ 123825 w 2543175"/>
                <a:gd name="connsiteY13" fmla="*/ 97631 h 1890712"/>
                <a:gd name="connsiteX14" fmla="*/ 130969 w 2543175"/>
                <a:gd name="connsiteY14" fmla="*/ 104775 h 1890712"/>
                <a:gd name="connsiteX15" fmla="*/ 140494 w 2543175"/>
                <a:gd name="connsiteY15" fmla="*/ 111919 h 1890712"/>
                <a:gd name="connsiteX16" fmla="*/ 147638 w 2543175"/>
                <a:gd name="connsiteY16" fmla="*/ 116681 h 1890712"/>
                <a:gd name="connsiteX17" fmla="*/ 164307 w 2543175"/>
                <a:gd name="connsiteY17" fmla="*/ 128587 h 1890712"/>
                <a:gd name="connsiteX18" fmla="*/ 180975 w 2543175"/>
                <a:gd name="connsiteY18" fmla="*/ 140494 h 1890712"/>
                <a:gd name="connsiteX19" fmla="*/ 197644 w 2543175"/>
                <a:gd name="connsiteY19" fmla="*/ 152400 h 1890712"/>
                <a:gd name="connsiteX20" fmla="*/ 204788 w 2543175"/>
                <a:gd name="connsiteY20" fmla="*/ 157162 h 1890712"/>
                <a:gd name="connsiteX21" fmla="*/ 214313 w 2543175"/>
                <a:gd name="connsiteY21" fmla="*/ 164306 h 1890712"/>
                <a:gd name="connsiteX22" fmla="*/ 230982 w 2543175"/>
                <a:gd name="connsiteY22" fmla="*/ 180975 h 1890712"/>
                <a:gd name="connsiteX23" fmla="*/ 247650 w 2543175"/>
                <a:gd name="connsiteY23" fmla="*/ 185737 h 1890712"/>
                <a:gd name="connsiteX24" fmla="*/ 300038 w 2543175"/>
                <a:gd name="connsiteY24" fmla="*/ 219075 h 1890712"/>
                <a:gd name="connsiteX25" fmla="*/ 342900 w 2543175"/>
                <a:gd name="connsiteY25" fmla="*/ 254794 h 1890712"/>
                <a:gd name="connsiteX26" fmla="*/ 366713 w 2543175"/>
                <a:gd name="connsiteY26" fmla="*/ 264319 h 1890712"/>
                <a:gd name="connsiteX27" fmla="*/ 371475 w 2543175"/>
                <a:gd name="connsiteY27" fmla="*/ 271462 h 1890712"/>
                <a:gd name="connsiteX28" fmla="*/ 385763 w 2543175"/>
                <a:gd name="connsiteY28" fmla="*/ 283369 h 1890712"/>
                <a:gd name="connsiteX29" fmla="*/ 404813 w 2543175"/>
                <a:gd name="connsiteY29" fmla="*/ 295275 h 1890712"/>
                <a:gd name="connsiteX30" fmla="*/ 411957 w 2543175"/>
                <a:gd name="connsiteY30" fmla="*/ 297656 h 1890712"/>
                <a:gd name="connsiteX31" fmla="*/ 466725 w 2543175"/>
                <a:gd name="connsiteY31" fmla="*/ 328612 h 1890712"/>
                <a:gd name="connsiteX32" fmla="*/ 476250 w 2543175"/>
                <a:gd name="connsiteY32" fmla="*/ 335756 h 1890712"/>
                <a:gd name="connsiteX33" fmla="*/ 481013 w 2543175"/>
                <a:gd name="connsiteY33" fmla="*/ 342900 h 1890712"/>
                <a:gd name="connsiteX34" fmla="*/ 490538 w 2543175"/>
                <a:gd name="connsiteY34" fmla="*/ 352425 h 1890712"/>
                <a:gd name="connsiteX35" fmla="*/ 495300 w 2543175"/>
                <a:gd name="connsiteY35" fmla="*/ 359569 h 1890712"/>
                <a:gd name="connsiteX36" fmla="*/ 509588 w 2543175"/>
                <a:gd name="connsiteY36" fmla="*/ 376237 h 1890712"/>
                <a:gd name="connsiteX37" fmla="*/ 514350 w 2543175"/>
                <a:gd name="connsiteY37" fmla="*/ 383381 h 1890712"/>
                <a:gd name="connsiteX38" fmla="*/ 531019 w 2543175"/>
                <a:gd name="connsiteY38" fmla="*/ 397669 h 1890712"/>
                <a:gd name="connsiteX39" fmla="*/ 538163 w 2543175"/>
                <a:gd name="connsiteY39" fmla="*/ 407194 h 1890712"/>
                <a:gd name="connsiteX40" fmla="*/ 554832 w 2543175"/>
                <a:gd name="connsiteY40" fmla="*/ 421481 h 1890712"/>
                <a:gd name="connsiteX41" fmla="*/ 564357 w 2543175"/>
                <a:gd name="connsiteY41" fmla="*/ 431006 h 1890712"/>
                <a:gd name="connsiteX42" fmla="*/ 573882 w 2543175"/>
                <a:gd name="connsiteY42" fmla="*/ 438150 h 1890712"/>
                <a:gd name="connsiteX43" fmla="*/ 595313 w 2543175"/>
                <a:gd name="connsiteY43" fmla="*/ 454819 h 1890712"/>
                <a:gd name="connsiteX44" fmla="*/ 602457 w 2543175"/>
                <a:gd name="connsiteY44" fmla="*/ 457200 h 1890712"/>
                <a:gd name="connsiteX45" fmla="*/ 628650 w 2543175"/>
                <a:gd name="connsiteY45" fmla="*/ 469106 h 1890712"/>
                <a:gd name="connsiteX46" fmla="*/ 645319 w 2543175"/>
                <a:gd name="connsiteY46" fmla="*/ 483394 h 1890712"/>
                <a:gd name="connsiteX47" fmla="*/ 654844 w 2543175"/>
                <a:gd name="connsiteY47" fmla="*/ 488156 h 1890712"/>
                <a:gd name="connsiteX48" fmla="*/ 661988 w 2543175"/>
                <a:gd name="connsiteY48" fmla="*/ 497681 h 1890712"/>
                <a:gd name="connsiteX49" fmla="*/ 683419 w 2543175"/>
                <a:gd name="connsiteY49" fmla="*/ 514350 h 1890712"/>
                <a:gd name="connsiteX50" fmla="*/ 700088 w 2543175"/>
                <a:gd name="connsiteY50" fmla="*/ 526256 h 1890712"/>
                <a:gd name="connsiteX51" fmla="*/ 709613 w 2543175"/>
                <a:gd name="connsiteY51" fmla="*/ 535781 h 1890712"/>
                <a:gd name="connsiteX52" fmla="*/ 719138 w 2543175"/>
                <a:gd name="connsiteY52" fmla="*/ 542925 h 1890712"/>
                <a:gd name="connsiteX53" fmla="*/ 733425 w 2543175"/>
                <a:gd name="connsiteY53" fmla="*/ 557212 h 1890712"/>
                <a:gd name="connsiteX54" fmla="*/ 750094 w 2543175"/>
                <a:gd name="connsiteY54" fmla="*/ 569119 h 1890712"/>
                <a:gd name="connsiteX55" fmla="*/ 769144 w 2543175"/>
                <a:gd name="connsiteY55" fmla="*/ 581025 h 1890712"/>
                <a:gd name="connsiteX56" fmla="*/ 785813 w 2543175"/>
                <a:gd name="connsiteY56" fmla="*/ 590550 h 1890712"/>
                <a:gd name="connsiteX57" fmla="*/ 792957 w 2543175"/>
                <a:gd name="connsiteY57" fmla="*/ 600075 h 1890712"/>
                <a:gd name="connsiteX58" fmla="*/ 809625 w 2543175"/>
                <a:gd name="connsiteY58" fmla="*/ 611981 h 1890712"/>
                <a:gd name="connsiteX59" fmla="*/ 816769 w 2543175"/>
                <a:gd name="connsiteY59" fmla="*/ 619125 h 1890712"/>
                <a:gd name="connsiteX60" fmla="*/ 826294 w 2543175"/>
                <a:gd name="connsiteY60" fmla="*/ 626269 h 1890712"/>
                <a:gd name="connsiteX61" fmla="*/ 840582 w 2543175"/>
                <a:gd name="connsiteY61" fmla="*/ 638175 h 1890712"/>
                <a:gd name="connsiteX62" fmla="*/ 847725 w 2543175"/>
                <a:gd name="connsiteY62" fmla="*/ 645319 h 1890712"/>
                <a:gd name="connsiteX63" fmla="*/ 857250 w 2543175"/>
                <a:gd name="connsiteY63" fmla="*/ 652462 h 1890712"/>
                <a:gd name="connsiteX64" fmla="*/ 864394 w 2543175"/>
                <a:gd name="connsiteY64" fmla="*/ 657225 h 1890712"/>
                <a:gd name="connsiteX65" fmla="*/ 888207 w 2543175"/>
                <a:gd name="connsiteY65" fmla="*/ 676275 h 1890712"/>
                <a:gd name="connsiteX66" fmla="*/ 895350 w 2543175"/>
                <a:gd name="connsiteY66" fmla="*/ 681037 h 1890712"/>
                <a:gd name="connsiteX67" fmla="*/ 907257 w 2543175"/>
                <a:gd name="connsiteY67" fmla="*/ 683419 h 1890712"/>
                <a:gd name="connsiteX68" fmla="*/ 928688 w 2543175"/>
                <a:gd name="connsiteY68" fmla="*/ 695325 h 1890712"/>
                <a:gd name="connsiteX69" fmla="*/ 942975 w 2543175"/>
                <a:gd name="connsiteY69" fmla="*/ 700087 h 1890712"/>
                <a:gd name="connsiteX70" fmla="*/ 964407 w 2543175"/>
                <a:gd name="connsiteY70" fmla="*/ 716756 h 1890712"/>
                <a:gd name="connsiteX71" fmla="*/ 971550 w 2543175"/>
                <a:gd name="connsiteY71" fmla="*/ 723900 h 1890712"/>
                <a:gd name="connsiteX72" fmla="*/ 983457 w 2543175"/>
                <a:gd name="connsiteY72" fmla="*/ 733425 h 1890712"/>
                <a:gd name="connsiteX73" fmla="*/ 990600 w 2543175"/>
                <a:gd name="connsiteY73" fmla="*/ 738187 h 1890712"/>
                <a:gd name="connsiteX74" fmla="*/ 1007269 w 2543175"/>
                <a:gd name="connsiteY74" fmla="*/ 752475 h 1890712"/>
                <a:gd name="connsiteX75" fmla="*/ 1031082 w 2543175"/>
                <a:gd name="connsiteY75" fmla="*/ 766762 h 1890712"/>
                <a:gd name="connsiteX76" fmla="*/ 1042988 w 2543175"/>
                <a:gd name="connsiteY76" fmla="*/ 773906 h 1890712"/>
                <a:gd name="connsiteX77" fmla="*/ 1071563 w 2543175"/>
                <a:gd name="connsiteY77" fmla="*/ 785812 h 1890712"/>
                <a:gd name="connsiteX78" fmla="*/ 1097757 w 2543175"/>
                <a:gd name="connsiteY78" fmla="*/ 807244 h 1890712"/>
                <a:gd name="connsiteX79" fmla="*/ 1104900 w 2543175"/>
                <a:gd name="connsiteY79" fmla="*/ 814387 h 1890712"/>
                <a:gd name="connsiteX80" fmla="*/ 1121569 w 2543175"/>
                <a:gd name="connsiteY80" fmla="*/ 823912 h 1890712"/>
                <a:gd name="connsiteX81" fmla="*/ 1138238 w 2543175"/>
                <a:gd name="connsiteY81" fmla="*/ 835819 h 1890712"/>
                <a:gd name="connsiteX82" fmla="*/ 1147763 w 2543175"/>
                <a:gd name="connsiteY82" fmla="*/ 842962 h 1890712"/>
                <a:gd name="connsiteX83" fmla="*/ 1157288 w 2543175"/>
                <a:gd name="connsiteY83" fmla="*/ 847725 h 1890712"/>
                <a:gd name="connsiteX84" fmla="*/ 1178719 w 2543175"/>
                <a:gd name="connsiteY84" fmla="*/ 859631 h 1890712"/>
                <a:gd name="connsiteX85" fmla="*/ 1188244 w 2543175"/>
                <a:gd name="connsiteY85" fmla="*/ 866775 h 1890712"/>
                <a:gd name="connsiteX86" fmla="*/ 1195388 w 2543175"/>
                <a:gd name="connsiteY86" fmla="*/ 871537 h 1890712"/>
                <a:gd name="connsiteX87" fmla="*/ 1212057 w 2543175"/>
                <a:gd name="connsiteY87" fmla="*/ 883444 h 1890712"/>
                <a:gd name="connsiteX88" fmla="*/ 1226344 w 2543175"/>
                <a:gd name="connsiteY88" fmla="*/ 895350 h 1890712"/>
                <a:gd name="connsiteX89" fmla="*/ 1245394 w 2543175"/>
                <a:gd name="connsiteY89" fmla="*/ 907256 h 1890712"/>
                <a:gd name="connsiteX90" fmla="*/ 1254919 w 2543175"/>
                <a:gd name="connsiteY90" fmla="*/ 914400 h 1890712"/>
                <a:gd name="connsiteX91" fmla="*/ 1269207 w 2543175"/>
                <a:gd name="connsiteY91" fmla="*/ 921544 h 1890712"/>
                <a:gd name="connsiteX92" fmla="*/ 1290638 w 2543175"/>
                <a:gd name="connsiteY92" fmla="*/ 935831 h 1890712"/>
                <a:gd name="connsiteX93" fmla="*/ 1307307 w 2543175"/>
                <a:gd name="connsiteY93" fmla="*/ 952500 h 1890712"/>
                <a:gd name="connsiteX94" fmla="*/ 1333500 w 2543175"/>
                <a:gd name="connsiteY94" fmla="*/ 971550 h 1890712"/>
                <a:gd name="connsiteX95" fmla="*/ 1359694 w 2543175"/>
                <a:gd name="connsiteY95" fmla="*/ 990600 h 1890712"/>
                <a:gd name="connsiteX96" fmla="*/ 1385888 w 2543175"/>
                <a:gd name="connsiteY96" fmla="*/ 1021557 h 1890712"/>
                <a:gd name="connsiteX97" fmla="*/ 1435894 w 2543175"/>
                <a:gd name="connsiteY97" fmla="*/ 1054894 h 1890712"/>
                <a:gd name="connsiteX98" fmla="*/ 1497806 w 2543175"/>
                <a:gd name="connsiteY98" fmla="*/ 1104900 h 1890712"/>
                <a:gd name="connsiteX99" fmla="*/ 1559718 w 2543175"/>
                <a:gd name="connsiteY99" fmla="*/ 1154906 h 1890712"/>
                <a:gd name="connsiteX100" fmla="*/ 1595438 w 2543175"/>
                <a:gd name="connsiteY100" fmla="*/ 1181100 h 1890712"/>
                <a:gd name="connsiteX101" fmla="*/ 1628775 w 2543175"/>
                <a:gd name="connsiteY101" fmla="*/ 1207294 h 1890712"/>
                <a:gd name="connsiteX102" fmla="*/ 1662113 w 2543175"/>
                <a:gd name="connsiteY102" fmla="*/ 1231107 h 1890712"/>
                <a:gd name="connsiteX103" fmla="*/ 1700213 w 2543175"/>
                <a:gd name="connsiteY103" fmla="*/ 1247775 h 1890712"/>
                <a:gd name="connsiteX104" fmla="*/ 1712119 w 2543175"/>
                <a:gd name="connsiteY104" fmla="*/ 1259681 h 1890712"/>
                <a:gd name="connsiteX105" fmla="*/ 1733550 w 2543175"/>
                <a:gd name="connsiteY105" fmla="*/ 1273969 h 1890712"/>
                <a:gd name="connsiteX106" fmla="*/ 1743075 w 2543175"/>
                <a:gd name="connsiteY106" fmla="*/ 1283494 h 1890712"/>
                <a:gd name="connsiteX107" fmla="*/ 1754982 w 2543175"/>
                <a:gd name="connsiteY107" fmla="*/ 1290637 h 1890712"/>
                <a:gd name="connsiteX108" fmla="*/ 1766888 w 2543175"/>
                <a:gd name="connsiteY108" fmla="*/ 1300162 h 1890712"/>
                <a:gd name="connsiteX109" fmla="*/ 1783557 w 2543175"/>
                <a:gd name="connsiteY109" fmla="*/ 1307306 h 1890712"/>
                <a:gd name="connsiteX110" fmla="*/ 1790700 w 2543175"/>
                <a:gd name="connsiteY110" fmla="*/ 1312069 h 1890712"/>
                <a:gd name="connsiteX111" fmla="*/ 1800225 w 2543175"/>
                <a:gd name="connsiteY111" fmla="*/ 1319212 h 1890712"/>
                <a:gd name="connsiteX112" fmla="*/ 1807369 w 2543175"/>
                <a:gd name="connsiteY112" fmla="*/ 1321594 h 1890712"/>
                <a:gd name="connsiteX113" fmla="*/ 1824038 w 2543175"/>
                <a:gd name="connsiteY113" fmla="*/ 1333500 h 1890712"/>
                <a:gd name="connsiteX114" fmla="*/ 1843088 w 2543175"/>
                <a:gd name="connsiteY114" fmla="*/ 1352550 h 1890712"/>
                <a:gd name="connsiteX115" fmla="*/ 1852613 w 2543175"/>
                <a:gd name="connsiteY115" fmla="*/ 1359694 h 1890712"/>
                <a:gd name="connsiteX116" fmla="*/ 1859757 w 2543175"/>
                <a:gd name="connsiteY116" fmla="*/ 1366837 h 1890712"/>
                <a:gd name="connsiteX117" fmla="*/ 1869282 w 2543175"/>
                <a:gd name="connsiteY117" fmla="*/ 1371600 h 1890712"/>
                <a:gd name="connsiteX118" fmla="*/ 1883569 w 2543175"/>
                <a:gd name="connsiteY118" fmla="*/ 1388269 h 1890712"/>
                <a:gd name="connsiteX119" fmla="*/ 1893094 w 2543175"/>
                <a:gd name="connsiteY119" fmla="*/ 1395412 h 1890712"/>
                <a:gd name="connsiteX120" fmla="*/ 1902619 w 2543175"/>
                <a:gd name="connsiteY120" fmla="*/ 1404937 h 1890712"/>
                <a:gd name="connsiteX121" fmla="*/ 1912144 w 2543175"/>
                <a:gd name="connsiteY121" fmla="*/ 1409700 h 1890712"/>
                <a:gd name="connsiteX122" fmla="*/ 1931194 w 2543175"/>
                <a:gd name="connsiteY122" fmla="*/ 1421606 h 1890712"/>
                <a:gd name="connsiteX123" fmla="*/ 1935957 w 2543175"/>
                <a:gd name="connsiteY123" fmla="*/ 1428750 h 1890712"/>
                <a:gd name="connsiteX124" fmla="*/ 1952625 w 2543175"/>
                <a:gd name="connsiteY124" fmla="*/ 1438275 h 1890712"/>
                <a:gd name="connsiteX125" fmla="*/ 1971675 w 2543175"/>
                <a:gd name="connsiteY125" fmla="*/ 1450181 h 1890712"/>
                <a:gd name="connsiteX126" fmla="*/ 1981200 w 2543175"/>
                <a:gd name="connsiteY126" fmla="*/ 1454944 h 1890712"/>
                <a:gd name="connsiteX127" fmla="*/ 1997869 w 2543175"/>
                <a:gd name="connsiteY127" fmla="*/ 1471612 h 1890712"/>
                <a:gd name="connsiteX128" fmla="*/ 2007394 w 2543175"/>
                <a:gd name="connsiteY128" fmla="*/ 1478756 h 1890712"/>
                <a:gd name="connsiteX129" fmla="*/ 2016919 w 2543175"/>
                <a:gd name="connsiteY129" fmla="*/ 1483519 h 1890712"/>
                <a:gd name="connsiteX130" fmla="*/ 2024063 w 2543175"/>
                <a:gd name="connsiteY130" fmla="*/ 1490662 h 1890712"/>
                <a:gd name="connsiteX131" fmla="*/ 2033588 w 2543175"/>
                <a:gd name="connsiteY131" fmla="*/ 1495425 h 1890712"/>
                <a:gd name="connsiteX132" fmla="*/ 2040732 w 2543175"/>
                <a:gd name="connsiteY132" fmla="*/ 1502569 h 1890712"/>
                <a:gd name="connsiteX133" fmla="*/ 2047875 w 2543175"/>
                <a:gd name="connsiteY133" fmla="*/ 1507331 h 1890712"/>
                <a:gd name="connsiteX134" fmla="*/ 2057400 w 2543175"/>
                <a:gd name="connsiteY134" fmla="*/ 1514475 h 1890712"/>
                <a:gd name="connsiteX135" fmla="*/ 2064544 w 2543175"/>
                <a:gd name="connsiteY135" fmla="*/ 1519237 h 1890712"/>
                <a:gd name="connsiteX136" fmla="*/ 2071688 w 2543175"/>
                <a:gd name="connsiteY136" fmla="*/ 1526381 h 1890712"/>
                <a:gd name="connsiteX137" fmla="*/ 2081213 w 2543175"/>
                <a:gd name="connsiteY137" fmla="*/ 1531144 h 1890712"/>
                <a:gd name="connsiteX138" fmla="*/ 2090738 w 2543175"/>
                <a:gd name="connsiteY138" fmla="*/ 1538287 h 1890712"/>
                <a:gd name="connsiteX139" fmla="*/ 2109788 w 2543175"/>
                <a:gd name="connsiteY139" fmla="*/ 1547812 h 1890712"/>
                <a:gd name="connsiteX140" fmla="*/ 2131219 w 2543175"/>
                <a:gd name="connsiteY140" fmla="*/ 1562100 h 1890712"/>
                <a:gd name="connsiteX141" fmla="*/ 2140744 w 2543175"/>
                <a:gd name="connsiteY141" fmla="*/ 1566862 h 1890712"/>
                <a:gd name="connsiteX142" fmla="*/ 2152650 w 2543175"/>
                <a:gd name="connsiteY142" fmla="*/ 1576387 h 1890712"/>
                <a:gd name="connsiteX143" fmla="*/ 2181225 w 2543175"/>
                <a:gd name="connsiteY143" fmla="*/ 1590675 h 1890712"/>
                <a:gd name="connsiteX144" fmla="*/ 2200275 w 2543175"/>
                <a:gd name="connsiteY144" fmla="*/ 1607344 h 1890712"/>
                <a:gd name="connsiteX145" fmla="*/ 2207419 w 2543175"/>
                <a:gd name="connsiteY145" fmla="*/ 1612106 h 1890712"/>
                <a:gd name="connsiteX146" fmla="*/ 2216944 w 2543175"/>
                <a:gd name="connsiteY146" fmla="*/ 1619250 h 1890712"/>
                <a:gd name="connsiteX147" fmla="*/ 2247900 w 2543175"/>
                <a:gd name="connsiteY147" fmla="*/ 1643062 h 1890712"/>
                <a:gd name="connsiteX148" fmla="*/ 2255044 w 2543175"/>
                <a:gd name="connsiteY148" fmla="*/ 1650206 h 1890712"/>
                <a:gd name="connsiteX149" fmla="*/ 2281238 w 2543175"/>
                <a:gd name="connsiteY149" fmla="*/ 1664494 h 1890712"/>
                <a:gd name="connsiteX150" fmla="*/ 2297907 w 2543175"/>
                <a:gd name="connsiteY150" fmla="*/ 1674019 h 1890712"/>
                <a:gd name="connsiteX151" fmla="*/ 2312194 w 2543175"/>
                <a:gd name="connsiteY151" fmla="*/ 1685925 h 1890712"/>
                <a:gd name="connsiteX152" fmla="*/ 2328863 w 2543175"/>
                <a:gd name="connsiteY152" fmla="*/ 1697831 h 1890712"/>
                <a:gd name="connsiteX153" fmla="*/ 2350294 w 2543175"/>
                <a:gd name="connsiteY153" fmla="*/ 1712119 h 1890712"/>
                <a:gd name="connsiteX154" fmla="*/ 2428876 w 2543175"/>
                <a:gd name="connsiteY154" fmla="*/ 1785938 h 1890712"/>
                <a:gd name="connsiteX155" fmla="*/ 2469356 w 2543175"/>
                <a:gd name="connsiteY155" fmla="*/ 1816894 h 1890712"/>
                <a:gd name="connsiteX156" fmla="*/ 2514600 w 2543175"/>
                <a:gd name="connsiteY156" fmla="*/ 1850231 h 1890712"/>
                <a:gd name="connsiteX157" fmla="*/ 2519363 w 2543175"/>
                <a:gd name="connsiteY157" fmla="*/ 1857375 h 1890712"/>
                <a:gd name="connsiteX158" fmla="*/ 2540794 w 2543175"/>
                <a:gd name="connsiteY158" fmla="*/ 1883569 h 1890712"/>
                <a:gd name="connsiteX159" fmla="*/ 2543175 w 2543175"/>
                <a:gd name="connsiteY159" fmla="*/ 1890712 h 1890712"/>
                <a:gd name="connsiteX0" fmla="*/ 0 w 2543175"/>
                <a:gd name="connsiteY0" fmla="*/ 0 h 1890712"/>
                <a:gd name="connsiteX1" fmla="*/ 11907 w 2543175"/>
                <a:gd name="connsiteY1" fmla="*/ 11906 h 1890712"/>
                <a:gd name="connsiteX2" fmla="*/ 21432 w 2543175"/>
                <a:gd name="connsiteY2" fmla="*/ 16669 h 1890712"/>
                <a:gd name="connsiteX3" fmla="*/ 23813 w 2543175"/>
                <a:gd name="connsiteY3" fmla="*/ 23812 h 1890712"/>
                <a:gd name="connsiteX4" fmla="*/ 33338 w 2543175"/>
                <a:gd name="connsiteY4" fmla="*/ 33337 h 1890712"/>
                <a:gd name="connsiteX5" fmla="*/ 40482 w 2543175"/>
                <a:gd name="connsiteY5" fmla="*/ 42862 h 1890712"/>
                <a:gd name="connsiteX6" fmla="*/ 47625 w 2543175"/>
                <a:gd name="connsiteY6" fmla="*/ 47625 h 1890712"/>
                <a:gd name="connsiteX7" fmla="*/ 57150 w 2543175"/>
                <a:gd name="connsiteY7" fmla="*/ 54769 h 1890712"/>
                <a:gd name="connsiteX8" fmla="*/ 64294 w 2543175"/>
                <a:gd name="connsiteY8" fmla="*/ 59531 h 1890712"/>
                <a:gd name="connsiteX9" fmla="*/ 83344 w 2543175"/>
                <a:gd name="connsiteY9" fmla="*/ 73819 h 1890712"/>
                <a:gd name="connsiteX10" fmla="*/ 97632 w 2543175"/>
                <a:gd name="connsiteY10" fmla="*/ 80962 h 1890712"/>
                <a:gd name="connsiteX11" fmla="*/ 104775 w 2543175"/>
                <a:gd name="connsiteY11" fmla="*/ 85725 h 1890712"/>
                <a:gd name="connsiteX12" fmla="*/ 114300 w 2543175"/>
                <a:gd name="connsiteY12" fmla="*/ 95250 h 1890712"/>
                <a:gd name="connsiteX13" fmla="*/ 123825 w 2543175"/>
                <a:gd name="connsiteY13" fmla="*/ 97631 h 1890712"/>
                <a:gd name="connsiteX14" fmla="*/ 130969 w 2543175"/>
                <a:gd name="connsiteY14" fmla="*/ 104775 h 1890712"/>
                <a:gd name="connsiteX15" fmla="*/ 140494 w 2543175"/>
                <a:gd name="connsiteY15" fmla="*/ 111919 h 1890712"/>
                <a:gd name="connsiteX16" fmla="*/ 147638 w 2543175"/>
                <a:gd name="connsiteY16" fmla="*/ 116681 h 1890712"/>
                <a:gd name="connsiteX17" fmla="*/ 164307 w 2543175"/>
                <a:gd name="connsiteY17" fmla="*/ 128587 h 1890712"/>
                <a:gd name="connsiteX18" fmla="*/ 180975 w 2543175"/>
                <a:gd name="connsiteY18" fmla="*/ 140494 h 1890712"/>
                <a:gd name="connsiteX19" fmla="*/ 197644 w 2543175"/>
                <a:gd name="connsiteY19" fmla="*/ 152400 h 1890712"/>
                <a:gd name="connsiteX20" fmla="*/ 204788 w 2543175"/>
                <a:gd name="connsiteY20" fmla="*/ 157162 h 1890712"/>
                <a:gd name="connsiteX21" fmla="*/ 214313 w 2543175"/>
                <a:gd name="connsiteY21" fmla="*/ 164306 h 1890712"/>
                <a:gd name="connsiteX22" fmla="*/ 230982 w 2543175"/>
                <a:gd name="connsiteY22" fmla="*/ 180975 h 1890712"/>
                <a:gd name="connsiteX23" fmla="*/ 247650 w 2543175"/>
                <a:gd name="connsiteY23" fmla="*/ 185737 h 1890712"/>
                <a:gd name="connsiteX24" fmla="*/ 300038 w 2543175"/>
                <a:gd name="connsiteY24" fmla="*/ 219075 h 1890712"/>
                <a:gd name="connsiteX25" fmla="*/ 342900 w 2543175"/>
                <a:gd name="connsiteY25" fmla="*/ 254794 h 1890712"/>
                <a:gd name="connsiteX26" fmla="*/ 366713 w 2543175"/>
                <a:gd name="connsiteY26" fmla="*/ 264319 h 1890712"/>
                <a:gd name="connsiteX27" fmla="*/ 371475 w 2543175"/>
                <a:gd name="connsiteY27" fmla="*/ 271462 h 1890712"/>
                <a:gd name="connsiteX28" fmla="*/ 385763 w 2543175"/>
                <a:gd name="connsiteY28" fmla="*/ 283369 h 1890712"/>
                <a:gd name="connsiteX29" fmla="*/ 404813 w 2543175"/>
                <a:gd name="connsiteY29" fmla="*/ 295275 h 1890712"/>
                <a:gd name="connsiteX30" fmla="*/ 411957 w 2543175"/>
                <a:gd name="connsiteY30" fmla="*/ 297656 h 1890712"/>
                <a:gd name="connsiteX31" fmla="*/ 466725 w 2543175"/>
                <a:gd name="connsiteY31" fmla="*/ 328612 h 1890712"/>
                <a:gd name="connsiteX32" fmla="*/ 476250 w 2543175"/>
                <a:gd name="connsiteY32" fmla="*/ 335756 h 1890712"/>
                <a:gd name="connsiteX33" fmla="*/ 481013 w 2543175"/>
                <a:gd name="connsiteY33" fmla="*/ 342900 h 1890712"/>
                <a:gd name="connsiteX34" fmla="*/ 490538 w 2543175"/>
                <a:gd name="connsiteY34" fmla="*/ 352425 h 1890712"/>
                <a:gd name="connsiteX35" fmla="*/ 495300 w 2543175"/>
                <a:gd name="connsiteY35" fmla="*/ 359569 h 1890712"/>
                <a:gd name="connsiteX36" fmla="*/ 509588 w 2543175"/>
                <a:gd name="connsiteY36" fmla="*/ 376237 h 1890712"/>
                <a:gd name="connsiteX37" fmla="*/ 514350 w 2543175"/>
                <a:gd name="connsiteY37" fmla="*/ 383381 h 1890712"/>
                <a:gd name="connsiteX38" fmla="*/ 531019 w 2543175"/>
                <a:gd name="connsiteY38" fmla="*/ 397669 h 1890712"/>
                <a:gd name="connsiteX39" fmla="*/ 538163 w 2543175"/>
                <a:gd name="connsiteY39" fmla="*/ 407194 h 1890712"/>
                <a:gd name="connsiteX40" fmla="*/ 554832 w 2543175"/>
                <a:gd name="connsiteY40" fmla="*/ 421481 h 1890712"/>
                <a:gd name="connsiteX41" fmla="*/ 564357 w 2543175"/>
                <a:gd name="connsiteY41" fmla="*/ 431006 h 1890712"/>
                <a:gd name="connsiteX42" fmla="*/ 573882 w 2543175"/>
                <a:gd name="connsiteY42" fmla="*/ 438150 h 1890712"/>
                <a:gd name="connsiteX43" fmla="*/ 595313 w 2543175"/>
                <a:gd name="connsiteY43" fmla="*/ 454819 h 1890712"/>
                <a:gd name="connsiteX44" fmla="*/ 602457 w 2543175"/>
                <a:gd name="connsiteY44" fmla="*/ 457200 h 1890712"/>
                <a:gd name="connsiteX45" fmla="*/ 628650 w 2543175"/>
                <a:gd name="connsiteY45" fmla="*/ 469106 h 1890712"/>
                <a:gd name="connsiteX46" fmla="*/ 645319 w 2543175"/>
                <a:gd name="connsiteY46" fmla="*/ 483394 h 1890712"/>
                <a:gd name="connsiteX47" fmla="*/ 654844 w 2543175"/>
                <a:gd name="connsiteY47" fmla="*/ 488156 h 1890712"/>
                <a:gd name="connsiteX48" fmla="*/ 661988 w 2543175"/>
                <a:gd name="connsiteY48" fmla="*/ 497681 h 1890712"/>
                <a:gd name="connsiteX49" fmla="*/ 683419 w 2543175"/>
                <a:gd name="connsiteY49" fmla="*/ 514350 h 1890712"/>
                <a:gd name="connsiteX50" fmla="*/ 700088 w 2543175"/>
                <a:gd name="connsiteY50" fmla="*/ 526256 h 1890712"/>
                <a:gd name="connsiteX51" fmla="*/ 709613 w 2543175"/>
                <a:gd name="connsiteY51" fmla="*/ 535781 h 1890712"/>
                <a:gd name="connsiteX52" fmla="*/ 719138 w 2543175"/>
                <a:gd name="connsiteY52" fmla="*/ 542925 h 1890712"/>
                <a:gd name="connsiteX53" fmla="*/ 733425 w 2543175"/>
                <a:gd name="connsiteY53" fmla="*/ 557212 h 1890712"/>
                <a:gd name="connsiteX54" fmla="*/ 750094 w 2543175"/>
                <a:gd name="connsiteY54" fmla="*/ 569119 h 1890712"/>
                <a:gd name="connsiteX55" fmla="*/ 769144 w 2543175"/>
                <a:gd name="connsiteY55" fmla="*/ 581025 h 1890712"/>
                <a:gd name="connsiteX56" fmla="*/ 785813 w 2543175"/>
                <a:gd name="connsiteY56" fmla="*/ 590550 h 1890712"/>
                <a:gd name="connsiteX57" fmla="*/ 792957 w 2543175"/>
                <a:gd name="connsiteY57" fmla="*/ 600075 h 1890712"/>
                <a:gd name="connsiteX58" fmla="*/ 809625 w 2543175"/>
                <a:gd name="connsiteY58" fmla="*/ 611981 h 1890712"/>
                <a:gd name="connsiteX59" fmla="*/ 816769 w 2543175"/>
                <a:gd name="connsiteY59" fmla="*/ 619125 h 1890712"/>
                <a:gd name="connsiteX60" fmla="*/ 826294 w 2543175"/>
                <a:gd name="connsiteY60" fmla="*/ 626269 h 1890712"/>
                <a:gd name="connsiteX61" fmla="*/ 840582 w 2543175"/>
                <a:gd name="connsiteY61" fmla="*/ 638175 h 1890712"/>
                <a:gd name="connsiteX62" fmla="*/ 847725 w 2543175"/>
                <a:gd name="connsiteY62" fmla="*/ 645319 h 1890712"/>
                <a:gd name="connsiteX63" fmla="*/ 857250 w 2543175"/>
                <a:gd name="connsiteY63" fmla="*/ 652462 h 1890712"/>
                <a:gd name="connsiteX64" fmla="*/ 864394 w 2543175"/>
                <a:gd name="connsiteY64" fmla="*/ 657225 h 1890712"/>
                <a:gd name="connsiteX65" fmla="*/ 888207 w 2543175"/>
                <a:gd name="connsiteY65" fmla="*/ 676275 h 1890712"/>
                <a:gd name="connsiteX66" fmla="*/ 895350 w 2543175"/>
                <a:gd name="connsiteY66" fmla="*/ 681037 h 1890712"/>
                <a:gd name="connsiteX67" fmla="*/ 907257 w 2543175"/>
                <a:gd name="connsiteY67" fmla="*/ 683419 h 1890712"/>
                <a:gd name="connsiteX68" fmla="*/ 928688 w 2543175"/>
                <a:gd name="connsiteY68" fmla="*/ 695325 h 1890712"/>
                <a:gd name="connsiteX69" fmla="*/ 942975 w 2543175"/>
                <a:gd name="connsiteY69" fmla="*/ 700087 h 1890712"/>
                <a:gd name="connsiteX70" fmla="*/ 964407 w 2543175"/>
                <a:gd name="connsiteY70" fmla="*/ 716756 h 1890712"/>
                <a:gd name="connsiteX71" fmla="*/ 971550 w 2543175"/>
                <a:gd name="connsiteY71" fmla="*/ 723900 h 1890712"/>
                <a:gd name="connsiteX72" fmla="*/ 983457 w 2543175"/>
                <a:gd name="connsiteY72" fmla="*/ 733425 h 1890712"/>
                <a:gd name="connsiteX73" fmla="*/ 990600 w 2543175"/>
                <a:gd name="connsiteY73" fmla="*/ 738187 h 1890712"/>
                <a:gd name="connsiteX74" fmla="*/ 1007269 w 2543175"/>
                <a:gd name="connsiteY74" fmla="*/ 752475 h 1890712"/>
                <a:gd name="connsiteX75" fmla="*/ 1031082 w 2543175"/>
                <a:gd name="connsiteY75" fmla="*/ 766762 h 1890712"/>
                <a:gd name="connsiteX76" fmla="*/ 1042988 w 2543175"/>
                <a:gd name="connsiteY76" fmla="*/ 773906 h 1890712"/>
                <a:gd name="connsiteX77" fmla="*/ 1071563 w 2543175"/>
                <a:gd name="connsiteY77" fmla="*/ 785812 h 1890712"/>
                <a:gd name="connsiteX78" fmla="*/ 1097757 w 2543175"/>
                <a:gd name="connsiteY78" fmla="*/ 807244 h 1890712"/>
                <a:gd name="connsiteX79" fmla="*/ 1104900 w 2543175"/>
                <a:gd name="connsiteY79" fmla="*/ 814387 h 1890712"/>
                <a:gd name="connsiteX80" fmla="*/ 1121569 w 2543175"/>
                <a:gd name="connsiteY80" fmla="*/ 823912 h 1890712"/>
                <a:gd name="connsiteX81" fmla="*/ 1138238 w 2543175"/>
                <a:gd name="connsiteY81" fmla="*/ 835819 h 1890712"/>
                <a:gd name="connsiteX82" fmla="*/ 1147763 w 2543175"/>
                <a:gd name="connsiteY82" fmla="*/ 842962 h 1890712"/>
                <a:gd name="connsiteX83" fmla="*/ 1157288 w 2543175"/>
                <a:gd name="connsiteY83" fmla="*/ 847725 h 1890712"/>
                <a:gd name="connsiteX84" fmla="*/ 1178719 w 2543175"/>
                <a:gd name="connsiteY84" fmla="*/ 859631 h 1890712"/>
                <a:gd name="connsiteX85" fmla="*/ 1188244 w 2543175"/>
                <a:gd name="connsiteY85" fmla="*/ 866775 h 1890712"/>
                <a:gd name="connsiteX86" fmla="*/ 1195388 w 2543175"/>
                <a:gd name="connsiteY86" fmla="*/ 871537 h 1890712"/>
                <a:gd name="connsiteX87" fmla="*/ 1212057 w 2543175"/>
                <a:gd name="connsiteY87" fmla="*/ 883444 h 1890712"/>
                <a:gd name="connsiteX88" fmla="*/ 1226344 w 2543175"/>
                <a:gd name="connsiteY88" fmla="*/ 895350 h 1890712"/>
                <a:gd name="connsiteX89" fmla="*/ 1245394 w 2543175"/>
                <a:gd name="connsiteY89" fmla="*/ 907256 h 1890712"/>
                <a:gd name="connsiteX90" fmla="*/ 1254919 w 2543175"/>
                <a:gd name="connsiteY90" fmla="*/ 914400 h 1890712"/>
                <a:gd name="connsiteX91" fmla="*/ 1269207 w 2543175"/>
                <a:gd name="connsiteY91" fmla="*/ 921544 h 1890712"/>
                <a:gd name="connsiteX92" fmla="*/ 1290638 w 2543175"/>
                <a:gd name="connsiteY92" fmla="*/ 935831 h 1890712"/>
                <a:gd name="connsiteX93" fmla="*/ 1307307 w 2543175"/>
                <a:gd name="connsiteY93" fmla="*/ 952500 h 1890712"/>
                <a:gd name="connsiteX94" fmla="*/ 1333500 w 2543175"/>
                <a:gd name="connsiteY94" fmla="*/ 971550 h 1890712"/>
                <a:gd name="connsiteX95" fmla="*/ 1359694 w 2543175"/>
                <a:gd name="connsiteY95" fmla="*/ 990600 h 1890712"/>
                <a:gd name="connsiteX96" fmla="*/ 1385888 w 2543175"/>
                <a:gd name="connsiteY96" fmla="*/ 1021557 h 1890712"/>
                <a:gd name="connsiteX97" fmla="*/ 1435894 w 2543175"/>
                <a:gd name="connsiteY97" fmla="*/ 1054894 h 1890712"/>
                <a:gd name="connsiteX98" fmla="*/ 1497806 w 2543175"/>
                <a:gd name="connsiteY98" fmla="*/ 1104900 h 1890712"/>
                <a:gd name="connsiteX99" fmla="*/ 1559718 w 2543175"/>
                <a:gd name="connsiteY99" fmla="*/ 1154906 h 1890712"/>
                <a:gd name="connsiteX100" fmla="*/ 1595438 w 2543175"/>
                <a:gd name="connsiteY100" fmla="*/ 1181100 h 1890712"/>
                <a:gd name="connsiteX101" fmla="*/ 1628775 w 2543175"/>
                <a:gd name="connsiteY101" fmla="*/ 1207294 h 1890712"/>
                <a:gd name="connsiteX102" fmla="*/ 1662113 w 2543175"/>
                <a:gd name="connsiteY102" fmla="*/ 1231107 h 1890712"/>
                <a:gd name="connsiteX103" fmla="*/ 1700213 w 2543175"/>
                <a:gd name="connsiteY103" fmla="*/ 1247775 h 1890712"/>
                <a:gd name="connsiteX104" fmla="*/ 1712119 w 2543175"/>
                <a:gd name="connsiteY104" fmla="*/ 1259681 h 1890712"/>
                <a:gd name="connsiteX105" fmla="*/ 1733550 w 2543175"/>
                <a:gd name="connsiteY105" fmla="*/ 1273969 h 1890712"/>
                <a:gd name="connsiteX106" fmla="*/ 1743075 w 2543175"/>
                <a:gd name="connsiteY106" fmla="*/ 1283494 h 1890712"/>
                <a:gd name="connsiteX107" fmla="*/ 1754982 w 2543175"/>
                <a:gd name="connsiteY107" fmla="*/ 1290637 h 1890712"/>
                <a:gd name="connsiteX108" fmla="*/ 1766888 w 2543175"/>
                <a:gd name="connsiteY108" fmla="*/ 1300162 h 1890712"/>
                <a:gd name="connsiteX109" fmla="*/ 1783557 w 2543175"/>
                <a:gd name="connsiteY109" fmla="*/ 1307306 h 1890712"/>
                <a:gd name="connsiteX110" fmla="*/ 1790700 w 2543175"/>
                <a:gd name="connsiteY110" fmla="*/ 1312069 h 1890712"/>
                <a:gd name="connsiteX111" fmla="*/ 1800225 w 2543175"/>
                <a:gd name="connsiteY111" fmla="*/ 1319212 h 1890712"/>
                <a:gd name="connsiteX112" fmla="*/ 1807369 w 2543175"/>
                <a:gd name="connsiteY112" fmla="*/ 1321594 h 1890712"/>
                <a:gd name="connsiteX113" fmla="*/ 1824038 w 2543175"/>
                <a:gd name="connsiteY113" fmla="*/ 1333500 h 1890712"/>
                <a:gd name="connsiteX114" fmla="*/ 1843088 w 2543175"/>
                <a:gd name="connsiteY114" fmla="*/ 1352550 h 1890712"/>
                <a:gd name="connsiteX115" fmla="*/ 1852613 w 2543175"/>
                <a:gd name="connsiteY115" fmla="*/ 1359694 h 1890712"/>
                <a:gd name="connsiteX116" fmla="*/ 1859757 w 2543175"/>
                <a:gd name="connsiteY116" fmla="*/ 1366837 h 1890712"/>
                <a:gd name="connsiteX117" fmla="*/ 1869282 w 2543175"/>
                <a:gd name="connsiteY117" fmla="*/ 1371600 h 1890712"/>
                <a:gd name="connsiteX118" fmla="*/ 1883569 w 2543175"/>
                <a:gd name="connsiteY118" fmla="*/ 1388269 h 1890712"/>
                <a:gd name="connsiteX119" fmla="*/ 1893094 w 2543175"/>
                <a:gd name="connsiteY119" fmla="*/ 1395412 h 1890712"/>
                <a:gd name="connsiteX120" fmla="*/ 1902619 w 2543175"/>
                <a:gd name="connsiteY120" fmla="*/ 1404937 h 1890712"/>
                <a:gd name="connsiteX121" fmla="*/ 1912144 w 2543175"/>
                <a:gd name="connsiteY121" fmla="*/ 1409700 h 1890712"/>
                <a:gd name="connsiteX122" fmla="*/ 1931194 w 2543175"/>
                <a:gd name="connsiteY122" fmla="*/ 1421606 h 1890712"/>
                <a:gd name="connsiteX123" fmla="*/ 1935957 w 2543175"/>
                <a:gd name="connsiteY123" fmla="*/ 1428750 h 1890712"/>
                <a:gd name="connsiteX124" fmla="*/ 1952625 w 2543175"/>
                <a:gd name="connsiteY124" fmla="*/ 1438275 h 1890712"/>
                <a:gd name="connsiteX125" fmla="*/ 1971675 w 2543175"/>
                <a:gd name="connsiteY125" fmla="*/ 1450181 h 1890712"/>
                <a:gd name="connsiteX126" fmla="*/ 1981200 w 2543175"/>
                <a:gd name="connsiteY126" fmla="*/ 1454944 h 1890712"/>
                <a:gd name="connsiteX127" fmla="*/ 1997869 w 2543175"/>
                <a:gd name="connsiteY127" fmla="*/ 1471612 h 1890712"/>
                <a:gd name="connsiteX128" fmla="*/ 2007394 w 2543175"/>
                <a:gd name="connsiteY128" fmla="*/ 1478756 h 1890712"/>
                <a:gd name="connsiteX129" fmla="*/ 2016919 w 2543175"/>
                <a:gd name="connsiteY129" fmla="*/ 1483519 h 1890712"/>
                <a:gd name="connsiteX130" fmla="*/ 2024063 w 2543175"/>
                <a:gd name="connsiteY130" fmla="*/ 1490662 h 1890712"/>
                <a:gd name="connsiteX131" fmla="*/ 2033588 w 2543175"/>
                <a:gd name="connsiteY131" fmla="*/ 1495425 h 1890712"/>
                <a:gd name="connsiteX132" fmla="*/ 2040732 w 2543175"/>
                <a:gd name="connsiteY132" fmla="*/ 1502569 h 1890712"/>
                <a:gd name="connsiteX133" fmla="*/ 2047875 w 2543175"/>
                <a:gd name="connsiteY133" fmla="*/ 1507331 h 1890712"/>
                <a:gd name="connsiteX134" fmla="*/ 2057400 w 2543175"/>
                <a:gd name="connsiteY134" fmla="*/ 1514475 h 1890712"/>
                <a:gd name="connsiteX135" fmla="*/ 2064544 w 2543175"/>
                <a:gd name="connsiteY135" fmla="*/ 1519237 h 1890712"/>
                <a:gd name="connsiteX136" fmla="*/ 2071688 w 2543175"/>
                <a:gd name="connsiteY136" fmla="*/ 1526381 h 1890712"/>
                <a:gd name="connsiteX137" fmla="*/ 2081213 w 2543175"/>
                <a:gd name="connsiteY137" fmla="*/ 1531144 h 1890712"/>
                <a:gd name="connsiteX138" fmla="*/ 2090738 w 2543175"/>
                <a:gd name="connsiteY138" fmla="*/ 1538287 h 1890712"/>
                <a:gd name="connsiteX139" fmla="*/ 2109788 w 2543175"/>
                <a:gd name="connsiteY139" fmla="*/ 1547812 h 1890712"/>
                <a:gd name="connsiteX140" fmla="*/ 2131219 w 2543175"/>
                <a:gd name="connsiteY140" fmla="*/ 1562100 h 1890712"/>
                <a:gd name="connsiteX141" fmla="*/ 2140744 w 2543175"/>
                <a:gd name="connsiteY141" fmla="*/ 1566862 h 1890712"/>
                <a:gd name="connsiteX142" fmla="*/ 2152650 w 2543175"/>
                <a:gd name="connsiteY142" fmla="*/ 1576387 h 1890712"/>
                <a:gd name="connsiteX143" fmla="*/ 2181225 w 2543175"/>
                <a:gd name="connsiteY143" fmla="*/ 1590675 h 1890712"/>
                <a:gd name="connsiteX144" fmla="*/ 2200275 w 2543175"/>
                <a:gd name="connsiteY144" fmla="*/ 1607344 h 1890712"/>
                <a:gd name="connsiteX145" fmla="*/ 2207419 w 2543175"/>
                <a:gd name="connsiteY145" fmla="*/ 1612106 h 1890712"/>
                <a:gd name="connsiteX146" fmla="*/ 2216944 w 2543175"/>
                <a:gd name="connsiteY146" fmla="*/ 1619250 h 1890712"/>
                <a:gd name="connsiteX147" fmla="*/ 2247900 w 2543175"/>
                <a:gd name="connsiteY147" fmla="*/ 1643062 h 1890712"/>
                <a:gd name="connsiteX148" fmla="*/ 2255044 w 2543175"/>
                <a:gd name="connsiteY148" fmla="*/ 1650206 h 1890712"/>
                <a:gd name="connsiteX149" fmla="*/ 2281238 w 2543175"/>
                <a:gd name="connsiteY149" fmla="*/ 1664494 h 1890712"/>
                <a:gd name="connsiteX150" fmla="*/ 2297907 w 2543175"/>
                <a:gd name="connsiteY150" fmla="*/ 1674019 h 1890712"/>
                <a:gd name="connsiteX151" fmla="*/ 2312194 w 2543175"/>
                <a:gd name="connsiteY151" fmla="*/ 1685925 h 1890712"/>
                <a:gd name="connsiteX152" fmla="*/ 2350294 w 2543175"/>
                <a:gd name="connsiteY152" fmla="*/ 1712119 h 1890712"/>
                <a:gd name="connsiteX153" fmla="*/ 2428876 w 2543175"/>
                <a:gd name="connsiteY153" fmla="*/ 1785938 h 1890712"/>
                <a:gd name="connsiteX154" fmla="*/ 2469356 w 2543175"/>
                <a:gd name="connsiteY154" fmla="*/ 1816894 h 1890712"/>
                <a:gd name="connsiteX155" fmla="*/ 2514600 w 2543175"/>
                <a:gd name="connsiteY155" fmla="*/ 1850231 h 1890712"/>
                <a:gd name="connsiteX156" fmla="*/ 2519363 w 2543175"/>
                <a:gd name="connsiteY156" fmla="*/ 1857375 h 1890712"/>
                <a:gd name="connsiteX157" fmla="*/ 2540794 w 2543175"/>
                <a:gd name="connsiteY157" fmla="*/ 1883569 h 1890712"/>
                <a:gd name="connsiteX158" fmla="*/ 2543175 w 2543175"/>
                <a:gd name="connsiteY158" fmla="*/ 1890712 h 1890712"/>
                <a:gd name="connsiteX0" fmla="*/ 0 w 2543175"/>
                <a:gd name="connsiteY0" fmla="*/ 0 h 1890712"/>
                <a:gd name="connsiteX1" fmla="*/ 11907 w 2543175"/>
                <a:gd name="connsiteY1" fmla="*/ 11906 h 1890712"/>
                <a:gd name="connsiteX2" fmla="*/ 21432 w 2543175"/>
                <a:gd name="connsiteY2" fmla="*/ 16669 h 1890712"/>
                <a:gd name="connsiteX3" fmla="*/ 23813 w 2543175"/>
                <a:gd name="connsiteY3" fmla="*/ 23812 h 1890712"/>
                <a:gd name="connsiteX4" fmla="*/ 33338 w 2543175"/>
                <a:gd name="connsiteY4" fmla="*/ 33337 h 1890712"/>
                <a:gd name="connsiteX5" fmla="*/ 40482 w 2543175"/>
                <a:gd name="connsiteY5" fmla="*/ 42862 h 1890712"/>
                <a:gd name="connsiteX6" fmla="*/ 47625 w 2543175"/>
                <a:gd name="connsiteY6" fmla="*/ 47625 h 1890712"/>
                <a:gd name="connsiteX7" fmla="*/ 57150 w 2543175"/>
                <a:gd name="connsiteY7" fmla="*/ 54769 h 1890712"/>
                <a:gd name="connsiteX8" fmla="*/ 64294 w 2543175"/>
                <a:gd name="connsiteY8" fmla="*/ 59531 h 1890712"/>
                <a:gd name="connsiteX9" fmla="*/ 83344 w 2543175"/>
                <a:gd name="connsiteY9" fmla="*/ 73819 h 1890712"/>
                <a:gd name="connsiteX10" fmla="*/ 97632 w 2543175"/>
                <a:gd name="connsiteY10" fmla="*/ 80962 h 1890712"/>
                <a:gd name="connsiteX11" fmla="*/ 104775 w 2543175"/>
                <a:gd name="connsiteY11" fmla="*/ 85725 h 1890712"/>
                <a:gd name="connsiteX12" fmla="*/ 114300 w 2543175"/>
                <a:gd name="connsiteY12" fmla="*/ 95250 h 1890712"/>
                <a:gd name="connsiteX13" fmla="*/ 123825 w 2543175"/>
                <a:gd name="connsiteY13" fmla="*/ 97631 h 1890712"/>
                <a:gd name="connsiteX14" fmla="*/ 130969 w 2543175"/>
                <a:gd name="connsiteY14" fmla="*/ 104775 h 1890712"/>
                <a:gd name="connsiteX15" fmla="*/ 140494 w 2543175"/>
                <a:gd name="connsiteY15" fmla="*/ 111919 h 1890712"/>
                <a:gd name="connsiteX16" fmla="*/ 147638 w 2543175"/>
                <a:gd name="connsiteY16" fmla="*/ 116681 h 1890712"/>
                <a:gd name="connsiteX17" fmla="*/ 164307 w 2543175"/>
                <a:gd name="connsiteY17" fmla="*/ 128587 h 1890712"/>
                <a:gd name="connsiteX18" fmla="*/ 180975 w 2543175"/>
                <a:gd name="connsiteY18" fmla="*/ 140494 h 1890712"/>
                <a:gd name="connsiteX19" fmla="*/ 197644 w 2543175"/>
                <a:gd name="connsiteY19" fmla="*/ 152400 h 1890712"/>
                <a:gd name="connsiteX20" fmla="*/ 204788 w 2543175"/>
                <a:gd name="connsiteY20" fmla="*/ 157162 h 1890712"/>
                <a:gd name="connsiteX21" fmla="*/ 214313 w 2543175"/>
                <a:gd name="connsiteY21" fmla="*/ 164306 h 1890712"/>
                <a:gd name="connsiteX22" fmla="*/ 230982 w 2543175"/>
                <a:gd name="connsiteY22" fmla="*/ 180975 h 1890712"/>
                <a:gd name="connsiteX23" fmla="*/ 247650 w 2543175"/>
                <a:gd name="connsiteY23" fmla="*/ 185737 h 1890712"/>
                <a:gd name="connsiteX24" fmla="*/ 300038 w 2543175"/>
                <a:gd name="connsiteY24" fmla="*/ 219075 h 1890712"/>
                <a:gd name="connsiteX25" fmla="*/ 342900 w 2543175"/>
                <a:gd name="connsiteY25" fmla="*/ 254794 h 1890712"/>
                <a:gd name="connsiteX26" fmla="*/ 366713 w 2543175"/>
                <a:gd name="connsiteY26" fmla="*/ 264319 h 1890712"/>
                <a:gd name="connsiteX27" fmla="*/ 371475 w 2543175"/>
                <a:gd name="connsiteY27" fmla="*/ 271462 h 1890712"/>
                <a:gd name="connsiteX28" fmla="*/ 385763 w 2543175"/>
                <a:gd name="connsiteY28" fmla="*/ 283369 h 1890712"/>
                <a:gd name="connsiteX29" fmla="*/ 404813 w 2543175"/>
                <a:gd name="connsiteY29" fmla="*/ 295275 h 1890712"/>
                <a:gd name="connsiteX30" fmla="*/ 411957 w 2543175"/>
                <a:gd name="connsiteY30" fmla="*/ 297656 h 1890712"/>
                <a:gd name="connsiteX31" fmla="*/ 466725 w 2543175"/>
                <a:gd name="connsiteY31" fmla="*/ 328612 h 1890712"/>
                <a:gd name="connsiteX32" fmla="*/ 476250 w 2543175"/>
                <a:gd name="connsiteY32" fmla="*/ 335756 h 1890712"/>
                <a:gd name="connsiteX33" fmla="*/ 481013 w 2543175"/>
                <a:gd name="connsiteY33" fmla="*/ 342900 h 1890712"/>
                <a:gd name="connsiteX34" fmla="*/ 490538 w 2543175"/>
                <a:gd name="connsiteY34" fmla="*/ 352425 h 1890712"/>
                <a:gd name="connsiteX35" fmla="*/ 495300 w 2543175"/>
                <a:gd name="connsiteY35" fmla="*/ 359569 h 1890712"/>
                <a:gd name="connsiteX36" fmla="*/ 509588 w 2543175"/>
                <a:gd name="connsiteY36" fmla="*/ 376237 h 1890712"/>
                <a:gd name="connsiteX37" fmla="*/ 514350 w 2543175"/>
                <a:gd name="connsiteY37" fmla="*/ 383381 h 1890712"/>
                <a:gd name="connsiteX38" fmla="*/ 531019 w 2543175"/>
                <a:gd name="connsiteY38" fmla="*/ 397669 h 1890712"/>
                <a:gd name="connsiteX39" fmla="*/ 538163 w 2543175"/>
                <a:gd name="connsiteY39" fmla="*/ 407194 h 1890712"/>
                <a:gd name="connsiteX40" fmla="*/ 554832 w 2543175"/>
                <a:gd name="connsiteY40" fmla="*/ 421481 h 1890712"/>
                <a:gd name="connsiteX41" fmla="*/ 564357 w 2543175"/>
                <a:gd name="connsiteY41" fmla="*/ 431006 h 1890712"/>
                <a:gd name="connsiteX42" fmla="*/ 573882 w 2543175"/>
                <a:gd name="connsiteY42" fmla="*/ 438150 h 1890712"/>
                <a:gd name="connsiteX43" fmla="*/ 595313 w 2543175"/>
                <a:gd name="connsiteY43" fmla="*/ 454819 h 1890712"/>
                <a:gd name="connsiteX44" fmla="*/ 602457 w 2543175"/>
                <a:gd name="connsiteY44" fmla="*/ 457200 h 1890712"/>
                <a:gd name="connsiteX45" fmla="*/ 628650 w 2543175"/>
                <a:gd name="connsiteY45" fmla="*/ 469106 h 1890712"/>
                <a:gd name="connsiteX46" fmla="*/ 645319 w 2543175"/>
                <a:gd name="connsiteY46" fmla="*/ 483394 h 1890712"/>
                <a:gd name="connsiteX47" fmla="*/ 654844 w 2543175"/>
                <a:gd name="connsiteY47" fmla="*/ 488156 h 1890712"/>
                <a:gd name="connsiteX48" fmla="*/ 661988 w 2543175"/>
                <a:gd name="connsiteY48" fmla="*/ 497681 h 1890712"/>
                <a:gd name="connsiteX49" fmla="*/ 683419 w 2543175"/>
                <a:gd name="connsiteY49" fmla="*/ 514350 h 1890712"/>
                <a:gd name="connsiteX50" fmla="*/ 700088 w 2543175"/>
                <a:gd name="connsiteY50" fmla="*/ 526256 h 1890712"/>
                <a:gd name="connsiteX51" fmla="*/ 709613 w 2543175"/>
                <a:gd name="connsiteY51" fmla="*/ 535781 h 1890712"/>
                <a:gd name="connsiteX52" fmla="*/ 719138 w 2543175"/>
                <a:gd name="connsiteY52" fmla="*/ 542925 h 1890712"/>
                <a:gd name="connsiteX53" fmla="*/ 733425 w 2543175"/>
                <a:gd name="connsiteY53" fmla="*/ 557212 h 1890712"/>
                <a:gd name="connsiteX54" fmla="*/ 750094 w 2543175"/>
                <a:gd name="connsiteY54" fmla="*/ 569119 h 1890712"/>
                <a:gd name="connsiteX55" fmla="*/ 769144 w 2543175"/>
                <a:gd name="connsiteY55" fmla="*/ 581025 h 1890712"/>
                <a:gd name="connsiteX56" fmla="*/ 785813 w 2543175"/>
                <a:gd name="connsiteY56" fmla="*/ 590550 h 1890712"/>
                <a:gd name="connsiteX57" fmla="*/ 792957 w 2543175"/>
                <a:gd name="connsiteY57" fmla="*/ 600075 h 1890712"/>
                <a:gd name="connsiteX58" fmla="*/ 809625 w 2543175"/>
                <a:gd name="connsiteY58" fmla="*/ 611981 h 1890712"/>
                <a:gd name="connsiteX59" fmla="*/ 816769 w 2543175"/>
                <a:gd name="connsiteY59" fmla="*/ 619125 h 1890712"/>
                <a:gd name="connsiteX60" fmla="*/ 826294 w 2543175"/>
                <a:gd name="connsiteY60" fmla="*/ 626269 h 1890712"/>
                <a:gd name="connsiteX61" fmla="*/ 840582 w 2543175"/>
                <a:gd name="connsiteY61" fmla="*/ 638175 h 1890712"/>
                <a:gd name="connsiteX62" fmla="*/ 847725 w 2543175"/>
                <a:gd name="connsiteY62" fmla="*/ 645319 h 1890712"/>
                <a:gd name="connsiteX63" fmla="*/ 857250 w 2543175"/>
                <a:gd name="connsiteY63" fmla="*/ 652462 h 1890712"/>
                <a:gd name="connsiteX64" fmla="*/ 864394 w 2543175"/>
                <a:gd name="connsiteY64" fmla="*/ 657225 h 1890712"/>
                <a:gd name="connsiteX65" fmla="*/ 888207 w 2543175"/>
                <a:gd name="connsiteY65" fmla="*/ 676275 h 1890712"/>
                <a:gd name="connsiteX66" fmla="*/ 895350 w 2543175"/>
                <a:gd name="connsiteY66" fmla="*/ 681037 h 1890712"/>
                <a:gd name="connsiteX67" fmla="*/ 907257 w 2543175"/>
                <a:gd name="connsiteY67" fmla="*/ 683419 h 1890712"/>
                <a:gd name="connsiteX68" fmla="*/ 928688 w 2543175"/>
                <a:gd name="connsiteY68" fmla="*/ 695325 h 1890712"/>
                <a:gd name="connsiteX69" fmla="*/ 942975 w 2543175"/>
                <a:gd name="connsiteY69" fmla="*/ 700087 h 1890712"/>
                <a:gd name="connsiteX70" fmla="*/ 964407 w 2543175"/>
                <a:gd name="connsiteY70" fmla="*/ 716756 h 1890712"/>
                <a:gd name="connsiteX71" fmla="*/ 971550 w 2543175"/>
                <a:gd name="connsiteY71" fmla="*/ 723900 h 1890712"/>
                <a:gd name="connsiteX72" fmla="*/ 983457 w 2543175"/>
                <a:gd name="connsiteY72" fmla="*/ 733425 h 1890712"/>
                <a:gd name="connsiteX73" fmla="*/ 990600 w 2543175"/>
                <a:gd name="connsiteY73" fmla="*/ 738187 h 1890712"/>
                <a:gd name="connsiteX74" fmla="*/ 1007269 w 2543175"/>
                <a:gd name="connsiteY74" fmla="*/ 752475 h 1890712"/>
                <a:gd name="connsiteX75" fmla="*/ 1031082 w 2543175"/>
                <a:gd name="connsiteY75" fmla="*/ 766762 h 1890712"/>
                <a:gd name="connsiteX76" fmla="*/ 1042988 w 2543175"/>
                <a:gd name="connsiteY76" fmla="*/ 773906 h 1890712"/>
                <a:gd name="connsiteX77" fmla="*/ 1071563 w 2543175"/>
                <a:gd name="connsiteY77" fmla="*/ 785812 h 1890712"/>
                <a:gd name="connsiteX78" fmla="*/ 1097757 w 2543175"/>
                <a:gd name="connsiteY78" fmla="*/ 807244 h 1890712"/>
                <a:gd name="connsiteX79" fmla="*/ 1104900 w 2543175"/>
                <a:gd name="connsiteY79" fmla="*/ 814387 h 1890712"/>
                <a:gd name="connsiteX80" fmla="*/ 1121569 w 2543175"/>
                <a:gd name="connsiteY80" fmla="*/ 823912 h 1890712"/>
                <a:gd name="connsiteX81" fmla="*/ 1138238 w 2543175"/>
                <a:gd name="connsiteY81" fmla="*/ 835819 h 1890712"/>
                <a:gd name="connsiteX82" fmla="*/ 1147763 w 2543175"/>
                <a:gd name="connsiteY82" fmla="*/ 842962 h 1890712"/>
                <a:gd name="connsiteX83" fmla="*/ 1157288 w 2543175"/>
                <a:gd name="connsiteY83" fmla="*/ 847725 h 1890712"/>
                <a:gd name="connsiteX84" fmla="*/ 1178719 w 2543175"/>
                <a:gd name="connsiteY84" fmla="*/ 859631 h 1890712"/>
                <a:gd name="connsiteX85" fmla="*/ 1188244 w 2543175"/>
                <a:gd name="connsiteY85" fmla="*/ 866775 h 1890712"/>
                <a:gd name="connsiteX86" fmla="*/ 1195388 w 2543175"/>
                <a:gd name="connsiteY86" fmla="*/ 871537 h 1890712"/>
                <a:gd name="connsiteX87" fmla="*/ 1212057 w 2543175"/>
                <a:gd name="connsiteY87" fmla="*/ 883444 h 1890712"/>
                <a:gd name="connsiteX88" fmla="*/ 1226344 w 2543175"/>
                <a:gd name="connsiteY88" fmla="*/ 895350 h 1890712"/>
                <a:gd name="connsiteX89" fmla="*/ 1245394 w 2543175"/>
                <a:gd name="connsiteY89" fmla="*/ 907256 h 1890712"/>
                <a:gd name="connsiteX90" fmla="*/ 1254919 w 2543175"/>
                <a:gd name="connsiteY90" fmla="*/ 914400 h 1890712"/>
                <a:gd name="connsiteX91" fmla="*/ 1269207 w 2543175"/>
                <a:gd name="connsiteY91" fmla="*/ 921544 h 1890712"/>
                <a:gd name="connsiteX92" fmla="*/ 1290638 w 2543175"/>
                <a:gd name="connsiteY92" fmla="*/ 935831 h 1890712"/>
                <a:gd name="connsiteX93" fmla="*/ 1307307 w 2543175"/>
                <a:gd name="connsiteY93" fmla="*/ 952500 h 1890712"/>
                <a:gd name="connsiteX94" fmla="*/ 1333500 w 2543175"/>
                <a:gd name="connsiteY94" fmla="*/ 971550 h 1890712"/>
                <a:gd name="connsiteX95" fmla="*/ 1359694 w 2543175"/>
                <a:gd name="connsiteY95" fmla="*/ 990600 h 1890712"/>
                <a:gd name="connsiteX96" fmla="*/ 1385888 w 2543175"/>
                <a:gd name="connsiteY96" fmla="*/ 1021557 h 1890712"/>
                <a:gd name="connsiteX97" fmla="*/ 1435894 w 2543175"/>
                <a:gd name="connsiteY97" fmla="*/ 1054894 h 1890712"/>
                <a:gd name="connsiteX98" fmla="*/ 1497806 w 2543175"/>
                <a:gd name="connsiteY98" fmla="*/ 1104900 h 1890712"/>
                <a:gd name="connsiteX99" fmla="*/ 1559718 w 2543175"/>
                <a:gd name="connsiteY99" fmla="*/ 1154906 h 1890712"/>
                <a:gd name="connsiteX100" fmla="*/ 1595438 w 2543175"/>
                <a:gd name="connsiteY100" fmla="*/ 1181100 h 1890712"/>
                <a:gd name="connsiteX101" fmla="*/ 1628775 w 2543175"/>
                <a:gd name="connsiteY101" fmla="*/ 1207294 h 1890712"/>
                <a:gd name="connsiteX102" fmla="*/ 1662113 w 2543175"/>
                <a:gd name="connsiteY102" fmla="*/ 1231107 h 1890712"/>
                <a:gd name="connsiteX103" fmla="*/ 1700213 w 2543175"/>
                <a:gd name="connsiteY103" fmla="*/ 1247775 h 1890712"/>
                <a:gd name="connsiteX104" fmla="*/ 1712119 w 2543175"/>
                <a:gd name="connsiteY104" fmla="*/ 1259681 h 1890712"/>
                <a:gd name="connsiteX105" fmla="*/ 1733550 w 2543175"/>
                <a:gd name="connsiteY105" fmla="*/ 1273969 h 1890712"/>
                <a:gd name="connsiteX106" fmla="*/ 1743075 w 2543175"/>
                <a:gd name="connsiteY106" fmla="*/ 1283494 h 1890712"/>
                <a:gd name="connsiteX107" fmla="*/ 1754982 w 2543175"/>
                <a:gd name="connsiteY107" fmla="*/ 1290637 h 1890712"/>
                <a:gd name="connsiteX108" fmla="*/ 1766888 w 2543175"/>
                <a:gd name="connsiteY108" fmla="*/ 1300162 h 1890712"/>
                <a:gd name="connsiteX109" fmla="*/ 1783557 w 2543175"/>
                <a:gd name="connsiteY109" fmla="*/ 1307306 h 1890712"/>
                <a:gd name="connsiteX110" fmla="*/ 1790700 w 2543175"/>
                <a:gd name="connsiteY110" fmla="*/ 1312069 h 1890712"/>
                <a:gd name="connsiteX111" fmla="*/ 1800225 w 2543175"/>
                <a:gd name="connsiteY111" fmla="*/ 1319212 h 1890712"/>
                <a:gd name="connsiteX112" fmla="*/ 1807369 w 2543175"/>
                <a:gd name="connsiteY112" fmla="*/ 1321594 h 1890712"/>
                <a:gd name="connsiteX113" fmla="*/ 1824038 w 2543175"/>
                <a:gd name="connsiteY113" fmla="*/ 1333500 h 1890712"/>
                <a:gd name="connsiteX114" fmla="*/ 1843088 w 2543175"/>
                <a:gd name="connsiteY114" fmla="*/ 1352550 h 1890712"/>
                <a:gd name="connsiteX115" fmla="*/ 1852613 w 2543175"/>
                <a:gd name="connsiteY115" fmla="*/ 1359694 h 1890712"/>
                <a:gd name="connsiteX116" fmla="*/ 1859757 w 2543175"/>
                <a:gd name="connsiteY116" fmla="*/ 1366837 h 1890712"/>
                <a:gd name="connsiteX117" fmla="*/ 1869282 w 2543175"/>
                <a:gd name="connsiteY117" fmla="*/ 1371600 h 1890712"/>
                <a:gd name="connsiteX118" fmla="*/ 1883569 w 2543175"/>
                <a:gd name="connsiteY118" fmla="*/ 1388269 h 1890712"/>
                <a:gd name="connsiteX119" fmla="*/ 1893094 w 2543175"/>
                <a:gd name="connsiteY119" fmla="*/ 1395412 h 1890712"/>
                <a:gd name="connsiteX120" fmla="*/ 1902619 w 2543175"/>
                <a:gd name="connsiteY120" fmla="*/ 1404937 h 1890712"/>
                <a:gd name="connsiteX121" fmla="*/ 1912144 w 2543175"/>
                <a:gd name="connsiteY121" fmla="*/ 1409700 h 1890712"/>
                <a:gd name="connsiteX122" fmla="*/ 1931194 w 2543175"/>
                <a:gd name="connsiteY122" fmla="*/ 1421606 h 1890712"/>
                <a:gd name="connsiteX123" fmla="*/ 1935957 w 2543175"/>
                <a:gd name="connsiteY123" fmla="*/ 1428750 h 1890712"/>
                <a:gd name="connsiteX124" fmla="*/ 1952625 w 2543175"/>
                <a:gd name="connsiteY124" fmla="*/ 1438275 h 1890712"/>
                <a:gd name="connsiteX125" fmla="*/ 1971675 w 2543175"/>
                <a:gd name="connsiteY125" fmla="*/ 1450181 h 1890712"/>
                <a:gd name="connsiteX126" fmla="*/ 1981200 w 2543175"/>
                <a:gd name="connsiteY126" fmla="*/ 1454944 h 1890712"/>
                <a:gd name="connsiteX127" fmla="*/ 1997869 w 2543175"/>
                <a:gd name="connsiteY127" fmla="*/ 1471612 h 1890712"/>
                <a:gd name="connsiteX128" fmla="*/ 2007394 w 2543175"/>
                <a:gd name="connsiteY128" fmla="*/ 1478756 h 1890712"/>
                <a:gd name="connsiteX129" fmla="*/ 2016919 w 2543175"/>
                <a:gd name="connsiteY129" fmla="*/ 1483519 h 1890712"/>
                <a:gd name="connsiteX130" fmla="*/ 2024063 w 2543175"/>
                <a:gd name="connsiteY130" fmla="*/ 1490662 h 1890712"/>
                <a:gd name="connsiteX131" fmla="*/ 2033588 w 2543175"/>
                <a:gd name="connsiteY131" fmla="*/ 1495425 h 1890712"/>
                <a:gd name="connsiteX132" fmla="*/ 2040732 w 2543175"/>
                <a:gd name="connsiteY132" fmla="*/ 1502569 h 1890712"/>
                <a:gd name="connsiteX133" fmla="*/ 2047875 w 2543175"/>
                <a:gd name="connsiteY133" fmla="*/ 1507331 h 1890712"/>
                <a:gd name="connsiteX134" fmla="*/ 2057400 w 2543175"/>
                <a:gd name="connsiteY134" fmla="*/ 1514475 h 1890712"/>
                <a:gd name="connsiteX135" fmla="*/ 2064544 w 2543175"/>
                <a:gd name="connsiteY135" fmla="*/ 1519237 h 1890712"/>
                <a:gd name="connsiteX136" fmla="*/ 2071688 w 2543175"/>
                <a:gd name="connsiteY136" fmla="*/ 1526381 h 1890712"/>
                <a:gd name="connsiteX137" fmla="*/ 2081213 w 2543175"/>
                <a:gd name="connsiteY137" fmla="*/ 1531144 h 1890712"/>
                <a:gd name="connsiteX138" fmla="*/ 2090738 w 2543175"/>
                <a:gd name="connsiteY138" fmla="*/ 1538287 h 1890712"/>
                <a:gd name="connsiteX139" fmla="*/ 2109788 w 2543175"/>
                <a:gd name="connsiteY139" fmla="*/ 1547812 h 1890712"/>
                <a:gd name="connsiteX140" fmla="*/ 2131219 w 2543175"/>
                <a:gd name="connsiteY140" fmla="*/ 1562100 h 1890712"/>
                <a:gd name="connsiteX141" fmla="*/ 2140744 w 2543175"/>
                <a:gd name="connsiteY141" fmla="*/ 1566862 h 1890712"/>
                <a:gd name="connsiteX142" fmla="*/ 2152650 w 2543175"/>
                <a:gd name="connsiteY142" fmla="*/ 1576387 h 1890712"/>
                <a:gd name="connsiteX143" fmla="*/ 2181225 w 2543175"/>
                <a:gd name="connsiteY143" fmla="*/ 1590675 h 1890712"/>
                <a:gd name="connsiteX144" fmla="*/ 2200275 w 2543175"/>
                <a:gd name="connsiteY144" fmla="*/ 1607344 h 1890712"/>
                <a:gd name="connsiteX145" fmla="*/ 2207419 w 2543175"/>
                <a:gd name="connsiteY145" fmla="*/ 1612106 h 1890712"/>
                <a:gd name="connsiteX146" fmla="*/ 2216944 w 2543175"/>
                <a:gd name="connsiteY146" fmla="*/ 1619250 h 1890712"/>
                <a:gd name="connsiteX147" fmla="*/ 2247900 w 2543175"/>
                <a:gd name="connsiteY147" fmla="*/ 1643062 h 1890712"/>
                <a:gd name="connsiteX148" fmla="*/ 2255044 w 2543175"/>
                <a:gd name="connsiteY148" fmla="*/ 1650206 h 1890712"/>
                <a:gd name="connsiteX149" fmla="*/ 2281238 w 2543175"/>
                <a:gd name="connsiteY149" fmla="*/ 1664494 h 1890712"/>
                <a:gd name="connsiteX150" fmla="*/ 2312194 w 2543175"/>
                <a:gd name="connsiteY150" fmla="*/ 1685925 h 1890712"/>
                <a:gd name="connsiteX151" fmla="*/ 2350294 w 2543175"/>
                <a:gd name="connsiteY151" fmla="*/ 1712119 h 1890712"/>
                <a:gd name="connsiteX152" fmla="*/ 2428876 w 2543175"/>
                <a:gd name="connsiteY152" fmla="*/ 1785938 h 1890712"/>
                <a:gd name="connsiteX153" fmla="*/ 2469356 w 2543175"/>
                <a:gd name="connsiteY153" fmla="*/ 1816894 h 1890712"/>
                <a:gd name="connsiteX154" fmla="*/ 2514600 w 2543175"/>
                <a:gd name="connsiteY154" fmla="*/ 1850231 h 1890712"/>
                <a:gd name="connsiteX155" fmla="*/ 2519363 w 2543175"/>
                <a:gd name="connsiteY155" fmla="*/ 1857375 h 1890712"/>
                <a:gd name="connsiteX156" fmla="*/ 2540794 w 2543175"/>
                <a:gd name="connsiteY156" fmla="*/ 1883569 h 1890712"/>
                <a:gd name="connsiteX157" fmla="*/ 2543175 w 2543175"/>
                <a:gd name="connsiteY157" fmla="*/ 1890712 h 1890712"/>
                <a:gd name="connsiteX0" fmla="*/ 0 w 2543175"/>
                <a:gd name="connsiteY0" fmla="*/ 0 h 1890712"/>
                <a:gd name="connsiteX1" fmla="*/ 11907 w 2543175"/>
                <a:gd name="connsiteY1" fmla="*/ 11906 h 1890712"/>
                <a:gd name="connsiteX2" fmla="*/ 21432 w 2543175"/>
                <a:gd name="connsiteY2" fmla="*/ 16669 h 1890712"/>
                <a:gd name="connsiteX3" fmla="*/ 23813 w 2543175"/>
                <a:gd name="connsiteY3" fmla="*/ 23812 h 1890712"/>
                <a:gd name="connsiteX4" fmla="*/ 33338 w 2543175"/>
                <a:gd name="connsiteY4" fmla="*/ 33337 h 1890712"/>
                <a:gd name="connsiteX5" fmla="*/ 40482 w 2543175"/>
                <a:gd name="connsiteY5" fmla="*/ 42862 h 1890712"/>
                <a:gd name="connsiteX6" fmla="*/ 47625 w 2543175"/>
                <a:gd name="connsiteY6" fmla="*/ 47625 h 1890712"/>
                <a:gd name="connsiteX7" fmla="*/ 57150 w 2543175"/>
                <a:gd name="connsiteY7" fmla="*/ 54769 h 1890712"/>
                <a:gd name="connsiteX8" fmla="*/ 64294 w 2543175"/>
                <a:gd name="connsiteY8" fmla="*/ 59531 h 1890712"/>
                <a:gd name="connsiteX9" fmla="*/ 83344 w 2543175"/>
                <a:gd name="connsiteY9" fmla="*/ 73819 h 1890712"/>
                <a:gd name="connsiteX10" fmla="*/ 97632 w 2543175"/>
                <a:gd name="connsiteY10" fmla="*/ 80962 h 1890712"/>
                <a:gd name="connsiteX11" fmla="*/ 104775 w 2543175"/>
                <a:gd name="connsiteY11" fmla="*/ 85725 h 1890712"/>
                <a:gd name="connsiteX12" fmla="*/ 114300 w 2543175"/>
                <a:gd name="connsiteY12" fmla="*/ 95250 h 1890712"/>
                <a:gd name="connsiteX13" fmla="*/ 123825 w 2543175"/>
                <a:gd name="connsiteY13" fmla="*/ 97631 h 1890712"/>
                <a:gd name="connsiteX14" fmla="*/ 130969 w 2543175"/>
                <a:gd name="connsiteY14" fmla="*/ 104775 h 1890712"/>
                <a:gd name="connsiteX15" fmla="*/ 140494 w 2543175"/>
                <a:gd name="connsiteY15" fmla="*/ 111919 h 1890712"/>
                <a:gd name="connsiteX16" fmla="*/ 147638 w 2543175"/>
                <a:gd name="connsiteY16" fmla="*/ 116681 h 1890712"/>
                <a:gd name="connsiteX17" fmla="*/ 164307 w 2543175"/>
                <a:gd name="connsiteY17" fmla="*/ 128587 h 1890712"/>
                <a:gd name="connsiteX18" fmla="*/ 180975 w 2543175"/>
                <a:gd name="connsiteY18" fmla="*/ 140494 h 1890712"/>
                <a:gd name="connsiteX19" fmla="*/ 197644 w 2543175"/>
                <a:gd name="connsiteY19" fmla="*/ 152400 h 1890712"/>
                <a:gd name="connsiteX20" fmla="*/ 204788 w 2543175"/>
                <a:gd name="connsiteY20" fmla="*/ 157162 h 1890712"/>
                <a:gd name="connsiteX21" fmla="*/ 214313 w 2543175"/>
                <a:gd name="connsiteY21" fmla="*/ 164306 h 1890712"/>
                <a:gd name="connsiteX22" fmla="*/ 230982 w 2543175"/>
                <a:gd name="connsiteY22" fmla="*/ 180975 h 1890712"/>
                <a:gd name="connsiteX23" fmla="*/ 247650 w 2543175"/>
                <a:gd name="connsiteY23" fmla="*/ 185737 h 1890712"/>
                <a:gd name="connsiteX24" fmla="*/ 300038 w 2543175"/>
                <a:gd name="connsiteY24" fmla="*/ 219075 h 1890712"/>
                <a:gd name="connsiteX25" fmla="*/ 342900 w 2543175"/>
                <a:gd name="connsiteY25" fmla="*/ 254794 h 1890712"/>
                <a:gd name="connsiteX26" fmla="*/ 366713 w 2543175"/>
                <a:gd name="connsiteY26" fmla="*/ 264319 h 1890712"/>
                <a:gd name="connsiteX27" fmla="*/ 371475 w 2543175"/>
                <a:gd name="connsiteY27" fmla="*/ 271462 h 1890712"/>
                <a:gd name="connsiteX28" fmla="*/ 385763 w 2543175"/>
                <a:gd name="connsiteY28" fmla="*/ 283369 h 1890712"/>
                <a:gd name="connsiteX29" fmla="*/ 404813 w 2543175"/>
                <a:gd name="connsiteY29" fmla="*/ 295275 h 1890712"/>
                <a:gd name="connsiteX30" fmla="*/ 411957 w 2543175"/>
                <a:gd name="connsiteY30" fmla="*/ 297656 h 1890712"/>
                <a:gd name="connsiteX31" fmla="*/ 466725 w 2543175"/>
                <a:gd name="connsiteY31" fmla="*/ 328612 h 1890712"/>
                <a:gd name="connsiteX32" fmla="*/ 476250 w 2543175"/>
                <a:gd name="connsiteY32" fmla="*/ 335756 h 1890712"/>
                <a:gd name="connsiteX33" fmla="*/ 481013 w 2543175"/>
                <a:gd name="connsiteY33" fmla="*/ 342900 h 1890712"/>
                <a:gd name="connsiteX34" fmla="*/ 490538 w 2543175"/>
                <a:gd name="connsiteY34" fmla="*/ 352425 h 1890712"/>
                <a:gd name="connsiteX35" fmla="*/ 495300 w 2543175"/>
                <a:gd name="connsiteY35" fmla="*/ 359569 h 1890712"/>
                <a:gd name="connsiteX36" fmla="*/ 509588 w 2543175"/>
                <a:gd name="connsiteY36" fmla="*/ 376237 h 1890712"/>
                <a:gd name="connsiteX37" fmla="*/ 514350 w 2543175"/>
                <a:gd name="connsiteY37" fmla="*/ 383381 h 1890712"/>
                <a:gd name="connsiteX38" fmla="*/ 531019 w 2543175"/>
                <a:gd name="connsiteY38" fmla="*/ 397669 h 1890712"/>
                <a:gd name="connsiteX39" fmla="*/ 538163 w 2543175"/>
                <a:gd name="connsiteY39" fmla="*/ 407194 h 1890712"/>
                <a:gd name="connsiteX40" fmla="*/ 554832 w 2543175"/>
                <a:gd name="connsiteY40" fmla="*/ 421481 h 1890712"/>
                <a:gd name="connsiteX41" fmla="*/ 564357 w 2543175"/>
                <a:gd name="connsiteY41" fmla="*/ 431006 h 1890712"/>
                <a:gd name="connsiteX42" fmla="*/ 573882 w 2543175"/>
                <a:gd name="connsiteY42" fmla="*/ 438150 h 1890712"/>
                <a:gd name="connsiteX43" fmla="*/ 595313 w 2543175"/>
                <a:gd name="connsiteY43" fmla="*/ 454819 h 1890712"/>
                <a:gd name="connsiteX44" fmla="*/ 602457 w 2543175"/>
                <a:gd name="connsiteY44" fmla="*/ 457200 h 1890712"/>
                <a:gd name="connsiteX45" fmla="*/ 628650 w 2543175"/>
                <a:gd name="connsiteY45" fmla="*/ 469106 h 1890712"/>
                <a:gd name="connsiteX46" fmla="*/ 645319 w 2543175"/>
                <a:gd name="connsiteY46" fmla="*/ 483394 h 1890712"/>
                <a:gd name="connsiteX47" fmla="*/ 654844 w 2543175"/>
                <a:gd name="connsiteY47" fmla="*/ 488156 h 1890712"/>
                <a:gd name="connsiteX48" fmla="*/ 661988 w 2543175"/>
                <a:gd name="connsiteY48" fmla="*/ 497681 h 1890712"/>
                <a:gd name="connsiteX49" fmla="*/ 683419 w 2543175"/>
                <a:gd name="connsiteY49" fmla="*/ 514350 h 1890712"/>
                <a:gd name="connsiteX50" fmla="*/ 700088 w 2543175"/>
                <a:gd name="connsiteY50" fmla="*/ 526256 h 1890712"/>
                <a:gd name="connsiteX51" fmla="*/ 709613 w 2543175"/>
                <a:gd name="connsiteY51" fmla="*/ 535781 h 1890712"/>
                <a:gd name="connsiteX52" fmla="*/ 719138 w 2543175"/>
                <a:gd name="connsiteY52" fmla="*/ 542925 h 1890712"/>
                <a:gd name="connsiteX53" fmla="*/ 733425 w 2543175"/>
                <a:gd name="connsiteY53" fmla="*/ 557212 h 1890712"/>
                <a:gd name="connsiteX54" fmla="*/ 750094 w 2543175"/>
                <a:gd name="connsiteY54" fmla="*/ 569119 h 1890712"/>
                <a:gd name="connsiteX55" fmla="*/ 769144 w 2543175"/>
                <a:gd name="connsiteY55" fmla="*/ 581025 h 1890712"/>
                <a:gd name="connsiteX56" fmla="*/ 785813 w 2543175"/>
                <a:gd name="connsiteY56" fmla="*/ 590550 h 1890712"/>
                <a:gd name="connsiteX57" fmla="*/ 792957 w 2543175"/>
                <a:gd name="connsiteY57" fmla="*/ 600075 h 1890712"/>
                <a:gd name="connsiteX58" fmla="*/ 809625 w 2543175"/>
                <a:gd name="connsiteY58" fmla="*/ 611981 h 1890712"/>
                <a:gd name="connsiteX59" fmla="*/ 816769 w 2543175"/>
                <a:gd name="connsiteY59" fmla="*/ 619125 h 1890712"/>
                <a:gd name="connsiteX60" fmla="*/ 826294 w 2543175"/>
                <a:gd name="connsiteY60" fmla="*/ 626269 h 1890712"/>
                <a:gd name="connsiteX61" fmla="*/ 840582 w 2543175"/>
                <a:gd name="connsiteY61" fmla="*/ 638175 h 1890712"/>
                <a:gd name="connsiteX62" fmla="*/ 847725 w 2543175"/>
                <a:gd name="connsiteY62" fmla="*/ 645319 h 1890712"/>
                <a:gd name="connsiteX63" fmla="*/ 857250 w 2543175"/>
                <a:gd name="connsiteY63" fmla="*/ 652462 h 1890712"/>
                <a:gd name="connsiteX64" fmla="*/ 864394 w 2543175"/>
                <a:gd name="connsiteY64" fmla="*/ 657225 h 1890712"/>
                <a:gd name="connsiteX65" fmla="*/ 888207 w 2543175"/>
                <a:gd name="connsiteY65" fmla="*/ 676275 h 1890712"/>
                <a:gd name="connsiteX66" fmla="*/ 895350 w 2543175"/>
                <a:gd name="connsiteY66" fmla="*/ 681037 h 1890712"/>
                <a:gd name="connsiteX67" fmla="*/ 907257 w 2543175"/>
                <a:gd name="connsiteY67" fmla="*/ 683419 h 1890712"/>
                <a:gd name="connsiteX68" fmla="*/ 928688 w 2543175"/>
                <a:gd name="connsiteY68" fmla="*/ 695325 h 1890712"/>
                <a:gd name="connsiteX69" fmla="*/ 942975 w 2543175"/>
                <a:gd name="connsiteY69" fmla="*/ 700087 h 1890712"/>
                <a:gd name="connsiteX70" fmla="*/ 964407 w 2543175"/>
                <a:gd name="connsiteY70" fmla="*/ 716756 h 1890712"/>
                <a:gd name="connsiteX71" fmla="*/ 971550 w 2543175"/>
                <a:gd name="connsiteY71" fmla="*/ 723900 h 1890712"/>
                <a:gd name="connsiteX72" fmla="*/ 983457 w 2543175"/>
                <a:gd name="connsiteY72" fmla="*/ 733425 h 1890712"/>
                <a:gd name="connsiteX73" fmla="*/ 990600 w 2543175"/>
                <a:gd name="connsiteY73" fmla="*/ 738187 h 1890712"/>
                <a:gd name="connsiteX74" fmla="*/ 1007269 w 2543175"/>
                <a:gd name="connsiteY74" fmla="*/ 752475 h 1890712"/>
                <a:gd name="connsiteX75" fmla="*/ 1031082 w 2543175"/>
                <a:gd name="connsiteY75" fmla="*/ 766762 h 1890712"/>
                <a:gd name="connsiteX76" fmla="*/ 1042988 w 2543175"/>
                <a:gd name="connsiteY76" fmla="*/ 773906 h 1890712"/>
                <a:gd name="connsiteX77" fmla="*/ 1071563 w 2543175"/>
                <a:gd name="connsiteY77" fmla="*/ 785812 h 1890712"/>
                <a:gd name="connsiteX78" fmla="*/ 1097757 w 2543175"/>
                <a:gd name="connsiteY78" fmla="*/ 807244 h 1890712"/>
                <a:gd name="connsiteX79" fmla="*/ 1104900 w 2543175"/>
                <a:gd name="connsiteY79" fmla="*/ 814387 h 1890712"/>
                <a:gd name="connsiteX80" fmla="*/ 1121569 w 2543175"/>
                <a:gd name="connsiteY80" fmla="*/ 823912 h 1890712"/>
                <a:gd name="connsiteX81" fmla="*/ 1138238 w 2543175"/>
                <a:gd name="connsiteY81" fmla="*/ 835819 h 1890712"/>
                <a:gd name="connsiteX82" fmla="*/ 1147763 w 2543175"/>
                <a:gd name="connsiteY82" fmla="*/ 842962 h 1890712"/>
                <a:gd name="connsiteX83" fmla="*/ 1157288 w 2543175"/>
                <a:gd name="connsiteY83" fmla="*/ 847725 h 1890712"/>
                <a:gd name="connsiteX84" fmla="*/ 1178719 w 2543175"/>
                <a:gd name="connsiteY84" fmla="*/ 859631 h 1890712"/>
                <a:gd name="connsiteX85" fmla="*/ 1188244 w 2543175"/>
                <a:gd name="connsiteY85" fmla="*/ 866775 h 1890712"/>
                <a:gd name="connsiteX86" fmla="*/ 1195388 w 2543175"/>
                <a:gd name="connsiteY86" fmla="*/ 871537 h 1890712"/>
                <a:gd name="connsiteX87" fmla="*/ 1212057 w 2543175"/>
                <a:gd name="connsiteY87" fmla="*/ 883444 h 1890712"/>
                <a:gd name="connsiteX88" fmla="*/ 1226344 w 2543175"/>
                <a:gd name="connsiteY88" fmla="*/ 895350 h 1890712"/>
                <a:gd name="connsiteX89" fmla="*/ 1245394 w 2543175"/>
                <a:gd name="connsiteY89" fmla="*/ 907256 h 1890712"/>
                <a:gd name="connsiteX90" fmla="*/ 1254919 w 2543175"/>
                <a:gd name="connsiteY90" fmla="*/ 914400 h 1890712"/>
                <a:gd name="connsiteX91" fmla="*/ 1269207 w 2543175"/>
                <a:gd name="connsiteY91" fmla="*/ 921544 h 1890712"/>
                <a:gd name="connsiteX92" fmla="*/ 1290638 w 2543175"/>
                <a:gd name="connsiteY92" fmla="*/ 935831 h 1890712"/>
                <a:gd name="connsiteX93" fmla="*/ 1307307 w 2543175"/>
                <a:gd name="connsiteY93" fmla="*/ 952500 h 1890712"/>
                <a:gd name="connsiteX94" fmla="*/ 1333500 w 2543175"/>
                <a:gd name="connsiteY94" fmla="*/ 971550 h 1890712"/>
                <a:gd name="connsiteX95" fmla="*/ 1359694 w 2543175"/>
                <a:gd name="connsiteY95" fmla="*/ 990600 h 1890712"/>
                <a:gd name="connsiteX96" fmla="*/ 1385888 w 2543175"/>
                <a:gd name="connsiteY96" fmla="*/ 1021557 h 1890712"/>
                <a:gd name="connsiteX97" fmla="*/ 1435894 w 2543175"/>
                <a:gd name="connsiteY97" fmla="*/ 1054894 h 1890712"/>
                <a:gd name="connsiteX98" fmla="*/ 1497806 w 2543175"/>
                <a:gd name="connsiteY98" fmla="*/ 1104900 h 1890712"/>
                <a:gd name="connsiteX99" fmla="*/ 1559718 w 2543175"/>
                <a:gd name="connsiteY99" fmla="*/ 1154906 h 1890712"/>
                <a:gd name="connsiteX100" fmla="*/ 1595438 w 2543175"/>
                <a:gd name="connsiteY100" fmla="*/ 1181100 h 1890712"/>
                <a:gd name="connsiteX101" fmla="*/ 1628775 w 2543175"/>
                <a:gd name="connsiteY101" fmla="*/ 1207294 h 1890712"/>
                <a:gd name="connsiteX102" fmla="*/ 1662113 w 2543175"/>
                <a:gd name="connsiteY102" fmla="*/ 1231107 h 1890712"/>
                <a:gd name="connsiteX103" fmla="*/ 1700213 w 2543175"/>
                <a:gd name="connsiteY103" fmla="*/ 1247775 h 1890712"/>
                <a:gd name="connsiteX104" fmla="*/ 1712119 w 2543175"/>
                <a:gd name="connsiteY104" fmla="*/ 1259681 h 1890712"/>
                <a:gd name="connsiteX105" fmla="*/ 1733550 w 2543175"/>
                <a:gd name="connsiteY105" fmla="*/ 1273969 h 1890712"/>
                <a:gd name="connsiteX106" fmla="*/ 1743075 w 2543175"/>
                <a:gd name="connsiteY106" fmla="*/ 1283494 h 1890712"/>
                <a:gd name="connsiteX107" fmla="*/ 1754982 w 2543175"/>
                <a:gd name="connsiteY107" fmla="*/ 1290637 h 1890712"/>
                <a:gd name="connsiteX108" fmla="*/ 1766888 w 2543175"/>
                <a:gd name="connsiteY108" fmla="*/ 1300162 h 1890712"/>
                <a:gd name="connsiteX109" fmla="*/ 1783557 w 2543175"/>
                <a:gd name="connsiteY109" fmla="*/ 1307306 h 1890712"/>
                <a:gd name="connsiteX110" fmla="*/ 1790700 w 2543175"/>
                <a:gd name="connsiteY110" fmla="*/ 1312069 h 1890712"/>
                <a:gd name="connsiteX111" fmla="*/ 1800225 w 2543175"/>
                <a:gd name="connsiteY111" fmla="*/ 1319212 h 1890712"/>
                <a:gd name="connsiteX112" fmla="*/ 1807369 w 2543175"/>
                <a:gd name="connsiteY112" fmla="*/ 1321594 h 1890712"/>
                <a:gd name="connsiteX113" fmla="*/ 1824038 w 2543175"/>
                <a:gd name="connsiteY113" fmla="*/ 1333500 h 1890712"/>
                <a:gd name="connsiteX114" fmla="*/ 1843088 w 2543175"/>
                <a:gd name="connsiteY114" fmla="*/ 1352550 h 1890712"/>
                <a:gd name="connsiteX115" fmla="*/ 1852613 w 2543175"/>
                <a:gd name="connsiteY115" fmla="*/ 1359694 h 1890712"/>
                <a:gd name="connsiteX116" fmla="*/ 1859757 w 2543175"/>
                <a:gd name="connsiteY116" fmla="*/ 1366837 h 1890712"/>
                <a:gd name="connsiteX117" fmla="*/ 1869282 w 2543175"/>
                <a:gd name="connsiteY117" fmla="*/ 1371600 h 1890712"/>
                <a:gd name="connsiteX118" fmla="*/ 1883569 w 2543175"/>
                <a:gd name="connsiteY118" fmla="*/ 1388269 h 1890712"/>
                <a:gd name="connsiteX119" fmla="*/ 1893094 w 2543175"/>
                <a:gd name="connsiteY119" fmla="*/ 1395412 h 1890712"/>
                <a:gd name="connsiteX120" fmla="*/ 1902619 w 2543175"/>
                <a:gd name="connsiteY120" fmla="*/ 1404937 h 1890712"/>
                <a:gd name="connsiteX121" fmla="*/ 1912144 w 2543175"/>
                <a:gd name="connsiteY121" fmla="*/ 1409700 h 1890712"/>
                <a:gd name="connsiteX122" fmla="*/ 1931194 w 2543175"/>
                <a:gd name="connsiteY122" fmla="*/ 1421606 h 1890712"/>
                <a:gd name="connsiteX123" fmla="*/ 1935957 w 2543175"/>
                <a:gd name="connsiteY123" fmla="*/ 1428750 h 1890712"/>
                <a:gd name="connsiteX124" fmla="*/ 1952625 w 2543175"/>
                <a:gd name="connsiteY124" fmla="*/ 1438275 h 1890712"/>
                <a:gd name="connsiteX125" fmla="*/ 1971675 w 2543175"/>
                <a:gd name="connsiteY125" fmla="*/ 1450181 h 1890712"/>
                <a:gd name="connsiteX126" fmla="*/ 1981200 w 2543175"/>
                <a:gd name="connsiteY126" fmla="*/ 1454944 h 1890712"/>
                <a:gd name="connsiteX127" fmla="*/ 1997869 w 2543175"/>
                <a:gd name="connsiteY127" fmla="*/ 1471612 h 1890712"/>
                <a:gd name="connsiteX128" fmla="*/ 2007394 w 2543175"/>
                <a:gd name="connsiteY128" fmla="*/ 1478756 h 1890712"/>
                <a:gd name="connsiteX129" fmla="*/ 2016919 w 2543175"/>
                <a:gd name="connsiteY129" fmla="*/ 1483519 h 1890712"/>
                <a:gd name="connsiteX130" fmla="*/ 2024063 w 2543175"/>
                <a:gd name="connsiteY130" fmla="*/ 1490662 h 1890712"/>
                <a:gd name="connsiteX131" fmla="*/ 2033588 w 2543175"/>
                <a:gd name="connsiteY131" fmla="*/ 1495425 h 1890712"/>
                <a:gd name="connsiteX132" fmla="*/ 2040732 w 2543175"/>
                <a:gd name="connsiteY132" fmla="*/ 1502569 h 1890712"/>
                <a:gd name="connsiteX133" fmla="*/ 2047875 w 2543175"/>
                <a:gd name="connsiteY133" fmla="*/ 1507331 h 1890712"/>
                <a:gd name="connsiteX134" fmla="*/ 2057400 w 2543175"/>
                <a:gd name="connsiteY134" fmla="*/ 1514475 h 1890712"/>
                <a:gd name="connsiteX135" fmla="*/ 2064544 w 2543175"/>
                <a:gd name="connsiteY135" fmla="*/ 1519237 h 1890712"/>
                <a:gd name="connsiteX136" fmla="*/ 2071688 w 2543175"/>
                <a:gd name="connsiteY136" fmla="*/ 1526381 h 1890712"/>
                <a:gd name="connsiteX137" fmla="*/ 2081213 w 2543175"/>
                <a:gd name="connsiteY137" fmla="*/ 1531144 h 1890712"/>
                <a:gd name="connsiteX138" fmla="*/ 2090738 w 2543175"/>
                <a:gd name="connsiteY138" fmla="*/ 1538287 h 1890712"/>
                <a:gd name="connsiteX139" fmla="*/ 2109788 w 2543175"/>
                <a:gd name="connsiteY139" fmla="*/ 1547812 h 1890712"/>
                <a:gd name="connsiteX140" fmla="*/ 2131219 w 2543175"/>
                <a:gd name="connsiteY140" fmla="*/ 1562100 h 1890712"/>
                <a:gd name="connsiteX141" fmla="*/ 2140744 w 2543175"/>
                <a:gd name="connsiteY141" fmla="*/ 1566862 h 1890712"/>
                <a:gd name="connsiteX142" fmla="*/ 2152650 w 2543175"/>
                <a:gd name="connsiteY142" fmla="*/ 1576387 h 1890712"/>
                <a:gd name="connsiteX143" fmla="*/ 2181225 w 2543175"/>
                <a:gd name="connsiteY143" fmla="*/ 1590675 h 1890712"/>
                <a:gd name="connsiteX144" fmla="*/ 2200275 w 2543175"/>
                <a:gd name="connsiteY144" fmla="*/ 1607344 h 1890712"/>
                <a:gd name="connsiteX145" fmla="*/ 2207419 w 2543175"/>
                <a:gd name="connsiteY145" fmla="*/ 1612106 h 1890712"/>
                <a:gd name="connsiteX146" fmla="*/ 2216944 w 2543175"/>
                <a:gd name="connsiteY146" fmla="*/ 1619250 h 1890712"/>
                <a:gd name="connsiteX147" fmla="*/ 2247900 w 2543175"/>
                <a:gd name="connsiteY147" fmla="*/ 1643062 h 1890712"/>
                <a:gd name="connsiteX148" fmla="*/ 2281238 w 2543175"/>
                <a:gd name="connsiteY148" fmla="*/ 1664494 h 1890712"/>
                <a:gd name="connsiteX149" fmla="*/ 2312194 w 2543175"/>
                <a:gd name="connsiteY149" fmla="*/ 1685925 h 1890712"/>
                <a:gd name="connsiteX150" fmla="*/ 2350294 w 2543175"/>
                <a:gd name="connsiteY150" fmla="*/ 1712119 h 1890712"/>
                <a:gd name="connsiteX151" fmla="*/ 2428876 w 2543175"/>
                <a:gd name="connsiteY151" fmla="*/ 1785938 h 1890712"/>
                <a:gd name="connsiteX152" fmla="*/ 2469356 w 2543175"/>
                <a:gd name="connsiteY152" fmla="*/ 1816894 h 1890712"/>
                <a:gd name="connsiteX153" fmla="*/ 2514600 w 2543175"/>
                <a:gd name="connsiteY153" fmla="*/ 1850231 h 1890712"/>
                <a:gd name="connsiteX154" fmla="*/ 2519363 w 2543175"/>
                <a:gd name="connsiteY154" fmla="*/ 1857375 h 1890712"/>
                <a:gd name="connsiteX155" fmla="*/ 2540794 w 2543175"/>
                <a:gd name="connsiteY155" fmla="*/ 1883569 h 1890712"/>
                <a:gd name="connsiteX156" fmla="*/ 2543175 w 2543175"/>
                <a:gd name="connsiteY156" fmla="*/ 1890712 h 1890712"/>
                <a:gd name="connsiteX0" fmla="*/ 0 w 2543175"/>
                <a:gd name="connsiteY0" fmla="*/ 0 h 1890712"/>
                <a:gd name="connsiteX1" fmla="*/ 11907 w 2543175"/>
                <a:gd name="connsiteY1" fmla="*/ 11906 h 1890712"/>
                <a:gd name="connsiteX2" fmla="*/ 21432 w 2543175"/>
                <a:gd name="connsiteY2" fmla="*/ 16669 h 1890712"/>
                <a:gd name="connsiteX3" fmla="*/ 23813 w 2543175"/>
                <a:gd name="connsiteY3" fmla="*/ 23812 h 1890712"/>
                <a:gd name="connsiteX4" fmla="*/ 33338 w 2543175"/>
                <a:gd name="connsiteY4" fmla="*/ 33337 h 1890712"/>
                <a:gd name="connsiteX5" fmla="*/ 40482 w 2543175"/>
                <a:gd name="connsiteY5" fmla="*/ 42862 h 1890712"/>
                <a:gd name="connsiteX6" fmla="*/ 47625 w 2543175"/>
                <a:gd name="connsiteY6" fmla="*/ 47625 h 1890712"/>
                <a:gd name="connsiteX7" fmla="*/ 57150 w 2543175"/>
                <a:gd name="connsiteY7" fmla="*/ 54769 h 1890712"/>
                <a:gd name="connsiteX8" fmla="*/ 64294 w 2543175"/>
                <a:gd name="connsiteY8" fmla="*/ 59531 h 1890712"/>
                <a:gd name="connsiteX9" fmla="*/ 83344 w 2543175"/>
                <a:gd name="connsiteY9" fmla="*/ 73819 h 1890712"/>
                <a:gd name="connsiteX10" fmla="*/ 97632 w 2543175"/>
                <a:gd name="connsiteY10" fmla="*/ 80962 h 1890712"/>
                <a:gd name="connsiteX11" fmla="*/ 104775 w 2543175"/>
                <a:gd name="connsiteY11" fmla="*/ 85725 h 1890712"/>
                <a:gd name="connsiteX12" fmla="*/ 114300 w 2543175"/>
                <a:gd name="connsiteY12" fmla="*/ 95250 h 1890712"/>
                <a:gd name="connsiteX13" fmla="*/ 123825 w 2543175"/>
                <a:gd name="connsiteY13" fmla="*/ 97631 h 1890712"/>
                <a:gd name="connsiteX14" fmla="*/ 130969 w 2543175"/>
                <a:gd name="connsiteY14" fmla="*/ 104775 h 1890712"/>
                <a:gd name="connsiteX15" fmla="*/ 140494 w 2543175"/>
                <a:gd name="connsiteY15" fmla="*/ 111919 h 1890712"/>
                <a:gd name="connsiteX16" fmla="*/ 147638 w 2543175"/>
                <a:gd name="connsiteY16" fmla="*/ 116681 h 1890712"/>
                <a:gd name="connsiteX17" fmla="*/ 164307 w 2543175"/>
                <a:gd name="connsiteY17" fmla="*/ 128587 h 1890712"/>
                <a:gd name="connsiteX18" fmla="*/ 180975 w 2543175"/>
                <a:gd name="connsiteY18" fmla="*/ 140494 h 1890712"/>
                <a:gd name="connsiteX19" fmla="*/ 197644 w 2543175"/>
                <a:gd name="connsiteY19" fmla="*/ 152400 h 1890712"/>
                <a:gd name="connsiteX20" fmla="*/ 204788 w 2543175"/>
                <a:gd name="connsiteY20" fmla="*/ 157162 h 1890712"/>
                <a:gd name="connsiteX21" fmla="*/ 214313 w 2543175"/>
                <a:gd name="connsiteY21" fmla="*/ 164306 h 1890712"/>
                <a:gd name="connsiteX22" fmla="*/ 230982 w 2543175"/>
                <a:gd name="connsiteY22" fmla="*/ 180975 h 1890712"/>
                <a:gd name="connsiteX23" fmla="*/ 247650 w 2543175"/>
                <a:gd name="connsiteY23" fmla="*/ 185737 h 1890712"/>
                <a:gd name="connsiteX24" fmla="*/ 300038 w 2543175"/>
                <a:gd name="connsiteY24" fmla="*/ 219075 h 1890712"/>
                <a:gd name="connsiteX25" fmla="*/ 342900 w 2543175"/>
                <a:gd name="connsiteY25" fmla="*/ 254794 h 1890712"/>
                <a:gd name="connsiteX26" fmla="*/ 366713 w 2543175"/>
                <a:gd name="connsiteY26" fmla="*/ 264319 h 1890712"/>
                <a:gd name="connsiteX27" fmla="*/ 371475 w 2543175"/>
                <a:gd name="connsiteY27" fmla="*/ 271462 h 1890712"/>
                <a:gd name="connsiteX28" fmla="*/ 385763 w 2543175"/>
                <a:gd name="connsiteY28" fmla="*/ 283369 h 1890712"/>
                <a:gd name="connsiteX29" fmla="*/ 404813 w 2543175"/>
                <a:gd name="connsiteY29" fmla="*/ 295275 h 1890712"/>
                <a:gd name="connsiteX30" fmla="*/ 411957 w 2543175"/>
                <a:gd name="connsiteY30" fmla="*/ 297656 h 1890712"/>
                <a:gd name="connsiteX31" fmla="*/ 466725 w 2543175"/>
                <a:gd name="connsiteY31" fmla="*/ 328612 h 1890712"/>
                <a:gd name="connsiteX32" fmla="*/ 476250 w 2543175"/>
                <a:gd name="connsiteY32" fmla="*/ 335756 h 1890712"/>
                <a:gd name="connsiteX33" fmla="*/ 481013 w 2543175"/>
                <a:gd name="connsiteY33" fmla="*/ 342900 h 1890712"/>
                <a:gd name="connsiteX34" fmla="*/ 490538 w 2543175"/>
                <a:gd name="connsiteY34" fmla="*/ 352425 h 1890712"/>
                <a:gd name="connsiteX35" fmla="*/ 495300 w 2543175"/>
                <a:gd name="connsiteY35" fmla="*/ 359569 h 1890712"/>
                <a:gd name="connsiteX36" fmla="*/ 509588 w 2543175"/>
                <a:gd name="connsiteY36" fmla="*/ 376237 h 1890712"/>
                <a:gd name="connsiteX37" fmla="*/ 514350 w 2543175"/>
                <a:gd name="connsiteY37" fmla="*/ 383381 h 1890712"/>
                <a:gd name="connsiteX38" fmla="*/ 531019 w 2543175"/>
                <a:gd name="connsiteY38" fmla="*/ 397669 h 1890712"/>
                <a:gd name="connsiteX39" fmla="*/ 538163 w 2543175"/>
                <a:gd name="connsiteY39" fmla="*/ 407194 h 1890712"/>
                <a:gd name="connsiteX40" fmla="*/ 554832 w 2543175"/>
                <a:gd name="connsiteY40" fmla="*/ 421481 h 1890712"/>
                <a:gd name="connsiteX41" fmla="*/ 564357 w 2543175"/>
                <a:gd name="connsiteY41" fmla="*/ 431006 h 1890712"/>
                <a:gd name="connsiteX42" fmla="*/ 573882 w 2543175"/>
                <a:gd name="connsiteY42" fmla="*/ 438150 h 1890712"/>
                <a:gd name="connsiteX43" fmla="*/ 595313 w 2543175"/>
                <a:gd name="connsiteY43" fmla="*/ 454819 h 1890712"/>
                <a:gd name="connsiteX44" fmla="*/ 602457 w 2543175"/>
                <a:gd name="connsiteY44" fmla="*/ 457200 h 1890712"/>
                <a:gd name="connsiteX45" fmla="*/ 628650 w 2543175"/>
                <a:gd name="connsiteY45" fmla="*/ 469106 h 1890712"/>
                <a:gd name="connsiteX46" fmla="*/ 645319 w 2543175"/>
                <a:gd name="connsiteY46" fmla="*/ 483394 h 1890712"/>
                <a:gd name="connsiteX47" fmla="*/ 654844 w 2543175"/>
                <a:gd name="connsiteY47" fmla="*/ 488156 h 1890712"/>
                <a:gd name="connsiteX48" fmla="*/ 661988 w 2543175"/>
                <a:gd name="connsiteY48" fmla="*/ 497681 h 1890712"/>
                <a:gd name="connsiteX49" fmla="*/ 683419 w 2543175"/>
                <a:gd name="connsiteY49" fmla="*/ 514350 h 1890712"/>
                <a:gd name="connsiteX50" fmla="*/ 700088 w 2543175"/>
                <a:gd name="connsiteY50" fmla="*/ 526256 h 1890712"/>
                <a:gd name="connsiteX51" fmla="*/ 709613 w 2543175"/>
                <a:gd name="connsiteY51" fmla="*/ 535781 h 1890712"/>
                <a:gd name="connsiteX52" fmla="*/ 719138 w 2543175"/>
                <a:gd name="connsiteY52" fmla="*/ 542925 h 1890712"/>
                <a:gd name="connsiteX53" fmla="*/ 733425 w 2543175"/>
                <a:gd name="connsiteY53" fmla="*/ 557212 h 1890712"/>
                <a:gd name="connsiteX54" fmla="*/ 750094 w 2543175"/>
                <a:gd name="connsiteY54" fmla="*/ 569119 h 1890712"/>
                <a:gd name="connsiteX55" fmla="*/ 769144 w 2543175"/>
                <a:gd name="connsiteY55" fmla="*/ 581025 h 1890712"/>
                <a:gd name="connsiteX56" fmla="*/ 785813 w 2543175"/>
                <a:gd name="connsiteY56" fmla="*/ 590550 h 1890712"/>
                <a:gd name="connsiteX57" fmla="*/ 792957 w 2543175"/>
                <a:gd name="connsiteY57" fmla="*/ 600075 h 1890712"/>
                <a:gd name="connsiteX58" fmla="*/ 809625 w 2543175"/>
                <a:gd name="connsiteY58" fmla="*/ 611981 h 1890712"/>
                <a:gd name="connsiteX59" fmla="*/ 816769 w 2543175"/>
                <a:gd name="connsiteY59" fmla="*/ 619125 h 1890712"/>
                <a:gd name="connsiteX60" fmla="*/ 826294 w 2543175"/>
                <a:gd name="connsiteY60" fmla="*/ 626269 h 1890712"/>
                <a:gd name="connsiteX61" fmla="*/ 840582 w 2543175"/>
                <a:gd name="connsiteY61" fmla="*/ 638175 h 1890712"/>
                <a:gd name="connsiteX62" fmla="*/ 847725 w 2543175"/>
                <a:gd name="connsiteY62" fmla="*/ 645319 h 1890712"/>
                <a:gd name="connsiteX63" fmla="*/ 857250 w 2543175"/>
                <a:gd name="connsiteY63" fmla="*/ 652462 h 1890712"/>
                <a:gd name="connsiteX64" fmla="*/ 864394 w 2543175"/>
                <a:gd name="connsiteY64" fmla="*/ 657225 h 1890712"/>
                <a:gd name="connsiteX65" fmla="*/ 888207 w 2543175"/>
                <a:gd name="connsiteY65" fmla="*/ 676275 h 1890712"/>
                <a:gd name="connsiteX66" fmla="*/ 895350 w 2543175"/>
                <a:gd name="connsiteY66" fmla="*/ 681037 h 1890712"/>
                <a:gd name="connsiteX67" fmla="*/ 907257 w 2543175"/>
                <a:gd name="connsiteY67" fmla="*/ 683419 h 1890712"/>
                <a:gd name="connsiteX68" fmla="*/ 928688 w 2543175"/>
                <a:gd name="connsiteY68" fmla="*/ 695325 h 1890712"/>
                <a:gd name="connsiteX69" fmla="*/ 942975 w 2543175"/>
                <a:gd name="connsiteY69" fmla="*/ 700087 h 1890712"/>
                <a:gd name="connsiteX70" fmla="*/ 964407 w 2543175"/>
                <a:gd name="connsiteY70" fmla="*/ 716756 h 1890712"/>
                <a:gd name="connsiteX71" fmla="*/ 971550 w 2543175"/>
                <a:gd name="connsiteY71" fmla="*/ 723900 h 1890712"/>
                <a:gd name="connsiteX72" fmla="*/ 983457 w 2543175"/>
                <a:gd name="connsiteY72" fmla="*/ 733425 h 1890712"/>
                <a:gd name="connsiteX73" fmla="*/ 990600 w 2543175"/>
                <a:gd name="connsiteY73" fmla="*/ 738187 h 1890712"/>
                <a:gd name="connsiteX74" fmla="*/ 1007269 w 2543175"/>
                <a:gd name="connsiteY74" fmla="*/ 752475 h 1890712"/>
                <a:gd name="connsiteX75" fmla="*/ 1031082 w 2543175"/>
                <a:gd name="connsiteY75" fmla="*/ 766762 h 1890712"/>
                <a:gd name="connsiteX76" fmla="*/ 1042988 w 2543175"/>
                <a:gd name="connsiteY76" fmla="*/ 773906 h 1890712"/>
                <a:gd name="connsiteX77" fmla="*/ 1071563 w 2543175"/>
                <a:gd name="connsiteY77" fmla="*/ 785812 h 1890712"/>
                <a:gd name="connsiteX78" fmla="*/ 1097757 w 2543175"/>
                <a:gd name="connsiteY78" fmla="*/ 807244 h 1890712"/>
                <a:gd name="connsiteX79" fmla="*/ 1104900 w 2543175"/>
                <a:gd name="connsiteY79" fmla="*/ 814387 h 1890712"/>
                <a:gd name="connsiteX80" fmla="*/ 1121569 w 2543175"/>
                <a:gd name="connsiteY80" fmla="*/ 823912 h 1890712"/>
                <a:gd name="connsiteX81" fmla="*/ 1138238 w 2543175"/>
                <a:gd name="connsiteY81" fmla="*/ 835819 h 1890712"/>
                <a:gd name="connsiteX82" fmla="*/ 1147763 w 2543175"/>
                <a:gd name="connsiteY82" fmla="*/ 842962 h 1890712"/>
                <a:gd name="connsiteX83" fmla="*/ 1157288 w 2543175"/>
                <a:gd name="connsiteY83" fmla="*/ 847725 h 1890712"/>
                <a:gd name="connsiteX84" fmla="*/ 1178719 w 2543175"/>
                <a:gd name="connsiteY84" fmla="*/ 859631 h 1890712"/>
                <a:gd name="connsiteX85" fmla="*/ 1188244 w 2543175"/>
                <a:gd name="connsiteY85" fmla="*/ 866775 h 1890712"/>
                <a:gd name="connsiteX86" fmla="*/ 1195388 w 2543175"/>
                <a:gd name="connsiteY86" fmla="*/ 871537 h 1890712"/>
                <a:gd name="connsiteX87" fmla="*/ 1212057 w 2543175"/>
                <a:gd name="connsiteY87" fmla="*/ 883444 h 1890712"/>
                <a:gd name="connsiteX88" fmla="*/ 1226344 w 2543175"/>
                <a:gd name="connsiteY88" fmla="*/ 895350 h 1890712"/>
                <a:gd name="connsiteX89" fmla="*/ 1245394 w 2543175"/>
                <a:gd name="connsiteY89" fmla="*/ 907256 h 1890712"/>
                <a:gd name="connsiteX90" fmla="*/ 1254919 w 2543175"/>
                <a:gd name="connsiteY90" fmla="*/ 914400 h 1890712"/>
                <a:gd name="connsiteX91" fmla="*/ 1269207 w 2543175"/>
                <a:gd name="connsiteY91" fmla="*/ 921544 h 1890712"/>
                <a:gd name="connsiteX92" fmla="*/ 1290638 w 2543175"/>
                <a:gd name="connsiteY92" fmla="*/ 935831 h 1890712"/>
                <a:gd name="connsiteX93" fmla="*/ 1307307 w 2543175"/>
                <a:gd name="connsiteY93" fmla="*/ 952500 h 1890712"/>
                <a:gd name="connsiteX94" fmla="*/ 1333500 w 2543175"/>
                <a:gd name="connsiteY94" fmla="*/ 971550 h 1890712"/>
                <a:gd name="connsiteX95" fmla="*/ 1359694 w 2543175"/>
                <a:gd name="connsiteY95" fmla="*/ 990600 h 1890712"/>
                <a:gd name="connsiteX96" fmla="*/ 1385888 w 2543175"/>
                <a:gd name="connsiteY96" fmla="*/ 1021557 h 1890712"/>
                <a:gd name="connsiteX97" fmla="*/ 1435894 w 2543175"/>
                <a:gd name="connsiteY97" fmla="*/ 1054894 h 1890712"/>
                <a:gd name="connsiteX98" fmla="*/ 1497806 w 2543175"/>
                <a:gd name="connsiteY98" fmla="*/ 1104900 h 1890712"/>
                <a:gd name="connsiteX99" fmla="*/ 1559718 w 2543175"/>
                <a:gd name="connsiteY99" fmla="*/ 1154906 h 1890712"/>
                <a:gd name="connsiteX100" fmla="*/ 1595438 w 2543175"/>
                <a:gd name="connsiteY100" fmla="*/ 1181100 h 1890712"/>
                <a:gd name="connsiteX101" fmla="*/ 1628775 w 2543175"/>
                <a:gd name="connsiteY101" fmla="*/ 1207294 h 1890712"/>
                <a:gd name="connsiteX102" fmla="*/ 1662113 w 2543175"/>
                <a:gd name="connsiteY102" fmla="*/ 1231107 h 1890712"/>
                <a:gd name="connsiteX103" fmla="*/ 1700213 w 2543175"/>
                <a:gd name="connsiteY103" fmla="*/ 1247775 h 1890712"/>
                <a:gd name="connsiteX104" fmla="*/ 1712119 w 2543175"/>
                <a:gd name="connsiteY104" fmla="*/ 1259681 h 1890712"/>
                <a:gd name="connsiteX105" fmla="*/ 1733550 w 2543175"/>
                <a:gd name="connsiteY105" fmla="*/ 1273969 h 1890712"/>
                <a:gd name="connsiteX106" fmla="*/ 1743075 w 2543175"/>
                <a:gd name="connsiteY106" fmla="*/ 1283494 h 1890712"/>
                <a:gd name="connsiteX107" fmla="*/ 1754982 w 2543175"/>
                <a:gd name="connsiteY107" fmla="*/ 1290637 h 1890712"/>
                <a:gd name="connsiteX108" fmla="*/ 1766888 w 2543175"/>
                <a:gd name="connsiteY108" fmla="*/ 1300162 h 1890712"/>
                <a:gd name="connsiteX109" fmla="*/ 1783557 w 2543175"/>
                <a:gd name="connsiteY109" fmla="*/ 1307306 h 1890712"/>
                <a:gd name="connsiteX110" fmla="*/ 1790700 w 2543175"/>
                <a:gd name="connsiteY110" fmla="*/ 1312069 h 1890712"/>
                <a:gd name="connsiteX111" fmla="*/ 1800225 w 2543175"/>
                <a:gd name="connsiteY111" fmla="*/ 1319212 h 1890712"/>
                <a:gd name="connsiteX112" fmla="*/ 1807369 w 2543175"/>
                <a:gd name="connsiteY112" fmla="*/ 1321594 h 1890712"/>
                <a:gd name="connsiteX113" fmla="*/ 1824038 w 2543175"/>
                <a:gd name="connsiteY113" fmla="*/ 1333500 h 1890712"/>
                <a:gd name="connsiteX114" fmla="*/ 1843088 w 2543175"/>
                <a:gd name="connsiteY114" fmla="*/ 1352550 h 1890712"/>
                <a:gd name="connsiteX115" fmla="*/ 1852613 w 2543175"/>
                <a:gd name="connsiteY115" fmla="*/ 1359694 h 1890712"/>
                <a:gd name="connsiteX116" fmla="*/ 1859757 w 2543175"/>
                <a:gd name="connsiteY116" fmla="*/ 1366837 h 1890712"/>
                <a:gd name="connsiteX117" fmla="*/ 1869282 w 2543175"/>
                <a:gd name="connsiteY117" fmla="*/ 1371600 h 1890712"/>
                <a:gd name="connsiteX118" fmla="*/ 1883569 w 2543175"/>
                <a:gd name="connsiteY118" fmla="*/ 1388269 h 1890712"/>
                <a:gd name="connsiteX119" fmla="*/ 1893094 w 2543175"/>
                <a:gd name="connsiteY119" fmla="*/ 1395412 h 1890712"/>
                <a:gd name="connsiteX120" fmla="*/ 1902619 w 2543175"/>
                <a:gd name="connsiteY120" fmla="*/ 1404937 h 1890712"/>
                <a:gd name="connsiteX121" fmla="*/ 1912144 w 2543175"/>
                <a:gd name="connsiteY121" fmla="*/ 1409700 h 1890712"/>
                <a:gd name="connsiteX122" fmla="*/ 1931194 w 2543175"/>
                <a:gd name="connsiteY122" fmla="*/ 1421606 h 1890712"/>
                <a:gd name="connsiteX123" fmla="*/ 1935957 w 2543175"/>
                <a:gd name="connsiteY123" fmla="*/ 1428750 h 1890712"/>
                <a:gd name="connsiteX124" fmla="*/ 1952625 w 2543175"/>
                <a:gd name="connsiteY124" fmla="*/ 1438275 h 1890712"/>
                <a:gd name="connsiteX125" fmla="*/ 1971675 w 2543175"/>
                <a:gd name="connsiteY125" fmla="*/ 1450181 h 1890712"/>
                <a:gd name="connsiteX126" fmla="*/ 1981200 w 2543175"/>
                <a:gd name="connsiteY126" fmla="*/ 1454944 h 1890712"/>
                <a:gd name="connsiteX127" fmla="*/ 1997869 w 2543175"/>
                <a:gd name="connsiteY127" fmla="*/ 1471612 h 1890712"/>
                <a:gd name="connsiteX128" fmla="*/ 2007394 w 2543175"/>
                <a:gd name="connsiteY128" fmla="*/ 1478756 h 1890712"/>
                <a:gd name="connsiteX129" fmla="*/ 2016919 w 2543175"/>
                <a:gd name="connsiteY129" fmla="*/ 1483519 h 1890712"/>
                <a:gd name="connsiteX130" fmla="*/ 2024063 w 2543175"/>
                <a:gd name="connsiteY130" fmla="*/ 1490662 h 1890712"/>
                <a:gd name="connsiteX131" fmla="*/ 2033588 w 2543175"/>
                <a:gd name="connsiteY131" fmla="*/ 1495425 h 1890712"/>
                <a:gd name="connsiteX132" fmla="*/ 2040732 w 2543175"/>
                <a:gd name="connsiteY132" fmla="*/ 1502569 h 1890712"/>
                <a:gd name="connsiteX133" fmla="*/ 2047875 w 2543175"/>
                <a:gd name="connsiteY133" fmla="*/ 1507331 h 1890712"/>
                <a:gd name="connsiteX134" fmla="*/ 2057400 w 2543175"/>
                <a:gd name="connsiteY134" fmla="*/ 1514475 h 1890712"/>
                <a:gd name="connsiteX135" fmla="*/ 2064544 w 2543175"/>
                <a:gd name="connsiteY135" fmla="*/ 1519237 h 1890712"/>
                <a:gd name="connsiteX136" fmla="*/ 2071688 w 2543175"/>
                <a:gd name="connsiteY136" fmla="*/ 1526381 h 1890712"/>
                <a:gd name="connsiteX137" fmla="*/ 2081213 w 2543175"/>
                <a:gd name="connsiteY137" fmla="*/ 1531144 h 1890712"/>
                <a:gd name="connsiteX138" fmla="*/ 2090738 w 2543175"/>
                <a:gd name="connsiteY138" fmla="*/ 1538287 h 1890712"/>
                <a:gd name="connsiteX139" fmla="*/ 2109788 w 2543175"/>
                <a:gd name="connsiteY139" fmla="*/ 1547812 h 1890712"/>
                <a:gd name="connsiteX140" fmla="*/ 2131219 w 2543175"/>
                <a:gd name="connsiteY140" fmla="*/ 1562100 h 1890712"/>
                <a:gd name="connsiteX141" fmla="*/ 2140744 w 2543175"/>
                <a:gd name="connsiteY141" fmla="*/ 1566862 h 1890712"/>
                <a:gd name="connsiteX142" fmla="*/ 2152650 w 2543175"/>
                <a:gd name="connsiteY142" fmla="*/ 1576387 h 1890712"/>
                <a:gd name="connsiteX143" fmla="*/ 2181225 w 2543175"/>
                <a:gd name="connsiteY143" fmla="*/ 1590675 h 1890712"/>
                <a:gd name="connsiteX144" fmla="*/ 2200275 w 2543175"/>
                <a:gd name="connsiteY144" fmla="*/ 1607344 h 1890712"/>
                <a:gd name="connsiteX145" fmla="*/ 2207419 w 2543175"/>
                <a:gd name="connsiteY145" fmla="*/ 1612106 h 1890712"/>
                <a:gd name="connsiteX146" fmla="*/ 2216944 w 2543175"/>
                <a:gd name="connsiteY146" fmla="*/ 1619250 h 1890712"/>
                <a:gd name="connsiteX147" fmla="*/ 2247900 w 2543175"/>
                <a:gd name="connsiteY147" fmla="*/ 1643062 h 1890712"/>
                <a:gd name="connsiteX148" fmla="*/ 2281238 w 2543175"/>
                <a:gd name="connsiteY148" fmla="*/ 1674019 h 1890712"/>
                <a:gd name="connsiteX149" fmla="*/ 2312194 w 2543175"/>
                <a:gd name="connsiteY149" fmla="*/ 1685925 h 1890712"/>
                <a:gd name="connsiteX150" fmla="*/ 2350294 w 2543175"/>
                <a:gd name="connsiteY150" fmla="*/ 1712119 h 1890712"/>
                <a:gd name="connsiteX151" fmla="*/ 2428876 w 2543175"/>
                <a:gd name="connsiteY151" fmla="*/ 1785938 h 1890712"/>
                <a:gd name="connsiteX152" fmla="*/ 2469356 w 2543175"/>
                <a:gd name="connsiteY152" fmla="*/ 1816894 h 1890712"/>
                <a:gd name="connsiteX153" fmla="*/ 2514600 w 2543175"/>
                <a:gd name="connsiteY153" fmla="*/ 1850231 h 1890712"/>
                <a:gd name="connsiteX154" fmla="*/ 2519363 w 2543175"/>
                <a:gd name="connsiteY154" fmla="*/ 1857375 h 1890712"/>
                <a:gd name="connsiteX155" fmla="*/ 2540794 w 2543175"/>
                <a:gd name="connsiteY155" fmla="*/ 1883569 h 1890712"/>
                <a:gd name="connsiteX156" fmla="*/ 2543175 w 2543175"/>
                <a:gd name="connsiteY156" fmla="*/ 1890712 h 1890712"/>
                <a:gd name="connsiteX0" fmla="*/ 0 w 2543175"/>
                <a:gd name="connsiteY0" fmla="*/ 0 h 1890712"/>
                <a:gd name="connsiteX1" fmla="*/ 11907 w 2543175"/>
                <a:gd name="connsiteY1" fmla="*/ 11906 h 1890712"/>
                <a:gd name="connsiteX2" fmla="*/ 21432 w 2543175"/>
                <a:gd name="connsiteY2" fmla="*/ 16669 h 1890712"/>
                <a:gd name="connsiteX3" fmla="*/ 23813 w 2543175"/>
                <a:gd name="connsiteY3" fmla="*/ 23812 h 1890712"/>
                <a:gd name="connsiteX4" fmla="*/ 33338 w 2543175"/>
                <a:gd name="connsiteY4" fmla="*/ 33337 h 1890712"/>
                <a:gd name="connsiteX5" fmla="*/ 40482 w 2543175"/>
                <a:gd name="connsiteY5" fmla="*/ 42862 h 1890712"/>
                <a:gd name="connsiteX6" fmla="*/ 47625 w 2543175"/>
                <a:gd name="connsiteY6" fmla="*/ 47625 h 1890712"/>
                <a:gd name="connsiteX7" fmla="*/ 57150 w 2543175"/>
                <a:gd name="connsiteY7" fmla="*/ 54769 h 1890712"/>
                <a:gd name="connsiteX8" fmla="*/ 64294 w 2543175"/>
                <a:gd name="connsiteY8" fmla="*/ 59531 h 1890712"/>
                <a:gd name="connsiteX9" fmla="*/ 83344 w 2543175"/>
                <a:gd name="connsiteY9" fmla="*/ 73819 h 1890712"/>
                <a:gd name="connsiteX10" fmla="*/ 97632 w 2543175"/>
                <a:gd name="connsiteY10" fmla="*/ 80962 h 1890712"/>
                <a:gd name="connsiteX11" fmla="*/ 104775 w 2543175"/>
                <a:gd name="connsiteY11" fmla="*/ 85725 h 1890712"/>
                <a:gd name="connsiteX12" fmla="*/ 114300 w 2543175"/>
                <a:gd name="connsiteY12" fmla="*/ 95250 h 1890712"/>
                <a:gd name="connsiteX13" fmla="*/ 123825 w 2543175"/>
                <a:gd name="connsiteY13" fmla="*/ 97631 h 1890712"/>
                <a:gd name="connsiteX14" fmla="*/ 130969 w 2543175"/>
                <a:gd name="connsiteY14" fmla="*/ 104775 h 1890712"/>
                <a:gd name="connsiteX15" fmla="*/ 140494 w 2543175"/>
                <a:gd name="connsiteY15" fmla="*/ 111919 h 1890712"/>
                <a:gd name="connsiteX16" fmla="*/ 147638 w 2543175"/>
                <a:gd name="connsiteY16" fmla="*/ 116681 h 1890712"/>
                <a:gd name="connsiteX17" fmla="*/ 164307 w 2543175"/>
                <a:gd name="connsiteY17" fmla="*/ 128587 h 1890712"/>
                <a:gd name="connsiteX18" fmla="*/ 180975 w 2543175"/>
                <a:gd name="connsiteY18" fmla="*/ 140494 h 1890712"/>
                <a:gd name="connsiteX19" fmla="*/ 197644 w 2543175"/>
                <a:gd name="connsiteY19" fmla="*/ 152400 h 1890712"/>
                <a:gd name="connsiteX20" fmla="*/ 204788 w 2543175"/>
                <a:gd name="connsiteY20" fmla="*/ 157162 h 1890712"/>
                <a:gd name="connsiteX21" fmla="*/ 214313 w 2543175"/>
                <a:gd name="connsiteY21" fmla="*/ 164306 h 1890712"/>
                <a:gd name="connsiteX22" fmla="*/ 230982 w 2543175"/>
                <a:gd name="connsiteY22" fmla="*/ 180975 h 1890712"/>
                <a:gd name="connsiteX23" fmla="*/ 247650 w 2543175"/>
                <a:gd name="connsiteY23" fmla="*/ 185737 h 1890712"/>
                <a:gd name="connsiteX24" fmla="*/ 300038 w 2543175"/>
                <a:gd name="connsiteY24" fmla="*/ 219075 h 1890712"/>
                <a:gd name="connsiteX25" fmla="*/ 342900 w 2543175"/>
                <a:gd name="connsiteY25" fmla="*/ 254794 h 1890712"/>
                <a:gd name="connsiteX26" fmla="*/ 366713 w 2543175"/>
                <a:gd name="connsiteY26" fmla="*/ 264319 h 1890712"/>
                <a:gd name="connsiteX27" fmla="*/ 371475 w 2543175"/>
                <a:gd name="connsiteY27" fmla="*/ 271462 h 1890712"/>
                <a:gd name="connsiteX28" fmla="*/ 385763 w 2543175"/>
                <a:gd name="connsiteY28" fmla="*/ 283369 h 1890712"/>
                <a:gd name="connsiteX29" fmla="*/ 404813 w 2543175"/>
                <a:gd name="connsiteY29" fmla="*/ 295275 h 1890712"/>
                <a:gd name="connsiteX30" fmla="*/ 411957 w 2543175"/>
                <a:gd name="connsiteY30" fmla="*/ 297656 h 1890712"/>
                <a:gd name="connsiteX31" fmla="*/ 466725 w 2543175"/>
                <a:gd name="connsiteY31" fmla="*/ 328612 h 1890712"/>
                <a:gd name="connsiteX32" fmla="*/ 476250 w 2543175"/>
                <a:gd name="connsiteY32" fmla="*/ 335756 h 1890712"/>
                <a:gd name="connsiteX33" fmla="*/ 481013 w 2543175"/>
                <a:gd name="connsiteY33" fmla="*/ 342900 h 1890712"/>
                <a:gd name="connsiteX34" fmla="*/ 490538 w 2543175"/>
                <a:gd name="connsiteY34" fmla="*/ 352425 h 1890712"/>
                <a:gd name="connsiteX35" fmla="*/ 495300 w 2543175"/>
                <a:gd name="connsiteY35" fmla="*/ 359569 h 1890712"/>
                <a:gd name="connsiteX36" fmla="*/ 509588 w 2543175"/>
                <a:gd name="connsiteY36" fmla="*/ 376237 h 1890712"/>
                <a:gd name="connsiteX37" fmla="*/ 514350 w 2543175"/>
                <a:gd name="connsiteY37" fmla="*/ 383381 h 1890712"/>
                <a:gd name="connsiteX38" fmla="*/ 531019 w 2543175"/>
                <a:gd name="connsiteY38" fmla="*/ 397669 h 1890712"/>
                <a:gd name="connsiteX39" fmla="*/ 538163 w 2543175"/>
                <a:gd name="connsiteY39" fmla="*/ 407194 h 1890712"/>
                <a:gd name="connsiteX40" fmla="*/ 554832 w 2543175"/>
                <a:gd name="connsiteY40" fmla="*/ 421481 h 1890712"/>
                <a:gd name="connsiteX41" fmla="*/ 564357 w 2543175"/>
                <a:gd name="connsiteY41" fmla="*/ 431006 h 1890712"/>
                <a:gd name="connsiteX42" fmla="*/ 573882 w 2543175"/>
                <a:gd name="connsiteY42" fmla="*/ 438150 h 1890712"/>
                <a:gd name="connsiteX43" fmla="*/ 595313 w 2543175"/>
                <a:gd name="connsiteY43" fmla="*/ 454819 h 1890712"/>
                <a:gd name="connsiteX44" fmla="*/ 602457 w 2543175"/>
                <a:gd name="connsiteY44" fmla="*/ 457200 h 1890712"/>
                <a:gd name="connsiteX45" fmla="*/ 628650 w 2543175"/>
                <a:gd name="connsiteY45" fmla="*/ 469106 h 1890712"/>
                <a:gd name="connsiteX46" fmla="*/ 645319 w 2543175"/>
                <a:gd name="connsiteY46" fmla="*/ 483394 h 1890712"/>
                <a:gd name="connsiteX47" fmla="*/ 654844 w 2543175"/>
                <a:gd name="connsiteY47" fmla="*/ 488156 h 1890712"/>
                <a:gd name="connsiteX48" fmla="*/ 661988 w 2543175"/>
                <a:gd name="connsiteY48" fmla="*/ 497681 h 1890712"/>
                <a:gd name="connsiteX49" fmla="*/ 683419 w 2543175"/>
                <a:gd name="connsiteY49" fmla="*/ 514350 h 1890712"/>
                <a:gd name="connsiteX50" fmla="*/ 700088 w 2543175"/>
                <a:gd name="connsiteY50" fmla="*/ 526256 h 1890712"/>
                <a:gd name="connsiteX51" fmla="*/ 709613 w 2543175"/>
                <a:gd name="connsiteY51" fmla="*/ 535781 h 1890712"/>
                <a:gd name="connsiteX52" fmla="*/ 719138 w 2543175"/>
                <a:gd name="connsiteY52" fmla="*/ 542925 h 1890712"/>
                <a:gd name="connsiteX53" fmla="*/ 733425 w 2543175"/>
                <a:gd name="connsiteY53" fmla="*/ 557212 h 1890712"/>
                <a:gd name="connsiteX54" fmla="*/ 750094 w 2543175"/>
                <a:gd name="connsiteY54" fmla="*/ 569119 h 1890712"/>
                <a:gd name="connsiteX55" fmla="*/ 769144 w 2543175"/>
                <a:gd name="connsiteY55" fmla="*/ 581025 h 1890712"/>
                <a:gd name="connsiteX56" fmla="*/ 785813 w 2543175"/>
                <a:gd name="connsiteY56" fmla="*/ 590550 h 1890712"/>
                <a:gd name="connsiteX57" fmla="*/ 792957 w 2543175"/>
                <a:gd name="connsiteY57" fmla="*/ 600075 h 1890712"/>
                <a:gd name="connsiteX58" fmla="*/ 809625 w 2543175"/>
                <a:gd name="connsiteY58" fmla="*/ 611981 h 1890712"/>
                <a:gd name="connsiteX59" fmla="*/ 816769 w 2543175"/>
                <a:gd name="connsiteY59" fmla="*/ 619125 h 1890712"/>
                <a:gd name="connsiteX60" fmla="*/ 826294 w 2543175"/>
                <a:gd name="connsiteY60" fmla="*/ 626269 h 1890712"/>
                <a:gd name="connsiteX61" fmla="*/ 840582 w 2543175"/>
                <a:gd name="connsiteY61" fmla="*/ 638175 h 1890712"/>
                <a:gd name="connsiteX62" fmla="*/ 847725 w 2543175"/>
                <a:gd name="connsiteY62" fmla="*/ 645319 h 1890712"/>
                <a:gd name="connsiteX63" fmla="*/ 857250 w 2543175"/>
                <a:gd name="connsiteY63" fmla="*/ 652462 h 1890712"/>
                <a:gd name="connsiteX64" fmla="*/ 864394 w 2543175"/>
                <a:gd name="connsiteY64" fmla="*/ 657225 h 1890712"/>
                <a:gd name="connsiteX65" fmla="*/ 888207 w 2543175"/>
                <a:gd name="connsiteY65" fmla="*/ 676275 h 1890712"/>
                <a:gd name="connsiteX66" fmla="*/ 895350 w 2543175"/>
                <a:gd name="connsiteY66" fmla="*/ 681037 h 1890712"/>
                <a:gd name="connsiteX67" fmla="*/ 907257 w 2543175"/>
                <a:gd name="connsiteY67" fmla="*/ 683419 h 1890712"/>
                <a:gd name="connsiteX68" fmla="*/ 928688 w 2543175"/>
                <a:gd name="connsiteY68" fmla="*/ 695325 h 1890712"/>
                <a:gd name="connsiteX69" fmla="*/ 942975 w 2543175"/>
                <a:gd name="connsiteY69" fmla="*/ 700087 h 1890712"/>
                <a:gd name="connsiteX70" fmla="*/ 964407 w 2543175"/>
                <a:gd name="connsiteY70" fmla="*/ 716756 h 1890712"/>
                <a:gd name="connsiteX71" fmla="*/ 971550 w 2543175"/>
                <a:gd name="connsiteY71" fmla="*/ 723900 h 1890712"/>
                <a:gd name="connsiteX72" fmla="*/ 983457 w 2543175"/>
                <a:gd name="connsiteY72" fmla="*/ 733425 h 1890712"/>
                <a:gd name="connsiteX73" fmla="*/ 990600 w 2543175"/>
                <a:gd name="connsiteY73" fmla="*/ 738187 h 1890712"/>
                <a:gd name="connsiteX74" fmla="*/ 1007269 w 2543175"/>
                <a:gd name="connsiteY74" fmla="*/ 752475 h 1890712"/>
                <a:gd name="connsiteX75" fmla="*/ 1031082 w 2543175"/>
                <a:gd name="connsiteY75" fmla="*/ 766762 h 1890712"/>
                <a:gd name="connsiteX76" fmla="*/ 1042988 w 2543175"/>
                <a:gd name="connsiteY76" fmla="*/ 773906 h 1890712"/>
                <a:gd name="connsiteX77" fmla="*/ 1071563 w 2543175"/>
                <a:gd name="connsiteY77" fmla="*/ 785812 h 1890712"/>
                <a:gd name="connsiteX78" fmla="*/ 1097757 w 2543175"/>
                <a:gd name="connsiteY78" fmla="*/ 807244 h 1890712"/>
                <a:gd name="connsiteX79" fmla="*/ 1104900 w 2543175"/>
                <a:gd name="connsiteY79" fmla="*/ 814387 h 1890712"/>
                <a:gd name="connsiteX80" fmla="*/ 1121569 w 2543175"/>
                <a:gd name="connsiteY80" fmla="*/ 823912 h 1890712"/>
                <a:gd name="connsiteX81" fmla="*/ 1138238 w 2543175"/>
                <a:gd name="connsiteY81" fmla="*/ 835819 h 1890712"/>
                <a:gd name="connsiteX82" fmla="*/ 1147763 w 2543175"/>
                <a:gd name="connsiteY82" fmla="*/ 842962 h 1890712"/>
                <a:gd name="connsiteX83" fmla="*/ 1157288 w 2543175"/>
                <a:gd name="connsiteY83" fmla="*/ 847725 h 1890712"/>
                <a:gd name="connsiteX84" fmla="*/ 1178719 w 2543175"/>
                <a:gd name="connsiteY84" fmla="*/ 859631 h 1890712"/>
                <a:gd name="connsiteX85" fmla="*/ 1188244 w 2543175"/>
                <a:gd name="connsiteY85" fmla="*/ 866775 h 1890712"/>
                <a:gd name="connsiteX86" fmla="*/ 1195388 w 2543175"/>
                <a:gd name="connsiteY86" fmla="*/ 871537 h 1890712"/>
                <a:gd name="connsiteX87" fmla="*/ 1212057 w 2543175"/>
                <a:gd name="connsiteY87" fmla="*/ 883444 h 1890712"/>
                <a:gd name="connsiteX88" fmla="*/ 1226344 w 2543175"/>
                <a:gd name="connsiteY88" fmla="*/ 895350 h 1890712"/>
                <a:gd name="connsiteX89" fmla="*/ 1245394 w 2543175"/>
                <a:gd name="connsiteY89" fmla="*/ 907256 h 1890712"/>
                <a:gd name="connsiteX90" fmla="*/ 1254919 w 2543175"/>
                <a:gd name="connsiteY90" fmla="*/ 914400 h 1890712"/>
                <a:gd name="connsiteX91" fmla="*/ 1269207 w 2543175"/>
                <a:gd name="connsiteY91" fmla="*/ 921544 h 1890712"/>
                <a:gd name="connsiteX92" fmla="*/ 1290638 w 2543175"/>
                <a:gd name="connsiteY92" fmla="*/ 935831 h 1890712"/>
                <a:gd name="connsiteX93" fmla="*/ 1307307 w 2543175"/>
                <a:gd name="connsiteY93" fmla="*/ 952500 h 1890712"/>
                <a:gd name="connsiteX94" fmla="*/ 1333500 w 2543175"/>
                <a:gd name="connsiteY94" fmla="*/ 971550 h 1890712"/>
                <a:gd name="connsiteX95" fmla="*/ 1359694 w 2543175"/>
                <a:gd name="connsiteY95" fmla="*/ 990600 h 1890712"/>
                <a:gd name="connsiteX96" fmla="*/ 1385888 w 2543175"/>
                <a:gd name="connsiteY96" fmla="*/ 1021557 h 1890712"/>
                <a:gd name="connsiteX97" fmla="*/ 1435894 w 2543175"/>
                <a:gd name="connsiteY97" fmla="*/ 1054894 h 1890712"/>
                <a:gd name="connsiteX98" fmla="*/ 1497806 w 2543175"/>
                <a:gd name="connsiteY98" fmla="*/ 1104900 h 1890712"/>
                <a:gd name="connsiteX99" fmla="*/ 1559718 w 2543175"/>
                <a:gd name="connsiteY99" fmla="*/ 1154906 h 1890712"/>
                <a:gd name="connsiteX100" fmla="*/ 1595438 w 2543175"/>
                <a:gd name="connsiteY100" fmla="*/ 1181100 h 1890712"/>
                <a:gd name="connsiteX101" fmla="*/ 1628775 w 2543175"/>
                <a:gd name="connsiteY101" fmla="*/ 1207294 h 1890712"/>
                <a:gd name="connsiteX102" fmla="*/ 1662113 w 2543175"/>
                <a:gd name="connsiteY102" fmla="*/ 1231107 h 1890712"/>
                <a:gd name="connsiteX103" fmla="*/ 1700213 w 2543175"/>
                <a:gd name="connsiteY103" fmla="*/ 1247775 h 1890712"/>
                <a:gd name="connsiteX104" fmla="*/ 1712119 w 2543175"/>
                <a:gd name="connsiteY104" fmla="*/ 1259681 h 1890712"/>
                <a:gd name="connsiteX105" fmla="*/ 1733550 w 2543175"/>
                <a:gd name="connsiteY105" fmla="*/ 1273969 h 1890712"/>
                <a:gd name="connsiteX106" fmla="*/ 1743075 w 2543175"/>
                <a:gd name="connsiteY106" fmla="*/ 1283494 h 1890712"/>
                <a:gd name="connsiteX107" fmla="*/ 1754982 w 2543175"/>
                <a:gd name="connsiteY107" fmla="*/ 1290637 h 1890712"/>
                <a:gd name="connsiteX108" fmla="*/ 1766888 w 2543175"/>
                <a:gd name="connsiteY108" fmla="*/ 1300162 h 1890712"/>
                <a:gd name="connsiteX109" fmla="*/ 1783557 w 2543175"/>
                <a:gd name="connsiteY109" fmla="*/ 1307306 h 1890712"/>
                <a:gd name="connsiteX110" fmla="*/ 1790700 w 2543175"/>
                <a:gd name="connsiteY110" fmla="*/ 1312069 h 1890712"/>
                <a:gd name="connsiteX111" fmla="*/ 1800225 w 2543175"/>
                <a:gd name="connsiteY111" fmla="*/ 1319212 h 1890712"/>
                <a:gd name="connsiteX112" fmla="*/ 1807369 w 2543175"/>
                <a:gd name="connsiteY112" fmla="*/ 1321594 h 1890712"/>
                <a:gd name="connsiteX113" fmla="*/ 1824038 w 2543175"/>
                <a:gd name="connsiteY113" fmla="*/ 1333500 h 1890712"/>
                <a:gd name="connsiteX114" fmla="*/ 1843088 w 2543175"/>
                <a:gd name="connsiteY114" fmla="*/ 1352550 h 1890712"/>
                <a:gd name="connsiteX115" fmla="*/ 1852613 w 2543175"/>
                <a:gd name="connsiteY115" fmla="*/ 1359694 h 1890712"/>
                <a:gd name="connsiteX116" fmla="*/ 1859757 w 2543175"/>
                <a:gd name="connsiteY116" fmla="*/ 1366837 h 1890712"/>
                <a:gd name="connsiteX117" fmla="*/ 1869282 w 2543175"/>
                <a:gd name="connsiteY117" fmla="*/ 1371600 h 1890712"/>
                <a:gd name="connsiteX118" fmla="*/ 1883569 w 2543175"/>
                <a:gd name="connsiteY118" fmla="*/ 1388269 h 1890712"/>
                <a:gd name="connsiteX119" fmla="*/ 1893094 w 2543175"/>
                <a:gd name="connsiteY119" fmla="*/ 1395412 h 1890712"/>
                <a:gd name="connsiteX120" fmla="*/ 1902619 w 2543175"/>
                <a:gd name="connsiteY120" fmla="*/ 1404937 h 1890712"/>
                <a:gd name="connsiteX121" fmla="*/ 1912144 w 2543175"/>
                <a:gd name="connsiteY121" fmla="*/ 1409700 h 1890712"/>
                <a:gd name="connsiteX122" fmla="*/ 1931194 w 2543175"/>
                <a:gd name="connsiteY122" fmla="*/ 1421606 h 1890712"/>
                <a:gd name="connsiteX123" fmla="*/ 1935957 w 2543175"/>
                <a:gd name="connsiteY123" fmla="*/ 1428750 h 1890712"/>
                <a:gd name="connsiteX124" fmla="*/ 1952625 w 2543175"/>
                <a:gd name="connsiteY124" fmla="*/ 1438275 h 1890712"/>
                <a:gd name="connsiteX125" fmla="*/ 1971675 w 2543175"/>
                <a:gd name="connsiteY125" fmla="*/ 1450181 h 1890712"/>
                <a:gd name="connsiteX126" fmla="*/ 1981200 w 2543175"/>
                <a:gd name="connsiteY126" fmla="*/ 1454944 h 1890712"/>
                <a:gd name="connsiteX127" fmla="*/ 1997869 w 2543175"/>
                <a:gd name="connsiteY127" fmla="*/ 1471612 h 1890712"/>
                <a:gd name="connsiteX128" fmla="*/ 2007394 w 2543175"/>
                <a:gd name="connsiteY128" fmla="*/ 1478756 h 1890712"/>
                <a:gd name="connsiteX129" fmla="*/ 2016919 w 2543175"/>
                <a:gd name="connsiteY129" fmla="*/ 1483519 h 1890712"/>
                <a:gd name="connsiteX130" fmla="*/ 2024063 w 2543175"/>
                <a:gd name="connsiteY130" fmla="*/ 1490662 h 1890712"/>
                <a:gd name="connsiteX131" fmla="*/ 2033588 w 2543175"/>
                <a:gd name="connsiteY131" fmla="*/ 1495425 h 1890712"/>
                <a:gd name="connsiteX132" fmla="*/ 2040732 w 2543175"/>
                <a:gd name="connsiteY132" fmla="*/ 1502569 h 1890712"/>
                <a:gd name="connsiteX133" fmla="*/ 2047875 w 2543175"/>
                <a:gd name="connsiteY133" fmla="*/ 1507331 h 1890712"/>
                <a:gd name="connsiteX134" fmla="*/ 2057400 w 2543175"/>
                <a:gd name="connsiteY134" fmla="*/ 1514475 h 1890712"/>
                <a:gd name="connsiteX135" fmla="*/ 2064544 w 2543175"/>
                <a:gd name="connsiteY135" fmla="*/ 1519237 h 1890712"/>
                <a:gd name="connsiteX136" fmla="*/ 2071688 w 2543175"/>
                <a:gd name="connsiteY136" fmla="*/ 1526381 h 1890712"/>
                <a:gd name="connsiteX137" fmla="*/ 2081213 w 2543175"/>
                <a:gd name="connsiteY137" fmla="*/ 1531144 h 1890712"/>
                <a:gd name="connsiteX138" fmla="*/ 2090738 w 2543175"/>
                <a:gd name="connsiteY138" fmla="*/ 1538287 h 1890712"/>
                <a:gd name="connsiteX139" fmla="*/ 2109788 w 2543175"/>
                <a:gd name="connsiteY139" fmla="*/ 1547812 h 1890712"/>
                <a:gd name="connsiteX140" fmla="*/ 2131219 w 2543175"/>
                <a:gd name="connsiteY140" fmla="*/ 1562100 h 1890712"/>
                <a:gd name="connsiteX141" fmla="*/ 2140744 w 2543175"/>
                <a:gd name="connsiteY141" fmla="*/ 1566862 h 1890712"/>
                <a:gd name="connsiteX142" fmla="*/ 2152650 w 2543175"/>
                <a:gd name="connsiteY142" fmla="*/ 1576387 h 1890712"/>
                <a:gd name="connsiteX143" fmla="*/ 2181225 w 2543175"/>
                <a:gd name="connsiteY143" fmla="*/ 1590675 h 1890712"/>
                <a:gd name="connsiteX144" fmla="*/ 2200275 w 2543175"/>
                <a:gd name="connsiteY144" fmla="*/ 1607344 h 1890712"/>
                <a:gd name="connsiteX145" fmla="*/ 2207419 w 2543175"/>
                <a:gd name="connsiteY145" fmla="*/ 1612106 h 1890712"/>
                <a:gd name="connsiteX146" fmla="*/ 2216944 w 2543175"/>
                <a:gd name="connsiteY146" fmla="*/ 1619250 h 1890712"/>
                <a:gd name="connsiteX147" fmla="*/ 2247900 w 2543175"/>
                <a:gd name="connsiteY147" fmla="*/ 1643062 h 1890712"/>
                <a:gd name="connsiteX148" fmla="*/ 2281238 w 2543175"/>
                <a:gd name="connsiteY148" fmla="*/ 1674019 h 1890712"/>
                <a:gd name="connsiteX149" fmla="*/ 2312194 w 2543175"/>
                <a:gd name="connsiteY149" fmla="*/ 1702594 h 1890712"/>
                <a:gd name="connsiteX150" fmla="*/ 2350294 w 2543175"/>
                <a:gd name="connsiteY150" fmla="*/ 1712119 h 1890712"/>
                <a:gd name="connsiteX151" fmla="*/ 2428876 w 2543175"/>
                <a:gd name="connsiteY151" fmla="*/ 1785938 h 1890712"/>
                <a:gd name="connsiteX152" fmla="*/ 2469356 w 2543175"/>
                <a:gd name="connsiteY152" fmla="*/ 1816894 h 1890712"/>
                <a:gd name="connsiteX153" fmla="*/ 2514600 w 2543175"/>
                <a:gd name="connsiteY153" fmla="*/ 1850231 h 1890712"/>
                <a:gd name="connsiteX154" fmla="*/ 2519363 w 2543175"/>
                <a:gd name="connsiteY154" fmla="*/ 1857375 h 1890712"/>
                <a:gd name="connsiteX155" fmla="*/ 2540794 w 2543175"/>
                <a:gd name="connsiteY155" fmla="*/ 1883569 h 1890712"/>
                <a:gd name="connsiteX156" fmla="*/ 2543175 w 2543175"/>
                <a:gd name="connsiteY156" fmla="*/ 1890712 h 1890712"/>
                <a:gd name="connsiteX0" fmla="*/ 0 w 2543175"/>
                <a:gd name="connsiteY0" fmla="*/ 0 h 1890712"/>
                <a:gd name="connsiteX1" fmla="*/ 11907 w 2543175"/>
                <a:gd name="connsiteY1" fmla="*/ 11906 h 1890712"/>
                <a:gd name="connsiteX2" fmla="*/ 21432 w 2543175"/>
                <a:gd name="connsiteY2" fmla="*/ 16669 h 1890712"/>
                <a:gd name="connsiteX3" fmla="*/ 23813 w 2543175"/>
                <a:gd name="connsiteY3" fmla="*/ 23812 h 1890712"/>
                <a:gd name="connsiteX4" fmla="*/ 33338 w 2543175"/>
                <a:gd name="connsiteY4" fmla="*/ 33337 h 1890712"/>
                <a:gd name="connsiteX5" fmla="*/ 40482 w 2543175"/>
                <a:gd name="connsiteY5" fmla="*/ 42862 h 1890712"/>
                <a:gd name="connsiteX6" fmla="*/ 47625 w 2543175"/>
                <a:gd name="connsiteY6" fmla="*/ 47625 h 1890712"/>
                <a:gd name="connsiteX7" fmla="*/ 57150 w 2543175"/>
                <a:gd name="connsiteY7" fmla="*/ 54769 h 1890712"/>
                <a:gd name="connsiteX8" fmla="*/ 64294 w 2543175"/>
                <a:gd name="connsiteY8" fmla="*/ 59531 h 1890712"/>
                <a:gd name="connsiteX9" fmla="*/ 83344 w 2543175"/>
                <a:gd name="connsiteY9" fmla="*/ 73819 h 1890712"/>
                <a:gd name="connsiteX10" fmla="*/ 97632 w 2543175"/>
                <a:gd name="connsiteY10" fmla="*/ 80962 h 1890712"/>
                <a:gd name="connsiteX11" fmla="*/ 104775 w 2543175"/>
                <a:gd name="connsiteY11" fmla="*/ 85725 h 1890712"/>
                <a:gd name="connsiteX12" fmla="*/ 114300 w 2543175"/>
                <a:gd name="connsiteY12" fmla="*/ 95250 h 1890712"/>
                <a:gd name="connsiteX13" fmla="*/ 123825 w 2543175"/>
                <a:gd name="connsiteY13" fmla="*/ 97631 h 1890712"/>
                <a:gd name="connsiteX14" fmla="*/ 130969 w 2543175"/>
                <a:gd name="connsiteY14" fmla="*/ 104775 h 1890712"/>
                <a:gd name="connsiteX15" fmla="*/ 140494 w 2543175"/>
                <a:gd name="connsiteY15" fmla="*/ 111919 h 1890712"/>
                <a:gd name="connsiteX16" fmla="*/ 147638 w 2543175"/>
                <a:gd name="connsiteY16" fmla="*/ 116681 h 1890712"/>
                <a:gd name="connsiteX17" fmla="*/ 164307 w 2543175"/>
                <a:gd name="connsiteY17" fmla="*/ 128587 h 1890712"/>
                <a:gd name="connsiteX18" fmla="*/ 180975 w 2543175"/>
                <a:gd name="connsiteY18" fmla="*/ 140494 h 1890712"/>
                <a:gd name="connsiteX19" fmla="*/ 197644 w 2543175"/>
                <a:gd name="connsiteY19" fmla="*/ 152400 h 1890712"/>
                <a:gd name="connsiteX20" fmla="*/ 204788 w 2543175"/>
                <a:gd name="connsiteY20" fmla="*/ 157162 h 1890712"/>
                <a:gd name="connsiteX21" fmla="*/ 214313 w 2543175"/>
                <a:gd name="connsiteY21" fmla="*/ 164306 h 1890712"/>
                <a:gd name="connsiteX22" fmla="*/ 230982 w 2543175"/>
                <a:gd name="connsiteY22" fmla="*/ 180975 h 1890712"/>
                <a:gd name="connsiteX23" fmla="*/ 247650 w 2543175"/>
                <a:gd name="connsiteY23" fmla="*/ 185737 h 1890712"/>
                <a:gd name="connsiteX24" fmla="*/ 300038 w 2543175"/>
                <a:gd name="connsiteY24" fmla="*/ 219075 h 1890712"/>
                <a:gd name="connsiteX25" fmla="*/ 342900 w 2543175"/>
                <a:gd name="connsiteY25" fmla="*/ 254794 h 1890712"/>
                <a:gd name="connsiteX26" fmla="*/ 366713 w 2543175"/>
                <a:gd name="connsiteY26" fmla="*/ 264319 h 1890712"/>
                <a:gd name="connsiteX27" fmla="*/ 371475 w 2543175"/>
                <a:gd name="connsiteY27" fmla="*/ 271462 h 1890712"/>
                <a:gd name="connsiteX28" fmla="*/ 385763 w 2543175"/>
                <a:gd name="connsiteY28" fmla="*/ 283369 h 1890712"/>
                <a:gd name="connsiteX29" fmla="*/ 404813 w 2543175"/>
                <a:gd name="connsiteY29" fmla="*/ 295275 h 1890712"/>
                <a:gd name="connsiteX30" fmla="*/ 411957 w 2543175"/>
                <a:gd name="connsiteY30" fmla="*/ 297656 h 1890712"/>
                <a:gd name="connsiteX31" fmla="*/ 466725 w 2543175"/>
                <a:gd name="connsiteY31" fmla="*/ 328612 h 1890712"/>
                <a:gd name="connsiteX32" fmla="*/ 476250 w 2543175"/>
                <a:gd name="connsiteY32" fmla="*/ 335756 h 1890712"/>
                <a:gd name="connsiteX33" fmla="*/ 481013 w 2543175"/>
                <a:gd name="connsiteY33" fmla="*/ 342900 h 1890712"/>
                <a:gd name="connsiteX34" fmla="*/ 490538 w 2543175"/>
                <a:gd name="connsiteY34" fmla="*/ 352425 h 1890712"/>
                <a:gd name="connsiteX35" fmla="*/ 495300 w 2543175"/>
                <a:gd name="connsiteY35" fmla="*/ 359569 h 1890712"/>
                <a:gd name="connsiteX36" fmla="*/ 509588 w 2543175"/>
                <a:gd name="connsiteY36" fmla="*/ 376237 h 1890712"/>
                <a:gd name="connsiteX37" fmla="*/ 514350 w 2543175"/>
                <a:gd name="connsiteY37" fmla="*/ 383381 h 1890712"/>
                <a:gd name="connsiteX38" fmla="*/ 531019 w 2543175"/>
                <a:gd name="connsiteY38" fmla="*/ 397669 h 1890712"/>
                <a:gd name="connsiteX39" fmla="*/ 538163 w 2543175"/>
                <a:gd name="connsiteY39" fmla="*/ 407194 h 1890712"/>
                <a:gd name="connsiteX40" fmla="*/ 554832 w 2543175"/>
                <a:gd name="connsiteY40" fmla="*/ 421481 h 1890712"/>
                <a:gd name="connsiteX41" fmla="*/ 564357 w 2543175"/>
                <a:gd name="connsiteY41" fmla="*/ 431006 h 1890712"/>
                <a:gd name="connsiteX42" fmla="*/ 573882 w 2543175"/>
                <a:gd name="connsiteY42" fmla="*/ 438150 h 1890712"/>
                <a:gd name="connsiteX43" fmla="*/ 595313 w 2543175"/>
                <a:gd name="connsiteY43" fmla="*/ 454819 h 1890712"/>
                <a:gd name="connsiteX44" fmla="*/ 602457 w 2543175"/>
                <a:gd name="connsiteY44" fmla="*/ 457200 h 1890712"/>
                <a:gd name="connsiteX45" fmla="*/ 628650 w 2543175"/>
                <a:gd name="connsiteY45" fmla="*/ 469106 h 1890712"/>
                <a:gd name="connsiteX46" fmla="*/ 645319 w 2543175"/>
                <a:gd name="connsiteY46" fmla="*/ 483394 h 1890712"/>
                <a:gd name="connsiteX47" fmla="*/ 654844 w 2543175"/>
                <a:gd name="connsiteY47" fmla="*/ 488156 h 1890712"/>
                <a:gd name="connsiteX48" fmla="*/ 661988 w 2543175"/>
                <a:gd name="connsiteY48" fmla="*/ 497681 h 1890712"/>
                <a:gd name="connsiteX49" fmla="*/ 683419 w 2543175"/>
                <a:gd name="connsiteY49" fmla="*/ 514350 h 1890712"/>
                <a:gd name="connsiteX50" fmla="*/ 700088 w 2543175"/>
                <a:gd name="connsiteY50" fmla="*/ 526256 h 1890712"/>
                <a:gd name="connsiteX51" fmla="*/ 709613 w 2543175"/>
                <a:gd name="connsiteY51" fmla="*/ 535781 h 1890712"/>
                <a:gd name="connsiteX52" fmla="*/ 719138 w 2543175"/>
                <a:gd name="connsiteY52" fmla="*/ 542925 h 1890712"/>
                <a:gd name="connsiteX53" fmla="*/ 733425 w 2543175"/>
                <a:gd name="connsiteY53" fmla="*/ 557212 h 1890712"/>
                <a:gd name="connsiteX54" fmla="*/ 750094 w 2543175"/>
                <a:gd name="connsiteY54" fmla="*/ 569119 h 1890712"/>
                <a:gd name="connsiteX55" fmla="*/ 769144 w 2543175"/>
                <a:gd name="connsiteY55" fmla="*/ 581025 h 1890712"/>
                <a:gd name="connsiteX56" fmla="*/ 785813 w 2543175"/>
                <a:gd name="connsiteY56" fmla="*/ 590550 h 1890712"/>
                <a:gd name="connsiteX57" fmla="*/ 792957 w 2543175"/>
                <a:gd name="connsiteY57" fmla="*/ 600075 h 1890712"/>
                <a:gd name="connsiteX58" fmla="*/ 809625 w 2543175"/>
                <a:gd name="connsiteY58" fmla="*/ 611981 h 1890712"/>
                <a:gd name="connsiteX59" fmla="*/ 816769 w 2543175"/>
                <a:gd name="connsiteY59" fmla="*/ 619125 h 1890712"/>
                <a:gd name="connsiteX60" fmla="*/ 826294 w 2543175"/>
                <a:gd name="connsiteY60" fmla="*/ 626269 h 1890712"/>
                <a:gd name="connsiteX61" fmla="*/ 840582 w 2543175"/>
                <a:gd name="connsiteY61" fmla="*/ 638175 h 1890712"/>
                <a:gd name="connsiteX62" fmla="*/ 847725 w 2543175"/>
                <a:gd name="connsiteY62" fmla="*/ 645319 h 1890712"/>
                <a:gd name="connsiteX63" fmla="*/ 857250 w 2543175"/>
                <a:gd name="connsiteY63" fmla="*/ 652462 h 1890712"/>
                <a:gd name="connsiteX64" fmla="*/ 864394 w 2543175"/>
                <a:gd name="connsiteY64" fmla="*/ 657225 h 1890712"/>
                <a:gd name="connsiteX65" fmla="*/ 888207 w 2543175"/>
                <a:gd name="connsiteY65" fmla="*/ 676275 h 1890712"/>
                <a:gd name="connsiteX66" fmla="*/ 895350 w 2543175"/>
                <a:gd name="connsiteY66" fmla="*/ 681037 h 1890712"/>
                <a:gd name="connsiteX67" fmla="*/ 907257 w 2543175"/>
                <a:gd name="connsiteY67" fmla="*/ 683419 h 1890712"/>
                <a:gd name="connsiteX68" fmla="*/ 928688 w 2543175"/>
                <a:gd name="connsiteY68" fmla="*/ 695325 h 1890712"/>
                <a:gd name="connsiteX69" fmla="*/ 942975 w 2543175"/>
                <a:gd name="connsiteY69" fmla="*/ 700087 h 1890712"/>
                <a:gd name="connsiteX70" fmla="*/ 964407 w 2543175"/>
                <a:gd name="connsiteY70" fmla="*/ 716756 h 1890712"/>
                <a:gd name="connsiteX71" fmla="*/ 971550 w 2543175"/>
                <a:gd name="connsiteY71" fmla="*/ 723900 h 1890712"/>
                <a:gd name="connsiteX72" fmla="*/ 983457 w 2543175"/>
                <a:gd name="connsiteY72" fmla="*/ 733425 h 1890712"/>
                <a:gd name="connsiteX73" fmla="*/ 990600 w 2543175"/>
                <a:gd name="connsiteY73" fmla="*/ 738187 h 1890712"/>
                <a:gd name="connsiteX74" fmla="*/ 1007269 w 2543175"/>
                <a:gd name="connsiteY74" fmla="*/ 752475 h 1890712"/>
                <a:gd name="connsiteX75" fmla="*/ 1031082 w 2543175"/>
                <a:gd name="connsiteY75" fmla="*/ 766762 h 1890712"/>
                <a:gd name="connsiteX76" fmla="*/ 1042988 w 2543175"/>
                <a:gd name="connsiteY76" fmla="*/ 773906 h 1890712"/>
                <a:gd name="connsiteX77" fmla="*/ 1071563 w 2543175"/>
                <a:gd name="connsiteY77" fmla="*/ 785812 h 1890712"/>
                <a:gd name="connsiteX78" fmla="*/ 1097757 w 2543175"/>
                <a:gd name="connsiteY78" fmla="*/ 807244 h 1890712"/>
                <a:gd name="connsiteX79" fmla="*/ 1104900 w 2543175"/>
                <a:gd name="connsiteY79" fmla="*/ 814387 h 1890712"/>
                <a:gd name="connsiteX80" fmla="*/ 1121569 w 2543175"/>
                <a:gd name="connsiteY80" fmla="*/ 823912 h 1890712"/>
                <a:gd name="connsiteX81" fmla="*/ 1138238 w 2543175"/>
                <a:gd name="connsiteY81" fmla="*/ 835819 h 1890712"/>
                <a:gd name="connsiteX82" fmla="*/ 1147763 w 2543175"/>
                <a:gd name="connsiteY82" fmla="*/ 842962 h 1890712"/>
                <a:gd name="connsiteX83" fmla="*/ 1157288 w 2543175"/>
                <a:gd name="connsiteY83" fmla="*/ 847725 h 1890712"/>
                <a:gd name="connsiteX84" fmla="*/ 1178719 w 2543175"/>
                <a:gd name="connsiteY84" fmla="*/ 859631 h 1890712"/>
                <a:gd name="connsiteX85" fmla="*/ 1188244 w 2543175"/>
                <a:gd name="connsiteY85" fmla="*/ 866775 h 1890712"/>
                <a:gd name="connsiteX86" fmla="*/ 1195388 w 2543175"/>
                <a:gd name="connsiteY86" fmla="*/ 871537 h 1890712"/>
                <a:gd name="connsiteX87" fmla="*/ 1212057 w 2543175"/>
                <a:gd name="connsiteY87" fmla="*/ 883444 h 1890712"/>
                <a:gd name="connsiteX88" fmla="*/ 1226344 w 2543175"/>
                <a:gd name="connsiteY88" fmla="*/ 895350 h 1890712"/>
                <a:gd name="connsiteX89" fmla="*/ 1245394 w 2543175"/>
                <a:gd name="connsiteY89" fmla="*/ 907256 h 1890712"/>
                <a:gd name="connsiteX90" fmla="*/ 1254919 w 2543175"/>
                <a:gd name="connsiteY90" fmla="*/ 914400 h 1890712"/>
                <a:gd name="connsiteX91" fmla="*/ 1269207 w 2543175"/>
                <a:gd name="connsiteY91" fmla="*/ 921544 h 1890712"/>
                <a:gd name="connsiteX92" fmla="*/ 1290638 w 2543175"/>
                <a:gd name="connsiteY92" fmla="*/ 935831 h 1890712"/>
                <a:gd name="connsiteX93" fmla="*/ 1307307 w 2543175"/>
                <a:gd name="connsiteY93" fmla="*/ 952500 h 1890712"/>
                <a:gd name="connsiteX94" fmla="*/ 1333500 w 2543175"/>
                <a:gd name="connsiteY94" fmla="*/ 971550 h 1890712"/>
                <a:gd name="connsiteX95" fmla="*/ 1359694 w 2543175"/>
                <a:gd name="connsiteY95" fmla="*/ 990600 h 1890712"/>
                <a:gd name="connsiteX96" fmla="*/ 1385888 w 2543175"/>
                <a:gd name="connsiteY96" fmla="*/ 1021557 h 1890712"/>
                <a:gd name="connsiteX97" fmla="*/ 1435894 w 2543175"/>
                <a:gd name="connsiteY97" fmla="*/ 1054894 h 1890712"/>
                <a:gd name="connsiteX98" fmla="*/ 1497806 w 2543175"/>
                <a:gd name="connsiteY98" fmla="*/ 1104900 h 1890712"/>
                <a:gd name="connsiteX99" fmla="*/ 1559718 w 2543175"/>
                <a:gd name="connsiteY99" fmla="*/ 1154906 h 1890712"/>
                <a:gd name="connsiteX100" fmla="*/ 1595438 w 2543175"/>
                <a:gd name="connsiteY100" fmla="*/ 1181100 h 1890712"/>
                <a:gd name="connsiteX101" fmla="*/ 1628775 w 2543175"/>
                <a:gd name="connsiteY101" fmla="*/ 1207294 h 1890712"/>
                <a:gd name="connsiteX102" fmla="*/ 1662113 w 2543175"/>
                <a:gd name="connsiteY102" fmla="*/ 1231107 h 1890712"/>
                <a:gd name="connsiteX103" fmla="*/ 1700213 w 2543175"/>
                <a:gd name="connsiteY103" fmla="*/ 1247775 h 1890712"/>
                <a:gd name="connsiteX104" fmla="*/ 1712119 w 2543175"/>
                <a:gd name="connsiteY104" fmla="*/ 1259681 h 1890712"/>
                <a:gd name="connsiteX105" fmla="*/ 1733550 w 2543175"/>
                <a:gd name="connsiteY105" fmla="*/ 1273969 h 1890712"/>
                <a:gd name="connsiteX106" fmla="*/ 1743075 w 2543175"/>
                <a:gd name="connsiteY106" fmla="*/ 1283494 h 1890712"/>
                <a:gd name="connsiteX107" fmla="*/ 1754982 w 2543175"/>
                <a:gd name="connsiteY107" fmla="*/ 1290637 h 1890712"/>
                <a:gd name="connsiteX108" fmla="*/ 1766888 w 2543175"/>
                <a:gd name="connsiteY108" fmla="*/ 1300162 h 1890712"/>
                <a:gd name="connsiteX109" fmla="*/ 1783557 w 2543175"/>
                <a:gd name="connsiteY109" fmla="*/ 1307306 h 1890712"/>
                <a:gd name="connsiteX110" fmla="*/ 1790700 w 2543175"/>
                <a:gd name="connsiteY110" fmla="*/ 1312069 h 1890712"/>
                <a:gd name="connsiteX111" fmla="*/ 1800225 w 2543175"/>
                <a:gd name="connsiteY111" fmla="*/ 1319212 h 1890712"/>
                <a:gd name="connsiteX112" fmla="*/ 1807369 w 2543175"/>
                <a:gd name="connsiteY112" fmla="*/ 1321594 h 1890712"/>
                <a:gd name="connsiteX113" fmla="*/ 1824038 w 2543175"/>
                <a:gd name="connsiteY113" fmla="*/ 1333500 h 1890712"/>
                <a:gd name="connsiteX114" fmla="*/ 1843088 w 2543175"/>
                <a:gd name="connsiteY114" fmla="*/ 1352550 h 1890712"/>
                <a:gd name="connsiteX115" fmla="*/ 1852613 w 2543175"/>
                <a:gd name="connsiteY115" fmla="*/ 1359694 h 1890712"/>
                <a:gd name="connsiteX116" fmla="*/ 1859757 w 2543175"/>
                <a:gd name="connsiteY116" fmla="*/ 1366837 h 1890712"/>
                <a:gd name="connsiteX117" fmla="*/ 1869282 w 2543175"/>
                <a:gd name="connsiteY117" fmla="*/ 1371600 h 1890712"/>
                <a:gd name="connsiteX118" fmla="*/ 1883569 w 2543175"/>
                <a:gd name="connsiteY118" fmla="*/ 1388269 h 1890712"/>
                <a:gd name="connsiteX119" fmla="*/ 1893094 w 2543175"/>
                <a:gd name="connsiteY119" fmla="*/ 1395412 h 1890712"/>
                <a:gd name="connsiteX120" fmla="*/ 1902619 w 2543175"/>
                <a:gd name="connsiteY120" fmla="*/ 1404937 h 1890712"/>
                <a:gd name="connsiteX121" fmla="*/ 1912144 w 2543175"/>
                <a:gd name="connsiteY121" fmla="*/ 1409700 h 1890712"/>
                <a:gd name="connsiteX122" fmla="*/ 1931194 w 2543175"/>
                <a:gd name="connsiteY122" fmla="*/ 1421606 h 1890712"/>
                <a:gd name="connsiteX123" fmla="*/ 1935957 w 2543175"/>
                <a:gd name="connsiteY123" fmla="*/ 1428750 h 1890712"/>
                <a:gd name="connsiteX124" fmla="*/ 1952625 w 2543175"/>
                <a:gd name="connsiteY124" fmla="*/ 1438275 h 1890712"/>
                <a:gd name="connsiteX125" fmla="*/ 1971675 w 2543175"/>
                <a:gd name="connsiteY125" fmla="*/ 1450181 h 1890712"/>
                <a:gd name="connsiteX126" fmla="*/ 1981200 w 2543175"/>
                <a:gd name="connsiteY126" fmla="*/ 1454944 h 1890712"/>
                <a:gd name="connsiteX127" fmla="*/ 1997869 w 2543175"/>
                <a:gd name="connsiteY127" fmla="*/ 1471612 h 1890712"/>
                <a:gd name="connsiteX128" fmla="*/ 2007394 w 2543175"/>
                <a:gd name="connsiteY128" fmla="*/ 1478756 h 1890712"/>
                <a:gd name="connsiteX129" fmla="*/ 2016919 w 2543175"/>
                <a:gd name="connsiteY129" fmla="*/ 1483519 h 1890712"/>
                <a:gd name="connsiteX130" fmla="*/ 2024063 w 2543175"/>
                <a:gd name="connsiteY130" fmla="*/ 1490662 h 1890712"/>
                <a:gd name="connsiteX131" fmla="*/ 2033588 w 2543175"/>
                <a:gd name="connsiteY131" fmla="*/ 1495425 h 1890712"/>
                <a:gd name="connsiteX132" fmla="*/ 2040732 w 2543175"/>
                <a:gd name="connsiteY132" fmla="*/ 1502569 h 1890712"/>
                <a:gd name="connsiteX133" fmla="*/ 2047875 w 2543175"/>
                <a:gd name="connsiteY133" fmla="*/ 1507331 h 1890712"/>
                <a:gd name="connsiteX134" fmla="*/ 2057400 w 2543175"/>
                <a:gd name="connsiteY134" fmla="*/ 1514475 h 1890712"/>
                <a:gd name="connsiteX135" fmla="*/ 2064544 w 2543175"/>
                <a:gd name="connsiteY135" fmla="*/ 1519237 h 1890712"/>
                <a:gd name="connsiteX136" fmla="*/ 2071688 w 2543175"/>
                <a:gd name="connsiteY136" fmla="*/ 1526381 h 1890712"/>
                <a:gd name="connsiteX137" fmla="*/ 2081213 w 2543175"/>
                <a:gd name="connsiteY137" fmla="*/ 1531144 h 1890712"/>
                <a:gd name="connsiteX138" fmla="*/ 2090738 w 2543175"/>
                <a:gd name="connsiteY138" fmla="*/ 1538287 h 1890712"/>
                <a:gd name="connsiteX139" fmla="*/ 2109788 w 2543175"/>
                <a:gd name="connsiteY139" fmla="*/ 1547812 h 1890712"/>
                <a:gd name="connsiteX140" fmla="*/ 2131219 w 2543175"/>
                <a:gd name="connsiteY140" fmla="*/ 1562100 h 1890712"/>
                <a:gd name="connsiteX141" fmla="*/ 2140744 w 2543175"/>
                <a:gd name="connsiteY141" fmla="*/ 1566862 h 1890712"/>
                <a:gd name="connsiteX142" fmla="*/ 2152650 w 2543175"/>
                <a:gd name="connsiteY142" fmla="*/ 1576387 h 1890712"/>
                <a:gd name="connsiteX143" fmla="*/ 2181225 w 2543175"/>
                <a:gd name="connsiteY143" fmla="*/ 1590675 h 1890712"/>
                <a:gd name="connsiteX144" fmla="*/ 2200275 w 2543175"/>
                <a:gd name="connsiteY144" fmla="*/ 1607344 h 1890712"/>
                <a:gd name="connsiteX145" fmla="*/ 2207419 w 2543175"/>
                <a:gd name="connsiteY145" fmla="*/ 1612106 h 1890712"/>
                <a:gd name="connsiteX146" fmla="*/ 2216944 w 2543175"/>
                <a:gd name="connsiteY146" fmla="*/ 1619250 h 1890712"/>
                <a:gd name="connsiteX147" fmla="*/ 2247900 w 2543175"/>
                <a:gd name="connsiteY147" fmla="*/ 1643062 h 1890712"/>
                <a:gd name="connsiteX148" fmla="*/ 2281238 w 2543175"/>
                <a:gd name="connsiteY148" fmla="*/ 1674019 h 1890712"/>
                <a:gd name="connsiteX149" fmla="*/ 2312194 w 2543175"/>
                <a:gd name="connsiteY149" fmla="*/ 1702594 h 1890712"/>
                <a:gd name="connsiteX150" fmla="*/ 2369344 w 2543175"/>
                <a:gd name="connsiteY150" fmla="*/ 1757363 h 1890712"/>
                <a:gd name="connsiteX151" fmla="*/ 2428876 w 2543175"/>
                <a:gd name="connsiteY151" fmla="*/ 1785938 h 1890712"/>
                <a:gd name="connsiteX152" fmla="*/ 2469356 w 2543175"/>
                <a:gd name="connsiteY152" fmla="*/ 1816894 h 1890712"/>
                <a:gd name="connsiteX153" fmla="*/ 2514600 w 2543175"/>
                <a:gd name="connsiteY153" fmla="*/ 1850231 h 1890712"/>
                <a:gd name="connsiteX154" fmla="*/ 2519363 w 2543175"/>
                <a:gd name="connsiteY154" fmla="*/ 1857375 h 1890712"/>
                <a:gd name="connsiteX155" fmla="*/ 2540794 w 2543175"/>
                <a:gd name="connsiteY155" fmla="*/ 1883569 h 1890712"/>
                <a:gd name="connsiteX156" fmla="*/ 2543175 w 2543175"/>
                <a:gd name="connsiteY156" fmla="*/ 1890712 h 1890712"/>
                <a:gd name="connsiteX0" fmla="*/ 0 w 2543175"/>
                <a:gd name="connsiteY0" fmla="*/ 0 h 1890712"/>
                <a:gd name="connsiteX1" fmla="*/ 11907 w 2543175"/>
                <a:gd name="connsiteY1" fmla="*/ 11906 h 1890712"/>
                <a:gd name="connsiteX2" fmla="*/ 21432 w 2543175"/>
                <a:gd name="connsiteY2" fmla="*/ 16669 h 1890712"/>
                <a:gd name="connsiteX3" fmla="*/ 23813 w 2543175"/>
                <a:gd name="connsiteY3" fmla="*/ 23812 h 1890712"/>
                <a:gd name="connsiteX4" fmla="*/ 33338 w 2543175"/>
                <a:gd name="connsiteY4" fmla="*/ 33337 h 1890712"/>
                <a:gd name="connsiteX5" fmla="*/ 40482 w 2543175"/>
                <a:gd name="connsiteY5" fmla="*/ 42862 h 1890712"/>
                <a:gd name="connsiteX6" fmla="*/ 47625 w 2543175"/>
                <a:gd name="connsiteY6" fmla="*/ 47625 h 1890712"/>
                <a:gd name="connsiteX7" fmla="*/ 57150 w 2543175"/>
                <a:gd name="connsiteY7" fmla="*/ 54769 h 1890712"/>
                <a:gd name="connsiteX8" fmla="*/ 64294 w 2543175"/>
                <a:gd name="connsiteY8" fmla="*/ 59531 h 1890712"/>
                <a:gd name="connsiteX9" fmla="*/ 83344 w 2543175"/>
                <a:gd name="connsiteY9" fmla="*/ 73819 h 1890712"/>
                <a:gd name="connsiteX10" fmla="*/ 97632 w 2543175"/>
                <a:gd name="connsiteY10" fmla="*/ 80962 h 1890712"/>
                <a:gd name="connsiteX11" fmla="*/ 104775 w 2543175"/>
                <a:gd name="connsiteY11" fmla="*/ 85725 h 1890712"/>
                <a:gd name="connsiteX12" fmla="*/ 114300 w 2543175"/>
                <a:gd name="connsiteY12" fmla="*/ 95250 h 1890712"/>
                <a:gd name="connsiteX13" fmla="*/ 123825 w 2543175"/>
                <a:gd name="connsiteY13" fmla="*/ 97631 h 1890712"/>
                <a:gd name="connsiteX14" fmla="*/ 130969 w 2543175"/>
                <a:gd name="connsiteY14" fmla="*/ 104775 h 1890712"/>
                <a:gd name="connsiteX15" fmla="*/ 140494 w 2543175"/>
                <a:gd name="connsiteY15" fmla="*/ 111919 h 1890712"/>
                <a:gd name="connsiteX16" fmla="*/ 147638 w 2543175"/>
                <a:gd name="connsiteY16" fmla="*/ 116681 h 1890712"/>
                <a:gd name="connsiteX17" fmla="*/ 164307 w 2543175"/>
                <a:gd name="connsiteY17" fmla="*/ 128587 h 1890712"/>
                <a:gd name="connsiteX18" fmla="*/ 180975 w 2543175"/>
                <a:gd name="connsiteY18" fmla="*/ 140494 h 1890712"/>
                <a:gd name="connsiteX19" fmla="*/ 197644 w 2543175"/>
                <a:gd name="connsiteY19" fmla="*/ 152400 h 1890712"/>
                <a:gd name="connsiteX20" fmla="*/ 204788 w 2543175"/>
                <a:gd name="connsiteY20" fmla="*/ 157162 h 1890712"/>
                <a:gd name="connsiteX21" fmla="*/ 214313 w 2543175"/>
                <a:gd name="connsiteY21" fmla="*/ 164306 h 1890712"/>
                <a:gd name="connsiteX22" fmla="*/ 230982 w 2543175"/>
                <a:gd name="connsiteY22" fmla="*/ 180975 h 1890712"/>
                <a:gd name="connsiteX23" fmla="*/ 247650 w 2543175"/>
                <a:gd name="connsiteY23" fmla="*/ 185737 h 1890712"/>
                <a:gd name="connsiteX24" fmla="*/ 300038 w 2543175"/>
                <a:gd name="connsiteY24" fmla="*/ 219075 h 1890712"/>
                <a:gd name="connsiteX25" fmla="*/ 342900 w 2543175"/>
                <a:gd name="connsiteY25" fmla="*/ 254794 h 1890712"/>
                <a:gd name="connsiteX26" fmla="*/ 366713 w 2543175"/>
                <a:gd name="connsiteY26" fmla="*/ 264319 h 1890712"/>
                <a:gd name="connsiteX27" fmla="*/ 371475 w 2543175"/>
                <a:gd name="connsiteY27" fmla="*/ 271462 h 1890712"/>
                <a:gd name="connsiteX28" fmla="*/ 385763 w 2543175"/>
                <a:gd name="connsiteY28" fmla="*/ 283369 h 1890712"/>
                <a:gd name="connsiteX29" fmla="*/ 404813 w 2543175"/>
                <a:gd name="connsiteY29" fmla="*/ 295275 h 1890712"/>
                <a:gd name="connsiteX30" fmla="*/ 411957 w 2543175"/>
                <a:gd name="connsiteY30" fmla="*/ 297656 h 1890712"/>
                <a:gd name="connsiteX31" fmla="*/ 466725 w 2543175"/>
                <a:gd name="connsiteY31" fmla="*/ 328612 h 1890712"/>
                <a:gd name="connsiteX32" fmla="*/ 476250 w 2543175"/>
                <a:gd name="connsiteY32" fmla="*/ 335756 h 1890712"/>
                <a:gd name="connsiteX33" fmla="*/ 481013 w 2543175"/>
                <a:gd name="connsiteY33" fmla="*/ 342900 h 1890712"/>
                <a:gd name="connsiteX34" fmla="*/ 490538 w 2543175"/>
                <a:gd name="connsiteY34" fmla="*/ 352425 h 1890712"/>
                <a:gd name="connsiteX35" fmla="*/ 495300 w 2543175"/>
                <a:gd name="connsiteY35" fmla="*/ 359569 h 1890712"/>
                <a:gd name="connsiteX36" fmla="*/ 509588 w 2543175"/>
                <a:gd name="connsiteY36" fmla="*/ 376237 h 1890712"/>
                <a:gd name="connsiteX37" fmla="*/ 514350 w 2543175"/>
                <a:gd name="connsiteY37" fmla="*/ 383381 h 1890712"/>
                <a:gd name="connsiteX38" fmla="*/ 531019 w 2543175"/>
                <a:gd name="connsiteY38" fmla="*/ 397669 h 1890712"/>
                <a:gd name="connsiteX39" fmla="*/ 538163 w 2543175"/>
                <a:gd name="connsiteY39" fmla="*/ 407194 h 1890712"/>
                <a:gd name="connsiteX40" fmla="*/ 554832 w 2543175"/>
                <a:gd name="connsiteY40" fmla="*/ 421481 h 1890712"/>
                <a:gd name="connsiteX41" fmla="*/ 564357 w 2543175"/>
                <a:gd name="connsiteY41" fmla="*/ 431006 h 1890712"/>
                <a:gd name="connsiteX42" fmla="*/ 573882 w 2543175"/>
                <a:gd name="connsiteY42" fmla="*/ 438150 h 1890712"/>
                <a:gd name="connsiteX43" fmla="*/ 595313 w 2543175"/>
                <a:gd name="connsiteY43" fmla="*/ 454819 h 1890712"/>
                <a:gd name="connsiteX44" fmla="*/ 602457 w 2543175"/>
                <a:gd name="connsiteY44" fmla="*/ 457200 h 1890712"/>
                <a:gd name="connsiteX45" fmla="*/ 628650 w 2543175"/>
                <a:gd name="connsiteY45" fmla="*/ 469106 h 1890712"/>
                <a:gd name="connsiteX46" fmla="*/ 645319 w 2543175"/>
                <a:gd name="connsiteY46" fmla="*/ 483394 h 1890712"/>
                <a:gd name="connsiteX47" fmla="*/ 654844 w 2543175"/>
                <a:gd name="connsiteY47" fmla="*/ 488156 h 1890712"/>
                <a:gd name="connsiteX48" fmla="*/ 661988 w 2543175"/>
                <a:gd name="connsiteY48" fmla="*/ 497681 h 1890712"/>
                <a:gd name="connsiteX49" fmla="*/ 683419 w 2543175"/>
                <a:gd name="connsiteY49" fmla="*/ 514350 h 1890712"/>
                <a:gd name="connsiteX50" fmla="*/ 700088 w 2543175"/>
                <a:gd name="connsiteY50" fmla="*/ 526256 h 1890712"/>
                <a:gd name="connsiteX51" fmla="*/ 709613 w 2543175"/>
                <a:gd name="connsiteY51" fmla="*/ 535781 h 1890712"/>
                <a:gd name="connsiteX52" fmla="*/ 719138 w 2543175"/>
                <a:gd name="connsiteY52" fmla="*/ 542925 h 1890712"/>
                <a:gd name="connsiteX53" fmla="*/ 733425 w 2543175"/>
                <a:gd name="connsiteY53" fmla="*/ 557212 h 1890712"/>
                <a:gd name="connsiteX54" fmla="*/ 750094 w 2543175"/>
                <a:gd name="connsiteY54" fmla="*/ 569119 h 1890712"/>
                <a:gd name="connsiteX55" fmla="*/ 769144 w 2543175"/>
                <a:gd name="connsiteY55" fmla="*/ 581025 h 1890712"/>
                <a:gd name="connsiteX56" fmla="*/ 785813 w 2543175"/>
                <a:gd name="connsiteY56" fmla="*/ 590550 h 1890712"/>
                <a:gd name="connsiteX57" fmla="*/ 792957 w 2543175"/>
                <a:gd name="connsiteY57" fmla="*/ 600075 h 1890712"/>
                <a:gd name="connsiteX58" fmla="*/ 809625 w 2543175"/>
                <a:gd name="connsiteY58" fmla="*/ 611981 h 1890712"/>
                <a:gd name="connsiteX59" fmla="*/ 816769 w 2543175"/>
                <a:gd name="connsiteY59" fmla="*/ 619125 h 1890712"/>
                <a:gd name="connsiteX60" fmla="*/ 826294 w 2543175"/>
                <a:gd name="connsiteY60" fmla="*/ 626269 h 1890712"/>
                <a:gd name="connsiteX61" fmla="*/ 840582 w 2543175"/>
                <a:gd name="connsiteY61" fmla="*/ 638175 h 1890712"/>
                <a:gd name="connsiteX62" fmla="*/ 847725 w 2543175"/>
                <a:gd name="connsiteY62" fmla="*/ 645319 h 1890712"/>
                <a:gd name="connsiteX63" fmla="*/ 857250 w 2543175"/>
                <a:gd name="connsiteY63" fmla="*/ 652462 h 1890712"/>
                <a:gd name="connsiteX64" fmla="*/ 864394 w 2543175"/>
                <a:gd name="connsiteY64" fmla="*/ 657225 h 1890712"/>
                <a:gd name="connsiteX65" fmla="*/ 888207 w 2543175"/>
                <a:gd name="connsiteY65" fmla="*/ 676275 h 1890712"/>
                <a:gd name="connsiteX66" fmla="*/ 907257 w 2543175"/>
                <a:gd name="connsiteY66" fmla="*/ 683419 h 1890712"/>
                <a:gd name="connsiteX67" fmla="*/ 928688 w 2543175"/>
                <a:gd name="connsiteY67" fmla="*/ 695325 h 1890712"/>
                <a:gd name="connsiteX68" fmla="*/ 942975 w 2543175"/>
                <a:gd name="connsiteY68" fmla="*/ 700087 h 1890712"/>
                <a:gd name="connsiteX69" fmla="*/ 964407 w 2543175"/>
                <a:gd name="connsiteY69" fmla="*/ 716756 h 1890712"/>
                <a:gd name="connsiteX70" fmla="*/ 971550 w 2543175"/>
                <a:gd name="connsiteY70" fmla="*/ 723900 h 1890712"/>
                <a:gd name="connsiteX71" fmla="*/ 983457 w 2543175"/>
                <a:gd name="connsiteY71" fmla="*/ 733425 h 1890712"/>
                <a:gd name="connsiteX72" fmla="*/ 990600 w 2543175"/>
                <a:gd name="connsiteY72" fmla="*/ 738187 h 1890712"/>
                <a:gd name="connsiteX73" fmla="*/ 1007269 w 2543175"/>
                <a:gd name="connsiteY73" fmla="*/ 752475 h 1890712"/>
                <a:gd name="connsiteX74" fmla="*/ 1031082 w 2543175"/>
                <a:gd name="connsiteY74" fmla="*/ 766762 h 1890712"/>
                <a:gd name="connsiteX75" fmla="*/ 1042988 w 2543175"/>
                <a:gd name="connsiteY75" fmla="*/ 773906 h 1890712"/>
                <a:gd name="connsiteX76" fmla="*/ 1071563 w 2543175"/>
                <a:gd name="connsiteY76" fmla="*/ 785812 h 1890712"/>
                <a:gd name="connsiteX77" fmla="*/ 1097757 w 2543175"/>
                <a:gd name="connsiteY77" fmla="*/ 807244 h 1890712"/>
                <a:gd name="connsiteX78" fmla="*/ 1104900 w 2543175"/>
                <a:gd name="connsiteY78" fmla="*/ 814387 h 1890712"/>
                <a:gd name="connsiteX79" fmla="*/ 1121569 w 2543175"/>
                <a:gd name="connsiteY79" fmla="*/ 823912 h 1890712"/>
                <a:gd name="connsiteX80" fmla="*/ 1138238 w 2543175"/>
                <a:gd name="connsiteY80" fmla="*/ 835819 h 1890712"/>
                <a:gd name="connsiteX81" fmla="*/ 1147763 w 2543175"/>
                <a:gd name="connsiteY81" fmla="*/ 842962 h 1890712"/>
                <a:gd name="connsiteX82" fmla="*/ 1157288 w 2543175"/>
                <a:gd name="connsiteY82" fmla="*/ 847725 h 1890712"/>
                <a:gd name="connsiteX83" fmla="*/ 1178719 w 2543175"/>
                <a:gd name="connsiteY83" fmla="*/ 859631 h 1890712"/>
                <a:gd name="connsiteX84" fmla="*/ 1188244 w 2543175"/>
                <a:gd name="connsiteY84" fmla="*/ 866775 h 1890712"/>
                <a:gd name="connsiteX85" fmla="*/ 1195388 w 2543175"/>
                <a:gd name="connsiteY85" fmla="*/ 871537 h 1890712"/>
                <a:gd name="connsiteX86" fmla="*/ 1212057 w 2543175"/>
                <a:gd name="connsiteY86" fmla="*/ 883444 h 1890712"/>
                <a:gd name="connsiteX87" fmla="*/ 1226344 w 2543175"/>
                <a:gd name="connsiteY87" fmla="*/ 895350 h 1890712"/>
                <a:gd name="connsiteX88" fmla="*/ 1245394 w 2543175"/>
                <a:gd name="connsiteY88" fmla="*/ 907256 h 1890712"/>
                <a:gd name="connsiteX89" fmla="*/ 1254919 w 2543175"/>
                <a:gd name="connsiteY89" fmla="*/ 914400 h 1890712"/>
                <a:gd name="connsiteX90" fmla="*/ 1269207 w 2543175"/>
                <a:gd name="connsiteY90" fmla="*/ 921544 h 1890712"/>
                <a:gd name="connsiteX91" fmla="*/ 1290638 w 2543175"/>
                <a:gd name="connsiteY91" fmla="*/ 935831 h 1890712"/>
                <a:gd name="connsiteX92" fmla="*/ 1307307 w 2543175"/>
                <a:gd name="connsiteY92" fmla="*/ 952500 h 1890712"/>
                <a:gd name="connsiteX93" fmla="*/ 1333500 w 2543175"/>
                <a:gd name="connsiteY93" fmla="*/ 971550 h 1890712"/>
                <a:gd name="connsiteX94" fmla="*/ 1359694 w 2543175"/>
                <a:gd name="connsiteY94" fmla="*/ 990600 h 1890712"/>
                <a:gd name="connsiteX95" fmla="*/ 1385888 w 2543175"/>
                <a:gd name="connsiteY95" fmla="*/ 1021557 h 1890712"/>
                <a:gd name="connsiteX96" fmla="*/ 1435894 w 2543175"/>
                <a:gd name="connsiteY96" fmla="*/ 1054894 h 1890712"/>
                <a:gd name="connsiteX97" fmla="*/ 1497806 w 2543175"/>
                <a:gd name="connsiteY97" fmla="*/ 1104900 h 1890712"/>
                <a:gd name="connsiteX98" fmla="*/ 1559718 w 2543175"/>
                <a:gd name="connsiteY98" fmla="*/ 1154906 h 1890712"/>
                <a:gd name="connsiteX99" fmla="*/ 1595438 w 2543175"/>
                <a:gd name="connsiteY99" fmla="*/ 1181100 h 1890712"/>
                <a:gd name="connsiteX100" fmla="*/ 1628775 w 2543175"/>
                <a:gd name="connsiteY100" fmla="*/ 1207294 h 1890712"/>
                <a:gd name="connsiteX101" fmla="*/ 1662113 w 2543175"/>
                <a:gd name="connsiteY101" fmla="*/ 1231107 h 1890712"/>
                <a:gd name="connsiteX102" fmla="*/ 1700213 w 2543175"/>
                <a:gd name="connsiteY102" fmla="*/ 1247775 h 1890712"/>
                <a:gd name="connsiteX103" fmla="*/ 1712119 w 2543175"/>
                <a:gd name="connsiteY103" fmla="*/ 1259681 h 1890712"/>
                <a:gd name="connsiteX104" fmla="*/ 1733550 w 2543175"/>
                <a:gd name="connsiteY104" fmla="*/ 1273969 h 1890712"/>
                <a:gd name="connsiteX105" fmla="*/ 1743075 w 2543175"/>
                <a:gd name="connsiteY105" fmla="*/ 1283494 h 1890712"/>
                <a:gd name="connsiteX106" fmla="*/ 1754982 w 2543175"/>
                <a:gd name="connsiteY106" fmla="*/ 1290637 h 1890712"/>
                <a:gd name="connsiteX107" fmla="*/ 1766888 w 2543175"/>
                <a:gd name="connsiteY107" fmla="*/ 1300162 h 1890712"/>
                <a:gd name="connsiteX108" fmla="*/ 1783557 w 2543175"/>
                <a:gd name="connsiteY108" fmla="*/ 1307306 h 1890712"/>
                <a:gd name="connsiteX109" fmla="*/ 1790700 w 2543175"/>
                <a:gd name="connsiteY109" fmla="*/ 1312069 h 1890712"/>
                <a:gd name="connsiteX110" fmla="*/ 1800225 w 2543175"/>
                <a:gd name="connsiteY110" fmla="*/ 1319212 h 1890712"/>
                <a:gd name="connsiteX111" fmla="*/ 1807369 w 2543175"/>
                <a:gd name="connsiteY111" fmla="*/ 1321594 h 1890712"/>
                <a:gd name="connsiteX112" fmla="*/ 1824038 w 2543175"/>
                <a:gd name="connsiteY112" fmla="*/ 1333500 h 1890712"/>
                <a:gd name="connsiteX113" fmla="*/ 1843088 w 2543175"/>
                <a:gd name="connsiteY113" fmla="*/ 1352550 h 1890712"/>
                <a:gd name="connsiteX114" fmla="*/ 1852613 w 2543175"/>
                <a:gd name="connsiteY114" fmla="*/ 1359694 h 1890712"/>
                <a:gd name="connsiteX115" fmla="*/ 1859757 w 2543175"/>
                <a:gd name="connsiteY115" fmla="*/ 1366837 h 1890712"/>
                <a:gd name="connsiteX116" fmla="*/ 1869282 w 2543175"/>
                <a:gd name="connsiteY116" fmla="*/ 1371600 h 1890712"/>
                <a:gd name="connsiteX117" fmla="*/ 1883569 w 2543175"/>
                <a:gd name="connsiteY117" fmla="*/ 1388269 h 1890712"/>
                <a:gd name="connsiteX118" fmla="*/ 1893094 w 2543175"/>
                <a:gd name="connsiteY118" fmla="*/ 1395412 h 1890712"/>
                <a:gd name="connsiteX119" fmla="*/ 1902619 w 2543175"/>
                <a:gd name="connsiteY119" fmla="*/ 1404937 h 1890712"/>
                <a:gd name="connsiteX120" fmla="*/ 1912144 w 2543175"/>
                <a:gd name="connsiteY120" fmla="*/ 1409700 h 1890712"/>
                <a:gd name="connsiteX121" fmla="*/ 1931194 w 2543175"/>
                <a:gd name="connsiteY121" fmla="*/ 1421606 h 1890712"/>
                <a:gd name="connsiteX122" fmla="*/ 1935957 w 2543175"/>
                <a:gd name="connsiteY122" fmla="*/ 1428750 h 1890712"/>
                <a:gd name="connsiteX123" fmla="*/ 1952625 w 2543175"/>
                <a:gd name="connsiteY123" fmla="*/ 1438275 h 1890712"/>
                <a:gd name="connsiteX124" fmla="*/ 1971675 w 2543175"/>
                <a:gd name="connsiteY124" fmla="*/ 1450181 h 1890712"/>
                <a:gd name="connsiteX125" fmla="*/ 1981200 w 2543175"/>
                <a:gd name="connsiteY125" fmla="*/ 1454944 h 1890712"/>
                <a:gd name="connsiteX126" fmla="*/ 1997869 w 2543175"/>
                <a:gd name="connsiteY126" fmla="*/ 1471612 h 1890712"/>
                <a:gd name="connsiteX127" fmla="*/ 2007394 w 2543175"/>
                <a:gd name="connsiteY127" fmla="*/ 1478756 h 1890712"/>
                <a:gd name="connsiteX128" fmla="*/ 2016919 w 2543175"/>
                <a:gd name="connsiteY128" fmla="*/ 1483519 h 1890712"/>
                <a:gd name="connsiteX129" fmla="*/ 2024063 w 2543175"/>
                <a:gd name="connsiteY129" fmla="*/ 1490662 h 1890712"/>
                <a:gd name="connsiteX130" fmla="*/ 2033588 w 2543175"/>
                <a:gd name="connsiteY130" fmla="*/ 1495425 h 1890712"/>
                <a:gd name="connsiteX131" fmla="*/ 2040732 w 2543175"/>
                <a:gd name="connsiteY131" fmla="*/ 1502569 h 1890712"/>
                <a:gd name="connsiteX132" fmla="*/ 2047875 w 2543175"/>
                <a:gd name="connsiteY132" fmla="*/ 1507331 h 1890712"/>
                <a:gd name="connsiteX133" fmla="*/ 2057400 w 2543175"/>
                <a:gd name="connsiteY133" fmla="*/ 1514475 h 1890712"/>
                <a:gd name="connsiteX134" fmla="*/ 2064544 w 2543175"/>
                <a:gd name="connsiteY134" fmla="*/ 1519237 h 1890712"/>
                <a:gd name="connsiteX135" fmla="*/ 2071688 w 2543175"/>
                <a:gd name="connsiteY135" fmla="*/ 1526381 h 1890712"/>
                <a:gd name="connsiteX136" fmla="*/ 2081213 w 2543175"/>
                <a:gd name="connsiteY136" fmla="*/ 1531144 h 1890712"/>
                <a:gd name="connsiteX137" fmla="*/ 2090738 w 2543175"/>
                <a:gd name="connsiteY137" fmla="*/ 1538287 h 1890712"/>
                <a:gd name="connsiteX138" fmla="*/ 2109788 w 2543175"/>
                <a:gd name="connsiteY138" fmla="*/ 1547812 h 1890712"/>
                <a:gd name="connsiteX139" fmla="*/ 2131219 w 2543175"/>
                <a:gd name="connsiteY139" fmla="*/ 1562100 h 1890712"/>
                <a:gd name="connsiteX140" fmla="*/ 2140744 w 2543175"/>
                <a:gd name="connsiteY140" fmla="*/ 1566862 h 1890712"/>
                <a:gd name="connsiteX141" fmla="*/ 2152650 w 2543175"/>
                <a:gd name="connsiteY141" fmla="*/ 1576387 h 1890712"/>
                <a:gd name="connsiteX142" fmla="*/ 2181225 w 2543175"/>
                <a:gd name="connsiteY142" fmla="*/ 1590675 h 1890712"/>
                <a:gd name="connsiteX143" fmla="*/ 2200275 w 2543175"/>
                <a:gd name="connsiteY143" fmla="*/ 1607344 h 1890712"/>
                <a:gd name="connsiteX144" fmla="*/ 2207419 w 2543175"/>
                <a:gd name="connsiteY144" fmla="*/ 1612106 h 1890712"/>
                <a:gd name="connsiteX145" fmla="*/ 2216944 w 2543175"/>
                <a:gd name="connsiteY145" fmla="*/ 1619250 h 1890712"/>
                <a:gd name="connsiteX146" fmla="*/ 2247900 w 2543175"/>
                <a:gd name="connsiteY146" fmla="*/ 1643062 h 1890712"/>
                <a:gd name="connsiteX147" fmla="*/ 2281238 w 2543175"/>
                <a:gd name="connsiteY147" fmla="*/ 1674019 h 1890712"/>
                <a:gd name="connsiteX148" fmla="*/ 2312194 w 2543175"/>
                <a:gd name="connsiteY148" fmla="*/ 1702594 h 1890712"/>
                <a:gd name="connsiteX149" fmla="*/ 2369344 w 2543175"/>
                <a:gd name="connsiteY149" fmla="*/ 1757363 h 1890712"/>
                <a:gd name="connsiteX150" fmla="*/ 2428876 w 2543175"/>
                <a:gd name="connsiteY150" fmla="*/ 1785938 h 1890712"/>
                <a:gd name="connsiteX151" fmla="*/ 2469356 w 2543175"/>
                <a:gd name="connsiteY151" fmla="*/ 1816894 h 1890712"/>
                <a:gd name="connsiteX152" fmla="*/ 2514600 w 2543175"/>
                <a:gd name="connsiteY152" fmla="*/ 1850231 h 1890712"/>
                <a:gd name="connsiteX153" fmla="*/ 2519363 w 2543175"/>
                <a:gd name="connsiteY153" fmla="*/ 1857375 h 1890712"/>
                <a:gd name="connsiteX154" fmla="*/ 2540794 w 2543175"/>
                <a:gd name="connsiteY154" fmla="*/ 1883569 h 1890712"/>
                <a:gd name="connsiteX155" fmla="*/ 2543175 w 2543175"/>
                <a:gd name="connsiteY155" fmla="*/ 1890712 h 1890712"/>
                <a:gd name="connsiteX0" fmla="*/ 0 w 2543175"/>
                <a:gd name="connsiteY0" fmla="*/ 0 h 1890712"/>
                <a:gd name="connsiteX1" fmla="*/ 11907 w 2543175"/>
                <a:gd name="connsiteY1" fmla="*/ 11906 h 1890712"/>
                <a:gd name="connsiteX2" fmla="*/ 21432 w 2543175"/>
                <a:gd name="connsiteY2" fmla="*/ 16669 h 1890712"/>
                <a:gd name="connsiteX3" fmla="*/ 23813 w 2543175"/>
                <a:gd name="connsiteY3" fmla="*/ 23812 h 1890712"/>
                <a:gd name="connsiteX4" fmla="*/ 33338 w 2543175"/>
                <a:gd name="connsiteY4" fmla="*/ 33337 h 1890712"/>
                <a:gd name="connsiteX5" fmla="*/ 40482 w 2543175"/>
                <a:gd name="connsiteY5" fmla="*/ 42862 h 1890712"/>
                <a:gd name="connsiteX6" fmla="*/ 47625 w 2543175"/>
                <a:gd name="connsiteY6" fmla="*/ 47625 h 1890712"/>
                <a:gd name="connsiteX7" fmla="*/ 57150 w 2543175"/>
                <a:gd name="connsiteY7" fmla="*/ 54769 h 1890712"/>
                <a:gd name="connsiteX8" fmla="*/ 64294 w 2543175"/>
                <a:gd name="connsiteY8" fmla="*/ 59531 h 1890712"/>
                <a:gd name="connsiteX9" fmla="*/ 83344 w 2543175"/>
                <a:gd name="connsiteY9" fmla="*/ 73819 h 1890712"/>
                <a:gd name="connsiteX10" fmla="*/ 97632 w 2543175"/>
                <a:gd name="connsiteY10" fmla="*/ 80962 h 1890712"/>
                <a:gd name="connsiteX11" fmla="*/ 104775 w 2543175"/>
                <a:gd name="connsiteY11" fmla="*/ 85725 h 1890712"/>
                <a:gd name="connsiteX12" fmla="*/ 114300 w 2543175"/>
                <a:gd name="connsiteY12" fmla="*/ 95250 h 1890712"/>
                <a:gd name="connsiteX13" fmla="*/ 123825 w 2543175"/>
                <a:gd name="connsiteY13" fmla="*/ 97631 h 1890712"/>
                <a:gd name="connsiteX14" fmla="*/ 130969 w 2543175"/>
                <a:gd name="connsiteY14" fmla="*/ 104775 h 1890712"/>
                <a:gd name="connsiteX15" fmla="*/ 140494 w 2543175"/>
                <a:gd name="connsiteY15" fmla="*/ 111919 h 1890712"/>
                <a:gd name="connsiteX16" fmla="*/ 147638 w 2543175"/>
                <a:gd name="connsiteY16" fmla="*/ 116681 h 1890712"/>
                <a:gd name="connsiteX17" fmla="*/ 164307 w 2543175"/>
                <a:gd name="connsiteY17" fmla="*/ 128587 h 1890712"/>
                <a:gd name="connsiteX18" fmla="*/ 180975 w 2543175"/>
                <a:gd name="connsiteY18" fmla="*/ 140494 h 1890712"/>
                <a:gd name="connsiteX19" fmla="*/ 197644 w 2543175"/>
                <a:gd name="connsiteY19" fmla="*/ 152400 h 1890712"/>
                <a:gd name="connsiteX20" fmla="*/ 204788 w 2543175"/>
                <a:gd name="connsiteY20" fmla="*/ 157162 h 1890712"/>
                <a:gd name="connsiteX21" fmla="*/ 214313 w 2543175"/>
                <a:gd name="connsiteY21" fmla="*/ 164306 h 1890712"/>
                <a:gd name="connsiteX22" fmla="*/ 230982 w 2543175"/>
                <a:gd name="connsiteY22" fmla="*/ 180975 h 1890712"/>
                <a:gd name="connsiteX23" fmla="*/ 247650 w 2543175"/>
                <a:gd name="connsiteY23" fmla="*/ 185737 h 1890712"/>
                <a:gd name="connsiteX24" fmla="*/ 300038 w 2543175"/>
                <a:gd name="connsiteY24" fmla="*/ 219075 h 1890712"/>
                <a:gd name="connsiteX25" fmla="*/ 342900 w 2543175"/>
                <a:gd name="connsiteY25" fmla="*/ 254794 h 1890712"/>
                <a:gd name="connsiteX26" fmla="*/ 366713 w 2543175"/>
                <a:gd name="connsiteY26" fmla="*/ 264319 h 1890712"/>
                <a:gd name="connsiteX27" fmla="*/ 371475 w 2543175"/>
                <a:gd name="connsiteY27" fmla="*/ 271462 h 1890712"/>
                <a:gd name="connsiteX28" fmla="*/ 385763 w 2543175"/>
                <a:gd name="connsiteY28" fmla="*/ 283369 h 1890712"/>
                <a:gd name="connsiteX29" fmla="*/ 404813 w 2543175"/>
                <a:gd name="connsiteY29" fmla="*/ 295275 h 1890712"/>
                <a:gd name="connsiteX30" fmla="*/ 411957 w 2543175"/>
                <a:gd name="connsiteY30" fmla="*/ 297656 h 1890712"/>
                <a:gd name="connsiteX31" fmla="*/ 466725 w 2543175"/>
                <a:gd name="connsiteY31" fmla="*/ 328612 h 1890712"/>
                <a:gd name="connsiteX32" fmla="*/ 476250 w 2543175"/>
                <a:gd name="connsiteY32" fmla="*/ 335756 h 1890712"/>
                <a:gd name="connsiteX33" fmla="*/ 481013 w 2543175"/>
                <a:gd name="connsiteY33" fmla="*/ 342900 h 1890712"/>
                <a:gd name="connsiteX34" fmla="*/ 490538 w 2543175"/>
                <a:gd name="connsiteY34" fmla="*/ 352425 h 1890712"/>
                <a:gd name="connsiteX35" fmla="*/ 495300 w 2543175"/>
                <a:gd name="connsiteY35" fmla="*/ 359569 h 1890712"/>
                <a:gd name="connsiteX36" fmla="*/ 509588 w 2543175"/>
                <a:gd name="connsiteY36" fmla="*/ 376237 h 1890712"/>
                <a:gd name="connsiteX37" fmla="*/ 514350 w 2543175"/>
                <a:gd name="connsiteY37" fmla="*/ 383381 h 1890712"/>
                <a:gd name="connsiteX38" fmla="*/ 531019 w 2543175"/>
                <a:gd name="connsiteY38" fmla="*/ 397669 h 1890712"/>
                <a:gd name="connsiteX39" fmla="*/ 538163 w 2543175"/>
                <a:gd name="connsiteY39" fmla="*/ 407194 h 1890712"/>
                <a:gd name="connsiteX40" fmla="*/ 554832 w 2543175"/>
                <a:gd name="connsiteY40" fmla="*/ 421481 h 1890712"/>
                <a:gd name="connsiteX41" fmla="*/ 564357 w 2543175"/>
                <a:gd name="connsiteY41" fmla="*/ 431006 h 1890712"/>
                <a:gd name="connsiteX42" fmla="*/ 573882 w 2543175"/>
                <a:gd name="connsiteY42" fmla="*/ 438150 h 1890712"/>
                <a:gd name="connsiteX43" fmla="*/ 595313 w 2543175"/>
                <a:gd name="connsiteY43" fmla="*/ 454819 h 1890712"/>
                <a:gd name="connsiteX44" fmla="*/ 602457 w 2543175"/>
                <a:gd name="connsiteY44" fmla="*/ 457200 h 1890712"/>
                <a:gd name="connsiteX45" fmla="*/ 628650 w 2543175"/>
                <a:gd name="connsiteY45" fmla="*/ 469106 h 1890712"/>
                <a:gd name="connsiteX46" fmla="*/ 645319 w 2543175"/>
                <a:gd name="connsiteY46" fmla="*/ 483394 h 1890712"/>
                <a:gd name="connsiteX47" fmla="*/ 654844 w 2543175"/>
                <a:gd name="connsiteY47" fmla="*/ 488156 h 1890712"/>
                <a:gd name="connsiteX48" fmla="*/ 661988 w 2543175"/>
                <a:gd name="connsiteY48" fmla="*/ 497681 h 1890712"/>
                <a:gd name="connsiteX49" fmla="*/ 683419 w 2543175"/>
                <a:gd name="connsiteY49" fmla="*/ 514350 h 1890712"/>
                <a:gd name="connsiteX50" fmla="*/ 700088 w 2543175"/>
                <a:gd name="connsiteY50" fmla="*/ 526256 h 1890712"/>
                <a:gd name="connsiteX51" fmla="*/ 709613 w 2543175"/>
                <a:gd name="connsiteY51" fmla="*/ 535781 h 1890712"/>
                <a:gd name="connsiteX52" fmla="*/ 719138 w 2543175"/>
                <a:gd name="connsiteY52" fmla="*/ 542925 h 1890712"/>
                <a:gd name="connsiteX53" fmla="*/ 733425 w 2543175"/>
                <a:gd name="connsiteY53" fmla="*/ 557212 h 1890712"/>
                <a:gd name="connsiteX54" fmla="*/ 750094 w 2543175"/>
                <a:gd name="connsiteY54" fmla="*/ 569119 h 1890712"/>
                <a:gd name="connsiteX55" fmla="*/ 769144 w 2543175"/>
                <a:gd name="connsiteY55" fmla="*/ 581025 h 1890712"/>
                <a:gd name="connsiteX56" fmla="*/ 785813 w 2543175"/>
                <a:gd name="connsiteY56" fmla="*/ 590550 h 1890712"/>
                <a:gd name="connsiteX57" fmla="*/ 792957 w 2543175"/>
                <a:gd name="connsiteY57" fmla="*/ 600075 h 1890712"/>
                <a:gd name="connsiteX58" fmla="*/ 809625 w 2543175"/>
                <a:gd name="connsiteY58" fmla="*/ 611981 h 1890712"/>
                <a:gd name="connsiteX59" fmla="*/ 816769 w 2543175"/>
                <a:gd name="connsiteY59" fmla="*/ 619125 h 1890712"/>
                <a:gd name="connsiteX60" fmla="*/ 826294 w 2543175"/>
                <a:gd name="connsiteY60" fmla="*/ 626269 h 1890712"/>
                <a:gd name="connsiteX61" fmla="*/ 840582 w 2543175"/>
                <a:gd name="connsiteY61" fmla="*/ 638175 h 1890712"/>
                <a:gd name="connsiteX62" fmla="*/ 847725 w 2543175"/>
                <a:gd name="connsiteY62" fmla="*/ 645319 h 1890712"/>
                <a:gd name="connsiteX63" fmla="*/ 857250 w 2543175"/>
                <a:gd name="connsiteY63" fmla="*/ 652462 h 1890712"/>
                <a:gd name="connsiteX64" fmla="*/ 888207 w 2543175"/>
                <a:gd name="connsiteY64" fmla="*/ 676275 h 1890712"/>
                <a:gd name="connsiteX65" fmla="*/ 907257 w 2543175"/>
                <a:gd name="connsiteY65" fmla="*/ 683419 h 1890712"/>
                <a:gd name="connsiteX66" fmla="*/ 928688 w 2543175"/>
                <a:gd name="connsiteY66" fmla="*/ 695325 h 1890712"/>
                <a:gd name="connsiteX67" fmla="*/ 942975 w 2543175"/>
                <a:gd name="connsiteY67" fmla="*/ 700087 h 1890712"/>
                <a:gd name="connsiteX68" fmla="*/ 964407 w 2543175"/>
                <a:gd name="connsiteY68" fmla="*/ 716756 h 1890712"/>
                <a:gd name="connsiteX69" fmla="*/ 971550 w 2543175"/>
                <a:gd name="connsiteY69" fmla="*/ 723900 h 1890712"/>
                <a:gd name="connsiteX70" fmla="*/ 983457 w 2543175"/>
                <a:gd name="connsiteY70" fmla="*/ 733425 h 1890712"/>
                <a:gd name="connsiteX71" fmla="*/ 990600 w 2543175"/>
                <a:gd name="connsiteY71" fmla="*/ 738187 h 1890712"/>
                <a:gd name="connsiteX72" fmla="*/ 1007269 w 2543175"/>
                <a:gd name="connsiteY72" fmla="*/ 752475 h 1890712"/>
                <a:gd name="connsiteX73" fmla="*/ 1031082 w 2543175"/>
                <a:gd name="connsiteY73" fmla="*/ 766762 h 1890712"/>
                <a:gd name="connsiteX74" fmla="*/ 1042988 w 2543175"/>
                <a:gd name="connsiteY74" fmla="*/ 773906 h 1890712"/>
                <a:gd name="connsiteX75" fmla="*/ 1071563 w 2543175"/>
                <a:gd name="connsiteY75" fmla="*/ 785812 h 1890712"/>
                <a:gd name="connsiteX76" fmla="*/ 1097757 w 2543175"/>
                <a:gd name="connsiteY76" fmla="*/ 807244 h 1890712"/>
                <a:gd name="connsiteX77" fmla="*/ 1104900 w 2543175"/>
                <a:gd name="connsiteY77" fmla="*/ 814387 h 1890712"/>
                <a:gd name="connsiteX78" fmla="*/ 1121569 w 2543175"/>
                <a:gd name="connsiteY78" fmla="*/ 823912 h 1890712"/>
                <a:gd name="connsiteX79" fmla="*/ 1138238 w 2543175"/>
                <a:gd name="connsiteY79" fmla="*/ 835819 h 1890712"/>
                <a:gd name="connsiteX80" fmla="*/ 1147763 w 2543175"/>
                <a:gd name="connsiteY80" fmla="*/ 842962 h 1890712"/>
                <a:gd name="connsiteX81" fmla="*/ 1157288 w 2543175"/>
                <a:gd name="connsiteY81" fmla="*/ 847725 h 1890712"/>
                <a:gd name="connsiteX82" fmla="*/ 1178719 w 2543175"/>
                <a:gd name="connsiteY82" fmla="*/ 859631 h 1890712"/>
                <a:gd name="connsiteX83" fmla="*/ 1188244 w 2543175"/>
                <a:gd name="connsiteY83" fmla="*/ 866775 h 1890712"/>
                <a:gd name="connsiteX84" fmla="*/ 1195388 w 2543175"/>
                <a:gd name="connsiteY84" fmla="*/ 871537 h 1890712"/>
                <a:gd name="connsiteX85" fmla="*/ 1212057 w 2543175"/>
                <a:gd name="connsiteY85" fmla="*/ 883444 h 1890712"/>
                <a:gd name="connsiteX86" fmla="*/ 1226344 w 2543175"/>
                <a:gd name="connsiteY86" fmla="*/ 895350 h 1890712"/>
                <a:gd name="connsiteX87" fmla="*/ 1245394 w 2543175"/>
                <a:gd name="connsiteY87" fmla="*/ 907256 h 1890712"/>
                <a:gd name="connsiteX88" fmla="*/ 1254919 w 2543175"/>
                <a:gd name="connsiteY88" fmla="*/ 914400 h 1890712"/>
                <a:gd name="connsiteX89" fmla="*/ 1269207 w 2543175"/>
                <a:gd name="connsiteY89" fmla="*/ 921544 h 1890712"/>
                <a:gd name="connsiteX90" fmla="*/ 1290638 w 2543175"/>
                <a:gd name="connsiteY90" fmla="*/ 935831 h 1890712"/>
                <a:gd name="connsiteX91" fmla="*/ 1307307 w 2543175"/>
                <a:gd name="connsiteY91" fmla="*/ 952500 h 1890712"/>
                <a:gd name="connsiteX92" fmla="*/ 1333500 w 2543175"/>
                <a:gd name="connsiteY92" fmla="*/ 971550 h 1890712"/>
                <a:gd name="connsiteX93" fmla="*/ 1359694 w 2543175"/>
                <a:gd name="connsiteY93" fmla="*/ 990600 h 1890712"/>
                <a:gd name="connsiteX94" fmla="*/ 1385888 w 2543175"/>
                <a:gd name="connsiteY94" fmla="*/ 1021557 h 1890712"/>
                <a:gd name="connsiteX95" fmla="*/ 1435894 w 2543175"/>
                <a:gd name="connsiteY95" fmla="*/ 1054894 h 1890712"/>
                <a:gd name="connsiteX96" fmla="*/ 1497806 w 2543175"/>
                <a:gd name="connsiteY96" fmla="*/ 1104900 h 1890712"/>
                <a:gd name="connsiteX97" fmla="*/ 1559718 w 2543175"/>
                <a:gd name="connsiteY97" fmla="*/ 1154906 h 1890712"/>
                <a:gd name="connsiteX98" fmla="*/ 1595438 w 2543175"/>
                <a:gd name="connsiteY98" fmla="*/ 1181100 h 1890712"/>
                <a:gd name="connsiteX99" fmla="*/ 1628775 w 2543175"/>
                <a:gd name="connsiteY99" fmla="*/ 1207294 h 1890712"/>
                <a:gd name="connsiteX100" fmla="*/ 1662113 w 2543175"/>
                <a:gd name="connsiteY100" fmla="*/ 1231107 h 1890712"/>
                <a:gd name="connsiteX101" fmla="*/ 1700213 w 2543175"/>
                <a:gd name="connsiteY101" fmla="*/ 1247775 h 1890712"/>
                <a:gd name="connsiteX102" fmla="*/ 1712119 w 2543175"/>
                <a:gd name="connsiteY102" fmla="*/ 1259681 h 1890712"/>
                <a:gd name="connsiteX103" fmla="*/ 1733550 w 2543175"/>
                <a:gd name="connsiteY103" fmla="*/ 1273969 h 1890712"/>
                <a:gd name="connsiteX104" fmla="*/ 1743075 w 2543175"/>
                <a:gd name="connsiteY104" fmla="*/ 1283494 h 1890712"/>
                <a:gd name="connsiteX105" fmla="*/ 1754982 w 2543175"/>
                <a:gd name="connsiteY105" fmla="*/ 1290637 h 1890712"/>
                <a:gd name="connsiteX106" fmla="*/ 1766888 w 2543175"/>
                <a:gd name="connsiteY106" fmla="*/ 1300162 h 1890712"/>
                <a:gd name="connsiteX107" fmla="*/ 1783557 w 2543175"/>
                <a:gd name="connsiteY107" fmla="*/ 1307306 h 1890712"/>
                <a:gd name="connsiteX108" fmla="*/ 1790700 w 2543175"/>
                <a:gd name="connsiteY108" fmla="*/ 1312069 h 1890712"/>
                <a:gd name="connsiteX109" fmla="*/ 1800225 w 2543175"/>
                <a:gd name="connsiteY109" fmla="*/ 1319212 h 1890712"/>
                <a:gd name="connsiteX110" fmla="*/ 1807369 w 2543175"/>
                <a:gd name="connsiteY110" fmla="*/ 1321594 h 1890712"/>
                <a:gd name="connsiteX111" fmla="*/ 1824038 w 2543175"/>
                <a:gd name="connsiteY111" fmla="*/ 1333500 h 1890712"/>
                <a:gd name="connsiteX112" fmla="*/ 1843088 w 2543175"/>
                <a:gd name="connsiteY112" fmla="*/ 1352550 h 1890712"/>
                <a:gd name="connsiteX113" fmla="*/ 1852613 w 2543175"/>
                <a:gd name="connsiteY113" fmla="*/ 1359694 h 1890712"/>
                <a:gd name="connsiteX114" fmla="*/ 1859757 w 2543175"/>
                <a:gd name="connsiteY114" fmla="*/ 1366837 h 1890712"/>
                <a:gd name="connsiteX115" fmla="*/ 1869282 w 2543175"/>
                <a:gd name="connsiteY115" fmla="*/ 1371600 h 1890712"/>
                <a:gd name="connsiteX116" fmla="*/ 1883569 w 2543175"/>
                <a:gd name="connsiteY116" fmla="*/ 1388269 h 1890712"/>
                <a:gd name="connsiteX117" fmla="*/ 1893094 w 2543175"/>
                <a:gd name="connsiteY117" fmla="*/ 1395412 h 1890712"/>
                <a:gd name="connsiteX118" fmla="*/ 1902619 w 2543175"/>
                <a:gd name="connsiteY118" fmla="*/ 1404937 h 1890712"/>
                <a:gd name="connsiteX119" fmla="*/ 1912144 w 2543175"/>
                <a:gd name="connsiteY119" fmla="*/ 1409700 h 1890712"/>
                <a:gd name="connsiteX120" fmla="*/ 1931194 w 2543175"/>
                <a:gd name="connsiteY120" fmla="*/ 1421606 h 1890712"/>
                <a:gd name="connsiteX121" fmla="*/ 1935957 w 2543175"/>
                <a:gd name="connsiteY121" fmla="*/ 1428750 h 1890712"/>
                <a:gd name="connsiteX122" fmla="*/ 1952625 w 2543175"/>
                <a:gd name="connsiteY122" fmla="*/ 1438275 h 1890712"/>
                <a:gd name="connsiteX123" fmla="*/ 1971675 w 2543175"/>
                <a:gd name="connsiteY123" fmla="*/ 1450181 h 1890712"/>
                <a:gd name="connsiteX124" fmla="*/ 1981200 w 2543175"/>
                <a:gd name="connsiteY124" fmla="*/ 1454944 h 1890712"/>
                <a:gd name="connsiteX125" fmla="*/ 1997869 w 2543175"/>
                <a:gd name="connsiteY125" fmla="*/ 1471612 h 1890712"/>
                <a:gd name="connsiteX126" fmla="*/ 2007394 w 2543175"/>
                <a:gd name="connsiteY126" fmla="*/ 1478756 h 1890712"/>
                <a:gd name="connsiteX127" fmla="*/ 2016919 w 2543175"/>
                <a:gd name="connsiteY127" fmla="*/ 1483519 h 1890712"/>
                <a:gd name="connsiteX128" fmla="*/ 2024063 w 2543175"/>
                <a:gd name="connsiteY128" fmla="*/ 1490662 h 1890712"/>
                <a:gd name="connsiteX129" fmla="*/ 2033588 w 2543175"/>
                <a:gd name="connsiteY129" fmla="*/ 1495425 h 1890712"/>
                <a:gd name="connsiteX130" fmla="*/ 2040732 w 2543175"/>
                <a:gd name="connsiteY130" fmla="*/ 1502569 h 1890712"/>
                <a:gd name="connsiteX131" fmla="*/ 2047875 w 2543175"/>
                <a:gd name="connsiteY131" fmla="*/ 1507331 h 1890712"/>
                <a:gd name="connsiteX132" fmla="*/ 2057400 w 2543175"/>
                <a:gd name="connsiteY132" fmla="*/ 1514475 h 1890712"/>
                <a:gd name="connsiteX133" fmla="*/ 2064544 w 2543175"/>
                <a:gd name="connsiteY133" fmla="*/ 1519237 h 1890712"/>
                <a:gd name="connsiteX134" fmla="*/ 2071688 w 2543175"/>
                <a:gd name="connsiteY134" fmla="*/ 1526381 h 1890712"/>
                <a:gd name="connsiteX135" fmla="*/ 2081213 w 2543175"/>
                <a:gd name="connsiteY135" fmla="*/ 1531144 h 1890712"/>
                <a:gd name="connsiteX136" fmla="*/ 2090738 w 2543175"/>
                <a:gd name="connsiteY136" fmla="*/ 1538287 h 1890712"/>
                <a:gd name="connsiteX137" fmla="*/ 2109788 w 2543175"/>
                <a:gd name="connsiteY137" fmla="*/ 1547812 h 1890712"/>
                <a:gd name="connsiteX138" fmla="*/ 2131219 w 2543175"/>
                <a:gd name="connsiteY138" fmla="*/ 1562100 h 1890712"/>
                <a:gd name="connsiteX139" fmla="*/ 2140744 w 2543175"/>
                <a:gd name="connsiteY139" fmla="*/ 1566862 h 1890712"/>
                <a:gd name="connsiteX140" fmla="*/ 2152650 w 2543175"/>
                <a:gd name="connsiteY140" fmla="*/ 1576387 h 1890712"/>
                <a:gd name="connsiteX141" fmla="*/ 2181225 w 2543175"/>
                <a:gd name="connsiteY141" fmla="*/ 1590675 h 1890712"/>
                <a:gd name="connsiteX142" fmla="*/ 2200275 w 2543175"/>
                <a:gd name="connsiteY142" fmla="*/ 1607344 h 1890712"/>
                <a:gd name="connsiteX143" fmla="*/ 2207419 w 2543175"/>
                <a:gd name="connsiteY143" fmla="*/ 1612106 h 1890712"/>
                <a:gd name="connsiteX144" fmla="*/ 2216944 w 2543175"/>
                <a:gd name="connsiteY144" fmla="*/ 1619250 h 1890712"/>
                <a:gd name="connsiteX145" fmla="*/ 2247900 w 2543175"/>
                <a:gd name="connsiteY145" fmla="*/ 1643062 h 1890712"/>
                <a:gd name="connsiteX146" fmla="*/ 2281238 w 2543175"/>
                <a:gd name="connsiteY146" fmla="*/ 1674019 h 1890712"/>
                <a:gd name="connsiteX147" fmla="*/ 2312194 w 2543175"/>
                <a:gd name="connsiteY147" fmla="*/ 1702594 h 1890712"/>
                <a:gd name="connsiteX148" fmla="*/ 2369344 w 2543175"/>
                <a:gd name="connsiteY148" fmla="*/ 1757363 h 1890712"/>
                <a:gd name="connsiteX149" fmla="*/ 2428876 w 2543175"/>
                <a:gd name="connsiteY149" fmla="*/ 1785938 h 1890712"/>
                <a:gd name="connsiteX150" fmla="*/ 2469356 w 2543175"/>
                <a:gd name="connsiteY150" fmla="*/ 1816894 h 1890712"/>
                <a:gd name="connsiteX151" fmla="*/ 2514600 w 2543175"/>
                <a:gd name="connsiteY151" fmla="*/ 1850231 h 1890712"/>
                <a:gd name="connsiteX152" fmla="*/ 2519363 w 2543175"/>
                <a:gd name="connsiteY152" fmla="*/ 1857375 h 1890712"/>
                <a:gd name="connsiteX153" fmla="*/ 2540794 w 2543175"/>
                <a:gd name="connsiteY153" fmla="*/ 1883569 h 1890712"/>
                <a:gd name="connsiteX154" fmla="*/ 2543175 w 2543175"/>
                <a:gd name="connsiteY154" fmla="*/ 1890712 h 1890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</a:cxnLst>
              <a:rect l="l" t="t" r="r" b="b"/>
              <a:pathLst>
                <a:path w="2543175" h="1890712">
                  <a:moveTo>
                    <a:pt x="0" y="0"/>
                  </a:moveTo>
                  <a:cubicBezTo>
                    <a:pt x="3969" y="3969"/>
                    <a:pt x="7477" y="8460"/>
                    <a:pt x="11907" y="11906"/>
                  </a:cubicBezTo>
                  <a:cubicBezTo>
                    <a:pt x="14709" y="14085"/>
                    <a:pt x="18922" y="14159"/>
                    <a:pt x="21432" y="16669"/>
                  </a:cubicBezTo>
                  <a:cubicBezTo>
                    <a:pt x="23207" y="18444"/>
                    <a:pt x="22354" y="21770"/>
                    <a:pt x="23813" y="23812"/>
                  </a:cubicBezTo>
                  <a:cubicBezTo>
                    <a:pt x="26423" y="27466"/>
                    <a:pt x="30381" y="29958"/>
                    <a:pt x="33338" y="33337"/>
                  </a:cubicBezTo>
                  <a:cubicBezTo>
                    <a:pt x="35951" y="36324"/>
                    <a:pt x="37676" y="40056"/>
                    <a:pt x="40482" y="42862"/>
                  </a:cubicBezTo>
                  <a:cubicBezTo>
                    <a:pt x="42506" y="44886"/>
                    <a:pt x="45296" y="45961"/>
                    <a:pt x="47625" y="47625"/>
                  </a:cubicBezTo>
                  <a:cubicBezTo>
                    <a:pt x="50854" y="49932"/>
                    <a:pt x="53920" y="52462"/>
                    <a:pt x="57150" y="54769"/>
                  </a:cubicBezTo>
                  <a:cubicBezTo>
                    <a:pt x="59479" y="56432"/>
                    <a:pt x="62004" y="57814"/>
                    <a:pt x="64294" y="59531"/>
                  </a:cubicBezTo>
                  <a:cubicBezTo>
                    <a:pt x="70526" y="64205"/>
                    <a:pt x="76425" y="69975"/>
                    <a:pt x="83344" y="73819"/>
                  </a:cubicBezTo>
                  <a:cubicBezTo>
                    <a:pt x="87999" y="76405"/>
                    <a:pt x="92977" y="78376"/>
                    <a:pt x="97632" y="80962"/>
                  </a:cubicBezTo>
                  <a:cubicBezTo>
                    <a:pt x="100134" y="82352"/>
                    <a:pt x="102602" y="83862"/>
                    <a:pt x="104775" y="85725"/>
                  </a:cubicBezTo>
                  <a:cubicBezTo>
                    <a:pt x="108184" y="88647"/>
                    <a:pt x="110492" y="92870"/>
                    <a:pt x="114300" y="95250"/>
                  </a:cubicBezTo>
                  <a:cubicBezTo>
                    <a:pt x="117075" y="96984"/>
                    <a:pt x="120650" y="96837"/>
                    <a:pt x="123825" y="97631"/>
                  </a:cubicBezTo>
                  <a:cubicBezTo>
                    <a:pt x="126206" y="100012"/>
                    <a:pt x="128412" y="102583"/>
                    <a:pt x="130969" y="104775"/>
                  </a:cubicBezTo>
                  <a:cubicBezTo>
                    <a:pt x="133982" y="107358"/>
                    <a:pt x="137264" y="109612"/>
                    <a:pt x="140494" y="111919"/>
                  </a:cubicBezTo>
                  <a:cubicBezTo>
                    <a:pt x="142823" y="113582"/>
                    <a:pt x="145439" y="114849"/>
                    <a:pt x="147638" y="116681"/>
                  </a:cubicBezTo>
                  <a:cubicBezTo>
                    <a:pt x="162120" y="128749"/>
                    <a:pt x="146681" y="119775"/>
                    <a:pt x="164307" y="128587"/>
                  </a:cubicBezTo>
                  <a:cubicBezTo>
                    <a:pt x="175940" y="140221"/>
                    <a:pt x="166351" y="132138"/>
                    <a:pt x="180975" y="140494"/>
                  </a:cubicBezTo>
                  <a:cubicBezTo>
                    <a:pt x="186596" y="143706"/>
                    <a:pt x="192522" y="148741"/>
                    <a:pt x="197644" y="152400"/>
                  </a:cubicBezTo>
                  <a:cubicBezTo>
                    <a:pt x="199973" y="154063"/>
                    <a:pt x="202459" y="155499"/>
                    <a:pt x="204788" y="157162"/>
                  </a:cubicBezTo>
                  <a:cubicBezTo>
                    <a:pt x="208018" y="159469"/>
                    <a:pt x="211507" y="161500"/>
                    <a:pt x="214313" y="164306"/>
                  </a:cubicBezTo>
                  <a:cubicBezTo>
                    <a:pt x="225954" y="175947"/>
                    <a:pt x="216166" y="172508"/>
                    <a:pt x="230982" y="180975"/>
                  </a:cubicBezTo>
                  <a:cubicBezTo>
                    <a:pt x="233514" y="182422"/>
                    <a:pt x="236141" y="179387"/>
                    <a:pt x="247650" y="185737"/>
                  </a:cubicBezTo>
                  <a:cubicBezTo>
                    <a:pt x="259159" y="192087"/>
                    <a:pt x="284163" y="207566"/>
                    <a:pt x="300038" y="219075"/>
                  </a:cubicBezTo>
                  <a:cubicBezTo>
                    <a:pt x="315913" y="230584"/>
                    <a:pt x="331788" y="247253"/>
                    <a:pt x="342900" y="254794"/>
                  </a:cubicBezTo>
                  <a:cubicBezTo>
                    <a:pt x="351711" y="272418"/>
                    <a:pt x="361951" y="261541"/>
                    <a:pt x="366713" y="264319"/>
                  </a:cubicBezTo>
                  <a:cubicBezTo>
                    <a:pt x="371475" y="267097"/>
                    <a:pt x="368300" y="268287"/>
                    <a:pt x="371475" y="271462"/>
                  </a:cubicBezTo>
                  <a:cubicBezTo>
                    <a:pt x="374650" y="274637"/>
                    <a:pt x="380207" y="279400"/>
                    <a:pt x="385763" y="283369"/>
                  </a:cubicBezTo>
                  <a:cubicBezTo>
                    <a:pt x="391319" y="287338"/>
                    <a:pt x="400447" y="292894"/>
                    <a:pt x="404813" y="295275"/>
                  </a:cubicBezTo>
                  <a:cubicBezTo>
                    <a:pt x="409179" y="297656"/>
                    <a:pt x="401638" y="292100"/>
                    <a:pt x="411957" y="297656"/>
                  </a:cubicBezTo>
                  <a:cubicBezTo>
                    <a:pt x="422276" y="303212"/>
                    <a:pt x="456010" y="322262"/>
                    <a:pt x="466725" y="328612"/>
                  </a:cubicBezTo>
                  <a:cubicBezTo>
                    <a:pt x="477440" y="334962"/>
                    <a:pt x="473444" y="332950"/>
                    <a:pt x="476250" y="335756"/>
                  </a:cubicBezTo>
                  <a:cubicBezTo>
                    <a:pt x="478274" y="337780"/>
                    <a:pt x="479150" y="340727"/>
                    <a:pt x="481013" y="342900"/>
                  </a:cubicBezTo>
                  <a:cubicBezTo>
                    <a:pt x="483935" y="346309"/>
                    <a:pt x="487616" y="349016"/>
                    <a:pt x="490538" y="352425"/>
                  </a:cubicBezTo>
                  <a:cubicBezTo>
                    <a:pt x="492400" y="354598"/>
                    <a:pt x="493637" y="357240"/>
                    <a:pt x="495300" y="359569"/>
                  </a:cubicBezTo>
                  <a:cubicBezTo>
                    <a:pt x="513137" y="384542"/>
                    <a:pt x="492279" y="355466"/>
                    <a:pt x="509588" y="376237"/>
                  </a:cubicBezTo>
                  <a:cubicBezTo>
                    <a:pt x="511420" y="378436"/>
                    <a:pt x="512518" y="381182"/>
                    <a:pt x="514350" y="383381"/>
                  </a:cubicBezTo>
                  <a:cubicBezTo>
                    <a:pt x="527305" y="398928"/>
                    <a:pt x="515259" y="381909"/>
                    <a:pt x="531019" y="397669"/>
                  </a:cubicBezTo>
                  <a:cubicBezTo>
                    <a:pt x="533825" y="400475"/>
                    <a:pt x="535550" y="404207"/>
                    <a:pt x="538163" y="407194"/>
                  </a:cubicBezTo>
                  <a:cubicBezTo>
                    <a:pt x="555321" y="426803"/>
                    <a:pt x="540377" y="409091"/>
                    <a:pt x="554832" y="421481"/>
                  </a:cubicBezTo>
                  <a:cubicBezTo>
                    <a:pt x="558241" y="424403"/>
                    <a:pt x="560978" y="428049"/>
                    <a:pt x="564357" y="431006"/>
                  </a:cubicBezTo>
                  <a:cubicBezTo>
                    <a:pt x="567344" y="433619"/>
                    <a:pt x="570783" y="435671"/>
                    <a:pt x="573882" y="438150"/>
                  </a:cubicBezTo>
                  <a:cubicBezTo>
                    <a:pt x="577392" y="440958"/>
                    <a:pt x="589001" y="451663"/>
                    <a:pt x="595313" y="454819"/>
                  </a:cubicBezTo>
                  <a:cubicBezTo>
                    <a:pt x="597558" y="455942"/>
                    <a:pt x="600212" y="456077"/>
                    <a:pt x="602457" y="457200"/>
                  </a:cubicBezTo>
                  <a:cubicBezTo>
                    <a:pt x="627542" y="469743"/>
                    <a:pt x="610065" y="464460"/>
                    <a:pt x="628650" y="469106"/>
                  </a:cubicBezTo>
                  <a:cubicBezTo>
                    <a:pt x="634206" y="473869"/>
                    <a:pt x="639401" y="479090"/>
                    <a:pt x="645319" y="483394"/>
                  </a:cubicBezTo>
                  <a:cubicBezTo>
                    <a:pt x="648190" y="485482"/>
                    <a:pt x="652149" y="485846"/>
                    <a:pt x="654844" y="488156"/>
                  </a:cubicBezTo>
                  <a:cubicBezTo>
                    <a:pt x="657857" y="490739"/>
                    <a:pt x="659062" y="494999"/>
                    <a:pt x="661988" y="497681"/>
                  </a:cubicBezTo>
                  <a:cubicBezTo>
                    <a:pt x="668659" y="503796"/>
                    <a:pt x="675889" y="509330"/>
                    <a:pt x="683419" y="514350"/>
                  </a:cubicBezTo>
                  <a:cubicBezTo>
                    <a:pt x="688757" y="517908"/>
                    <a:pt x="695358" y="522117"/>
                    <a:pt x="700088" y="526256"/>
                  </a:cubicBezTo>
                  <a:cubicBezTo>
                    <a:pt x="703467" y="529213"/>
                    <a:pt x="706234" y="532824"/>
                    <a:pt x="709613" y="535781"/>
                  </a:cubicBezTo>
                  <a:cubicBezTo>
                    <a:pt x="712600" y="538394"/>
                    <a:pt x="716188" y="540270"/>
                    <a:pt x="719138" y="542925"/>
                  </a:cubicBezTo>
                  <a:cubicBezTo>
                    <a:pt x="724144" y="547430"/>
                    <a:pt x="727401" y="554200"/>
                    <a:pt x="733425" y="557212"/>
                  </a:cubicBezTo>
                  <a:cubicBezTo>
                    <a:pt x="758177" y="569589"/>
                    <a:pt x="728852" y="553670"/>
                    <a:pt x="750094" y="569119"/>
                  </a:cubicBezTo>
                  <a:cubicBezTo>
                    <a:pt x="756150" y="573523"/>
                    <a:pt x="762723" y="577172"/>
                    <a:pt x="769144" y="581025"/>
                  </a:cubicBezTo>
                  <a:cubicBezTo>
                    <a:pt x="774632" y="584317"/>
                    <a:pt x="785813" y="590550"/>
                    <a:pt x="785813" y="590550"/>
                  </a:cubicBezTo>
                  <a:cubicBezTo>
                    <a:pt x="788194" y="593725"/>
                    <a:pt x="790151" y="597269"/>
                    <a:pt x="792957" y="600075"/>
                  </a:cubicBezTo>
                  <a:cubicBezTo>
                    <a:pt x="801539" y="608657"/>
                    <a:pt x="801510" y="605219"/>
                    <a:pt x="809625" y="611981"/>
                  </a:cubicBezTo>
                  <a:cubicBezTo>
                    <a:pt x="812212" y="614137"/>
                    <a:pt x="814212" y="616933"/>
                    <a:pt x="816769" y="619125"/>
                  </a:cubicBezTo>
                  <a:cubicBezTo>
                    <a:pt x="819782" y="621708"/>
                    <a:pt x="823195" y="623790"/>
                    <a:pt x="826294" y="626269"/>
                  </a:cubicBezTo>
                  <a:cubicBezTo>
                    <a:pt x="831135" y="630142"/>
                    <a:pt x="835948" y="634056"/>
                    <a:pt x="840582" y="638175"/>
                  </a:cubicBezTo>
                  <a:cubicBezTo>
                    <a:pt x="843099" y="640412"/>
                    <a:pt x="845168" y="643127"/>
                    <a:pt x="847725" y="645319"/>
                  </a:cubicBezTo>
                  <a:cubicBezTo>
                    <a:pt x="850738" y="647902"/>
                    <a:pt x="850503" y="647303"/>
                    <a:pt x="857250" y="652462"/>
                  </a:cubicBezTo>
                  <a:cubicBezTo>
                    <a:pt x="863997" y="657621"/>
                    <a:pt x="879873" y="671116"/>
                    <a:pt x="888207" y="676275"/>
                  </a:cubicBezTo>
                  <a:cubicBezTo>
                    <a:pt x="896541" y="681434"/>
                    <a:pt x="900510" y="680244"/>
                    <a:pt x="907257" y="683419"/>
                  </a:cubicBezTo>
                  <a:cubicBezTo>
                    <a:pt x="913293" y="687040"/>
                    <a:pt x="921861" y="692594"/>
                    <a:pt x="928688" y="695325"/>
                  </a:cubicBezTo>
                  <a:cubicBezTo>
                    <a:pt x="933349" y="697189"/>
                    <a:pt x="938213" y="698500"/>
                    <a:pt x="942975" y="700087"/>
                  </a:cubicBezTo>
                  <a:cubicBezTo>
                    <a:pt x="950119" y="705643"/>
                    <a:pt x="958008" y="710356"/>
                    <a:pt x="964407" y="716756"/>
                  </a:cubicBezTo>
                  <a:cubicBezTo>
                    <a:pt x="966788" y="719137"/>
                    <a:pt x="969016" y="721682"/>
                    <a:pt x="971550" y="723900"/>
                  </a:cubicBezTo>
                  <a:cubicBezTo>
                    <a:pt x="975375" y="727247"/>
                    <a:pt x="979391" y="730375"/>
                    <a:pt x="983457" y="733425"/>
                  </a:cubicBezTo>
                  <a:cubicBezTo>
                    <a:pt x="985746" y="735142"/>
                    <a:pt x="988402" y="736355"/>
                    <a:pt x="990600" y="738187"/>
                  </a:cubicBezTo>
                  <a:cubicBezTo>
                    <a:pt x="1003421" y="748872"/>
                    <a:pt x="991667" y="742445"/>
                    <a:pt x="1007269" y="752475"/>
                  </a:cubicBezTo>
                  <a:cubicBezTo>
                    <a:pt x="1015056" y="757481"/>
                    <a:pt x="1023144" y="762000"/>
                    <a:pt x="1031082" y="766762"/>
                  </a:cubicBezTo>
                  <a:cubicBezTo>
                    <a:pt x="1035051" y="769143"/>
                    <a:pt x="1038597" y="772442"/>
                    <a:pt x="1042988" y="773906"/>
                  </a:cubicBezTo>
                  <a:cubicBezTo>
                    <a:pt x="1062326" y="780353"/>
                    <a:pt x="1052785" y="776424"/>
                    <a:pt x="1071563" y="785812"/>
                  </a:cubicBezTo>
                  <a:cubicBezTo>
                    <a:pt x="1104554" y="818805"/>
                    <a:pt x="1069470" y="786029"/>
                    <a:pt x="1097757" y="807244"/>
                  </a:cubicBezTo>
                  <a:cubicBezTo>
                    <a:pt x="1100451" y="809264"/>
                    <a:pt x="1102343" y="812196"/>
                    <a:pt x="1104900" y="814387"/>
                  </a:cubicBezTo>
                  <a:cubicBezTo>
                    <a:pt x="1114075" y="822251"/>
                    <a:pt x="1112151" y="820773"/>
                    <a:pt x="1121569" y="823912"/>
                  </a:cubicBezTo>
                  <a:cubicBezTo>
                    <a:pt x="1135186" y="837529"/>
                    <a:pt x="1121524" y="825373"/>
                    <a:pt x="1138238" y="835819"/>
                  </a:cubicBezTo>
                  <a:cubicBezTo>
                    <a:pt x="1141603" y="837922"/>
                    <a:pt x="1144398" y="840859"/>
                    <a:pt x="1147763" y="842962"/>
                  </a:cubicBezTo>
                  <a:cubicBezTo>
                    <a:pt x="1150773" y="844843"/>
                    <a:pt x="1154334" y="845756"/>
                    <a:pt x="1157288" y="847725"/>
                  </a:cubicBezTo>
                  <a:cubicBezTo>
                    <a:pt x="1176376" y="860451"/>
                    <a:pt x="1161284" y="855273"/>
                    <a:pt x="1178719" y="859631"/>
                  </a:cubicBezTo>
                  <a:cubicBezTo>
                    <a:pt x="1181894" y="862012"/>
                    <a:pt x="1185014" y="864468"/>
                    <a:pt x="1188244" y="866775"/>
                  </a:cubicBezTo>
                  <a:cubicBezTo>
                    <a:pt x="1190573" y="868438"/>
                    <a:pt x="1193364" y="869513"/>
                    <a:pt x="1195388" y="871537"/>
                  </a:cubicBezTo>
                  <a:cubicBezTo>
                    <a:pt x="1208545" y="884693"/>
                    <a:pt x="1195343" y="879264"/>
                    <a:pt x="1212057" y="883444"/>
                  </a:cubicBezTo>
                  <a:cubicBezTo>
                    <a:pt x="1227843" y="893968"/>
                    <a:pt x="1210302" y="881600"/>
                    <a:pt x="1226344" y="895350"/>
                  </a:cubicBezTo>
                  <a:cubicBezTo>
                    <a:pt x="1240876" y="907806"/>
                    <a:pt x="1230381" y="897873"/>
                    <a:pt x="1245394" y="907256"/>
                  </a:cubicBezTo>
                  <a:cubicBezTo>
                    <a:pt x="1248760" y="909359"/>
                    <a:pt x="1251516" y="912358"/>
                    <a:pt x="1254919" y="914400"/>
                  </a:cubicBezTo>
                  <a:cubicBezTo>
                    <a:pt x="1259485" y="917140"/>
                    <a:pt x="1264532" y="918994"/>
                    <a:pt x="1269207" y="921544"/>
                  </a:cubicBezTo>
                  <a:cubicBezTo>
                    <a:pt x="1275474" y="924962"/>
                    <a:pt x="1285165" y="930855"/>
                    <a:pt x="1290638" y="935831"/>
                  </a:cubicBezTo>
                  <a:cubicBezTo>
                    <a:pt x="1296452" y="941117"/>
                    <a:pt x="1300769" y="948141"/>
                    <a:pt x="1307307" y="952500"/>
                  </a:cubicBezTo>
                  <a:cubicBezTo>
                    <a:pt x="1319614" y="960705"/>
                    <a:pt x="1316156" y="958208"/>
                    <a:pt x="1333500" y="971550"/>
                  </a:cubicBezTo>
                  <a:cubicBezTo>
                    <a:pt x="1345211" y="980558"/>
                    <a:pt x="1350963" y="982266"/>
                    <a:pt x="1359694" y="990600"/>
                  </a:cubicBezTo>
                  <a:cubicBezTo>
                    <a:pt x="1368425" y="998934"/>
                    <a:pt x="1373188" y="1010841"/>
                    <a:pt x="1385888" y="1021557"/>
                  </a:cubicBezTo>
                  <a:cubicBezTo>
                    <a:pt x="1398588" y="1032273"/>
                    <a:pt x="1417241" y="1041004"/>
                    <a:pt x="1435894" y="1054894"/>
                  </a:cubicBezTo>
                  <a:cubicBezTo>
                    <a:pt x="1454547" y="1068784"/>
                    <a:pt x="1477169" y="1088231"/>
                    <a:pt x="1497806" y="1104900"/>
                  </a:cubicBezTo>
                  <a:lnTo>
                    <a:pt x="1559718" y="1154906"/>
                  </a:lnTo>
                  <a:cubicBezTo>
                    <a:pt x="1575990" y="1167606"/>
                    <a:pt x="1583929" y="1172369"/>
                    <a:pt x="1595438" y="1181100"/>
                  </a:cubicBezTo>
                  <a:cubicBezTo>
                    <a:pt x="1606947" y="1189831"/>
                    <a:pt x="1617663" y="1198960"/>
                    <a:pt x="1628775" y="1207294"/>
                  </a:cubicBezTo>
                  <a:cubicBezTo>
                    <a:pt x="1639887" y="1215628"/>
                    <a:pt x="1650207" y="1224360"/>
                    <a:pt x="1662113" y="1231107"/>
                  </a:cubicBezTo>
                  <a:cubicBezTo>
                    <a:pt x="1674019" y="1237854"/>
                    <a:pt x="1691879" y="1243013"/>
                    <a:pt x="1700213" y="1247775"/>
                  </a:cubicBezTo>
                  <a:cubicBezTo>
                    <a:pt x="1704182" y="1251744"/>
                    <a:pt x="1707306" y="1256793"/>
                    <a:pt x="1712119" y="1259681"/>
                  </a:cubicBezTo>
                  <a:cubicBezTo>
                    <a:pt x="1720417" y="1264660"/>
                    <a:pt x="1726335" y="1267656"/>
                    <a:pt x="1733550" y="1273969"/>
                  </a:cubicBezTo>
                  <a:cubicBezTo>
                    <a:pt x="1736929" y="1276926"/>
                    <a:pt x="1739531" y="1280737"/>
                    <a:pt x="1743075" y="1283494"/>
                  </a:cubicBezTo>
                  <a:cubicBezTo>
                    <a:pt x="1746729" y="1286335"/>
                    <a:pt x="1751190" y="1287983"/>
                    <a:pt x="1754982" y="1290637"/>
                  </a:cubicBezTo>
                  <a:cubicBezTo>
                    <a:pt x="1759146" y="1293551"/>
                    <a:pt x="1762659" y="1297343"/>
                    <a:pt x="1766888" y="1300162"/>
                  </a:cubicBezTo>
                  <a:cubicBezTo>
                    <a:pt x="1772775" y="1304087"/>
                    <a:pt x="1777205" y="1305189"/>
                    <a:pt x="1783557" y="1307306"/>
                  </a:cubicBezTo>
                  <a:cubicBezTo>
                    <a:pt x="1785938" y="1308894"/>
                    <a:pt x="1788371" y="1310406"/>
                    <a:pt x="1790700" y="1312069"/>
                  </a:cubicBezTo>
                  <a:cubicBezTo>
                    <a:pt x="1793929" y="1314376"/>
                    <a:pt x="1796779" y="1317243"/>
                    <a:pt x="1800225" y="1319212"/>
                  </a:cubicBezTo>
                  <a:cubicBezTo>
                    <a:pt x="1802404" y="1320457"/>
                    <a:pt x="1804988" y="1320800"/>
                    <a:pt x="1807369" y="1321594"/>
                  </a:cubicBezTo>
                  <a:cubicBezTo>
                    <a:pt x="1812925" y="1325563"/>
                    <a:pt x="1818878" y="1329028"/>
                    <a:pt x="1824038" y="1333500"/>
                  </a:cubicBezTo>
                  <a:cubicBezTo>
                    <a:pt x="1830824" y="1339381"/>
                    <a:pt x="1835904" y="1347162"/>
                    <a:pt x="1843088" y="1352550"/>
                  </a:cubicBezTo>
                  <a:cubicBezTo>
                    <a:pt x="1846263" y="1354931"/>
                    <a:pt x="1849600" y="1357111"/>
                    <a:pt x="1852613" y="1359694"/>
                  </a:cubicBezTo>
                  <a:cubicBezTo>
                    <a:pt x="1855170" y="1361885"/>
                    <a:pt x="1857017" y="1364880"/>
                    <a:pt x="1859757" y="1366837"/>
                  </a:cubicBezTo>
                  <a:cubicBezTo>
                    <a:pt x="1862646" y="1368900"/>
                    <a:pt x="1866107" y="1370012"/>
                    <a:pt x="1869282" y="1371600"/>
                  </a:cubicBezTo>
                  <a:cubicBezTo>
                    <a:pt x="1874928" y="1379129"/>
                    <a:pt x="1876604" y="1382299"/>
                    <a:pt x="1883569" y="1388269"/>
                  </a:cubicBezTo>
                  <a:cubicBezTo>
                    <a:pt x="1886582" y="1390852"/>
                    <a:pt x="1890107" y="1392799"/>
                    <a:pt x="1893094" y="1395412"/>
                  </a:cubicBezTo>
                  <a:cubicBezTo>
                    <a:pt x="1896473" y="1398369"/>
                    <a:pt x="1899027" y="1402243"/>
                    <a:pt x="1902619" y="1404937"/>
                  </a:cubicBezTo>
                  <a:cubicBezTo>
                    <a:pt x="1905459" y="1407067"/>
                    <a:pt x="1909078" y="1407911"/>
                    <a:pt x="1912144" y="1409700"/>
                  </a:cubicBezTo>
                  <a:cubicBezTo>
                    <a:pt x="1918612" y="1413473"/>
                    <a:pt x="1931194" y="1421606"/>
                    <a:pt x="1931194" y="1421606"/>
                  </a:cubicBezTo>
                  <a:cubicBezTo>
                    <a:pt x="1932782" y="1423987"/>
                    <a:pt x="1933933" y="1426726"/>
                    <a:pt x="1935957" y="1428750"/>
                  </a:cubicBezTo>
                  <a:cubicBezTo>
                    <a:pt x="1939923" y="1432716"/>
                    <a:pt x="1948145" y="1435662"/>
                    <a:pt x="1952625" y="1438275"/>
                  </a:cubicBezTo>
                  <a:cubicBezTo>
                    <a:pt x="1959093" y="1442048"/>
                    <a:pt x="1964978" y="1446832"/>
                    <a:pt x="1971675" y="1450181"/>
                  </a:cubicBezTo>
                  <a:cubicBezTo>
                    <a:pt x="1974850" y="1451769"/>
                    <a:pt x="1978453" y="1452696"/>
                    <a:pt x="1981200" y="1454944"/>
                  </a:cubicBezTo>
                  <a:cubicBezTo>
                    <a:pt x="1987282" y="1459920"/>
                    <a:pt x="1991583" y="1466897"/>
                    <a:pt x="1997869" y="1471612"/>
                  </a:cubicBezTo>
                  <a:cubicBezTo>
                    <a:pt x="2001044" y="1473993"/>
                    <a:pt x="2004029" y="1476652"/>
                    <a:pt x="2007394" y="1478756"/>
                  </a:cubicBezTo>
                  <a:cubicBezTo>
                    <a:pt x="2010404" y="1480637"/>
                    <a:pt x="2014030" y="1481456"/>
                    <a:pt x="2016919" y="1483519"/>
                  </a:cubicBezTo>
                  <a:cubicBezTo>
                    <a:pt x="2019659" y="1485476"/>
                    <a:pt x="2021323" y="1488705"/>
                    <a:pt x="2024063" y="1490662"/>
                  </a:cubicBezTo>
                  <a:cubicBezTo>
                    <a:pt x="2026952" y="1492725"/>
                    <a:pt x="2030699" y="1493362"/>
                    <a:pt x="2033588" y="1495425"/>
                  </a:cubicBezTo>
                  <a:cubicBezTo>
                    <a:pt x="2036328" y="1497383"/>
                    <a:pt x="2038145" y="1500413"/>
                    <a:pt x="2040732" y="1502569"/>
                  </a:cubicBezTo>
                  <a:cubicBezTo>
                    <a:pt x="2042930" y="1504401"/>
                    <a:pt x="2045546" y="1505668"/>
                    <a:pt x="2047875" y="1507331"/>
                  </a:cubicBezTo>
                  <a:cubicBezTo>
                    <a:pt x="2051105" y="1509638"/>
                    <a:pt x="2054170" y="1512168"/>
                    <a:pt x="2057400" y="1514475"/>
                  </a:cubicBezTo>
                  <a:cubicBezTo>
                    <a:pt x="2059729" y="1516138"/>
                    <a:pt x="2062345" y="1517405"/>
                    <a:pt x="2064544" y="1519237"/>
                  </a:cubicBezTo>
                  <a:cubicBezTo>
                    <a:pt x="2067131" y="1521393"/>
                    <a:pt x="2068948" y="1524423"/>
                    <a:pt x="2071688" y="1526381"/>
                  </a:cubicBezTo>
                  <a:cubicBezTo>
                    <a:pt x="2074577" y="1528444"/>
                    <a:pt x="2078203" y="1529263"/>
                    <a:pt x="2081213" y="1531144"/>
                  </a:cubicBezTo>
                  <a:cubicBezTo>
                    <a:pt x="2084578" y="1533247"/>
                    <a:pt x="2087310" y="1536287"/>
                    <a:pt x="2090738" y="1538287"/>
                  </a:cubicBezTo>
                  <a:cubicBezTo>
                    <a:pt x="2096870" y="1541864"/>
                    <a:pt x="2103537" y="1544446"/>
                    <a:pt x="2109788" y="1547812"/>
                  </a:cubicBezTo>
                  <a:cubicBezTo>
                    <a:pt x="2136499" y="1562195"/>
                    <a:pt x="2108214" y="1547722"/>
                    <a:pt x="2131219" y="1562100"/>
                  </a:cubicBezTo>
                  <a:cubicBezTo>
                    <a:pt x="2134229" y="1563981"/>
                    <a:pt x="2137790" y="1564893"/>
                    <a:pt x="2140744" y="1566862"/>
                  </a:cubicBezTo>
                  <a:cubicBezTo>
                    <a:pt x="2144973" y="1569681"/>
                    <a:pt x="2148188" y="1573953"/>
                    <a:pt x="2152650" y="1576387"/>
                  </a:cubicBezTo>
                  <a:cubicBezTo>
                    <a:pt x="2180316" y="1591478"/>
                    <a:pt x="2153699" y="1568654"/>
                    <a:pt x="2181225" y="1590675"/>
                  </a:cubicBezTo>
                  <a:cubicBezTo>
                    <a:pt x="2216124" y="1618594"/>
                    <a:pt x="2167211" y="1583728"/>
                    <a:pt x="2200275" y="1607344"/>
                  </a:cubicBezTo>
                  <a:cubicBezTo>
                    <a:pt x="2202604" y="1609007"/>
                    <a:pt x="2205090" y="1610443"/>
                    <a:pt x="2207419" y="1612106"/>
                  </a:cubicBezTo>
                  <a:cubicBezTo>
                    <a:pt x="2210649" y="1614413"/>
                    <a:pt x="2210197" y="1614091"/>
                    <a:pt x="2216944" y="1619250"/>
                  </a:cubicBezTo>
                  <a:cubicBezTo>
                    <a:pt x="2223691" y="1624409"/>
                    <a:pt x="2241550" y="1637903"/>
                    <a:pt x="2247900" y="1643062"/>
                  </a:cubicBezTo>
                  <a:cubicBezTo>
                    <a:pt x="2258616" y="1650603"/>
                    <a:pt x="2270522" y="1664097"/>
                    <a:pt x="2281238" y="1674019"/>
                  </a:cubicBezTo>
                  <a:cubicBezTo>
                    <a:pt x="2291954" y="1683941"/>
                    <a:pt x="2297510" y="1688703"/>
                    <a:pt x="2312194" y="1702594"/>
                  </a:cubicBezTo>
                  <a:cubicBezTo>
                    <a:pt x="2326878" y="1716485"/>
                    <a:pt x="2349897" y="1743472"/>
                    <a:pt x="2369344" y="1757363"/>
                  </a:cubicBezTo>
                  <a:cubicBezTo>
                    <a:pt x="2388791" y="1771254"/>
                    <a:pt x="2412207" y="1776016"/>
                    <a:pt x="2428876" y="1785938"/>
                  </a:cubicBezTo>
                  <a:cubicBezTo>
                    <a:pt x="2445545" y="1795860"/>
                    <a:pt x="2459831" y="1814116"/>
                    <a:pt x="2469356" y="1816894"/>
                  </a:cubicBezTo>
                  <a:cubicBezTo>
                    <a:pt x="2484437" y="1828006"/>
                    <a:pt x="2506266" y="1843484"/>
                    <a:pt x="2514600" y="1850231"/>
                  </a:cubicBezTo>
                  <a:cubicBezTo>
                    <a:pt x="2522934" y="1856978"/>
                    <a:pt x="2517478" y="1855221"/>
                    <a:pt x="2519363" y="1857375"/>
                  </a:cubicBezTo>
                  <a:cubicBezTo>
                    <a:pt x="2526535" y="1865571"/>
                    <a:pt x="2537112" y="1872522"/>
                    <a:pt x="2540794" y="1883569"/>
                  </a:cubicBezTo>
                  <a:lnTo>
                    <a:pt x="2543175" y="1890712"/>
                  </a:lnTo>
                </a:path>
              </a:pathLst>
            </a:custGeom>
            <a:noFill/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57"/>
            </a:p>
          </p:txBody>
        </p:sp>
        <p:sp>
          <p:nvSpPr>
            <p:cNvPr id="633" name="Freeform: Shape 632">
              <a:extLst>
                <a:ext uri="{FF2B5EF4-FFF2-40B4-BE49-F238E27FC236}">
                  <a16:creationId xmlns:a16="http://schemas.microsoft.com/office/drawing/2014/main" id="{427ABAA9-855B-EBE2-66FA-3BDA3C8D2A59}"/>
                </a:ext>
              </a:extLst>
            </p:cNvPr>
            <p:cNvSpPr/>
            <p:nvPr/>
          </p:nvSpPr>
          <p:spPr>
            <a:xfrm rot="267086" flipH="1">
              <a:off x="16158179" y="5834579"/>
              <a:ext cx="2946836" cy="1990088"/>
            </a:xfrm>
            <a:custGeom>
              <a:avLst/>
              <a:gdLst>
                <a:gd name="connsiteX0" fmla="*/ 0 w 2543175"/>
                <a:gd name="connsiteY0" fmla="*/ 0 h 1890712"/>
                <a:gd name="connsiteX1" fmla="*/ 11907 w 2543175"/>
                <a:gd name="connsiteY1" fmla="*/ 11906 h 1890712"/>
                <a:gd name="connsiteX2" fmla="*/ 21432 w 2543175"/>
                <a:gd name="connsiteY2" fmla="*/ 16669 h 1890712"/>
                <a:gd name="connsiteX3" fmla="*/ 23813 w 2543175"/>
                <a:gd name="connsiteY3" fmla="*/ 23812 h 1890712"/>
                <a:gd name="connsiteX4" fmla="*/ 33338 w 2543175"/>
                <a:gd name="connsiteY4" fmla="*/ 33337 h 1890712"/>
                <a:gd name="connsiteX5" fmla="*/ 40482 w 2543175"/>
                <a:gd name="connsiteY5" fmla="*/ 42862 h 1890712"/>
                <a:gd name="connsiteX6" fmla="*/ 47625 w 2543175"/>
                <a:gd name="connsiteY6" fmla="*/ 47625 h 1890712"/>
                <a:gd name="connsiteX7" fmla="*/ 57150 w 2543175"/>
                <a:gd name="connsiteY7" fmla="*/ 54769 h 1890712"/>
                <a:gd name="connsiteX8" fmla="*/ 64294 w 2543175"/>
                <a:gd name="connsiteY8" fmla="*/ 59531 h 1890712"/>
                <a:gd name="connsiteX9" fmla="*/ 83344 w 2543175"/>
                <a:gd name="connsiteY9" fmla="*/ 73819 h 1890712"/>
                <a:gd name="connsiteX10" fmla="*/ 97632 w 2543175"/>
                <a:gd name="connsiteY10" fmla="*/ 80962 h 1890712"/>
                <a:gd name="connsiteX11" fmla="*/ 104775 w 2543175"/>
                <a:gd name="connsiteY11" fmla="*/ 85725 h 1890712"/>
                <a:gd name="connsiteX12" fmla="*/ 114300 w 2543175"/>
                <a:gd name="connsiteY12" fmla="*/ 95250 h 1890712"/>
                <a:gd name="connsiteX13" fmla="*/ 123825 w 2543175"/>
                <a:gd name="connsiteY13" fmla="*/ 97631 h 1890712"/>
                <a:gd name="connsiteX14" fmla="*/ 130969 w 2543175"/>
                <a:gd name="connsiteY14" fmla="*/ 104775 h 1890712"/>
                <a:gd name="connsiteX15" fmla="*/ 140494 w 2543175"/>
                <a:gd name="connsiteY15" fmla="*/ 111919 h 1890712"/>
                <a:gd name="connsiteX16" fmla="*/ 147638 w 2543175"/>
                <a:gd name="connsiteY16" fmla="*/ 116681 h 1890712"/>
                <a:gd name="connsiteX17" fmla="*/ 164307 w 2543175"/>
                <a:gd name="connsiteY17" fmla="*/ 128587 h 1890712"/>
                <a:gd name="connsiteX18" fmla="*/ 180975 w 2543175"/>
                <a:gd name="connsiteY18" fmla="*/ 140494 h 1890712"/>
                <a:gd name="connsiteX19" fmla="*/ 197644 w 2543175"/>
                <a:gd name="connsiteY19" fmla="*/ 152400 h 1890712"/>
                <a:gd name="connsiteX20" fmla="*/ 204788 w 2543175"/>
                <a:gd name="connsiteY20" fmla="*/ 157162 h 1890712"/>
                <a:gd name="connsiteX21" fmla="*/ 214313 w 2543175"/>
                <a:gd name="connsiteY21" fmla="*/ 164306 h 1890712"/>
                <a:gd name="connsiteX22" fmla="*/ 230982 w 2543175"/>
                <a:gd name="connsiteY22" fmla="*/ 180975 h 1890712"/>
                <a:gd name="connsiteX23" fmla="*/ 247650 w 2543175"/>
                <a:gd name="connsiteY23" fmla="*/ 185737 h 1890712"/>
                <a:gd name="connsiteX24" fmla="*/ 259557 w 2543175"/>
                <a:gd name="connsiteY24" fmla="*/ 188119 h 1890712"/>
                <a:gd name="connsiteX25" fmla="*/ 266700 w 2543175"/>
                <a:gd name="connsiteY25" fmla="*/ 190500 h 1890712"/>
                <a:gd name="connsiteX26" fmla="*/ 283369 w 2543175"/>
                <a:gd name="connsiteY26" fmla="*/ 192881 h 1890712"/>
                <a:gd name="connsiteX27" fmla="*/ 302419 w 2543175"/>
                <a:gd name="connsiteY27" fmla="*/ 204787 h 1890712"/>
                <a:gd name="connsiteX28" fmla="*/ 309563 w 2543175"/>
                <a:gd name="connsiteY28" fmla="*/ 209550 h 1890712"/>
                <a:gd name="connsiteX29" fmla="*/ 319088 w 2543175"/>
                <a:gd name="connsiteY29" fmla="*/ 219075 h 1890712"/>
                <a:gd name="connsiteX30" fmla="*/ 333375 w 2543175"/>
                <a:gd name="connsiteY30" fmla="*/ 228600 h 1890712"/>
                <a:gd name="connsiteX31" fmla="*/ 340519 w 2543175"/>
                <a:gd name="connsiteY31" fmla="*/ 233362 h 1890712"/>
                <a:gd name="connsiteX32" fmla="*/ 354807 w 2543175"/>
                <a:gd name="connsiteY32" fmla="*/ 247650 h 1890712"/>
                <a:gd name="connsiteX33" fmla="*/ 366713 w 2543175"/>
                <a:gd name="connsiteY33" fmla="*/ 264319 h 1890712"/>
                <a:gd name="connsiteX34" fmla="*/ 371475 w 2543175"/>
                <a:gd name="connsiteY34" fmla="*/ 271462 h 1890712"/>
                <a:gd name="connsiteX35" fmla="*/ 378619 w 2543175"/>
                <a:gd name="connsiteY35" fmla="*/ 276225 h 1890712"/>
                <a:gd name="connsiteX36" fmla="*/ 385763 w 2543175"/>
                <a:gd name="connsiteY36" fmla="*/ 283369 h 1890712"/>
                <a:gd name="connsiteX37" fmla="*/ 395288 w 2543175"/>
                <a:gd name="connsiteY37" fmla="*/ 288131 h 1890712"/>
                <a:gd name="connsiteX38" fmla="*/ 404813 w 2543175"/>
                <a:gd name="connsiteY38" fmla="*/ 295275 h 1890712"/>
                <a:gd name="connsiteX39" fmla="*/ 411957 w 2543175"/>
                <a:gd name="connsiteY39" fmla="*/ 297656 h 1890712"/>
                <a:gd name="connsiteX40" fmla="*/ 421482 w 2543175"/>
                <a:gd name="connsiteY40" fmla="*/ 302419 h 1890712"/>
                <a:gd name="connsiteX41" fmla="*/ 447675 w 2543175"/>
                <a:gd name="connsiteY41" fmla="*/ 307181 h 1890712"/>
                <a:gd name="connsiteX42" fmla="*/ 461963 w 2543175"/>
                <a:gd name="connsiteY42" fmla="*/ 321469 h 1890712"/>
                <a:gd name="connsiteX43" fmla="*/ 466725 w 2543175"/>
                <a:gd name="connsiteY43" fmla="*/ 328612 h 1890712"/>
                <a:gd name="connsiteX44" fmla="*/ 476250 w 2543175"/>
                <a:gd name="connsiteY44" fmla="*/ 335756 h 1890712"/>
                <a:gd name="connsiteX45" fmla="*/ 481013 w 2543175"/>
                <a:gd name="connsiteY45" fmla="*/ 342900 h 1890712"/>
                <a:gd name="connsiteX46" fmla="*/ 490538 w 2543175"/>
                <a:gd name="connsiteY46" fmla="*/ 352425 h 1890712"/>
                <a:gd name="connsiteX47" fmla="*/ 495300 w 2543175"/>
                <a:gd name="connsiteY47" fmla="*/ 359569 h 1890712"/>
                <a:gd name="connsiteX48" fmla="*/ 509588 w 2543175"/>
                <a:gd name="connsiteY48" fmla="*/ 376237 h 1890712"/>
                <a:gd name="connsiteX49" fmla="*/ 514350 w 2543175"/>
                <a:gd name="connsiteY49" fmla="*/ 383381 h 1890712"/>
                <a:gd name="connsiteX50" fmla="*/ 531019 w 2543175"/>
                <a:gd name="connsiteY50" fmla="*/ 397669 h 1890712"/>
                <a:gd name="connsiteX51" fmla="*/ 538163 w 2543175"/>
                <a:gd name="connsiteY51" fmla="*/ 407194 h 1890712"/>
                <a:gd name="connsiteX52" fmla="*/ 554832 w 2543175"/>
                <a:gd name="connsiteY52" fmla="*/ 421481 h 1890712"/>
                <a:gd name="connsiteX53" fmla="*/ 564357 w 2543175"/>
                <a:gd name="connsiteY53" fmla="*/ 431006 h 1890712"/>
                <a:gd name="connsiteX54" fmla="*/ 573882 w 2543175"/>
                <a:gd name="connsiteY54" fmla="*/ 438150 h 1890712"/>
                <a:gd name="connsiteX55" fmla="*/ 595313 w 2543175"/>
                <a:gd name="connsiteY55" fmla="*/ 454819 h 1890712"/>
                <a:gd name="connsiteX56" fmla="*/ 602457 w 2543175"/>
                <a:gd name="connsiteY56" fmla="*/ 457200 h 1890712"/>
                <a:gd name="connsiteX57" fmla="*/ 628650 w 2543175"/>
                <a:gd name="connsiteY57" fmla="*/ 469106 h 1890712"/>
                <a:gd name="connsiteX58" fmla="*/ 645319 w 2543175"/>
                <a:gd name="connsiteY58" fmla="*/ 483394 h 1890712"/>
                <a:gd name="connsiteX59" fmla="*/ 654844 w 2543175"/>
                <a:gd name="connsiteY59" fmla="*/ 488156 h 1890712"/>
                <a:gd name="connsiteX60" fmla="*/ 661988 w 2543175"/>
                <a:gd name="connsiteY60" fmla="*/ 497681 h 1890712"/>
                <a:gd name="connsiteX61" fmla="*/ 683419 w 2543175"/>
                <a:gd name="connsiteY61" fmla="*/ 514350 h 1890712"/>
                <a:gd name="connsiteX62" fmla="*/ 700088 w 2543175"/>
                <a:gd name="connsiteY62" fmla="*/ 526256 h 1890712"/>
                <a:gd name="connsiteX63" fmla="*/ 709613 w 2543175"/>
                <a:gd name="connsiteY63" fmla="*/ 535781 h 1890712"/>
                <a:gd name="connsiteX64" fmla="*/ 719138 w 2543175"/>
                <a:gd name="connsiteY64" fmla="*/ 542925 h 1890712"/>
                <a:gd name="connsiteX65" fmla="*/ 733425 w 2543175"/>
                <a:gd name="connsiteY65" fmla="*/ 557212 h 1890712"/>
                <a:gd name="connsiteX66" fmla="*/ 750094 w 2543175"/>
                <a:gd name="connsiteY66" fmla="*/ 569119 h 1890712"/>
                <a:gd name="connsiteX67" fmla="*/ 769144 w 2543175"/>
                <a:gd name="connsiteY67" fmla="*/ 581025 h 1890712"/>
                <a:gd name="connsiteX68" fmla="*/ 785813 w 2543175"/>
                <a:gd name="connsiteY68" fmla="*/ 590550 h 1890712"/>
                <a:gd name="connsiteX69" fmla="*/ 792957 w 2543175"/>
                <a:gd name="connsiteY69" fmla="*/ 600075 h 1890712"/>
                <a:gd name="connsiteX70" fmla="*/ 809625 w 2543175"/>
                <a:gd name="connsiteY70" fmla="*/ 611981 h 1890712"/>
                <a:gd name="connsiteX71" fmla="*/ 816769 w 2543175"/>
                <a:gd name="connsiteY71" fmla="*/ 619125 h 1890712"/>
                <a:gd name="connsiteX72" fmla="*/ 826294 w 2543175"/>
                <a:gd name="connsiteY72" fmla="*/ 626269 h 1890712"/>
                <a:gd name="connsiteX73" fmla="*/ 840582 w 2543175"/>
                <a:gd name="connsiteY73" fmla="*/ 638175 h 1890712"/>
                <a:gd name="connsiteX74" fmla="*/ 847725 w 2543175"/>
                <a:gd name="connsiteY74" fmla="*/ 645319 h 1890712"/>
                <a:gd name="connsiteX75" fmla="*/ 857250 w 2543175"/>
                <a:gd name="connsiteY75" fmla="*/ 652462 h 1890712"/>
                <a:gd name="connsiteX76" fmla="*/ 864394 w 2543175"/>
                <a:gd name="connsiteY76" fmla="*/ 657225 h 1890712"/>
                <a:gd name="connsiteX77" fmla="*/ 888207 w 2543175"/>
                <a:gd name="connsiteY77" fmla="*/ 676275 h 1890712"/>
                <a:gd name="connsiteX78" fmla="*/ 895350 w 2543175"/>
                <a:gd name="connsiteY78" fmla="*/ 681037 h 1890712"/>
                <a:gd name="connsiteX79" fmla="*/ 907257 w 2543175"/>
                <a:gd name="connsiteY79" fmla="*/ 683419 h 1890712"/>
                <a:gd name="connsiteX80" fmla="*/ 928688 w 2543175"/>
                <a:gd name="connsiteY80" fmla="*/ 695325 h 1890712"/>
                <a:gd name="connsiteX81" fmla="*/ 942975 w 2543175"/>
                <a:gd name="connsiteY81" fmla="*/ 700087 h 1890712"/>
                <a:gd name="connsiteX82" fmla="*/ 964407 w 2543175"/>
                <a:gd name="connsiteY82" fmla="*/ 716756 h 1890712"/>
                <a:gd name="connsiteX83" fmla="*/ 971550 w 2543175"/>
                <a:gd name="connsiteY83" fmla="*/ 723900 h 1890712"/>
                <a:gd name="connsiteX84" fmla="*/ 983457 w 2543175"/>
                <a:gd name="connsiteY84" fmla="*/ 733425 h 1890712"/>
                <a:gd name="connsiteX85" fmla="*/ 990600 w 2543175"/>
                <a:gd name="connsiteY85" fmla="*/ 738187 h 1890712"/>
                <a:gd name="connsiteX86" fmla="*/ 1007269 w 2543175"/>
                <a:gd name="connsiteY86" fmla="*/ 752475 h 1890712"/>
                <a:gd name="connsiteX87" fmla="*/ 1031082 w 2543175"/>
                <a:gd name="connsiteY87" fmla="*/ 766762 h 1890712"/>
                <a:gd name="connsiteX88" fmla="*/ 1042988 w 2543175"/>
                <a:gd name="connsiteY88" fmla="*/ 773906 h 1890712"/>
                <a:gd name="connsiteX89" fmla="*/ 1071563 w 2543175"/>
                <a:gd name="connsiteY89" fmla="*/ 785812 h 1890712"/>
                <a:gd name="connsiteX90" fmla="*/ 1097757 w 2543175"/>
                <a:gd name="connsiteY90" fmla="*/ 807244 h 1890712"/>
                <a:gd name="connsiteX91" fmla="*/ 1104900 w 2543175"/>
                <a:gd name="connsiteY91" fmla="*/ 814387 h 1890712"/>
                <a:gd name="connsiteX92" fmla="*/ 1121569 w 2543175"/>
                <a:gd name="connsiteY92" fmla="*/ 823912 h 1890712"/>
                <a:gd name="connsiteX93" fmla="*/ 1138238 w 2543175"/>
                <a:gd name="connsiteY93" fmla="*/ 835819 h 1890712"/>
                <a:gd name="connsiteX94" fmla="*/ 1147763 w 2543175"/>
                <a:gd name="connsiteY94" fmla="*/ 842962 h 1890712"/>
                <a:gd name="connsiteX95" fmla="*/ 1157288 w 2543175"/>
                <a:gd name="connsiteY95" fmla="*/ 847725 h 1890712"/>
                <a:gd name="connsiteX96" fmla="*/ 1178719 w 2543175"/>
                <a:gd name="connsiteY96" fmla="*/ 859631 h 1890712"/>
                <a:gd name="connsiteX97" fmla="*/ 1188244 w 2543175"/>
                <a:gd name="connsiteY97" fmla="*/ 866775 h 1890712"/>
                <a:gd name="connsiteX98" fmla="*/ 1195388 w 2543175"/>
                <a:gd name="connsiteY98" fmla="*/ 871537 h 1890712"/>
                <a:gd name="connsiteX99" fmla="*/ 1212057 w 2543175"/>
                <a:gd name="connsiteY99" fmla="*/ 883444 h 1890712"/>
                <a:gd name="connsiteX100" fmla="*/ 1226344 w 2543175"/>
                <a:gd name="connsiteY100" fmla="*/ 895350 h 1890712"/>
                <a:gd name="connsiteX101" fmla="*/ 1245394 w 2543175"/>
                <a:gd name="connsiteY101" fmla="*/ 907256 h 1890712"/>
                <a:gd name="connsiteX102" fmla="*/ 1254919 w 2543175"/>
                <a:gd name="connsiteY102" fmla="*/ 914400 h 1890712"/>
                <a:gd name="connsiteX103" fmla="*/ 1269207 w 2543175"/>
                <a:gd name="connsiteY103" fmla="*/ 921544 h 1890712"/>
                <a:gd name="connsiteX104" fmla="*/ 1290638 w 2543175"/>
                <a:gd name="connsiteY104" fmla="*/ 935831 h 1890712"/>
                <a:gd name="connsiteX105" fmla="*/ 1307307 w 2543175"/>
                <a:gd name="connsiteY105" fmla="*/ 952500 h 1890712"/>
                <a:gd name="connsiteX106" fmla="*/ 1333500 w 2543175"/>
                <a:gd name="connsiteY106" fmla="*/ 971550 h 1890712"/>
                <a:gd name="connsiteX107" fmla="*/ 1359694 w 2543175"/>
                <a:gd name="connsiteY107" fmla="*/ 990600 h 1890712"/>
                <a:gd name="connsiteX108" fmla="*/ 1373982 w 2543175"/>
                <a:gd name="connsiteY108" fmla="*/ 997744 h 1890712"/>
                <a:gd name="connsiteX109" fmla="*/ 1388269 w 2543175"/>
                <a:gd name="connsiteY109" fmla="*/ 1007269 h 1890712"/>
                <a:gd name="connsiteX110" fmla="*/ 1414463 w 2543175"/>
                <a:gd name="connsiteY110" fmla="*/ 1019175 h 1890712"/>
                <a:gd name="connsiteX111" fmla="*/ 1428750 w 2543175"/>
                <a:gd name="connsiteY111" fmla="*/ 1026319 h 1890712"/>
                <a:gd name="connsiteX112" fmla="*/ 1473994 w 2543175"/>
                <a:gd name="connsiteY112" fmla="*/ 1047750 h 1890712"/>
                <a:gd name="connsiteX113" fmla="*/ 1502569 w 2543175"/>
                <a:gd name="connsiteY113" fmla="*/ 1066800 h 1890712"/>
                <a:gd name="connsiteX114" fmla="*/ 1526382 w 2543175"/>
                <a:gd name="connsiteY114" fmla="*/ 1085850 h 1890712"/>
                <a:gd name="connsiteX115" fmla="*/ 1531144 w 2543175"/>
                <a:gd name="connsiteY115" fmla="*/ 1095375 h 1890712"/>
                <a:gd name="connsiteX116" fmla="*/ 1559719 w 2543175"/>
                <a:gd name="connsiteY116" fmla="*/ 1121569 h 1890712"/>
                <a:gd name="connsiteX117" fmla="*/ 1569244 w 2543175"/>
                <a:gd name="connsiteY117" fmla="*/ 1131094 h 1890712"/>
                <a:gd name="connsiteX118" fmla="*/ 1597819 w 2543175"/>
                <a:gd name="connsiteY118" fmla="*/ 1154906 h 1890712"/>
                <a:gd name="connsiteX119" fmla="*/ 1604963 w 2543175"/>
                <a:gd name="connsiteY119" fmla="*/ 1162050 h 1890712"/>
                <a:gd name="connsiteX120" fmla="*/ 1612107 w 2543175"/>
                <a:gd name="connsiteY120" fmla="*/ 1166812 h 1890712"/>
                <a:gd name="connsiteX121" fmla="*/ 1628775 w 2543175"/>
                <a:gd name="connsiteY121" fmla="*/ 1183481 h 1890712"/>
                <a:gd name="connsiteX122" fmla="*/ 1662113 w 2543175"/>
                <a:gd name="connsiteY122" fmla="*/ 1209675 h 1890712"/>
                <a:gd name="connsiteX123" fmla="*/ 1678782 w 2543175"/>
                <a:gd name="connsiteY123" fmla="*/ 1226344 h 1890712"/>
                <a:gd name="connsiteX124" fmla="*/ 1700213 w 2543175"/>
                <a:gd name="connsiteY124" fmla="*/ 1247775 h 1890712"/>
                <a:gd name="connsiteX125" fmla="*/ 1712119 w 2543175"/>
                <a:gd name="connsiteY125" fmla="*/ 1259681 h 1890712"/>
                <a:gd name="connsiteX126" fmla="*/ 1733550 w 2543175"/>
                <a:gd name="connsiteY126" fmla="*/ 1273969 h 1890712"/>
                <a:gd name="connsiteX127" fmla="*/ 1743075 w 2543175"/>
                <a:gd name="connsiteY127" fmla="*/ 1283494 h 1890712"/>
                <a:gd name="connsiteX128" fmla="*/ 1754982 w 2543175"/>
                <a:gd name="connsiteY128" fmla="*/ 1290637 h 1890712"/>
                <a:gd name="connsiteX129" fmla="*/ 1766888 w 2543175"/>
                <a:gd name="connsiteY129" fmla="*/ 1300162 h 1890712"/>
                <a:gd name="connsiteX130" fmla="*/ 1783557 w 2543175"/>
                <a:gd name="connsiteY130" fmla="*/ 1307306 h 1890712"/>
                <a:gd name="connsiteX131" fmla="*/ 1790700 w 2543175"/>
                <a:gd name="connsiteY131" fmla="*/ 1312069 h 1890712"/>
                <a:gd name="connsiteX132" fmla="*/ 1800225 w 2543175"/>
                <a:gd name="connsiteY132" fmla="*/ 1319212 h 1890712"/>
                <a:gd name="connsiteX133" fmla="*/ 1807369 w 2543175"/>
                <a:gd name="connsiteY133" fmla="*/ 1321594 h 1890712"/>
                <a:gd name="connsiteX134" fmla="*/ 1824038 w 2543175"/>
                <a:gd name="connsiteY134" fmla="*/ 1333500 h 1890712"/>
                <a:gd name="connsiteX135" fmla="*/ 1843088 w 2543175"/>
                <a:gd name="connsiteY135" fmla="*/ 1352550 h 1890712"/>
                <a:gd name="connsiteX136" fmla="*/ 1852613 w 2543175"/>
                <a:gd name="connsiteY136" fmla="*/ 1359694 h 1890712"/>
                <a:gd name="connsiteX137" fmla="*/ 1859757 w 2543175"/>
                <a:gd name="connsiteY137" fmla="*/ 1366837 h 1890712"/>
                <a:gd name="connsiteX138" fmla="*/ 1869282 w 2543175"/>
                <a:gd name="connsiteY138" fmla="*/ 1371600 h 1890712"/>
                <a:gd name="connsiteX139" fmla="*/ 1883569 w 2543175"/>
                <a:gd name="connsiteY139" fmla="*/ 1388269 h 1890712"/>
                <a:gd name="connsiteX140" fmla="*/ 1893094 w 2543175"/>
                <a:gd name="connsiteY140" fmla="*/ 1395412 h 1890712"/>
                <a:gd name="connsiteX141" fmla="*/ 1902619 w 2543175"/>
                <a:gd name="connsiteY141" fmla="*/ 1404937 h 1890712"/>
                <a:gd name="connsiteX142" fmla="*/ 1912144 w 2543175"/>
                <a:gd name="connsiteY142" fmla="*/ 1409700 h 1890712"/>
                <a:gd name="connsiteX143" fmla="*/ 1931194 w 2543175"/>
                <a:gd name="connsiteY143" fmla="*/ 1421606 h 1890712"/>
                <a:gd name="connsiteX144" fmla="*/ 1935957 w 2543175"/>
                <a:gd name="connsiteY144" fmla="*/ 1428750 h 1890712"/>
                <a:gd name="connsiteX145" fmla="*/ 1952625 w 2543175"/>
                <a:gd name="connsiteY145" fmla="*/ 1438275 h 1890712"/>
                <a:gd name="connsiteX146" fmla="*/ 1971675 w 2543175"/>
                <a:gd name="connsiteY146" fmla="*/ 1450181 h 1890712"/>
                <a:gd name="connsiteX147" fmla="*/ 1981200 w 2543175"/>
                <a:gd name="connsiteY147" fmla="*/ 1454944 h 1890712"/>
                <a:gd name="connsiteX148" fmla="*/ 1997869 w 2543175"/>
                <a:gd name="connsiteY148" fmla="*/ 1471612 h 1890712"/>
                <a:gd name="connsiteX149" fmla="*/ 2007394 w 2543175"/>
                <a:gd name="connsiteY149" fmla="*/ 1478756 h 1890712"/>
                <a:gd name="connsiteX150" fmla="*/ 2016919 w 2543175"/>
                <a:gd name="connsiteY150" fmla="*/ 1483519 h 1890712"/>
                <a:gd name="connsiteX151" fmla="*/ 2024063 w 2543175"/>
                <a:gd name="connsiteY151" fmla="*/ 1490662 h 1890712"/>
                <a:gd name="connsiteX152" fmla="*/ 2033588 w 2543175"/>
                <a:gd name="connsiteY152" fmla="*/ 1495425 h 1890712"/>
                <a:gd name="connsiteX153" fmla="*/ 2040732 w 2543175"/>
                <a:gd name="connsiteY153" fmla="*/ 1502569 h 1890712"/>
                <a:gd name="connsiteX154" fmla="*/ 2047875 w 2543175"/>
                <a:gd name="connsiteY154" fmla="*/ 1507331 h 1890712"/>
                <a:gd name="connsiteX155" fmla="*/ 2057400 w 2543175"/>
                <a:gd name="connsiteY155" fmla="*/ 1514475 h 1890712"/>
                <a:gd name="connsiteX156" fmla="*/ 2064544 w 2543175"/>
                <a:gd name="connsiteY156" fmla="*/ 1519237 h 1890712"/>
                <a:gd name="connsiteX157" fmla="*/ 2071688 w 2543175"/>
                <a:gd name="connsiteY157" fmla="*/ 1526381 h 1890712"/>
                <a:gd name="connsiteX158" fmla="*/ 2081213 w 2543175"/>
                <a:gd name="connsiteY158" fmla="*/ 1531144 h 1890712"/>
                <a:gd name="connsiteX159" fmla="*/ 2090738 w 2543175"/>
                <a:gd name="connsiteY159" fmla="*/ 1538287 h 1890712"/>
                <a:gd name="connsiteX160" fmla="*/ 2109788 w 2543175"/>
                <a:gd name="connsiteY160" fmla="*/ 1547812 h 1890712"/>
                <a:gd name="connsiteX161" fmla="*/ 2131219 w 2543175"/>
                <a:gd name="connsiteY161" fmla="*/ 1562100 h 1890712"/>
                <a:gd name="connsiteX162" fmla="*/ 2140744 w 2543175"/>
                <a:gd name="connsiteY162" fmla="*/ 1566862 h 1890712"/>
                <a:gd name="connsiteX163" fmla="*/ 2152650 w 2543175"/>
                <a:gd name="connsiteY163" fmla="*/ 1576387 h 1890712"/>
                <a:gd name="connsiteX164" fmla="*/ 2181225 w 2543175"/>
                <a:gd name="connsiteY164" fmla="*/ 1590675 h 1890712"/>
                <a:gd name="connsiteX165" fmla="*/ 2200275 w 2543175"/>
                <a:gd name="connsiteY165" fmla="*/ 1607344 h 1890712"/>
                <a:gd name="connsiteX166" fmla="*/ 2207419 w 2543175"/>
                <a:gd name="connsiteY166" fmla="*/ 1612106 h 1890712"/>
                <a:gd name="connsiteX167" fmla="*/ 2216944 w 2543175"/>
                <a:gd name="connsiteY167" fmla="*/ 1619250 h 1890712"/>
                <a:gd name="connsiteX168" fmla="*/ 2224088 w 2543175"/>
                <a:gd name="connsiteY168" fmla="*/ 1624012 h 1890712"/>
                <a:gd name="connsiteX169" fmla="*/ 2247900 w 2543175"/>
                <a:gd name="connsiteY169" fmla="*/ 1643062 h 1890712"/>
                <a:gd name="connsiteX170" fmla="*/ 2255044 w 2543175"/>
                <a:gd name="connsiteY170" fmla="*/ 1650206 h 1890712"/>
                <a:gd name="connsiteX171" fmla="*/ 2281238 w 2543175"/>
                <a:gd name="connsiteY171" fmla="*/ 1664494 h 1890712"/>
                <a:gd name="connsiteX172" fmla="*/ 2297907 w 2543175"/>
                <a:gd name="connsiteY172" fmla="*/ 1674019 h 1890712"/>
                <a:gd name="connsiteX173" fmla="*/ 2305050 w 2543175"/>
                <a:gd name="connsiteY173" fmla="*/ 1678781 h 1890712"/>
                <a:gd name="connsiteX174" fmla="*/ 2312194 w 2543175"/>
                <a:gd name="connsiteY174" fmla="*/ 1685925 h 1890712"/>
                <a:gd name="connsiteX175" fmla="*/ 2321719 w 2543175"/>
                <a:gd name="connsiteY175" fmla="*/ 1690687 h 1890712"/>
                <a:gd name="connsiteX176" fmla="*/ 2328863 w 2543175"/>
                <a:gd name="connsiteY176" fmla="*/ 1697831 h 1890712"/>
                <a:gd name="connsiteX177" fmla="*/ 2350294 w 2543175"/>
                <a:gd name="connsiteY177" fmla="*/ 1712119 h 1890712"/>
                <a:gd name="connsiteX178" fmla="*/ 2359819 w 2543175"/>
                <a:gd name="connsiteY178" fmla="*/ 1719262 h 1890712"/>
                <a:gd name="connsiteX179" fmla="*/ 2369344 w 2543175"/>
                <a:gd name="connsiteY179" fmla="*/ 1724025 h 1890712"/>
                <a:gd name="connsiteX180" fmla="*/ 2376488 w 2543175"/>
                <a:gd name="connsiteY180" fmla="*/ 1731169 h 1890712"/>
                <a:gd name="connsiteX181" fmla="*/ 2402682 w 2543175"/>
                <a:gd name="connsiteY181" fmla="*/ 1747837 h 1890712"/>
                <a:gd name="connsiteX182" fmla="*/ 2450307 w 2543175"/>
                <a:gd name="connsiteY182" fmla="*/ 1769269 h 1890712"/>
                <a:gd name="connsiteX183" fmla="*/ 2466975 w 2543175"/>
                <a:gd name="connsiteY183" fmla="*/ 1783556 h 1890712"/>
                <a:gd name="connsiteX184" fmla="*/ 2481263 w 2543175"/>
                <a:gd name="connsiteY184" fmla="*/ 1795462 h 1890712"/>
                <a:gd name="connsiteX185" fmla="*/ 2486025 w 2543175"/>
                <a:gd name="connsiteY185" fmla="*/ 1802606 h 1890712"/>
                <a:gd name="connsiteX186" fmla="*/ 2493169 w 2543175"/>
                <a:gd name="connsiteY186" fmla="*/ 1807369 h 1890712"/>
                <a:gd name="connsiteX187" fmla="*/ 2495550 w 2543175"/>
                <a:gd name="connsiteY187" fmla="*/ 1816894 h 1890712"/>
                <a:gd name="connsiteX188" fmla="*/ 2497932 w 2543175"/>
                <a:gd name="connsiteY188" fmla="*/ 1824037 h 1890712"/>
                <a:gd name="connsiteX189" fmla="*/ 2514600 w 2543175"/>
                <a:gd name="connsiteY189" fmla="*/ 1850231 h 1890712"/>
                <a:gd name="connsiteX190" fmla="*/ 2519363 w 2543175"/>
                <a:gd name="connsiteY190" fmla="*/ 1857375 h 1890712"/>
                <a:gd name="connsiteX191" fmla="*/ 2540794 w 2543175"/>
                <a:gd name="connsiteY191" fmla="*/ 1883569 h 1890712"/>
                <a:gd name="connsiteX192" fmla="*/ 2543175 w 2543175"/>
                <a:gd name="connsiteY192" fmla="*/ 1890712 h 1890712"/>
                <a:gd name="connsiteX0" fmla="*/ 0 w 2543175"/>
                <a:gd name="connsiteY0" fmla="*/ 0 h 1890712"/>
                <a:gd name="connsiteX1" fmla="*/ 11907 w 2543175"/>
                <a:gd name="connsiteY1" fmla="*/ 11906 h 1890712"/>
                <a:gd name="connsiteX2" fmla="*/ 21432 w 2543175"/>
                <a:gd name="connsiteY2" fmla="*/ 16669 h 1890712"/>
                <a:gd name="connsiteX3" fmla="*/ 23813 w 2543175"/>
                <a:gd name="connsiteY3" fmla="*/ 23812 h 1890712"/>
                <a:gd name="connsiteX4" fmla="*/ 33338 w 2543175"/>
                <a:gd name="connsiteY4" fmla="*/ 33337 h 1890712"/>
                <a:gd name="connsiteX5" fmla="*/ 40482 w 2543175"/>
                <a:gd name="connsiteY5" fmla="*/ 42862 h 1890712"/>
                <a:gd name="connsiteX6" fmla="*/ 47625 w 2543175"/>
                <a:gd name="connsiteY6" fmla="*/ 47625 h 1890712"/>
                <a:gd name="connsiteX7" fmla="*/ 57150 w 2543175"/>
                <a:gd name="connsiteY7" fmla="*/ 54769 h 1890712"/>
                <a:gd name="connsiteX8" fmla="*/ 64294 w 2543175"/>
                <a:gd name="connsiteY8" fmla="*/ 59531 h 1890712"/>
                <a:gd name="connsiteX9" fmla="*/ 83344 w 2543175"/>
                <a:gd name="connsiteY9" fmla="*/ 73819 h 1890712"/>
                <a:gd name="connsiteX10" fmla="*/ 97632 w 2543175"/>
                <a:gd name="connsiteY10" fmla="*/ 80962 h 1890712"/>
                <a:gd name="connsiteX11" fmla="*/ 104775 w 2543175"/>
                <a:gd name="connsiteY11" fmla="*/ 85725 h 1890712"/>
                <a:gd name="connsiteX12" fmla="*/ 114300 w 2543175"/>
                <a:gd name="connsiteY12" fmla="*/ 95250 h 1890712"/>
                <a:gd name="connsiteX13" fmla="*/ 123825 w 2543175"/>
                <a:gd name="connsiteY13" fmla="*/ 97631 h 1890712"/>
                <a:gd name="connsiteX14" fmla="*/ 130969 w 2543175"/>
                <a:gd name="connsiteY14" fmla="*/ 104775 h 1890712"/>
                <a:gd name="connsiteX15" fmla="*/ 140494 w 2543175"/>
                <a:gd name="connsiteY15" fmla="*/ 111919 h 1890712"/>
                <a:gd name="connsiteX16" fmla="*/ 147638 w 2543175"/>
                <a:gd name="connsiteY16" fmla="*/ 116681 h 1890712"/>
                <a:gd name="connsiteX17" fmla="*/ 164307 w 2543175"/>
                <a:gd name="connsiteY17" fmla="*/ 128587 h 1890712"/>
                <a:gd name="connsiteX18" fmla="*/ 180975 w 2543175"/>
                <a:gd name="connsiteY18" fmla="*/ 140494 h 1890712"/>
                <a:gd name="connsiteX19" fmla="*/ 197644 w 2543175"/>
                <a:gd name="connsiteY19" fmla="*/ 152400 h 1890712"/>
                <a:gd name="connsiteX20" fmla="*/ 204788 w 2543175"/>
                <a:gd name="connsiteY20" fmla="*/ 157162 h 1890712"/>
                <a:gd name="connsiteX21" fmla="*/ 214313 w 2543175"/>
                <a:gd name="connsiteY21" fmla="*/ 164306 h 1890712"/>
                <a:gd name="connsiteX22" fmla="*/ 230982 w 2543175"/>
                <a:gd name="connsiteY22" fmla="*/ 180975 h 1890712"/>
                <a:gd name="connsiteX23" fmla="*/ 247650 w 2543175"/>
                <a:gd name="connsiteY23" fmla="*/ 185737 h 1890712"/>
                <a:gd name="connsiteX24" fmla="*/ 259557 w 2543175"/>
                <a:gd name="connsiteY24" fmla="*/ 188119 h 1890712"/>
                <a:gd name="connsiteX25" fmla="*/ 266700 w 2543175"/>
                <a:gd name="connsiteY25" fmla="*/ 190500 h 1890712"/>
                <a:gd name="connsiteX26" fmla="*/ 283369 w 2543175"/>
                <a:gd name="connsiteY26" fmla="*/ 192881 h 1890712"/>
                <a:gd name="connsiteX27" fmla="*/ 302419 w 2543175"/>
                <a:gd name="connsiteY27" fmla="*/ 204787 h 1890712"/>
                <a:gd name="connsiteX28" fmla="*/ 309563 w 2543175"/>
                <a:gd name="connsiteY28" fmla="*/ 209550 h 1890712"/>
                <a:gd name="connsiteX29" fmla="*/ 319088 w 2543175"/>
                <a:gd name="connsiteY29" fmla="*/ 219075 h 1890712"/>
                <a:gd name="connsiteX30" fmla="*/ 333375 w 2543175"/>
                <a:gd name="connsiteY30" fmla="*/ 228600 h 1890712"/>
                <a:gd name="connsiteX31" fmla="*/ 340519 w 2543175"/>
                <a:gd name="connsiteY31" fmla="*/ 233362 h 1890712"/>
                <a:gd name="connsiteX32" fmla="*/ 354807 w 2543175"/>
                <a:gd name="connsiteY32" fmla="*/ 247650 h 1890712"/>
                <a:gd name="connsiteX33" fmla="*/ 366713 w 2543175"/>
                <a:gd name="connsiteY33" fmla="*/ 264319 h 1890712"/>
                <a:gd name="connsiteX34" fmla="*/ 371475 w 2543175"/>
                <a:gd name="connsiteY34" fmla="*/ 271462 h 1890712"/>
                <a:gd name="connsiteX35" fmla="*/ 378619 w 2543175"/>
                <a:gd name="connsiteY35" fmla="*/ 276225 h 1890712"/>
                <a:gd name="connsiteX36" fmla="*/ 385763 w 2543175"/>
                <a:gd name="connsiteY36" fmla="*/ 283369 h 1890712"/>
                <a:gd name="connsiteX37" fmla="*/ 395288 w 2543175"/>
                <a:gd name="connsiteY37" fmla="*/ 288131 h 1890712"/>
                <a:gd name="connsiteX38" fmla="*/ 404813 w 2543175"/>
                <a:gd name="connsiteY38" fmla="*/ 295275 h 1890712"/>
                <a:gd name="connsiteX39" fmla="*/ 411957 w 2543175"/>
                <a:gd name="connsiteY39" fmla="*/ 297656 h 1890712"/>
                <a:gd name="connsiteX40" fmla="*/ 421482 w 2543175"/>
                <a:gd name="connsiteY40" fmla="*/ 302419 h 1890712"/>
                <a:gd name="connsiteX41" fmla="*/ 447675 w 2543175"/>
                <a:gd name="connsiteY41" fmla="*/ 307181 h 1890712"/>
                <a:gd name="connsiteX42" fmla="*/ 461963 w 2543175"/>
                <a:gd name="connsiteY42" fmla="*/ 321469 h 1890712"/>
                <a:gd name="connsiteX43" fmla="*/ 466725 w 2543175"/>
                <a:gd name="connsiteY43" fmla="*/ 328612 h 1890712"/>
                <a:gd name="connsiteX44" fmla="*/ 476250 w 2543175"/>
                <a:gd name="connsiteY44" fmla="*/ 335756 h 1890712"/>
                <a:gd name="connsiteX45" fmla="*/ 481013 w 2543175"/>
                <a:gd name="connsiteY45" fmla="*/ 342900 h 1890712"/>
                <a:gd name="connsiteX46" fmla="*/ 490538 w 2543175"/>
                <a:gd name="connsiteY46" fmla="*/ 352425 h 1890712"/>
                <a:gd name="connsiteX47" fmla="*/ 495300 w 2543175"/>
                <a:gd name="connsiteY47" fmla="*/ 359569 h 1890712"/>
                <a:gd name="connsiteX48" fmla="*/ 509588 w 2543175"/>
                <a:gd name="connsiteY48" fmla="*/ 376237 h 1890712"/>
                <a:gd name="connsiteX49" fmla="*/ 514350 w 2543175"/>
                <a:gd name="connsiteY49" fmla="*/ 383381 h 1890712"/>
                <a:gd name="connsiteX50" fmla="*/ 531019 w 2543175"/>
                <a:gd name="connsiteY50" fmla="*/ 397669 h 1890712"/>
                <a:gd name="connsiteX51" fmla="*/ 538163 w 2543175"/>
                <a:gd name="connsiteY51" fmla="*/ 407194 h 1890712"/>
                <a:gd name="connsiteX52" fmla="*/ 554832 w 2543175"/>
                <a:gd name="connsiteY52" fmla="*/ 421481 h 1890712"/>
                <a:gd name="connsiteX53" fmla="*/ 564357 w 2543175"/>
                <a:gd name="connsiteY53" fmla="*/ 431006 h 1890712"/>
                <a:gd name="connsiteX54" fmla="*/ 573882 w 2543175"/>
                <a:gd name="connsiteY54" fmla="*/ 438150 h 1890712"/>
                <a:gd name="connsiteX55" fmla="*/ 595313 w 2543175"/>
                <a:gd name="connsiteY55" fmla="*/ 454819 h 1890712"/>
                <a:gd name="connsiteX56" fmla="*/ 602457 w 2543175"/>
                <a:gd name="connsiteY56" fmla="*/ 457200 h 1890712"/>
                <a:gd name="connsiteX57" fmla="*/ 628650 w 2543175"/>
                <a:gd name="connsiteY57" fmla="*/ 469106 h 1890712"/>
                <a:gd name="connsiteX58" fmla="*/ 645319 w 2543175"/>
                <a:gd name="connsiteY58" fmla="*/ 483394 h 1890712"/>
                <a:gd name="connsiteX59" fmla="*/ 654844 w 2543175"/>
                <a:gd name="connsiteY59" fmla="*/ 488156 h 1890712"/>
                <a:gd name="connsiteX60" fmla="*/ 661988 w 2543175"/>
                <a:gd name="connsiteY60" fmla="*/ 497681 h 1890712"/>
                <a:gd name="connsiteX61" fmla="*/ 683419 w 2543175"/>
                <a:gd name="connsiteY61" fmla="*/ 514350 h 1890712"/>
                <a:gd name="connsiteX62" fmla="*/ 700088 w 2543175"/>
                <a:gd name="connsiteY62" fmla="*/ 526256 h 1890712"/>
                <a:gd name="connsiteX63" fmla="*/ 709613 w 2543175"/>
                <a:gd name="connsiteY63" fmla="*/ 535781 h 1890712"/>
                <a:gd name="connsiteX64" fmla="*/ 719138 w 2543175"/>
                <a:gd name="connsiteY64" fmla="*/ 542925 h 1890712"/>
                <a:gd name="connsiteX65" fmla="*/ 733425 w 2543175"/>
                <a:gd name="connsiteY65" fmla="*/ 557212 h 1890712"/>
                <a:gd name="connsiteX66" fmla="*/ 750094 w 2543175"/>
                <a:gd name="connsiteY66" fmla="*/ 569119 h 1890712"/>
                <a:gd name="connsiteX67" fmla="*/ 769144 w 2543175"/>
                <a:gd name="connsiteY67" fmla="*/ 581025 h 1890712"/>
                <a:gd name="connsiteX68" fmla="*/ 785813 w 2543175"/>
                <a:gd name="connsiteY68" fmla="*/ 590550 h 1890712"/>
                <a:gd name="connsiteX69" fmla="*/ 792957 w 2543175"/>
                <a:gd name="connsiteY69" fmla="*/ 600075 h 1890712"/>
                <a:gd name="connsiteX70" fmla="*/ 809625 w 2543175"/>
                <a:gd name="connsiteY70" fmla="*/ 611981 h 1890712"/>
                <a:gd name="connsiteX71" fmla="*/ 816769 w 2543175"/>
                <a:gd name="connsiteY71" fmla="*/ 619125 h 1890712"/>
                <a:gd name="connsiteX72" fmla="*/ 826294 w 2543175"/>
                <a:gd name="connsiteY72" fmla="*/ 626269 h 1890712"/>
                <a:gd name="connsiteX73" fmla="*/ 840582 w 2543175"/>
                <a:gd name="connsiteY73" fmla="*/ 638175 h 1890712"/>
                <a:gd name="connsiteX74" fmla="*/ 847725 w 2543175"/>
                <a:gd name="connsiteY74" fmla="*/ 645319 h 1890712"/>
                <a:gd name="connsiteX75" fmla="*/ 857250 w 2543175"/>
                <a:gd name="connsiteY75" fmla="*/ 652462 h 1890712"/>
                <a:gd name="connsiteX76" fmla="*/ 864394 w 2543175"/>
                <a:gd name="connsiteY76" fmla="*/ 657225 h 1890712"/>
                <a:gd name="connsiteX77" fmla="*/ 888207 w 2543175"/>
                <a:gd name="connsiteY77" fmla="*/ 676275 h 1890712"/>
                <a:gd name="connsiteX78" fmla="*/ 895350 w 2543175"/>
                <a:gd name="connsiteY78" fmla="*/ 681037 h 1890712"/>
                <a:gd name="connsiteX79" fmla="*/ 907257 w 2543175"/>
                <a:gd name="connsiteY79" fmla="*/ 683419 h 1890712"/>
                <a:gd name="connsiteX80" fmla="*/ 928688 w 2543175"/>
                <a:gd name="connsiteY80" fmla="*/ 695325 h 1890712"/>
                <a:gd name="connsiteX81" fmla="*/ 942975 w 2543175"/>
                <a:gd name="connsiteY81" fmla="*/ 700087 h 1890712"/>
                <a:gd name="connsiteX82" fmla="*/ 964407 w 2543175"/>
                <a:gd name="connsiteY82" fmla="*/ 716756 h 1890712"/>
                <a:gd name="connsiteX83" fmla="*/ 971550 w 2543175"/>
                <a:gd name="connsiteY83" fmla="*/ 723900 h 1890712"/>
                <a:gd name="connsiteX84" fmla="*/ 983457 w 2543175"/>
                <a:gd name="connsiteY84" fmla="*/ 733425 h 1890712"/>
                <a:gd name="connsiteX85" fmla="*/ 990600 w 2543175"/>
                <a:gd name="connsiteY85" fmla="*/ 738187 h 1890712"/>
                <a:gd name="connsiteX86" fmla="*/ 1007269 w 2543175"/>
                <a:gd name="connsiteY86" fmla="*/ 752475 h 1890712"/>
                <a:gd name="connsiteX87" fmla="*/ 1031082 w 2543175"/>
                <a:gd name="connsiteY87" fmla="*/ 766762 h 1890712"/>
                <a:gd name="connsiteX88" fmla="*/ 1042988 w 2543175"/>
                <a:gd name="connsiteY88" fmla="*/ 773906 h 1890712"/>
                <a:gd name="connsiteX89" fmla="*/ 1071563 w 2543175"/>
                <a:gd name="connsiteY89" fmla="*/ 785812 h 1890712"/>
                <a:gd name="connsiteX90" fmla="*/ 1097757 w 2543175"/>
                <a:gd name="connsiteY90" fmla="*/ 807244 h 1890712"/>
                <a:gd name="connsiteX91" fmla="*/ 1104900 w 2543175"/>
                <a:gd name="connsiteY91" fmla="*/ 814387 h 1890712"/>
                <a:gd name="connsiteX92" fmla="*/ 1121569 w 2543175"/>
                <a:gd name="connsiteY92" fmla="*/ 823912 h 1890712"/>
                <a:gd name="connsiteX93" fmla="*/ 1138238 w 2543175"/>
                <a:gd name="connsiteY93" fmla="*/ 835819 h 1890712"/>
                <a:gd name="connsiteX94" fmla="*/ 1147763 w 2543175"/>
                <a:gd name="connsiteY94" fmla="*/ 842962 h 1890712"/>
                <a:gd name="connsiteX95" fmla="*/ 1157288 w 2543175"/>
                <a:gd name="connsiteY95" fmla="*/ 847725 h 1890712"/>
                <a:gd name="connsiteX96" fmla="*/ 1178719 w 2543175"/>
                <a:gd name="connsiteY96" fmla="*/ 859631 h 1890712"/>
                <a:gd name="connsiteX97" fmla="*/ 1188244 w 2543175"/>
                <a:gd name="connsiteY97" fmla="*/ 866775 h 1890712"/>
                <a:gd name="connsiteX98" fmla="*/ 1195388 w 2543175"/>
                <a:gd name="connsiteY98" fmla="*/ 871537 h 1890712"/>
                <a:gd name="connsiteX99" fmla="*/ 1212057 w 2543175"/>
                <a:gd name="connsiteY99" fmla="*/ 883444 h 1890712"/>
                <a:gd name="connsiteX100" fmla="*/ 1226344 w 2543175"/>
                <a:gd name="connsiteY100" fmla="*/ 895350 h 1890712"/>
                <a:gd name="connsiteX101" fmla="*/ 1245394 w 2543175"/>
                <a:gd name="connsiteY101" fmla="*/ 907256 h 1890712"/>
                <a:gd name="connsiteX102" fmla="*/ 1254919 w 2543175"/>
                <a:gd name="connsiteY102" fmla="*/ 914400 h 1890712"/>
                <a:gd name="connsiteX103" fmla="*/ 1269207 w 2543175"/>
                <a:gd name="connsiteY103" fmla="*/ 921544 h 1890712"/>
                <a:gd name="connsiteX104" fmla="*/ 1290638 w 2543175"/>
                <a:gd name="connsiteY104" fmla="*/ 935831 h 1890712"/>
                <a:gd name="connsiteX105" fmla="*/ 1307307 w 2543175"/>
                <a:gd name="connsiteY105" fmla="*/ 952500 h 1890712"/>
                <a:gd name="connsiteX106" fmla="*/ 1333500 w 2543175"/>
                <a:gd name="connsiteY106" fmla="*/ 971550 h 1890712"/>
                <a:gd name="connsiteX107" fmla="*/ 1359694 w 2543175"/>
                <a:gd name="connsiteY107" fmla="*/ 990600 h 1890712"/>
                <a:gd name="connsiteX108" fmla="*/ 1373982 w 2543175"/>
                <a:gd name="connsiteY108" fmla="*/ 997744 h 1890712"/>
                <a:gd name="connsiteX109" fmla="*/ 1388269 w 2543175"/>
                <a:gd name="connsiteY109" fmla="*/ 1007269 h 1890712"/>
                <a:gd name="connsiteX110" fmla="*/ 1414463 w 2543175"/>
                <a:gd name="connsiteY110" fmla="*/ 1019175 h 1890712"/>
                <a:gd name="connsiteX111" fmla="*/ 1428750 w 2543175"/>
                <a:gd name="connsiteY111" fmla="*/ 1026319 h 1890712"/>
                <a:gd name="connsiteX112" fmla="*/ 1471613 w 2543175"/>
                <a:gd name="connsiteY112" fmla="*/ 1059656 h 1890712"/>
                <a:gd name="connsiteX113" fmla="*/ 1502569 w 2543175"/>
                <a:gd name="connsiteY113" fmla="*/ 1066800 h 1890712"/>
                <a:gd name="connsiteX114" fmla="*/ 1526382 w 2543175"/>
                <a:gd name="connsiteY114" fmla="*/ 1085850 h 1890712"/>
                <a:gd name="connsiteX115" fmla="*/ 1531144 w 2543175"/>
                <a:gd name="connsiteY115" fmla="*/ 1095375 h 1890712"/>
                <a:gd name="connsiteX116" fmla="*/ 1559719 w 2543175"/>
                <a:gd name="connsiteY116" fmla="*/ 1121569 h 1890712"/>
                <a:gd name="connsiteX117" fmla="*/ 1569244 w 2543175"/>
                <a:gd name="connsiteY117" fmla="*/ 1131094 h 1890712"/>
                <a:gd name="connsiteX118" fmla="*/ 1597819 w 2543175"/>
                <a:gd name="connsiteY118" fmla="*/ 1154906 h 1890712"/>
                <a:gd name="connsiteX119" fmla="*/ 1604963 w 2543175"/>
                <a:gd name="connsiteY119" fmla="*/ 1162050 h 1890712"/>
                <a:gd name="connsiteX120" fmla="*/ 1612107 w 2543175"/>
                <a:gd name="connsiteY120" fmla="*/ 1166812 h 1890712"/>
                <a:gd name="connsiteX121" fmla="*/ 1628775 w 2543175"/>
                <a:gd name="connsiteY121" fmla="*/ 1183481 h 1890712"/>
                <a:gd name="connsiteX122" fmla="*/ 1662113 w 2543175"/>
                <a:gd name="connsiteY122" fmla="*/ 1209675 h 1890712"/>
                <a:gd name="connsiteX123" fmla="*/ 1678782 w 2543175"/>
                <a:gd name="connsiteY123" fmla="*/ 1226344 h 1890712"/>
                <a:gd name="connsiteX124" fmla="*/ 1700213 w 2543175"/>
                <a:gd name="connsiteY124" fmla="*/ 1247775 h 1890712"/>
                <a:gd name="connsiteX125" fmla="*/ 1712119 w 2543175"/>
                <a:gd name="connsiteY125" fmla="*/ 1259681 h 1890712"/>
                <a:gd name="connsiteX126" fmla="*/ 1733550 w 2543175"/>
                <a:gd name="connsiteY126" fmla="*/ 1273969 h 1890712"/>
                <a:gd name="connsiteX127" fmla="*/ 1743075 w 2543175"/>
                <a:gd name="connsiteY127" fmla="*/ 1283494 h 1890712"/>
                <a:gd name="connsiteX128" fmla="*/ 1754982 w 2543175"/>
                <a:gd name="connsiteY128" fmla="*/ 1290637 h 1890712"/>
                <a:gd name="connsiteX129" fmla="*/ 1766888 w 2543175"/>
                <a:gd name="connsiteY129" fmla="*/ 1300162 h 1890712"/>
                <a:gd name="connsiteX130" fmla="*/ 1783557 w 2543175"/>
                <a:gd name="connsiteY130" fmla="*/ 1307306 h 1890712"/>
                <a:gd name="connsiteX131" fmla="*/ 1790700 w 2543175"/>
                <a:gd name="connsiteY131" fmla="*/ 1312069 h 1890712"/>
                <a:gd name="connsiteX132" fmla="*/ 1800225 w 2543175"/>
                <a:gd name="connsiteY132" fmla="*/ 1319212 h 1890712"/>
                <a:gd name="connsiteX133" fmla="*/ 1807369 w 2543175"/>
                <a:gd name="connsiteY133" fmla="*/ 1321594 h 1890712"/>
                <a:gd name="connsiteX134" fmla="*/ 1824038 w 2543175"/>
                <a:gd name="connsiteY134" fmla="*/ 1333500 h 1890712"/>
                <a:gd name="connsiteX135" fmla="*/ 1843088 w 2543175"/>
                <a:gd name="connsiteY135" fmla="*/ 1352550 h 1890712"/>
                <a:gd name="connsiteX136" fmla="*/ 1852613 w 2543175"/>
                <a:gd name="connsiteY136" fmla="*/ 1359694 h 1890712"/>
                <a:gd name="connsiteX137" fmla="*/ 1859757 w 2543175"/>
                <a:gd name="connsiteY137" fmla="*/ 1366837 h 1890712"/>
                <a:gd name="connsiteX138" fmla="*/ 1869282 w 2543175"/>
                <a:gd name="connsiteY138" fmla="*/ 1371600 h 1890712"/>
                <a:gd name="connsiteX139" fmla="*/ 1883569 w 2543175"/>
                <a:gd name="connsiteY139" fmla="*/ 1388269 h 1890712"/>
                <a:gd name="connsiteX140" fmla="*/ 1893094 w 2543175"/>
                <a:gd name="connsiteY140" fmla="*/ 1395412 h 1890712"/>
                <a:gd name="connsiteX141" fmla="*/ 1902619 w 2543175"/>
                <a:gd name="connsiteY141" fmla="*/ 1404937 h 1890712"/>
                <a:gd name="connsiteX142" fmla="*/ 1912144 w 2543175"/>
                <a:gd name="connsiteY142" fmla="*/ 1409700 h 1890712"/>
                <a:gd name="connsiteX143" fmla="*/ 1931194 w 2543175"/>
                <a:gd name="connsiteY143" fmla="*/ 1421606 h 1890712"/>
                <a:gd name="connsiteX144" fmla="*/ 1935957 w 2543175"/>
                <a:gd name="connsiteY144" fmla="*/ 1428750 h 1890712"/>
                <a:gd name="connsiteX145" fmla="*/ 1952625 w 2543175"/>
                <a:gd name="connsiteY145" fmla="*/ 1438275 h 1890712"/>
                <a:gd name="connsiteX146" fmla="*/ 1971675 w 2543175"/>
                <a:gd name="connsiteY146" fmla="*/ 1450181 h 1890712"/>
                <a:gd name="connsiteX147" fmla="*/ 1981200 w 2543175"/>
                <a:gd name="connsiteY147" fmla="*/ 1454944 h 1890712"/>
                <a:gd name="connsiteX148" fmla="*/ 1997869 w 2543175"/>
                <a:gd name="connsiteY148" fmla="*/ 1471612 h 1890712"/>
                <a:gd name="connsiteX149" fmla="*/ 2007394 w 2543175"/>
                <a:gd name="connsiteY149" fmla="*/ 1478756 h 1890712"/>
                <a:gd name="connsiteX150" fmla="*/ 2016919 w 2543175"/>
                <a:gd name="connsiteY150" fmla="*/ 1483519 h 1890712"/>
                <a:gd name="connsiteX151" fmla="*/ 2024063 w 2543175"/>
                <a:gd name="connsiteY151" fmla="*/ 1490662 h 1890712"/>
                <a:gd name="connsiteX152" fmla="*/ 2033588 w 2543175"/>
                <a:gd name="connsiteY152" fmla="*/ 1495425 h 1890712"/>
                <a:gd name="connsiteX153" fmla="*/ 2040732 w 2543175"/>
                <a:gd name="connsiteY153" fmla="*/ 1502569 h 1890712"/>
                <a:gd name="connsiteX154" fmla="*/ 2047875 w 2543175"/>
                <a:gd name="connsiteY154" fmla="*/ 1507331 h 1890712"/>
                <a:gd name="connsiteX155" fmla="*/ 2057400 w 2543175"/>
                <a:gd name="connsiteY155" fmla="*/ 1514475 h 1890712"/>
                <a:gd name="connsiteX156" fmla="*/ 2064544 w 2543175"/>
                <a:gd name="connsiteY156" fmla="*/ 1519237 h 1890712"/>
                <a:gd name="connsiteX157" fmla="*/ 2071688 w 2543175"/>
                <a:gd name="connsiteY157" fmla="*/ 1526381 h 1890712"/>
                <a:gd name="connsiteX158" fmla="*/ 2081213 w 2543175"/>
                <a:gd name="connsiteY158" fmla="*/ 1531144 h 1890712"/>
                <a:gd name="connsiteX159" fmla="*/ 2090738 w 2543175"/>
                <a:gd name="connsiteY159" fmla="*/ 1538287 h 1890712"/>
                <a:gd name="connsiteX160" fmla="*/ 2109788 w 2543175"/>
                <a:gd name="connsiteY160" fmla="*/ 1547812 h 1890712"/>
                <a:gd name="connsiteX161" fmla="*/ 2131219 w 2543175"/>
                <a:gd name="connsiteY161" fmla="*/ 1562100 h 1890712"/>
                <a:gd name="connsiteX162" fmla="*/ 2140744 w 2543175"/>
                <a:gd name="connsiteY162" fmla="*/ 1566862 h 1890712"/>
                <a:gd name="connsiteX163" fmla="*/ 2152650 w 2543175"/>
                <a:gd name="connsiteY163" fmla="*/ 1576387 h 1890712"/>
                <a:gd name="connsiteX164" fmla="*/ 2181225 w 2543175"/>
                <a:gd name="connsiteY164" fmla="*/ 1590675 h 1890712"/>
                <a:gd name="connsiteX165" fmla="*/ 2200275 w 2543175"/>
                <a:gd name="connsiteY165" fmla="*/ 1607344 h 1890712"/>
                <a:gd name="connsiteX166" fmla="*/ 2207419 w 2543175"/>
                <a:gd name="connsiteY166" fmla="*/ 1612106 h 1890712"/>
                <a:gd name="connsiteX167" fmla="*/ 2216944 w 2543175"/>
                <a:gd name="connsiteY167" fmla="*/ 1619250 h 1890712"/>
                <a:gd name="connsiteX168" fmla="*/ 2224088 w 2543175"/>
                <a:gd name="connsiteY168" fmla="*/ 1624012 h 1890712"/>
                <a:gd name="connsiteX169" fmla="*/ 2247900 w 2543175"/>
                <a:gd name="connsiteY169" fmla="*/ 1643062 h 1890712"/>
                <a:gd name="connsiteX170" fmla="*/ 2255044 w 2543175"/>
                <a:gd name="connsiteY170" fmla="*/ 1650206 h 1890712"/>
                <a:gd name="connsiteX171" fmla="*/ 2281238 w 2543175"/>
                <a:gd name="connsiteY171" fmla="*/ 1664494 h 1890712"/>
                <a:gd name="connsiteX172" fmla="*/ 2297907 w 2543175"/>
                <a:gd name="connsiteY172" fmla="*/ 1674019 h 1890712"/>
                <a:gd name="connsiteX173" fmla="*/ 2305050 w 2543175"/>
                <a:gd name="connsiteY173" fmla="*/ 1678781 h 1890712"/>
                <a:gd name="connsiteX174" fmla="*/ 2312194 w 2543175"/>
                <a:gd name="connsiteY174" fmla="*/ 1685925 h 1890712"/>
                <a:gd name="connsiteX175" fmla="*/ 2321719 w 2543175"/>
                <a:gd name="connsiteY175" fmla="*/ 1690687 h 1890712"/>
                <a:gd name="connsiteX176" fmla="*/ 2328863 w 2543175"/>
                <a:gd name="connsiteY176" fmla="*/ 1697831 h 1890712"/>
                <a:gd name="connsiteX177" fmla="*/ 2350294 w 2543175"/>
                <a:gd name="connsiteY177" fmla="*/ 1712119 h 1890712"/>
                <a:gd name="connsiteX178" fmla="*/ 2359819 w 2543175"/>
                <a:gd name="connsiteY178" fmla="*/ 1719262 h 1890712"/>
                <a:gd name="connsiteX179" fmla="*/ 2369344 w 2543175"/>
                <a:gd name="connsiteY179" fmla="*/ 1724025 h 1890712"/>
                <a:gd name="connsiteX180" fmla="*/ 2376488 w 2543175"/>
                <a:gd name="connsiteY180" fmla="*/ 1731169 h 1890712"/>
                <a:gd name="connsiteX181" fmla="*/ 2402682 w 2543175"/>
                <a:gd name="connsiteY181" fmla="*/ 1747837 h 1890712"/>
                <a:gd name="connsiteX182" fmla="*/ 2450307 w 2543175"/>
                <a:gd name="connsiteY182" fmla="*/ 1769269 h 1890712"/>
                <a:gd name="connsiteX183" fmla="*/ 2466975 w 2543175"/>
                <a:gd name="connsiteY183" fmla="*/ 1783556 h 1890712"/>
                <a:gd name="connsiteX184" fmla="*/ 2481263 w 2543175"/>
                <a:gd name="connsiteY184" fmla="*/ 1795462 h 1890712"/>
                <a:gd name="connsiteX185" fmla="*/ 2486025 w 2543175"/>
                <a:gd name="connsiteY185" fmla="*/ 1802606 h 1890712"/>
                <a:gd name="connsiteX186" fmla="*/ 2493169 w 2543175"/>
                <a:gd name="connsiteY186" fmla="*/ 1807369 h 1890712"/>
                <a:gd name="connsiteX187" fmla="*/ 2495550 w 2543175"/>
                <a:gd name="connsiteY187" fmla="*/ 1816894 h 1890712"/>
                <a:gd name="connsiteX188" fmla="*/ 2497932 w 2543175"/>
                <a:gd name="connsiteY188" fmla="*/ 1824037 h 1890712"/>
                <a:gd name="connsiteX189" fmla="*/ 2514600 w 2543175"/>
                <a:gd name="connsiteY189" fmla="*/ 1850231 h 1890712"/>
                <a:gd name="connsiteX190" fmla="*/ 2519363 w 2543175"/>
                <a:gd name="connsiteY190" fmla="*/ 1857375 h 1890712"/>
                <a:gd name="connsiteX191" fmla="*/ 2540794 w 2543175"/>
                <a:gd name="connsiteY191" fmla="*/ 1883569 h 1890712"/>
                <a:gd name="connsiteX192" fmla="*/ 2543175 w 2543175"/>
                <a:gd name="connsiteY192" fmla="*/ 1890712 h 1890712"/>
                <a:gd name="connsiteX0" fmla="*/ 0 w 2543175"/>
                <a:gd name="connsiteY0" fmla="*/ 0 h 1890712"/>
                <a:gd name="connsiteX1" fmla="*/ 11907 w 2543175"/>
                <a:gd name="connsiteY1" fmla="*/ 11906 h 1890712"/>
                <a:gd name="connsiteX2" fmla="*/ 21432 w 2543175"/>
                <a:gd name="connsiteY2" fmla="*/ 16669 h 1890712"/>
                <a:gd name="connsiteX3" fmla="*/ 23813 w 2543175"/>
                <a:gd name="connsiteY3" fmla="*/ 23812 h 1890712"/>
                <a:gd name="connsiteX4" fmla="*/ 33338 w 2543175"/>
                <a:gd name="connsiteY4" fmla="*/ 33337 h 1890712"/>
                <a:gd name="connsiteX5" fmla="*/ 40482 w 2543175"/>
                <a:gd name="connsiteY5" fmla="*/ 42862 h 1890712"/>
                <a:gd name="connsiteX6" fmla="*/ 47625 w 2543175"/>
                <a:gd name="connsiteY6" fmla="*/ 47625 h 1890712"/>
                <a:gd name="connsiteX7" fmla="*/ 57150 w 2543175"/>
                <a:gd name="connsiteY7" fmla="*/ 54769 h 1890712"/>
                <a:gd name="connsiteX8" fmla="*/ 64294 w 2543175"/>
                <a:gd name="connsiteY8" fmla="*/ 59531 h 1890712"/>
                <a:gd name="connsiteX9" fmla="*/ 83344 w 2543175"/>
                <a:gd name="connsiteY9" fmla="*/ 73819 h 1890712"/>
                <a:gd name="connsiteX10" fmla="*/ 97632 w 2543175"/>
                <a:gd name="connsiteY10" fmla="*/ 80962 h 1890712"/>
                <a:gd name="connsiteX11" fmla="*/ 104775 w 2543175"/>
                <a:gd name="connsiteY11" fmla="*/ 85725 h 1890712"/>
                <a:gd name="connsiteX12" fmla="*/ 114300 w 2543175"/>
                <a:gd name="connsiteY12" fmla="*/ 95250 h 1890712"/>
                <a:gd name="connsiteX13" fmla="*/ 123825 w 2543175"/>
                <a:gd name="connsiteY13" fmla="*/ 97631 h 1890712"/>
                <a:gd name="connsiteX14" fmla="*/ 130969 w 2543175"/>
                <a:gd name="connsiteY14" fmla="*/ 104775 h 1890712"/>
                <a:gd name="connsiteX15" fmla="*/ 140494 w 2543175"/>
                <a:gd name="connsiteY15" fmla="*/ 111919 h 1890712"/>
                <a:gd name="connsiteX16" fmla="*/ 147638 w 2543175"/>
                <a:gd name="connsiteY16" fmla="*/ 116681 h 1890712"/>
                <a:gd name="connsiteX17" fmla="*/ 164307 w 2543175"/>
                <a:gd name="connsiteY17" fmla="*/ 128587 h 1890712"/>
                <a:gd name="connsiteX18" fmla="*/ 180975 w 2543175"/>
                <a:gd name="connsiteY18" fmla="*/ 140494 h 1890712"/>
                <a:gd name="connsiteX19" fmla="*/ 197644 w 2543175"/>
                <a:gd name="connsiteY19" fmla="*/ 152400 h 1890712"/>
                <a:gd name="connsiteX20" fmla="*/ 204788 w 2543175"/>
                <a:gd name="connsiteY20" fmla="*/ 157162 h 1890712"/>
                <a:gd name="connsiteX21" fmla="*/ 214313 w 2543175"/>
                <a:gd name="connsiteY21" fmla="*/ 164306 h 1890712"/>
                <a:gd name="connsiteX22" fmla="*/ 230982 w 2543175"/>
                <a:gd name="connsiteY22" fmla="*/ 180975 h 1890712"/>
                <a:gd name="connsiteX23" fmla="*/ 247650 w 2543175"/>
                <a:gd name="connsiteY23" fmla="*/ 185737 h 1890712"/>
                <a:gd name="connsiteX24" fmla="*/ 259557 w 2543175"/>
                <a:gd name="connsiteY24" fmla="*/ 188119 h 1890712"/>
                <a:gd name="connsiteX25" fmla="*/ 266700 w 2543175"/>
                <a:gd name="connsiteY25" fmla="*/ 190500 h 1890712"/>
                <a:gd name="connsiteX26" fmla="*/ 283369 w 2543175"/>
                <a:gd name="connsiteY26" fmla="*/ 192881 h 1890712"/>
                <a:gd name="connsiteX27" fmla="*/ 302419 w 2543175"/>
                <a:gd name="connsiteY27" fmla="*/ 204787 h 1890712"/>
                <a:gd name="connsiteX28" fmla="*/ 309563 w 2543175"/>
                <a:gd name="connsiteY28" fmla="*/ 209550 h 1890712"/>
                <a:gd name="connsiteX29" fmla="*/ 319088 w 2543175"/>
                <a:gd name="connsiteY29" fmla="*/ 219075 h 1890712"/>
                <a:gd name="connsiteX30" fmla="*/ 333375 w 2543175"/>
                <a:gd name="connsiteY30" fmla="*/ 228600 h 1890712"/>
                <a:gd name="connsiteX31" fmla="*/ 340519 w 2543175"/>
                <a:gd name="connsiteY31" fmla="*/ 233362 h 1890712"/>
                <a:gd name="connsiteX32" fmla="*/ 354807 w 2543175"/>
                <a:gd name="connsiteY32" fmla="*/ 247650 h 1890712"/>
                <a:gd name="connsiteX33" fmla="*/ 366713 w 2543175"/>
                <a:gd name="connsiteY33" fmla="*/ 264319 h 1890712"/>
                <a:gd name="connsiteX34" fmla="*/ 371475 w 2543175"/>
                <a:gd name="connsiteY34" fmla="*/ 271462 h 1890712"/>
                <a:gd name="connsiteX35" fmla="*/ 378619 w 2543175"/>
                <a:gd name="connsiteY35" fmla="*/ 276225 h 1890712"/>
                <a:gd name="connsiteX36" fmla="*/ 385763 w 2543175"/>
                <a:gd name="connsiteY36" fmla="*/ 283369 h 1890712"/>
                <a:gd name="connsiteX37" fmla="*/ 395288 w 2543175"/>
                <a:gd name="connsiteY37" fmla="*/ 288131 h 1890712"/>
                <a:gd name="connsiteX38" fmla="*/ 404813 w 2543175"/>
                <a:gd name="connsiteY38" fmla="*/ 295275 h 1890712"/>
                <a:gd name="connsiteX39" fmla="*/ 411957 w 2543175"/>
                <a:gd name="connsiteY39" fmla="*/ 297656 h 1890712"/>
                <a:gd name="connsiteX40" fmla="*/ 421482 w 2543175"/>
                <a:gd name="connsiteY40" fmla="*/ 302419 h 1890712"/>
                <a:gd name="connsiteX41" fmla="*/ 447675 w 2543175"/>
                <a:gd name="connsiteY41" fmla="*/ 307181 h 1890712"/>
                <a:gd name="connsiteX42" fmla="*/ 461963 w 2543175"/>
                <a:gd name="connsiteY42" fmla="*/ 321469 h 1890712"/>
                <a:gd name="connsiteX43" fmla="*/ 466725 w 2543175"/>
                <a:gd name="connsiteY43" fmla="*/ 328612 h 1890712"/>
                <a:gd name="connsiteX44" fmla="*/ 476250 w 2543175"/>
                <a:gd name="connsiteY44" fmla="*/ 335756 h 1890712"/>
                <a:gd name="connsiteX45" fmla="*/ 481013 w 2543175"/>
                <a:gd name="connsiteY45" fmla="*/ 342900 h 1890712"/>
                <a:gd name="connsiteX46" fmla="*/ 490538 w 2543175"/>
                <a:gd name="connsiteY46" fmla="*/ 352425 h 1890712"/>
                <a:gd name="connsiteX47" fmla="*/ 495300 w 2543175"/>
                <a:gd name="connsiteY47" fmla="*/ 359569 h 1890712"/>
                <a:gd name="connsiteX48" fmla="*/ 509588 w 2543175"/>
                <a:gd name="connsiteY48" fmla="*/ 376237 h 1890712"/>
                <a:gd name="connsiteX49" fmla="*/ 514350 w 2543175"/>
                <a:gd name="connsiteY49" fmla="*/ 383381 h 1890712"/>
                <a:gd name="connsiteX50" fmla="*/ 531019 w 2543175"/>
                <a:gd name="connsiteY50" fmla="*/ 397669 h 1890712"/>
                <a:gd name="connsiteX51" fmla="*/ 538163 w 2543175"/>
                <a:gd name="connsiteY51" fmla="*/ 407194 h 1890712"/>
                <a:gd name="connsiteX52" fmla="*/ 554832 w 2543175"/>
                <a:gd name="connsiteY52" fmla="*/ 421481 h 1890712"/>
                <a:gd name="connsiteX53" fmla="*/ 564357 w 2543175"/>
                <a:gd name="connsiteY53" fmla="*/ 431006 h 1890712"/>
                <a:gd name="connsiteX54" fmla="*/ 573882 w 2543175"/>
                <a:gd name="connsiteY54" fmla="*/ 438150 h 1890712"/>
                <a:gd name="connsiteX55" fmla="*/ 595313 w 2543175"/>
                <a:gd name="connsiteY55" fmla="*/ 454819 h 1890712"/>
                <a:gd name="connsiteX56" fmla="*/ 602457 w 2543175"/>
                <a:gd name="connsiteY56" fmla="*/ 457200 h 1890712"/>
                <a:gd name="connsiteX57" fmla="*/ 628650 w 2543175"/>
                <a:gd name="connsiteY57" fmla="*/ 469106 h 1890712"/>
                <a:gd name="connsiteX58" fmla="*/ 645319 w 2543175"/>
                <a:gd name="connsiteY58" fmla="*/ 483394 h 1890712"/>
                <a:gd name="connsiteX59" fmla="*/ 654844 w 2543175"/>
                <a:gd name="connsiteY59" fmla="*/ 488156 h 1890712"/>
                <a:gd name="connsiteX60" fmla="*/ 661988 w 2543175"/>
                <a:gd name="connsiteY60" fmla="*/ 497681 h 1890712"/>
                <a:gd name="connsiteX61" fmla="*/ 683419 w 2543175"/>
                <a:gd name="connsiteY61" fmla="*/ 514350 h 1890712"/>
                <a:gd name="connsiteX62" fmla="*/ 700088 w 2543175"/>
                <a:gd name="connsiteY62" fmla="*/ 526256 h 1890712"/>
                <a:gd name="connsiteX63" fmla="*/ 709613 w 2543175"/>
                <a:gd name="connsiteY63" fmla="*/ 535781 h 1890712"/>
                <a:gd name="connsiteX64" fmla="*/ 719138 w 2543175"/>
                <a:gd name="connsiteY64" fmla="*/ 542925 h 1890712"/>
                <a:gd name="connsiteX65" fmla="*/ 733425 w 2543175"/>
                <a:gd name="connsiteY65" fmla="*/ 557212 h 1890712"/>
                <a:gd name="connsiteX66" fmla="*/ 750094 w 2543175"/>
                <a:gd name="connsiteY66" fmla="*/ 569119 h 1890712"/>
                <a:gd name="connsiteX67" fmla="*/ 769144 w 2543175"/>
                <a:gd name="connsiteY67" fmla="*/ 581025 h 1890712"/>
                <a:gd name="connsiteX68" fmla="*/ 785813 w 2543175"/>
                <a:gd name="connsiteY68" fmla="*/ 590550 h 1890712"/>
                <a:gd name="connsiteX69" fmla="*/ 792957 w 2543175"/>
                <a:gd name="connsiteY69" fmla="*/ 600075 h 1890712"/>
                <a:gd name="connsiteX70" fmla="*/ 809625 w 2543175"/>
                <a:gd name="connsiteY70" fmla="*/ 611981 h 1890712"/>
                <a:gd name="connsiteX71" fmla="*/ 816769 w 2543175"/>
                <a:gd name="connsiteY71" fmla="*/ 619125 h 1890712"/>
                <a:gd name="connsiteX72" fmla="*/ 826294 w 2543175"/>
                <a:gd name="connsiteY72" fmla="*/ 626269 h 1890712"/>
                <a:gd name="connsiteX73" fmla="*/ 840582 w 2543175"/>
                <a:gd name="connsiteY73" fmla="*/ 638175 h 1890712"/>
                <a:gd name="connsiteX74" fmla="*/ 847725 w 2543175"/>
                <a:gd name="connsiteY74" fmla="*/ 645319 h 1890712"/>
                <a:gd name="connsiteX75" fmla="*/ 857250 w 2543175"/>
                <a:gd name="connsiteY75" fmla="*/ 652462 h 1890712"/>
                <a:gd name="connsiteX76" fmla="*/ 864394 w 2543175"/>
                <a:gd name="connsiteY76" fmla="*/ 657225 h 1890712"/>
                <a:gd name="connsiteX77" fmla="*/ 888207 w 2543175"/>
                <a:gd name="connsiteY77" fmla="*/ 676275 h 1890712"/>
                <a:gd name="connsiteX78" fmla="*/ 895350 w 2543175"/>
                <a:gd name="connsiteY78" fmla="*/ 681037 h 1890712"/>
                <a:gd name="connsiteX79" fmla="*/ 907257 w 2543175"/>
                <a:gd name="connsiteY79" fmla="*/ 683419 h 1890712"/>
                <a:gd name="connsiteX80" fmla="*/ 928688 w 2543175"/>
                <a:gd name="connsiteY80" fmla="*/ 695325 h 1890712"/>
                <a:gd name="connsiteX81" fmla="*/ 942975 w 2543175"/>
                <a:gd name="connsiteY81" fmla="*/ 700087 h 1890712"/>
                <a:gd name="connsiteX82" fmla="*/ 964407 w 2543175"/>
                <a:gd name="connsiteY82" fmla="*/ 716756 h 1890712"/>
                <a:gd name="connsiteX83" fmla="*/ 971550 w 2543175"/>
                <a:gd name="connsiteY83" fmla="*/ 723900 h 1890712"/>
                <a:gd name="connsiteX84" fmla="*/ 983457 w 2543175"/>
                <a:gd name="connsiteY84" fmla="*/ 733425 h 1890712"/>
                <a:gd name="connsiteX85" fmla="*/ 990600 w 2543175"/>
                <a:gd name="connsiteY85" fmla="*/ 738187 h 1890712"/>
                <a:gd name="connsiteX86" fmla="*/ 1007269 w 2543175"/>
                <a:gd name="connsiteY86" fmla="*/ 752475 h 1890712"/>
                <a:gd name="connsiteX87" fmla="*/ 1031082 w 2543175"/>
                <a:gd name="connsiteY87" fmla="*/ 766762 h 1890712"/>
                <a:gd name="connsiteX88" fmla="*/ 1042988 w 2543175"/>
                <a:gd name="connsiteY88" fmla="*/ 773906 h 1890712"/>
                <a:gd name="connsiteX89" fmla="*/ 1071563 w 2543175"/>
                <a:gd name="connsiteY89" fmla="*/ 785812 h 1890712"/>
                <a:gd name="connsiteX90" fmla="*/ 1097757 w 2543175"/>
                <a:gd name="connsiteY90" fmla="*/ 807244 h 1890712"/>
                <a:gd name="connsiteX91" fmla="*/ 1104900 w 2543175"/>
                <a:gd name="connsiteY91" fmla="*/ 814387 h 1890712"/>
                <a:gd name="connsiteX92" fmla="*/ 1121569 w 2543175"/>
                <a:gd name="connsiteY92" fmla="*/ 823912 h 1890712"/>
                <a:gd name="connsiteX93" fmla="*/ 1138238 w 2543175"/>
                <a:gd name="connsiteY93" fmla="*/ 835819 h 1890712"/>
                <a:gd name="connsiteX94" fmla="*/ 1147763 w 2543175"/>
                <a:gd name="connsiteY94" fmla="*/ 842962 h 1890712"/>
                <a:gd name="connsiteX95" fmla="*/ 1157288 w 2543175"/>
                <a:gd name="connsiteY95" fmla="*/ 847725 h 1890712"/>
                <a:gd name="connsiteX96" fmla="*/ 1178719 w 2543175"/>
                <a:gd name="connsiteY96" fmla="*/ 859631 h 1890712"/>
                <a:gd name="connsiteX97" fmla="*/ 1188244 w 2543175"/>
                <a:gd name="connsiteY97" fmla="*/ 866775 h 1890712"/>
                <a:gd name="connsiteX98" fmla="*/ 1195388 w 2543175"/>
                <a:gd name="connsiteY98" fmla="*/ 871537 h 1890712"/>
                <a:gd name="connsiteX99" fmla="*/ 1212057 w 2543175"/>
                <a:gd name="connsiteY99" fmla="*/ 883444 h 1890712"/>
                <a:gd name="connsiteX100" fmla="*/ 1226344 w 2543175"/>
                <a:gd name="connsiteY100" fmla="*/ 895350 h 1890712"/>
                <a:gd name="connsiteX101" fmla="*/ 1245394 w 2543175"/>
                <a:gd name="connsiteY101" fmla="*/ 907256 h 1890712"/>
                <a:gd name="connsiteX102" fmla="*/ 1254919 w 2543175"/>
                <a:gd name="connsiteY102" fmla="*/ 914400 h 1890712"/>
                <a:gd name="connsiteX103" fmla="*/ 1269207 w 2543175"/>
                <a:gd name="connsiteY103" fmla="*/ 921544 h 1890712"/>
                <a:gd name="connsiteX104" fmla="*/ 1290638 w 2543175"/>
                <a:gd name="connsiteY104" fmla="*/ 935831 h 1890712"/>
                <a:gd name="connsiteX105" fmla="*/ 1307307 w 2543175"/>
                <a:gd name="connsiteY105" fmla="*/ 952500 h 1890712"/>
                <a:gd name="connsiteX106" fmla="*/ 1333500 w 2543175"/>
                <a:gd name="connsiteY106" fmla="*/ 971550 h 1890712"/>
                <a:gd name="connsiteX107" fmla="*/ 1359694 w 2543175"/>
                <a:gd name="connsiteY107" fmla="*/ 990600 h 1890712"/>
                <a:gd name="connsiteX108" fmla="*/ 1373982 w 2543175"/>
                <a:gd name="connsiteY108" fmla="*/ 997744 h 1890712"/>
                <a:gd name="connsiteX109" fmla="*/ 1388269 w 2543175"/>
                <a:gd name="connsiteY109" fmla="*/ 1007269 h 1890712"/>
                <a:gd name="connsiteX110" fmla="*/ 1414463 w 2543175"/>
                <a:gd name="connsiteY110" fmla="*/ 1019175 h 1890712"/>
                <a:gd name="connsiteX111" fmla="*/ 1428750 w 2543175"/>
                <a:gd name="connsiteY111" fmla="*/ 1026319 h 1890712"/>
                <a:gd name="connsiteX112" fmla="*/ 1471613 w 2543175"/>
                <a:gd name="connsiteY112" fmla="*/ 1059656 h 1890712"/>
                <a:gd name="connsiteX113" fmla="*/ 1495425 w 2543175"/>
                <a:gd name="connsiteY113" fmla="*/ 1088231 h 1890712"/>
                <a:gd name="connsiteX114" fmla="*/ 1526382 w 2543175"/>
                <a:gd name="connsiteY114" fmla="*/ 1085850 h 1890712"/>
                <a:gd name="connsiteX115" fmla="*/ 1531144 w 2543175"/>
                <a:gd name="connsiteY115" fmla="*/ 1095375 h 1890712"/>
                <a:gd name="connsiteX116" fmla="*/ 1559719 w 2543175"/>
                <a:gd name="connsiteY116" fmla="*/ 1121569 h 1890712"/>
                <a:gd name="connsiteX117" fmla="*/ 1569244 w 2543175"/>
                <a:gd name="connsiteY117" fmla="*/ 1131094 h 1890712"/>
                <a:gd name="connsiteX118" fmla="*/ 1597819 w 2543175"/>
                <a:gd name="connsiteY118" fmla="*/ 1154906 h 1890712"/>
                <a:gd name="connsiteX119" fmla="*/ 1604963 w 2543175"/>
                <a:gd name="connsiteY119" fmla="*/ 1162050 h 1890712"/>
                <a:gd name="connsiteX120" fmla="*/ 1612107 w 2543175"/>
                <a:gd name="connsiteY120" fmla="*/ 1166812 h 1890712"/>
                <a:gd name="connsiteX121" fmla="*/ 1628775 w 2543175"/>
                <a:gd name="connsiteY121" fmla="*/ 1183481 h 1890712"/>
                <a:gd name="connsiteX122" fmla="*/ 1662113 w 2543175"/>
                <a:gd name="connsiteY122" fmla="*/ 1209675 h 1890712"/>
                <a:gd name="connsiteX123" fmla="*/ 1678782 w 2543175"/>
                <a:gd name="connsiteY123" fmla="*/ 1226344 h 1890712"/>
                <a:gd name="connsiteX124" fmla="*/ 1700213 w 2543175"/>
                <a:gd name="connsiteY124" fmla="*/ 1247775 h 1890712"/>
                <a:gd name="connsiteX125" fmla="*/ 1712119 w 2543175"/>
                <a:gd name="connsiteY125" fmla="*/ 1259681 h 1890712"/>
                <a:gd name="connsiteX126" fmla="*/ 1733550 w 2543175"/>
                <a:gd name="connsiteY126" fmla="*/ 1273969 h 1890712"/>
                <a:gd name="connsiteX127" fmla="*/ 1743075 w 2543175"/>
                <a:gd name="connsiteY127" fmla="*/ 1283494 h 1890712"/>
                <a:gd name="connsiteX128" fmla="*/ 1754982 w 2543175"/>
                <a:gd name="connsiteY128" fmla="*/ 1290637 h 1890712"/>
                <a:gd name="connsiteX129" fmla="*/ 1766888 w 2543175"/>
                <a:gd name="connsiteY129" fmla="*/ 1300162 h 1890712"/>
                <a:gd name="connsiteX130" fmla="*/ 1783557 w 2543175"/>
                <a:gd name="connsiteY130" fmla="*/ 1307306 h 1890712"/>
                <a:gd name="connsiteX131" fmla="*/ 1790700 w 2543175"/>
                <a:gd name="connsiteY131" fmla="*/ 1312069 h 1890712"/>
                <a:gd name="connsiteX132" fmla="*/ 1800225 w 2543175"/>
                <a:gd name="connsiteY132" fmla="*/ 1319212 h 1890712"/>
                <a:gd name="connsiteX133" fmla="*/ 1807369 w 2543175"/>
                <a:gd name="connsiteY133" fmla="*/ 1321594 h 1890712"/>
                <a:gd name="connsiteX134" fmla="*/ 1824038 w 2543175"/>
                <a:gd name="connsiteY134" fmla="*/ 1333500 h 1890712"/>
                <a:gd name="connsiteX135" fmla="*/ 1843088 w 2543175"/>
                <a:gd name="connsiteY135" fmla="*/ 1352550 h 1890712"/>
                <a:gd name="connsiteX136" fmla="*/ 1852613 w 2543175"/>
                <a:gd name="connsiteY136" fmla="*/ 1359694 h 1890712"/>
                <a:gd name="connsiteX137" fmla="*/ 1859757 w 2543175"/>
                <a:gd name="connsiteY137" fmla="*/ 1366837 h 1890712"/>
                <a:gd name="connsiteX138" fmla="*/ 1869282 w 2543175"/>
                <a:gd name="connsiteY138" fmla="*/ 1371600 h 1890712"/>
                <a:gd name="connsiteX139" fmla="*/ 1883569 w 2543175"/>
                <a:gd name="connsiteY139" fmla="*/ 1388269 h 1890712"/>
                <a:gd name="connsiteX140" fmla="*/ 1893094 w 2543175"/>
                <a:gd name="connsiteY140" fmla="*/ 1395412 h 1890712"/>
                <a:gd name="connsiteX141" fmla="*/ 1902619 w 2543175"/>
                <a:gd name="connsiteY141" fmla="*/ 1404937 h 1890712"/>
                <a:gd name="connsiteX142" fmla="*/ 1912144 w 2543175"/>
                <a:gd name="connsiteY142" fmla="*/ 1409700 h 1890712"/>
                <a:gd name="connsiteX143" fmla="*/ 1931194 w 2543175"/>
                <a:gd name="connsiteY143" fmla="*/ 1421606 h 1890712"/>
                <a:gd name="connsiteX144" fmla="*/ 1935957 w 2543175"/>
                <a:gd name="connsiteY144" fmla="*/ 1428750 h 1890712"/>
                <a:gd name="connsiteX145" fmla="*/ 1952625 w 2543175"/>
                <a:gd name="connsiteY145" fmla="*/ 1438275 h 1890712"/>
                <a:gd name="connsiteX146" fmla="*/ 1971675 w 2543175"/>
                <a:gd name="connsiteY146" fmla="*/ 1450181 h 1890712"/>
                <a:gd name="connsiteX147" fmla="*/ 1981200 w 2543175"/>
                <a:gd name="connsiteY147" fmla="*/ 1454944 h 1890712"/>
                <a:gd name="connsiteX148" fmla="*/ 1997869 w 2543175"/>
                <a:gd name="connsiteY148" fmla="*/ 1471612 h 1890712"/>
                <a:gd name="connsiteX149" fmla="*/ 2007394 w 2543175"/>
                <a:gd name="connsiteY149" fmla="*/ 1478756 h 1890712"/>
                <a:gd name="connsiteX150" fmla="*/ 2016919 w 2543175"/>
                <a:gd name="connsiteY150" fmla="*/ 1483519 h 1890712"/>
                <a:gd name="connsiteX151" fmla="*/ 2024063 w 2543175"/>
                <a:gd name="connsiteY151" fmla="*/ 1490662 h 1890712"/>
                <a:gd name="connsiteX152" fmla="*/ 2033588 w 2543175"/>
                <a:gd name="connsiteY152" fmla="*/ 1495425 h 1890712"/>
                <a:gd name="connsiteX153" fmla="*/ 2040732 w 2543175"/>
                <a:gd name="connsiteY153" fmla="*/ 1502569 h 1890712"/>
                <a:gd name="connsiteX154" fmla="*/ 2047875 w 2543175"/>
                <a:gd name="connsiteY154" fmla="*/ 1507331 h 1890712"/>
                <a:gd name="connsiteX155" fmla="*/ 2057400 w 2543175"/>
                <a:gd name="connsiteY155" fmla="*/ 1514475 h 1890712"/>
                <a:gd name="connsiteX156" fmla="*/ 2064544 w 2543175"/>
                <a:gd name="connsiteY156" fmla="*/ 1519237 h 1890712"/>
                <a:gd name="connsiteX157" fmla="*/ 2071688 w 2543175"/>
                <a:gd name="connsiteY157" fmla="*/ 1526381 h 1890712"/>
                <a:gd name="connsiteX158" fmla="*/ 2081213 w 2543175"/>
                <a:gd name="connsiteY158" fmla="*/ 1531144 h 1890712"/>
                <a:gd name="connsiteX159" fmla="*/ 2090738 w 2543175"/>
                <a:gd name="connsiteY159" fmla="*/ 1538287 h 1890712"/>
                <a:gd name="connsiteX160" fmla="*/ 2109788 w 2543175"/>
                <a:gd name="connsiteY160" fmla="*/ 1547812 h 1890712"/>
                <a:gd name="connsiteX161" fmla="*/ 2131219 w 2543175"/>
                <a:gd name="connsiteY161" fmla="*/ 1562100 h 1890712"/>
                <a:gd name="connsiteX162" fmla="*/ 2140744 w 2543175"/>
                <a:gd name="connsiteY162" fmla="*/ 1566862 h 1890712"/>
                <a:gd name="connsiteX163" fmla="*/ 2152650 w 2543175"/>
                <a:gd name="connsiteY163" fmla="*/ 1576387 h 1890712"/>
                <a:gd name="connsiteX164" fmla="*/ 2181225 w 2543175"/>
                <a:gd name="connsiteY164" fmla="*/ 1590675 h 1890712"/>
                <a:gd name="connsiteX165" fmla="*/ 2200275 w 2543175"/>
                <a:gd name="connsiteY165" fmla="*/ 1607344 h 1890712"/>
                <a:gd name="connsiteX166" fmla="*/ 2207419 w 2543175"/>
                <a:gd name="connsiteY166" fmla="*/ 1612106 h 1890712"/>
                <a:gd name="connsiteX167" fmla="*/ 2216944 w 2543175"/>
                <a:gd name="connsiteY167" fmla="*/ 1619250 h 1890712"/>
                <a:gd name="connsiteX168" fmla="*/ 2224088 w 2543175"/>
                <a:gd name="connsiteY168" fmla="*/ 1624012 h 1890712"/>
                <a:gd name="connsiteX169" fmla="*/ 2247900 w 2543175"/>
                <a:gd name="connsiteY169" fmla="*/ 1643062 h 1890712"/>
                <a:gd name="connsiteX170" fmla="*/ 2255044 w 2543175"/>
                <a:gd name="connsiteY170" fmla="*/ 1650206 h 1890712"/>
                <a:gd name="connsiteX171" fmla="*/ 2281238 w 2543175"/>
                <a:gd name="connsiteY171" fmla="*/ 1664494 h 1890712"/>
                <a:gd name="connsiteX172" fmla="*/ 2297907 w 2543175"/>
                <a:gd name="connsiteY172" fmla="*/ 1674019 h 1890712"/>
                <a:gd name="connsiteX173" fmla="*/ 2305050 w 2543175"/>
                <a:gd name="connsiteY173" fmla="*/ 1678781 h 1890712"/>
                <a:gd name="connsiteX174" fmla="*/ 2312194 w 2543175"/>
                <a:gd name="connsiteY174" fmla="*/ 1685925 h 1890712"/>
                <a:gd name="connsiteX175" fmla="*/ 2321719 w 2543175"/>
                <a:gd name="connsiteY175" fmla="*/ 1690687 h 1890712"/>
                <a:gd name="connsiteX176" fmla="*/ 2328863 w 2543175"/>
                <a:gd name="connsiteY176" fmla="*/ 1697831 h 1890712"/>
                <a:gd name="connsiteX177" fmla="*/ 2350294 w 2543175"/>
                <a:gd name="connsiteY177" fmla="*/ 1712119 h 1890712"/>
                <a:gd name="connsiteX178" fmla="*/ 2359819 w 2543175"/>
                <a:gd name="connsiteY178" fmla="*/ 1719262 h 1890712"/>
                <a:gd name="connsiteX179" fmla="*/ 2369344 w 2543175"/>
                <a:gd name="connsiteY179" fmla="*/ 1724025 h 1890712"/>
                <a:gd name="connsiteX180" fmla="*/ 2376488 w 2543175"/>
                <a:gd name="connsiteY180" fmla="*/ 1731169 h 1890712"/>
                <a:gd name="connsiteX181" fmla="*/ 2402682 w 2543175"/>
                <a:gd name="connsiteY181" fmla="*/ 1747837 h 1890712"/>
                <a:gd name="connsiteX182" fmla="*/ 2450307 w 2543175"/>
                <a:gd name="connsiteY182" fmla="*/ 1769269 h 1890712"/>
                <a:gd name="connsiteX183" fmla="*/ 2466975 w 2543175"/>
                <a:gd name="connsiteY183" fmla="*/ 1783556 h 1890712"/>
                <a:gd name="connsiteX184" fmla="*/ 2481263 w 2543175"/>
                <a:gd name="connsiteY184" fmla="*/ 1795462 h 1890712"/>
                <a:gd name="connsiteX185" fmla="*/ 2486025 w 2543175"/>
                <a:gd name="connsiteY185" fmla="*/ 1802606 h 1890712"/>
                <a:gd name="connsiteX186" fmla="*/ 2493169 w 2543175"/>
                <a:gd name="connsiteY186" fmla="*/ 1807369 h 1890712"/>
                <a:gd name="connsiteX187" fmla="*/ 2495550 w 2543175"/>
                <a:gd name="connsiteY187" fmla="*/ 1816894 h 1890712"/>
                <a:gd name="connsiteX188" fmla="*/ 2497932 w 2543175"/>
                <a:gd name="connsiteY188" fmla="*/ 1824037 h 1890712"/>
                <a:gd name="connsiteX189" fmla="*/ 2514600 w 2543175"/>
                <a:gd name="connsiteY189" fmla="*/ 1850231 h 1890712"/>
                <a:gd name="connsiteX190" fmla="*/ 2519363 w 2543175"/>
                <a:gd name="connsiteY190" fmla="*/ 1857375 h 1890712"/>
                <a:gd name="connsiteX191" fmla="*/ 2540794 w 2543175"/>
                <a:gd name="connsiteY191" fmla="*/ 1883569 h 1890712"/>
                <a:gd name="connsiteX192" fmla="*/ 2543175 w 2543175"/>
                <a:gd name="connsiteY192" fmla="*/ 1890712 h 1890712"/>
                <a:gd name="connsiteX0" fmla="*/ 0 w 2543175"/>
                <a:gd name="connsiteY0" fmla="*/ 0 h 1890712"/>
                <a:gd name="connsiteX1" fmla="*/ 11907 w 2543175"/>
                <a:gd name="connsiteY1" fmla="*/ 11906 h 1890712"/>
                <a:gd name="connsiteX2" fmla="*/ 21432 w 2543175"/>
                <a:gd name="connsiteY2" fmla="*/ 16669 h 1890712"/>
                <a:gd name="connsiteX3" fmla="*/ 23813 w 2543175"/>
                <a:gd name="connsiteY3" fmla="*/ 23812 h 1890712"/>
                <a:gd name="connsiteX4" fmla="*/ 33338 w 2543175"/>
                <a:gd name="connsiteY4" fmla="*/ 33337 h 1890712"/>
                <a:gd name="connsiteX5" fmla="*/ 40482 w 2543175"/>
                <a:gd name="connsiteY5" fmla="*/ 42862 h 1890712"/>
                <a:gd name="connsiteX6" fmla="*/ 47625 w 2543175"/>
                <a:gd name="connsiteY6" fmla="*/ 47625 h 1890712"/>
                <a:gd name="connsiteX7" fmla="*/ 57150 w 2543175"/>
                <a:gd name="connsiteY7" fmla="*/ 54769 h 1890712"/>
                <a:gd name="connsiteX8" fmla="*/ 64294 w 2543175"/>
                <a:gd name="connsiteY8" fmla="*/ 59531 h 1890712"/>
                <a:gd name="connsiteX9" fmla="*/ 83344 w 2543175"/>
                <a:gd name="connsiteY9" fmla="*/ 73819 h 1890712"/>
                <a:gd name="connsiteX10" fmla="*/ 97632 w 2543175"/>
                <a:gd name="connsiteY10" fmla="*/ 80962 h 1890712"/>
                <a:gd name="connsiteX11" fmla="*/ 104775 w 2543175"/>
                <a:gd name="connsiteY11" fmla="*/ 85725 h 1890712"/>
                <a:gd name="connsiteX12" fmla="*/ 114300 w 2543175"/>
                <a:gd name="connsiteY12" fmla="*/ 95250 h 1890712"/>
                <a:gd name="connsiteX13" fmla="*/ 123825 w 2543175"/>
                <a:gd name="connsiteY13" fmla="*/ 97631 h 1890712"/>
                <a:gd name="connsiteX14" fmla="*/ 130969 w 2543175"/>
                <a:gd name="connsiteY14" fmla="*/ 104775 h 1890712"/>
                <a:gd name="connsiteX15" fmla="*/ 140494 w 2543175"/>
                <a:gd name="connsiteY15" fmla="*/ 111919 h 1890712"/>
                <a:gd name="connsiteX16" fmla="*/ 147638 w 2543175"/>
                <a:gd name="connsiteY16" fmla="*/ 116681 h 1890712"/>
                <a:gd name="connsiteX17" fmla="*/ 164307 w 2543175"/>
                <a:gd name="connsiteY17" fmla="*/ 128587 h 1890712"/>
                <a:gd name="connsiteX18" fmla="*/ 180975 w 2543175"/>
                <a:gd name="connsiteY18" fmla="*/ 140494 h 1890712"/>
                <a:gd name="connsiteX19" fmla="*/ 197644 w 2543175"/>
                <a:gd name="connsiteY19" fmla="*/ 152400 h 1890712"/>
                <a:gd name="connsiteX20" fmla="*/ 204788 w 2543175"/>
                <a:gd name="connsiteY20" fmla="*/ 157162 h 1890712"/>
                <a:gd name="connsiteX21" fmla="*/ 214313 w 2543175"/>
                <a:gd name="connsiteY21" fmla="*/ 164306 h 1890712"/>
                <a:gd name="connsiteX22" fmla="*/ 230982 w 2543175"/>
                <a:gd name="connsiteY22" fmla="*/ 180975 h 1890712"/>
                <a:gd name="connsiteX23" fmla="*/ 247650 w 2543175"/>
                <a:gd name="connsiteY23" fmla="*/ 185737 h 1890712"/>
                <a:gd name="connsiteX24" fmla="*/ 259557 w 2543175"/>
                <a:gd name="connsiteY24" fmla="*/ 188119 h 1890712"/>
                <a:gd name="connsiteX25" fmla="*/ 266700 w 2543175"/>
                <a:gd name="connsiteY25" fmla="*/ 190500 h 1890712"/>
                <a:gd name="connsiteX26" fmla="*/ 283369 w 2543175"/>
                <a:gd name="connsiteY26" fmla="*/ 192881 h 1890712"/>
                <a:gd name="connsiteX27" fmla="*/ 302419 w 2543175"/>
                <a:gd name="connsiteY27" fmla="*/ 204787 h 1890712"/>
                <a:gd name="connsiteX28" fmla="*/ 309563 w 2543175"/>
                <a:gd name="connsiteY28" fmla="*/ 209550 h 1890712"/>
                <a:gd name="connsiteX29" fmla="*/ 319088 w 2543175"/>
                <a:gd name="connsiteY29" fmla="*/ 219075 h 1890712"/>
                <a:gd name="connsiteX30" fmla="*/ 333375 w 2543175"/>
                <a:gd name="connsiteY30" fmla="*/ 228600 h 1890712"/>
                <a:gd name="connsiteX31" fmla="*/ 340519 w 2543175"/>
                <a:gd name="connsiteY31" fmla="*/ 233362 h 1890712"/>
                <a:gd name="connsiteX32" fmla="*/ 354807 w 2543175"/>
                <a:gd name="connsiteY32" fmla="*/ 247650 h 1890712"/>
                <a:gd name="connsiteX33" fmla="*/ 366713 w 2543175"/>
                <a:gd name="connsiteY33" fmla="*/ 264319 h 1890712"/>
                <a:gd name="connsiteX34" fmla="*/ 371475 w 2543175"/>
                <a:gd name="connsiteY34" fmla="*/ 271462 h 1890712"/>
                <a:gd name="connsiteX35" fmla="*/ 378619 w 2543175"/>
                <a:gd name="connsiteY35" fmla="*/ 276225 h 1890712"/>
                <a:gd name="connsiteX36" fmla="*/ 385763 w 2543175"/>
                <a:gd name="connsiteY36" fmla="*/ 283369 h 1890712"/>
                <a:gd name="connsiteX37" fmla="*/ 395288 w 2543175"/>
                <a:gd name="connsiteY37" fmla="*/ 288131 h 1890712"/>
                <a:gd name="connsiteX38" fmla="*/ 404813 w 2543175"/>
                <a:gd name="connsiteY38" fmla="*/ 295275 h 1890712"/>
                <a:gd name="connsiteX39" fmla="*/ 411957 w 2543175"/>
                <a:gd name="connsiteY39" fmla="*/ 297656 h 1890712"/>
                <a:gd name="connsiteX40" fmla="*/ 421482 w 2543175"/>
                <a:gd name="connsiteY40" fmla="*/ 302419 h 1890712"/>
                <a:gd name="connsiteX41" fmla="*/ 447675 w 2543175"/>
                <a:gd name="connsiteY41" fmla="*/ 307181 h 1890712"/>
                <a:gd name="connsiteX42" fmla="*/ 461963 w 2543175"/>
                <a:gd name="connsiteY42" fmla="*/ 321469 h 1890712"/>
                <a:gd name="connsiteX43" fmla="*/ 466725 w 2543175"/>
                <a:gd name="connsiteY43" fmla="*/ 328612 h 1890712"/>
                <a:gd name="connsiteX44" fmla="*/ 476250 w 2543175"/>
                <a:gd name="connsiteY44" fmla="*/ 335756 h 1890712"/>
                <a:gd name="connsiteX45" fmla="*/ 481013 w 2543175"/>
                <a:gd name="connsiteY45" fmla="*/ 342900 h 1890712"/>
                <a:gd name="connsiteX46" fmla="*/ 490538 w 2543175"/>
                <a:gd name="connsiteY46" fmla="*/ 352425 h 1890712"/>
                <a:gd name="connsiteX47" fmla="*/ 495300 w 2543175"/>
                <a:gd name="connsiteY47" fmla="*/ 359569 h 1890712"/>
                <a:gd name="connsiteX48" fmla="*/ 509588 w 2543175"/>
                <a:gd name="connsiteY48" fmla="*/ 376237 h 1890712"/>
                <a:gd name="connsiteX49" fmla="*/ 514350 w 2543175"/>
                <a:gd name="connsiteY49" fmla="*/ 383381 h 1890712"/>
                <a:gd name="connsiteX50" fmla="*/ 531019 w 2543175"/>
                <a:gd name="connsiteY50" fmla="*/ 397669 h 1890712"/>
                <a:gd name="connsiteX51" fmla="*/ 538163 w 2543175"/>
                <a:gd name="connsiteY51" fmla="*/ 407194 h 1890712"/>
                <a:gd name="connsiteX52" fmla="*/ 554832 w 2543175"/>
                <a:gd name="connsiteY52" fmla="*/ 421481 h 1890712"/>
                <a:gd name="connsiteX53" fmla="*/ 564357 w 2543175"/>
                <a:gd name="connsiteY53" fmla="*/ 431006 h 1890712"/>
                <a:gd name="connsiteX54" fmla="*/ 573882 w 2543175"/>
                <a:gd name="connsiteY54" fmla="*/ 438150 h 1890712"/>
                <a:gd name="connsiteX55" fmla="*/ 595313 w 2543175"/>
                <a:gd name="connsiteY55" fmla="*/ 454819 h 1890712"/>
                <a:gd name="connsiteX56" fmla="*/ 602457 w 2543175"/>
                <a:gd name="connsiteY56" fmla="*/ 457200 h 1890712"/>
                <a:gd name="connsiteX57" fmla="*/ 628650 w 2543175"/>
                <a:gd name="connsiteY57" fmla="*/ 469106 h 1890712"/>
                <a:gd name="connsiteX58" fmla="*/ 645319 w 2543175"/>
                <a:gd name="connsiteY58" fmla="*/ 483394 h 1890712"/>
                <a:gd name="connsiteX59" fmla="*/ 654844 w 2543175"/>
                <a:gd name="connsiteY59" fmla="*/ 488156 h 1890712"/>
                <a:gd name="connsiteX60" fmla="*/ 661988 w 2543175"/>
                <a:gd name="connsiteY60" fmla="*/ 497681 h 1890712"/>
                <a:gd name="connsiteX61" fmla="*/ 683419 w 2543175"/>
                <a:gd name="connsiteY61" fmla="*/ 514350 h 1890712"/>
                <a:gd name="connsiteX62" fmla="*/ 700088 w 2543175"/>
                <a:gd name="connsiteY62" fmla="*/ 526256 h 1890712"/>
                <a:gd name="connsiteX63" fmla="*/ 709613 w 2543175"/>
                <a:gd name="connsiteY63" fmla="*/ 535781 h 1890712"/>
                <a:gd name="connsiteX64" fmla="*/ 719138 w 2543175"/>
                <a:gd name="connsiteY64" fmla="*/ 542925 h 1890712"/>
                <a:gd name="connsiteX65" fmla="*/ 733425 w 2543175"/>
                <a:gd name="connsiteY65" fmla="*/ 557212 h 1890712"/>
                <a:gd name="connsiteX66" fmla="*/ 750094 w 2543175"/>
                <a:gd name="connsiteY66" fmla="*/ 569119 h 1890712"/>
                <a:gd name="connsiteX67" fmla="*/ 769144 w 2543175"/>
                <a:gd name="connsiteY67" fmla="*/ 581025 h 1890712"/>
                <a:gd name="connsiteX68" fmla="*/ 785813 w 2543175"/>
                <a:gd name="connsiteY68" fmla="*/ 590550 h 1890712"/>
                <a:gd name="connsiteX69" fmla="*/ 792957 w 2543175"/>
                <a:gd name="connsiteY69" fmla="*/ 600075 h 1890712"/>
                <a:gd name="connsiteX70" fmla="*/ 809625 w 2543175"/>
                <a:gd name="connsiteY70" fmla="*/ 611981 h 1890712"/>
                <a:gd name="connsiteX71" fmla="*/ 816769 w 2543175"/>
                <a:gd name="connsiteY71" fmla="*/ 619125 h 1890712"/>
                <a:gd name="connsiteX72" fmla="*/ 826294 w 2543175"/>
                <a:gd name="connsiteY72" fmla="*/ 626269 h 1890712"/>
                <a:gd name="connsiteX73" fmla="*/ 840582 w 2543175"/>
                <a:gd name="connsiteY73" fmla="*/ 638175 h 1890712"/>
                <a:gd name="connsiteX74" fmla="*/ 847725 w 2543175"/>
                <a:gd name="connsiteY74" fmla="*/ 645319 h 1890712"/>
                <a:gd name="connsiteX75" fmla="*/ 857250 w 2543175"/>
                <a:gd name="connsiteY75" fmla="*/ 652462 h 1890712"/>
                <a:gd name="connsiteX76" fmla="*/ 864394 w 2543175"/>
                <a:gd name="connsiteY76" fmla="*/ 657225 h 1890712"/>
                <a:gd name="connsiteX77" fmla="*/ 888207 w 2543175"/>
                <a:gd name="connsiteY77" fmla="*/ 676275 h 1890712"/>
                <a:gd name="connsiteX78" fmla="*/ 895350 w 2543175"/>
                <a:gd name="connsiteY78" fmla="*/ 681037 h 1890712"/>
                <a:gd name="connsiteX79" fmla="*/ 907257 w 2543175"/>
                <a:gd name="connsiteY79" fmla="*/ 683419 h 1890712"/>
                <a:gd name="connsiteX80" fmla="*/ 928688 w 2543175"/>
                <a:gd name="connsiteY80" fmla="*/ 695325 h 1890712"/>
                <a:gd name="connsiteX81" fmla="*/ 942975 w 2543175"/>
                <a:gd name="connsiteY81" fmla="*/ 700087 h 1890712"/>
                <a:gd name="connsiteX82" fmla="*/ 964407 w 2543175"/>
                <a:gd name="connsiteY82" fmla="*/ 716756 h 1890712"/>
                <a:gd name="connsiteX83" fmla="*/ 971550 w 2543175"/>
                <a:gd name="connsiteY83" fmla="*/ 723900 h 1890712"/>
                <a:gd name="connsiteX84" fmla="*/ 983457 w 2543175"/>
                <a:gd name="connsiteY84" fmla="*/ 733425 h 1890712"/>
                <a:gd name="connsiteX85" fmla="*/ 990600 w 2543175"/>
                <a:gd name="connsiteY85" fmla="*/ 738187 h 1890712"/>
                <a:gd name="connsiteX86" fmla="*/ 1007269 w 2543175"/>
                <a:gd name="connsiteY86" fmla="*/ 752475 h 1890712"/>
                <a:gd name="connsiteX87" fmla="*/ 1031082 w 2543175"/>
                <a:gd name="connsiteY87" fmla="*/ 766762 h 1890712"/>
                <a:gd name="connsiteX88" fmla="*/ 1042988 w 2543175"/>
                <a:gd name="connsiteY88" fmla="*/ 773906 h 1890712"/>
                <a:gd name="connsiteX89" fmla="*/ 1071563 w 2543175"/>
                <a:gd name="connsiteY89" fmla="*/ 785812 h 1890712"/>
                <a:gd name="connsiteX90" fmla="*/ 1097757 w 2543175"/>
                <a:gd name="connsiteY90" fmla="*/ 807244 h 1890712"/>
                <a:gd name="connsiteX91" fmla="*/ 1104900 w 2543175"/>
                <a:gd name="connsiteY91" fmla="*/ 814387 h 1890712"/>
                <a:gd name="connsiteX92" fmla="*/ 1121569 w 2543175"/>
                <a:gd name="connsiteY92" fmla="*/ 823912 h 1890712"/>
                <a:gd name="connsiteX93" fmla="*/ 1138238 w 2543175"/>
                <a:gd name="connsiteY93" fmla="*/ 835819 h 1890712"/>
                <a:gd name="connsiteX94" fmla="*/ 1147763 w 2543175"/>
                <a:gd name="connsiteY94" fmla="*/ 842962 h 1890712"/>
                <a:gd name="connsiteX95" fmla="*/ 1157288 w 2543175"/>
                <a:gd name="connsiteY95" fmla="*/ 847725 h 1890712"/>
                <a:gd name="connsiteX96" fmla="*/ 1178719 w 2543175"/>
                <a:gd name="connsiteY96" fmla="*/ 859631 h 1890712"/>
                <a:gd name="connsiteX97" fmla="*/ 1188244 w 2543175"/>
                <a:gd name="connsiteY97" fmla="*/ 866775 h 1890712"/>
                <a:gd name="connsiteX98" fmla="*/ 1195388 w 2543175"/>
                <a:gd name="connsiteY98" fmla="*/ 871537 h 1890712"/>
                <a:gd name="connsiteX99" fmla="*/ 1212057 w 2543175"/>
                <a:gd name="connsiteY99" fmla="*/ 883444 h 1890712"/>
                <a:gd name="connsiteX100" fmla="*/ 1226344 w 2543175"/>
                <a:gd name="connsiteY100" fmla="*/ 895350 h 1890712"/>
                <a:gd name="connsiteX101" fmla="*/ 1245394 w 2543175"/>
                <a:gd name="connsiteY101" fmla="*/ 907256 h 1890712"/>
                <a:gd name="connsiteX102" fmla="*/ 1254919 w 2543175"/>
                <a:gd name="connsiteY102" fmla="*/ 914400 h 1890712"/>
                <a:gd name="connsiteX103" fmla="*/ 1269207 w 2543175"/>
                <a:gd name="connsiteY103" fmla="*/ 921544 h 1890712"/>
                <a:gd name="connsiteX104" fmla="*/ 1290638 w 2543175"/>
                <a:gd name="connsiteY104" fmla="*/ 935831 h 1890712"/>
                <a:gd name="connsiteX105" fmla="*/ 1307307 w 2543175"/>
                <a:gd name="connsiteY105" fmla="*/ 952500 h 1890712"/>
                <a:gd name="connsiteX106" fmla="*/ 1333500 w 2543175"/>
                <a:gd name="connsiteY106" fmla="*/ 971550 h 1890712"/>
                <a:gd name="connsiteX107" fmla="*/ 1359694 w 2543175"/>
                <a:gd name="connsiteY107" fmla="*/ 990600 h 1890712"/>
                <a:gd name="connsiteX108" fmla="*/ 1373982 w 2543175"/>
                <a:gd name="connsiteY108" fmla="*/ 997744 h 1890712"/>
                <a:gd name="connsiteX109" fmla="*/ 1388269 w 2543175"/>
                <a:gd name="connsiteY109" fmla="*/ 1007269 h 1890712"/>
                <a:gd name="connsiteX110" fmla="*/ 1414463 w 2543175"/>
                <a:gd name="connsiteY110" fmla="*/ 1019175 h 1890712"/>
                <a:gd name="connsiteX111" fmla="*/ 1428750 w 2543175"/>
                <a:gd name="connsiteY111" fmla="*/ 1026319 h 1890712"/>
                <a:gd name="connsiteX112" fmla="*/ 1471613 w 2543175"/>
                <a:gd name="connsiteY112" fmla="*/ 1059656 h 1890712"/>
                <a:gd name="connsiteX113" fmla="*/ 1495425 w 2543175"/>
                <a:gd name="connsiteY113" fmla="*/ 1088231 h 1890712"/>
                <a:gd name="connsiteX114" fmla="*/ 1526382 w 2543175"/>
                <a:gd name="connsiteY114" fmla="*/ 1085850 h 1890712"/>
                <a:gd name="connsiteX115" fmla="*/ 1559719 w 2543175"/>
                <a:gd name="connsiteY115" fmla="*/ 1121569 h 1890712"/>
                <a:gd name="connsiteX116" fmla="*/ 1569244 w 2543175"/>
                <a:gd name="connsiteY116" fmla="*/ 1131094 h 1890712"/>
                <a:gd name="connsiteX117" fmla="*/ 1597819 w 2543175"/>
                <a:gd name="connsiteY117" fmla="*/ 1154906 h 1890712"/>
                <a:gd name="connsiteX118" fmla="*/ 1604963 w 2543175"/>
                <a:gd name="connsiteY118" fmla="*/ 1162050 h 1890712"/>
                <a:gd name="connsiteX119" fmla="*/ 1612107 w 2543175"/>
                <a:gd name="connsiteY119" fmla="*/ 1166812 h 1890712"/>
                <a:gd name="connsiteX120" fmla="*/ 1628775 w 2543175"/>
                <a:gd name="connsiteY120" fmla="*/ 1183481 h 1890712"/>
                <a:gd name="connsiteX121" fmla="*/ 1662113 w 2543175"/>
                <a:gd name="connsiteY121" fmla="*/ 1209675 h 1890712"/>
                <a:gd name="connsiteX122" fmla="*/ 1678782 w 2543175"/>
                <a:gd name="connsiteY122" fmla="*/ 1226344 h 1890712"/>
                <a:gd name="connsiteX123" fmla="*/ 1700213 w 2543175"/>
                <a:gd name="connsiteY123" fmla="*/ 1247775 h 1890712"/>
                <a:gd name="connsiteX124" fmla="*/ 1712119 w 2543175"/>
                <a:gd name="connsiteY124" fmla="*/ 1259681 h 1890712"/>
                <a:gd name="connsiteX125" fmla="*/ 1733550 w 2543175"/>
                <a:gd name="connsiteY125" fmla="*/ 1273969 h 1890712"/>
                <a:gd name="connsiteX126" fmla="*/ 1743075 w 2543175"/>
                <a:gd name="connsiteY126" fmla="*/ 1283494 h 1890712"/>
                <a:gd name="connsiteX127" fmla="*/ 1754982 w 2543175"/>
                <a:gd name="connsiteY127" fmla="*/ 1290637 h 1890712"/>
                <a:gd name="connsiteX128" fmla="*/ 1766888 w 2543175"/>
                <a:gd name="connsiteY128" fmla="*/ 1300162 h 1890712"/>
                <a:gd name="connsiteX129" fmla="*/ 1783557 w 2543175"/>
                <a:gd name="connsiteY129" fmla="*/ 1307306 h 1890712"/>
                <a:gd name="connsiteX130" fmla="*/ 1790700 w 2543175"/>
                <a:gd name="connsiteY130" fmla="*/ 1312069 h 1890712"/>
                <a:gd name="connsiteX131" fmla="*/ 1800225 w 2543175"/>
                <a:gd name="connsiteY131" fmla="*/ 1319212 h 1890712"/>
                <a:gd name="connsiteX132" fmla="*/ 1807369 w 2543175"/>
                <a:gd name="connsiteY132" fmla="*/ 1321594 h 1890712"/>
                <a:gd name="connsiteX133" fmla="*/ 1824038 w 2543175"/>
                <a:gd name="connsiteY133" fmla="*/ 1333500 h 1890712"/>
                <a:gd name="connsiteX134" fmla="*/ 1843088 w 2543175"/>
                <a:gd name="connsiteY134" fmla="*/ 1352550 h 1890712"/>
                <a:gd name="connsiteX135" fmla="*/ 1852613 w 2543175"/>
                <a:gd name="connsiteY135" fmla="*/ 1359694 h 1890712"/>
                <a:gd name="connsiteX136" fmla="*/ 1859757 w 2543175"/>
                <a:gd name="connsiteY136" fmla="*/ 1366837 h 1890712"/>
                <a:gd name="connsiteX137" fmla="*/ 1869282 w 2543175"/>
                <a:gd name="connsiteY137" fmla="*/ 1371600 h 1890712"/>
                <a:gd name="connsiteX138" fmla="*/ 1883569 w 2543175"/>
                <a:gd name="connsiteY138" fmla="*/ 1388269 h 1890712"/>
                <a:gd name="connsiteX139" fmla="*/ 1893094 w 2543175"/>
                <a:gd name="connsiteY139" fmla="*/ 1395412 h 1890712"/>
                <a:gd name="connsiteX140" fmla="*/ 1902619 w 2543175"/>
                <a:gd name="connsiteY140" fmla="*/ 1404937 h 1890712"/>
                <a:gd name="connsiteX141" fmla="*/ 1912144 w 2543175"/>
                <a:gd name="connsiteY141" fmla="*/ 1409700 h 1890712"/>
                <a:gd name="connsiteX142" fmla="*/ 1931194 w 2543175"/>
                <a:gd name="connsiteY142" fmla="*/ 1421606 h 1890712"/>
                <a:gd name="connsiteX143" fmla="*/ 1935957 w 2543175"/>
                <a:gd name="connsiteY143" fmla="*/ 1428750 h 1890712"/>
                <a:gd name="connsiteX144" fmla="*/ 1952625 w 2543175"/>
                <a:gd name="connsiteY144" fmla="*/ 1438275 h 1890712"/>
                <a:gd name="connsiteX145" fmla="*/ 1971675 w 2543175"/>
                <a:gd name="connsiteY145" fmla="*/ 1450181 h 1890712"/>
                <a:gd name="connsiteX146" fmla="*/ 1981200 w 2543175"/>
                <a:gd name="connsiteY146" fmla="*/ 1454944 h 1890712"/>
                <a:gd name="connsiteX147" fmla="*/ 1997869 w 2543175"/>
                <a:gd name="connsiteY147" fmla="*/ 1471612 h 1890712"/>
                <a:gd name="connsiteX148" fmla="*/ 2007394 w 2543175"/>
                <a:gd name="connsiteY148" fmla="*/ 1478756 h 1890712"/>
                <a:gd name="connsiteX149" fmla="*/ 2016919 w 2543175"/>
                <a:gd name="connsiteY149" fmla="*/ 1483519 h 1890712"/>
                <a:gd name="connsiteX150" fmla="*/ 2024063 w 2543175"/>
                <a:gd name="connsiteY150" fmla="*/ 1490662 h 1890712"/>
                <a:gd name="connsiteX151" fmla="*/ 2033588 w 2543175"/>
                <a:gd name="connsiteY151" fmla="*/ 1495425 h 1890712"/>
                <a:gd name="connsiteX152" fmla="*/ 2040732 w 2543175"/>
                <a:gd name="connsiteY152" fmla="*/ 1502569 h 1890712"/>
                <a:gd name="connsiteX153" fmla="*/ 2047875 w 2543175"/>
                <a:gd name="connsiteY153" fmla="*/ 1507331 h 1890712"/>
                <a:gd name="connsiteX154" fmla="*/ 2057400 w 2543175"/>
                <a:gd name="connsiteY154" fmla="*/ 1514475 h 1890712"/>
                <a:gd name="connsiteX155" fmla="*/ 2064544 w 2543175"/>
                <a:gd name="connsiteY155" fmla="*/ 1519237 h 1890712"/>
                <a:gd name="connsiteX156" fmla="*/ 2071688 w 2543175"/>
                <a:gd name="connsiteY156" fmla="*/ 1526381 h 1890712"/>
                <a:gd name="connsiteX157" fmla="*/ 2081213 w 2543175"/>
                <a:gd name="connsiteY157" fmla="*/ 1531144 h 1890712"/>
                <a:gd name="connsiteX158" fmla="*/ 2090738 w 2543175"/>
                <a:gd name="connsiteY158" fmla="*/ 1538287 h 1890712"/>
                <a:gd name="connsiteX159" fmla="*/ 2109788 w 2543175"/>
                <a:gd name="connsiteY159" fmla="*/ 1547812 h 1890712"/>
                <a:gd name="connsiteX160" fmla="*/ 2131219 w 2543175"/>
                <a:gd name="connsiteY160" fmla="*/ 1562100 h 1890712"/>
                <a:gd name="connsiteX161" fmla="*/ 2140744 w 2543175"/>
                <a:gd name="connsiteY161" fmla="*/ 1566862 h 1890712"/>
                <a:gd name="connsiteX162" fmla="*/ 2152650 w 2543175"/>
                <a:gd name="connsiteY162" fmla="*/ 1576387 h 1890712"/>
                <a:gd name="connsiteX163" fmla="*/ 2181225 w 2543175"/>
                <a:gd name="connsiteY163" fmla="*/ 1590675 h 1890712"/>
                <a:gd name="connsiteX164" fmla="*/ 2200275 w 2543175"/>
                <a:gd name="connsiteY164" fmla="*/ 1607344 h 1890712"/>
                <a:gd name="connsiteX165" fmla="*/ 2207419 w 2543175"/>
                <a:gd name="connsiteY165" fmla="*/ 1612106 h 1890712"/>
                <a:gd name="connsiteX166" fmla="*/ 2216944 w 2543175"/>
                <a:gd name="connsiteY166" fmla="*/ 1619250 h 1890712"/>
                <a:gd name="connsiteX167" fmla="*/ 2224088 w 2543175"/>
                <a:gd name="connsiteY167" fmla="*/ 1624012 h 1890712"/>
                <a:gd name="connsiteX168" fmla="*/ 2247900 w 2543175"/>
                <a:gd name="connsiteY168" fmla="*/ 1643062 h 1890712"/>
                <a:gd name="connsiteX169" fmla="*/ 2255044 w 2543175"/>
                <a:gd name="connsiteY169" fmla="*/ 1650206 h 1890712"/>
                <a:gd name="connsiteX170" fmla="*/ 2281238 w 2543175"/>
                <a:gd name="connsiteY170" fmla="*/ 1664494 h 1890712"/>
                <a:gd name="connsiteX171" fmla="*/ 2297907 w 2543175"/>
                <a:gd name="connsiteY171" fmla="*/ 1674019 h 1890712"/>
                <a:gd name="connsiteX172" fmla="*/ 2305050 w 2543175"/>
                <a:gd name="connsiteY172" fmla="*/ 1678781 h 1890712"/>
                <a:gd name="connsiteX173" fmla="*/ 2312194 w 2543175"/>
                <a:gd name="connsiteY173" fmla="*/ 1685925 h 1890712"/>
                <a:gd name="connsiteX174" fmla="*/ 2321719 w 2543175"/>
                <a:gd name="connsiteY174" fmla="*/ 1690687 h 1890712"/>
                <a:gd name="connsiteX175" fmla="*/ 2328863 w 2543175"/>
                <a:gd name="connsiteY175" fmla="*/ 1697831 h 1890712"/>
                <a:gd name="connsiteX176" fmla="*/ 2350294 w 2543175"/>
                <a:gd name="connsiteY176" fmla="*/ 1712119 h 1890712"/>
                <a:gd name="connsiteX177" fmla="*/ 2359819 w 2543175"/>
                <a:gd name="connsiteY177" fmla="*/ 1719262 h 1890712"/>
                <a:gd name="connsiteX178" fmla="*/ 2369344 w 2543175"/>
                <a:gd name="connsiteY178" fmla="*/ 1724025 h 1890712"/>
                <a:gd name="connsiteX179" fmla="*/ 2376488 w 2543175"/>
                <a:gd name="connsiteY179" fmla="*/ 1731169 h 1890712"/>
                <a:gd name="connsiteX180" fmla="*/ 2402682 w 2543175"/>
                <a:gd name="connsiteY180" fmla="*/ 1747837 h 1890712"/>
                <a:gd name="connsiteX181" fmla="*/ 2450307 w 2543175"/>
                <a:gd name="connsiteY181" fmla="*/ 1769269 h 1890712"/>
                <a:gd name="connsiteX182" fmla="*/ 2466975 w 2543175"/>
                <a:gd name="connsiteY182" fmla="*/ 1783556 h 1890712"/>
                <a:gd name="connsiteX183" fmla="*/ 2481263 w 2543175"/>
                <a:gd name="connsiteY183" fmla="*/ 1795462 h 1890712"/>
                <a:gd name="connsiteX184" fmla="*/ 2486025 w 2543175"/>
                <a:gd name="connsiteY184" fmla="*/ 1802606 h 1890712"/>
                <a:gd name="connsiteX185" fmla="*/ 2493169 w 2543175"/>
                <a:gd name="connsiteY185" fmla="*/ 1807369 h 1890712"/>
                <a:gd name="connsiteX186" fmla="*/ 2495550 w 2543175"/>
                <a:gd name="connsiteY186" fmla="*/ 1816894 h 1890712"/>
                <a:gd name="connsiteX187" fmla="*/ 2497932 w 2543175"/>
                <a:gd name="connsiteY187" fmla="*/ 1824037 h 1890712"/>
                <a:gd name="connsiteX188" fmla="*/ 2514600 w 2543175"/>
                <a:gd name="connsiteY188" fmla="*/ 1850231 h 1890712"/>
                <a:gd name="connsiteX189" fmla="*/ 2519363 w 2543175"/>
                <a:gd name="connsiteY189" fmla="*/ 1857375 h 1890712"/>
                <a:gd name="connsiteX190" fmla="*/ 2540794 w 2543175"/>
                <a:gd name="connsiteY190" fmla="*/ 1883569 h 1890712"/>
                <a:gd name="connsiteX191" fmla="*/ 2543175 w 2543175"/>
                <a:gd name="connsiteY191" fmla="*/ 1890712 h 1890712"/>
                <a:gd name="connsiteX0" fmla="*/ 0 w 2543175"/>
                <a:gd name="connsiteY0" fmla="*/ 0 h 1890712"/>
                <a:gd name="connsiteX1" fmla="*/ 11907 w 2543175"/>
                <a:gd name="connsiteY1" fmla="*/ 11906 h 1890712"/>
                <a:gd name="connsiteX2" fmla="*/ 21432 w 2543175"/>
                <a:gd name="connsiteY2" fmla="*/ 16669 h 1890712"/>
                <a:gd name="connsiteX3" fmla="*/ 23813 w 2543175"/>
                <a:gd name="connsiteY3" fmla="*/ 23812 h 1890712"/>
                <a:gd name="connsiteX4" fmla="*/ 33338 w 2543175"/>
                <a:gd name="connsiteY4" fmla="*/ 33337 h 1890712"/>
                <a:gd name="connsiteX5" fmla="*/ 40482 w 2543175"/>
                <a:gd name="connsiteY5" fmla="*/ 42862 h 1890712"/>
                <a:gd name="connsiteX6" fmla="*/ 47625 w 2543175"/>
                <a:gd name="connsiteY6" fmla="*/ 47625 h 1890712"/>
                <a:gd name="connsiteX7" fmla="*/ 57150 w 2543175"/>
                <a:gd name="connsiteY7" fmla="*/ 54769 h 1890712"/>
                <a:gd name="connsiteX8" fmla="*/ 64294 w 2543175"/>
                <a:gd name="connsiteY8" fmla="*/ 59531 h 1890712"/>
                <a:gd name="connsiteX9" fmla="*/ 83344 w 2543175"/>
                <a:gd name="connsiteY9" fmla="*/ 73819 h 1890712"/>
                <a:gd name="connsiteX10" fmla="*/ 97632 w 2543175"/>
                <a:gd name="connsiteY10" fmla="*/ 80962 h 1890712"/>
                <a:gd name="connsiteX11" fmla="*/ 104775 w 2543175"/>
                <a:gd name="connsiteY11" fmla="*/ 85725 h 1890712"/>
                <a:gd name="connsiteX12" fmla="*/ 114300 w 2543175"/>
                <a:gd name="connsiteY12" fmla="*/ 95250 h 1890712"/>
                <a:gd name="connsiteX13" fmla="*/ 123825 w 2543175"/>
                <a:gd name="connsiteY13" fmla="*/ 97631 h 1890712"/>
                <a:gd name="connsiteX14" fmla="*/ 130969 w 2543175"/>
                <a:gd name="connsiteY14" fmla="*/ 104775 h 1890712"/>
                <a:gd name="connsiteX15" fmla="*/ 140494 w 2543175"/>
                <a:gd name="connsiteY15" fmla="*/ 111919 h 1890712"/>
                <a:gd name="connsiteX16" fmla="*/ 147638 w 2543175"/>
                <a:gd name="connsiteY16" fmla="*/ 116681 h 1890712"/>
                <a:gd name="connsiteX17" fmla="*/ 164307 w 2543175"/>
                <a:gd name="connsiteY17" fmla="*/ 128587 h 1890712"/>
                <a:gd name="connsiteX18" fmla="*/ 180975 w 2543175"/>
                <a:gd name="connsiteY18" fmla="*/ 140494 h 1890712"/>
                <a:gd name="connsiteX19" fmla="*/ 197644 w 2543175"/>
                <a:gd name="connsiteY19" fmla="*/ 152400 h 1890712"/>
                <a:gd name="connsiteX20" fmla="*/ 204788 w 2543175"/>
                <a:gd name="connsiteY20" fmla="*/ 157162 h 1890712"/>
                <a:gd name="connsiteX21" fmla="*/ 214313 w 2543175"/>
                <a:gd name="connsiteY21" fmla="*/ 164306 h 1890712"/>
                <a:gd name="connsiteX22" fmla="*/ 230982 w 2543175"/>
                <a:gd name="connsiteY22" fmla="*/ 180975 h 1890712"/>
                <a:gd name="connsiteX23" fmla="*/ 247650 w 2543175"/>
                <a:gd name="connsiteY23" fmla="*/ 185737 h 1890712"/>
                <a:gd name="connsiteX24" fmla="*/ 259557 w 2543175"/>
                <a:gd name="connsiteY24" fmla="*/ 188119 h 1890712"/>
                <a:gd name="connsiteX25" fmla="*/ 266700 w 2543175"/>
                <a:gd name="connsiteY25" fmla="*/ 190500 h 1890712"/>
                <a:gd name="connsiteX26" fmla="*/ 283369 w 2543175"/>
                <a:gd name="connsiteY26" fmla="*/ 192881 h 1890712"/>
                <a:gd name="connsiteX27" fmla="*/ 302419 w 2543175"/>
                <a:gd name="connsiteY27" fmla="*/ 204787 h 1890712"/>
                <a:gd name="connsiteX28" fmla="*/ 309563 w 2543175"/>
                <a:gd name="connsiteY28" fmla="*/ 209550 h 1890712"/>
                <a:gd name="connsiteX29" fmla="*/ 319088 w 2543175"/>
                <a:gd name="connsiteY29" fmla="*/ 219075 h 1890712"/>
                <a:gd name="connsiteX30" fmla="*/ 333375 w 2543175"/>
                <a:gd name="connsiteY30" fmla="*/ 228600 h 1890712"/>
                <a:gd name="connsiteX31" fmla="*/ 340519 w 2543175"/>
                <a:gd name="connsiteY31" fmla="*/ 233362 h 1890712"/>
                <a:gd name="connsiteX32" fmla="*/ 354807 w 2543175"/>
                <a:gd name="connsiteY32" fmla="*/ 247650 h 1890712"/>
                <a:gd name="connsiteX33" fmla="*/ 366713 w 2543175"/>
                <a:gd name="connsiteY33" fmla="*/ 264319 h 1890712"/>
                <a:gd name="connsiteX34" fmla="*/ 371475 w 2543175"/>
                <a:gd name="connsiteY34" fmla="*/ 271462 h 1890712"/>
                <a:gd name="connsiteX35" fmla="*/ 378619 w 2543175"/>
                <a:gd name="connsiteY35" fmla="*/ 276225 h 1890712"/>
                <a:gd name="connsiteX36" fmla="*/ 385763 w 2543175"/>
                <a:gd name="connsiteY36" fmla="*/ 283369 h 1890712"/>
                <a:gd name="connsiteX37" fmla="*/ 395288 w 2543175"/>
                <a:gd name="connsiteY37" fmla="*/ 288131 h 1890712"/>
                <a:gd name="connsiteX38" fmla="*/ 404813 w 2543175"/>
                <a:gd name="connsiteY38" fmla="*/ 295275 h 1890712"/>
                <a:gd name="connsiteX39" fmla="*/ 411957 w 2543175"/>
                <a:gd name="connsiteY39" fmla="*/ 297656 h 1890712"/>
                <a:gd name="connsiteX40" fmla="*/ 421482 w 2543175"/>
                <a:gd name="connsiteY40" fmla="*/ 302419 h 1890712"/>
                <a:gd name="connsiteX41" fmla="*/ 447675 w 2543175"/>
                <a:gd name="connsiteY41" fmla="*/ 307181 h 1890712"/>
                <a:gd name="connsiteX42" fmla="*/ 461963 w 2543175"/>
                <a:gd name="connsiteY42" fmla="*/ 321469 h 1890712"/>
                <a:gd name="connsiteX43" fmla="*/ 466725 w 2543175"/>
                <a:gd name="connsiteY43" fmla="*/ 328612 h 1890712"/>
                <a:gd name="connsiteX44" fmla="*/ 476250 w 2543175"/>
                <a:gd name="connsiteY44" fmla="*/ 335756 h 1890712"/>
                <a:gd name="connsiteX45" fmla="*/ 481013 w 2543175"/>
                <a:gd name="connsiteY45" fmla="*/ 342900 h 1890712"/>
                <a:gd name="connsiteX46" fmla="*/ 490538 w 2543175"/>
                <a:gd name="connsiteY46" fmla="*/ 352425 h 1890712"/>
                <a:gd name="connsiteX47" fmla="*/ 495300 w 2543175"/>
                <a:gd name="connsiteY47" fmla="*/ 359569 h 1890712"/>
                <a:gd name="connsiteX48" fmla="*/ 509588 w 2543175"/>
                <a:gd name="connsiteY48" fmla="*/ 376237 h 1890712"/>
                <a:gd name="connsiteX49" fmla="*/ 514350 w 2543175"/>
                <a:gd name="connsiteY49" fmla="*/ 383381 h 1890712"/>
                <a:gd name="connsiteX50" fmla="*/ 531019 w 2543175"/>
                <a:gd name="connsiteY50" fmla="*/ 397669 h 1890712"/>
                <a:gd name="connsiteX51" fmla="*/ 538163 w 2543175"/>
                <a:gd name="connsiteY51" fmla="*/ 407194 h 1890712"/>
                <a:gd name="connsiteX52" fmla="*/ 554832 w 2543175"/>
                <a:gd name="connsiteY52" fmla="*/ 421481 h 1890712"/>
                <a:gd name="connsiteX53" fmla="*/ 564357 w 2543175"/>
                <a:gd name="connsiteY53" fmla="*/ 431006 h 1890712"/>
                <a:gd name="connsiteX54" fmla="*/ 573882 w 2543175"/>
                <a:gd name="connsiteY54" fmla="*/ 438150 h 1890712"/>
                <a:gd name="connsiteX55" fmla="*/ 595313 w 2543175"/>
                <a:gd name="connsiteY55" fmla="*/ 454819 h 1890712"/>
                <a:gd name="connsiteX56" fmla="*/ 602457 w 2543175"/>
                <a:gd name="connsiteY56" fmla="*/ 457200 h 1890712"/>
                <a:gd name="connsiteX57" fmla="*/ 628650 w 2543175"/>
                <a:gd name="connsiteY57" fmla="*/ 469106 h 1890712"/>
                <a:gd name="connsiteX58" fmla="*/ 645319 w 2543175"/>
                <a:gd name="connsiteY58" fmla="*/ 483394 h 1890712"/>
                <a:gd name="connsiteX59" fmla="*/ 654844 w 2543175"/>
                <a:gd name="connsiteY59" fmla="*/ 488156 h 1890712"/>
                <a:gd name="connsiteX60" fmla="*/ 661988 w 2543175"/>
                <a:gd name="connsiteY60" fmla="*/ 497681 h 1890712"/>
                <a:gd name="connsiteX61" fmla="*/ 683419 w 2543175"/>
                <a:gd name="connsiteY61" fmla="*/ 514350 h 1890712"/>
                <a:gd name="connsiteX62" fmla="*/ 700088 w 2543175"/>
                <a:gd name="connsiteY62" fmla="*/ 526256 h 1890712"/>
                <a:gd name="connsiteX63" fmla="*/ 709613 w 2543175"/>
                <a:gd name="connsiteY63" fmla="*/ 535781 h 1890712"/>
                <a:gd name="connsiteX64" fmla="*/ 719138 w 2543175"/>
                <a:gd name="connsiteY64" fmla="*/ 542925 h 1890712"/>
                <a:gd name="connsiteX65" fmla="*/ 733425 w 2543175"/>
                <a:gd name="connsiteY65" fmla="*/ 557212 h 1890712"/>
                <a:gd name="connsiteX66" fmla="*/ 750094 w 2543175"/>
                <a:gd name="connsiteY66" fmla="*/ 569119 h 1890712"/>
                <a:gd name="connsiteX67" fmla="*/ 769144 w 2543175"/>
                <a:gd name="connsiteY67" fmla="*/ 581025 h 1890712"/>
                <a:gd name="connsiteX68" fmla="*/ 785813 w 2543175"/>
                <a:gd name="connsiteY68" fmla="*/ 590550 h 1890712"/>
                <a:gd name="connsiteX69" fmla="*/ 792957 w 2543175"/>
                <a:gd name="connsiteY69" fmla="*/ 600075 h 1890712"/>
                <a:gd name="connsiteX70" fmla="*/ 809625 w 2543175"/>
                <a:gd name="connsiteY70" fmla="*/ 611981 h 1890712"/>
                <a:gd name="connsiteX71" fmla="*/ 816769 w 2543175"/>
                <a:gd name="connsiteY71" fmla="*/ 619125 h 1890712"/>
                <a:gd name="connsiteX72" fmla="*/ 826294 w 2543175"/>
                <a:gd name="connsiteY72" fmla="*/ 626269 h 1890712"/>
                <a:gd name="connsiteX73" fmla="*/ 840582 w 2543175"/>
                <a:gd name="connsiteY73" fmla="*/ 638175 h 1890712"/>
                <a:gd name="connsiteX74" fmla="*/ 847725 w 2543175"/>
                <a:gd name="connsiteY74" fmla="*/ 645319 h 1890712"/>
                <a:gd name="connsiteX75" fmla="*/ 857250 w 2543175"/>
                <a:gd name="connsiteY75" fmla="*/ 652462 h 1890712"/>
                <a:gd name="connsiteX76" fmla="*/ 864394 w 2543175"/>
                <a:gd name="connsiteY76" fmla="*/ 657225 h 1890712"/>
                <a:gd name="connsiteX77" fmla="*/ 888207 w 2543175"/>
                <a:gd name="connsiteY77" fmla="*/ 676275 h 1890712"/>
                <a:gd name="connsiteX78" fmla="*/ 895350 w 2543175"/>
                <a:gd name="connsiteY78" fmla="*/ 681037 h 1890712"/>
                <a:gd name="connsiteX79" fmla="*/ 907257 w 2543175"/>
                <a:gd name="connsiteY79" fmla="*/ 683419 h 1890712"/>
                <a:gd name="connsiteX80" fmla="*/ 928688 w 2543175"/>
                <a:gd name="connsiteY80" fmla="*/ 695325 h 1890712"/>
                <a:gd name="connsiteX81" fmla="*/ 942975 w 2543175"/>
                <a:gd name="connsiteY81" fmla="*/ 700087 h 1890712"/>
                <a:gd name="connsiteX82" fmla="*/ 964407 w 2543175"/>
                <a:gd name="connsiteY82" fmla="*/ 716756 h 1890712"/>
                <a:gd name="connsiteX83" fmla="*/ 971550 w 2543175"/>
                <a:gd name="connsiteY83" fmla="*/ 723900 h 1890712"/>
                <a:gd name="connsiteX84" fmla="*/ 983457 w 2543175"/>
                <a:gd name="connsiteY84" fmla="*/ 733425 h 1890712"/>
                <a:gd name="connsiteX85" fmla="*/ 990600 w 2543175"/>
                <a:gd name="connsiteY85" fmla="*/ 738187 h 1890712"/>
                <a:gd name="connsiteX86" fmla="*/ 1007269 w 2543175"/>
                <a:gd name="connsiteY86" fmla="*/ 752475 h 1890712"/>
                <a:gd name="connsiteX87" fmla="*/ 1031082 w 2543175"/>
                <a:gd name="connsiteY87" fmla="*/ 766762 h 1890712"/>
                <a:gd name="connsiteX88" fmla="*/ 1042988 w 2543175"/>
                <a:gd name="connsiteY88" fmla="*/ 773906 h 1890712"/>
                <a:gd name="connsiteX89" fmla="*/ 1071563 w 2543175"/>
                <a:gd name="connsiteY89" fmla="*/ 785812 h 1890712"/>
                <a:gd name="connsiteX90" fmla="*/ 1097757 w 2543175"/>
                <a:gd name="connsiteY90" fmla="*/ 807244 h 1890712"/>
                <a:gd name="connsiteX91" fmla="*/ 1104900 w 2543175"/>
                <a:gd name="connsiteY91" fmla="*/ 814387 h 1890712"/>
                <a:gd name="connsiteX92" fmla="*/ 1121569 w 2543175"/>
                <a:gd name="connsiteY92" fmla="*/ 823912 h 1890712"/>
                <a:gd name="connsiteX93" fmla="*/ 1138238 w 2543175"/>
                <a:gd name="connsiteY93" fmla="*/ 835819 h 1890712"/>
                <a:gd name="connsiteX94" fmla="*/ 1147763 w 2543175"/>
                <a:gd name="connsiteY94" fmla="*/ 842962 h 1890712"/>
                <a:gd name="connsiteX95" fmla="*/ 1157288 w 2543175"/>
                <a:gd name="connsiteY95" fmla="*/ 847725 h 1890712"/>
                <a:gd name="connsiteX96" fmla="*/ 1178719 w 2543175"/>
                <a:gd name="connsiteY96" fmla="*/ 859631 h 1890712"/>
                <a:gd name="connsiteX97" fmla="*/ 1188244 w 2543175"/>
                <a:gd name="connsiteY97" fmla="*/ 866775 h 1890712"/>
                <a:gd name="connsiteX98" fmla="*/ 1195388 w 2543175"/>
                <a:gd name="connsiteY98" fmla="*/ 871537 h 1890712"/>
                <a:gd name="connsiteX99" fmla="*/ 1212057 w 2543175"/>
                <a:gd name="connsiteY99" fmla="*/ 883444 h 1890712"/>
                <a:gd name="connsiteX100" fmla="*/ 1226344 w 2543175"/>
                <a:gd name="connsiteY100" fmla="*/ 895350 h 1890712"/>
                <a:gd name="connsiteX101" fmla="*/ 1245394 w 2543175"/>
                <a:gd name="connsiteY101" fmla="*/ 907256 h 1890712"/>
                <a:gd name="connsiteX102" fmla="*/ 1254919 w 2543175"/>
                <a:gd name="connsiteY102" fmla="*/ 914400 h 1890712"/>
                <a:gd name="connsiteX103" fmla="*/ 1269207 w 2543175"/>
                <a:gd name="connsiteY103" fmla="*/ 921544 h 1890712"/>
                <a:gd name="connsiteX104" fmla="*/ 1290638 w 2543175"/>
                <a:gd name="connsiteY104" fmla="*/ 935831 h 1890712"/>
                <a:gd name="connsiteX105" fmla="*/ 1307307 w 2543175"/>
                <a:gd name="connsiteY105" fmla="*/ 952500 h 1890712"/>
                <a:gd name="connsiteX106" fmla="*/ 1333500 w 2543175"/>
                <a:gd name="connsiteY106" fmla="*/ 971550 h 1890712"/>
                <a:gd name="connsiteX107" fmla="*/ 1359694 w 2543175"/>
                <a:gd name="connsiteY107" fmla="*/ 990600 h 1890712"/>
                <a:gd name="connsiteX108" fmla="*/ 1373982 w 2543175"/>
                <a:gd name="connsiteY108" fmla="*/ 997744 h 1890712"/>
                <a:gd name="connsiteX109" fmla="*/ 1388269 w 2543175"/>
                <a:gd name="connsiteY109" fmla="*/ 1007269 h 1890712"/>
                <a:gd name="connsiteX110" fmla="*/ 1414463 w 2543175"/>
                <a:gd name="connsiteY110" fmla="*/ 1019175 h 1890712"/>
                <a:gd name="connsiteX111" fmla="*/ 1428750 w 2543175"/>
                <a:gd name="connsiteY111" fmla="*/ 1026319 h 1890712"/>
                <a:gd name="connsiteX112" fmla="*/ 1471613 w 2543175"/>
                <a:gd name="connsiteY112" fmla="*/ 1059656 h 1890712"/>
                <a:gd name="connsiteX113" fmla="*/ 1495425 w 2543175"/>
                <a:gd name="connsiteY113" fmla="*/ 1088231 h 1890712"/>
                <a:gd name="connsiteX114" fmla="*/ 1559719 w 2543175"/>
                <a:gd name="connsiteY114" fmla="*/ 1121569 h 1890712"/>
                <a:gd name="connsiteX115" fmla="*/ 1569244 w 2543175"/>
                <a:gd name="connsiteY115" fmla="*/ 1131094 h 1890712"/>
                <a:gd name="connsiteX116" fmla="*/ 1597819 w 2543175"/>
                <a:gd name="connsiteY116" fmla="*/ 1154906 h 1890712"/>
                <a:gd name="connsiteX117" fmla="*/ 1604963 w 2543175"/>
                <a:gd name="connsiteY117" fmla="*/ 1162050 h 1890712"/>
                <a:gd name="connsiteX118" fmla="*/ 1612107 w 2543175"/>
                <a:gd name="connsiteY118" fmla="*/ 1166812 h 1890712"/>
                <a:gd name="connsiteX119" fmla="*/ 1628775 w 2543175"/>
                <a:gd name="connsiteY119" fmla="*/ 1183481 h 1890712"/>
                <a:gd name="connsiteX120" fmla="*/ 1662113 w 2543175"/>
                <a:gd name="connsiteY120" fmla="*/ 1209675 h 1890712"/>
                <a:gd name="connsiteX121" fmla="*/ 1678782 w 2543175"/>
                <a:gd name="connsiteY121" fmla="*/ 1226344 h 1890712"/>
                <a:gd name="connsiteX122" fmla="*/ 1700213 w 2543175"/>
                <a:gd name="connsiteY122" fmla="*/ 1247775 h 1890712"/>
                <a:gd name="connsiteX123" fmla="*/ 1712119 w 2543175"/>
                <a:gd name="connsiteY123" fmla="*/ 1259681 h 1890712"/>
                <a:gd name="connsiteX124" fmla="*/ 1733550 w 2543175"/>
                <a:gd name="connsiteY124" fmla="*/ 1273969 h 1890712"/>
                <a:gd name="connsiteX125" fmla="*/ 1743075 w 2543175"/>
                <a:gd name="connsiteY125" fmla="*/ 1283494 h 1890712"/>
                <a:gd name="connsiteX126" fmla="*/ 1754982 w 2543175"/>
                <a:gd name="connsiteY126" fmla="*/ 1290637 h 1890712"/>
                <a:gd name="connsiteX127" fmla="*/ 1766888 w 2543175"/>
                <a:gd name="connsiteY127" fmla="*/ 1300162 h 1890712"/>
                <a:gd name="connsiteX128" fmla="*/ 1783557 w 2543175"/>
                <a:gd name="connsiteY128" fmla="*/ 1307306 h 1890712"/>
                <a:gd name="connsiteX129" fmla="*/ 1790700 w 2543175"/>
                <a:gd name="connsiteY129" fmla="*/ 1312069 h 1890712"/>
                <a:gd name="connsiteX130" fmla="*/ 1800225 w 2543175"/>
                <a:gd name="connsiteY130" fmla="*/ 1319212 h 1890712"/>
                <a:gd name="connsiteX131" fmla="*/ 1807369 w 2543175"/>
                <a:gd name="connsiteY131" fmla="*/ 1321594 h 1890712"/>
                <a:gd name="connsiteX132" fmla="*/ 1824038 w 2543175"/>
                <a:gd name="connsiteY132" fmla="*/ 1333500 h 1890712"/>
                <a:gd name="connsiteX133" fmla="*/ 1843088 w 2543175"/>
                <a:gd name="connsiteY133" fmla="*/ 1352550 h 1890712"/>
                <a:gd name="connsiteX134" fmla="*/ 1852613 w 2543175"/>
                <a:gd name="connsiteY134" fmla="*/ 1359694 h 1890712"/>
                <a:gd name="connsiteX135" fmla="*/ 1859757 w 2543175"/>
                <a:gd name="connsiteY135" fmla="*/ 1366837 h 1890712"/>
                <a:gd name="connsiteX136" fmla="*/ 1869282 w 2543175"/>
                <a:gd name="connsiteY136" fmla="*/ 1371600 h 1890712"/>
                <a:gd name="connsiteX137" fmla="*/ 1883569 w 2543175"/>
                <a:gd name="connsiteY137" fmla="*/ 1388269 h 1890712"/>
                <a:gd name="connsiteX138" fmla="*/ 1893094 w 2543175"/>
                <a:gd name="connsiteY138" fmla="*/ 1395412 h 1890712"/>
                <a:gd name="connsiteX139" fmla="*/ 1902619 w 2543175"/>
                <a:gd name="connsiteY139" fmla="*/ 1404937 h 1890712"/>
                <a:gd name="connsiteX140" fmla="*/ 1912144 w 2543175"/>
                <a:gd name="connsiteY140" fmla="*/ 1409700 h 1890712"/>
                <a:gd name="connsiteX141" fmla="*/ 1931194 w 2543175"/>
                <a:gd name="connsiteY141" fmla="*/ 1421606 h 1890712"/>
                <a:gd name="connsiteX142" fmla="*/ 1935957 w 2543175"/>
                <a:gd name="connsiteY142" fmla="*/ 1428750 h 1890712"/>
                <a:gd name="connsiteX143" fmla="*/ 1952625 w 2543175"/>
                <a:gd name="connsiteY143" fmla="*/ 1438275 h 1890712"/>
                <a:gd name="connsiteX144" fmla="*/ 1971675 w 2543175"/>
                <a:gd name="connsiteY144" fmla="*/ 1450181 h 1890712"/>
                <a:gd name="connsiteX145" fmla="*/ 1981200 w 2543175"/>
                <a:gd name="connsiteY145" fmla="*/ 1454944 h 1890712"/>
                <a:gd name="connsiteX146" fmla="*/ 1997869 w 2543175"/>
                <a:gd name="connsiteY146" fmla="*/ 1471612 h 1890712"/>
                <a:gd name="connsiteX147" fmla="*/ 2007394 w 2543175"/>
                <a:gd name="connsiteY147" fmla="*/ 1478756 h 1890712"/>
                <a:gd name="connsiteX148" fmla="*/ 2016919 w 2543175"/>
                <a:gd name="connsiteY148" fmla="*/ 1483519 h 1890712"/>
                <a:gd name="connsiteX149" fmla="*/ 2024063 w 2543175"/>
                <a:gd name="connsiteY149" fmla="*/ 1490662 h 1890712"/>
                <a:gd name="connsiteX150" fmla="*/ 2033588 w 2543175"/>
                <a:gd name="connsiteY150" fmla="*/ 1495425 h 1890712"/>
                <a:gd name="connsiteX151" fmla="*/ 2040732 w 2543175"/>
                <a:gd name="connsiteY151" fmla="*/ 1502569 h 1890712"/>
                <a:gd name="connsiteX152" fmla="*/ 2047875 w 2543175"/>
                <a:gd name="connsiteY152" fmla="*/ 1507331 h 1890712"/>
                <a:gd name="connsiteX153" fmla="*/ 2057400 w 2543175"/>
                <a:gd name="connsiteY153" fmla="*/ 1514475 h 1890712"/>
                <a:gd name="connsiteX154" fmla="*/ 2064544 w 2543175"/>
                <a:gd name="connsiteY154" fmla="*/ 1519237 h 1890712"/>
                <a:gd name="connsiteX155" fmla="*/ 2071688 w 2543175"/>
                <a:gd name="connsiteY155" fmla="*/ 1526381 h 1890712"/>
                <a:gd name="connsiteX156" fmla="*/ 2081213 w 2543175"/>
                <a:gd name="connsiteY156" fmla="*/ 1531144 h 1890712"/>
                <a:gd name="connsiteX157" fmla="*/ 2090738 w 2543175"/>
                <a:gd name="connsiteY157" fmla="*/ 1538287 h 1890712"/>
                <a:gd name="connsiteX158" fmla="*/ 2109788 w 2543175"/>
                <a:gd name="connsiteY158" fmla="*/ 1547812 h 1890712"/>
                <a:gd name="connsiteX159" fmla="*/ 2131219 w 2543175"/>
                <a:gd name="connsiteY159" fmla="*/ 1562100 h 1890712"/>
                <a:gd name="connsiteX160" fmla="*/ 2140744 w 2543175"/>
                <a:gd name="connsiteY160" fmla="*/ 1566862 h 1890712"/>
                <a:gd name="connsiteX161" fmla="*/ 2152650 w 2543175"/>
                <a:gd name="connsiteY161" fmla="*/ 1576387 h 1890712"/>
                <a:gd name="connsiteX162" fmla="*/ 2181225 w 2543175"/>
                <a:gd name="connsiteY162" fmla="*/ 1590675 h 1890712"/>
                <a:gd name="connsiteX163" fmla="*/ 2200275 w 2543175"/>
                <a:gd name="connsiteY163" fmla="*/ 1607344 h 1890712"/>
                <a:gd name="connsiteX164" fmla="*/ 2207419 w 2543175"/>
                <a:gd name="connsiteY164" fmla="*/ 1612106 h 1890712"/>
                <a:gd name="connsiteX165" fmla="*/ 2216944 w 2543175"/>
                <a:gd name="connsiteY165" fmla="*/ 1619250 h 1890712"/>
                <a:gd name="connsiteX166" fmla="*/ 2224088 w 2543175"/>
                <a:gd name="connsiteY166" fmla="*/ 1624012 h 1890712"/>
                <a:gd name="connsiteX167" fmla="*/ 2247900 w 2543175"/>
                <a:gd name="connsiteY167" fmla="*/ 1643062 h 1890712"/>
                <a:gd name="connsiteX168" fmla="*/ 2255044 w 2543175"/>
                <a:gd name="connsiteY168" fmla="*/ 1650206 h 1890712"/>
                <a:gd name="connsiteX169" fmla="*/ 2281238 w 2543175"/>
                <a:gd name="connsiteY169" fmla="*/ 1664494 h 1890712"/>
                <a:gd name="connsiteX170" fmla="*/ 2297907 w 2543175"/>
                <a:gd name="connsiteY170" fmla="*/ 1674019 h 1890712"/>
                <a:gd name="connsiteX171" fmla="*/ 2305050 w 2543175"/>
                <a:gd name="connsiteY171" fmla="*/ 1678781 h 1890712"/>
                <a:gd name="connsiteX172" fmla="*/ 2312194 w 2543175"/>
                <a:gd name="connsiteY172" fmla="*/ 1685925 h 1890712"/>
                <a:gd name="connsiteX173" fmla="*/ 2321719 w 2543175"/>
                <a:gd name="connsiteY173" fmla="*/ 1690687 h 1890712"/>
                <a:gd name="connsiteX174" fmla="*/ 2328863 w 2543175"/>
                <a:gd name="connsiteY174" fmla="*/ 1697831 h 1890712"/>
                <a:gd name="connsiteX175" fmla="*/ 2350294 w 2543175"/>
                <a:gd name="connsiteY175" fmla="*/ 1712119 h 1890712"/>
                <a:gd name="connsiteX176" fmla="*/ 2359819 w 2543175"/>
                <a:gd name="connsiteY176" fmla="*/ 1719262 h 1890712"/>
                <a:gd name="connsiteX177" fmla="*/ 2369344 w 2543175"/>
                <a:gd name="connsiteY177" fmla="*/ 1724025 h 1890712"/>
                <a:gd name="connsiteX178" fmla="*/ 2376488 w 2543175"/>
                <a:gd name="connsiteY178" fmla="*/ 1731169 h 1890712"/>
                <a:gd name="connsiteX179" fmla="*/ 2402682 w 2543175"/>
                <a:gd name="connsiteY179" fmla="*/ 1747837 h 1890712"/>
                <a:gd name="connsiteX180" fmla="*/ 2450307 w 2543175"/>
                <a:gd name="connsiteY180" fmla="*/ 1769269 h 1890712"/>
                <a:gd name="connsiteX181" fmla="*/ 2466975 w 2543175"/>
                <a:gd name="connsiteY181" fmla="*/ 1783556 h 1890712"/>
                <a:gd name="connsiteX182" fmla="*/ 2481263 w 2543175"/>
                <a:gd name="connsiteY182" fmla="*/ 1795462 h 1890712"/>
                <a:gd name="connsiteX183" fmla="*/ 2486025 w 2543175"/>
                <a:gd name="connsiteY183" fmla="*/ 1802606 h 1890712"/>
                <a:gd name="connsiteX184" fmla="*/ 2493169 w 2543175"/>
                <a:gd name="connsiteY184" fmla="*/ 1807369 h 1890712"/>
                <a:gd name="connsiteX185" fmla="*/ 2495550 w 2543175"/>
                <a:gd name="connsiteY185" fmla="*/ 1816894 h 1890712"/>
                <a:gd name="connsiteX186" fmla="*/ 2497932 w 2543175"/>
                <a:gd name="connsiteY186" fmla="*/ 1824037 h 1890712"/>
                <a:gd name="connsiteX187" fmla="*/ 2514600 w 2543175"/>
                <a:gd name="connsiteY187" fmla="*/ 1850231 h 1890712"/>
                <a:gd name="connsiteX188" fmla="*/ 2519363 w 2543175"/>
                <a:gd name="connsiteY188" fmla="*/ 1857375 h 1890712"/>
                <a:gd name="connsiteX189" fmla="*/ 2540794 w 2543175"/>
                <a:gd name="connsiteY189" fmla="*/ 1883569 h 1890712"/>
                <a:gd name="connsiteX190" fmla="*/ 2543175 w 2543175"/>
                <a:gd name="connsiteY190" fmla="*/ 1890712 h 1890712"/>
                <a:gd name="connsiteX0" fmla="*/ 0 w 2543175"/>
                <a:gd name="connsiteY0" fmla="*/ 0 h 1890712"/>
                <a:gd name="connsiteX1" fmla="*/ 11907 w 2543175"/>
                <a:gd name="connsiteY1" fmla="*/ 11906 h 1890712"/>
                <a:gd name="connsiteX2" fmla="*/ 21432 w 2543175"/>
                <a:gd name="connsiteY2" fmla="*/ 16669 h 1890712"/>
                <a:gd name="connsiteX3" fmla="*/ 23813 w 2543175"/>
                <a:gd name="connsiteY3" fmla="*/ 23812 h 1890712"/>
                <a:gd name="connsiteX4" fmla="*/ 33338 w 2543175"/>
                <a:gd name="connsiteY4" fmla="*/ 33337 h 1890712"/>
                <a:gd name="connsiteX5" fmla="*/ 40482 w 2543175"/>
                <a:gd name="connsiteY5" fmla="*/ 42862 h 1890712"/>
                <a:gd name="connsiteX6" fmla="*/ 47625 w 2543175"/>
                <a:gd name="connsiteY6" fmla="*/ 47625 h 1890712"/>
                <a:gd name="connsiteX7" fmla="*/ 57150 w 2543175"/>
                <a:gd name="connsiteY7" fmla="*/ 54769 h 1890712"/>
                <a:gd name="connsiteX8" fmla="*/ 64294 w 2543175"/>
                <a:gd name="connsiteY8" fmla="*/ 59531 h 1890712"/>
                <a:gd name="connsiteX9" fmla="*/ 83344 w 2543175"/>
                <a:gd name="connsiteY9" fmla="*/ 73819 h 1890712"/>
                <a:gd name="connsiteX10" fmla="*/ 97632 w 2543175"/>
                <a:gd name="connsiteY10" fmla="*/ 80962 h 1890712"/>
                <a:gd name="connsiteX11" fmla="*/ 104775 w 2543175"/>
                <a:gd name="connsiteY11" fmla="*/ 85725 h 1890712"/>
                <a:gd name="connsiteX12" fmla="*/ 114300 w 2543175"/>
                <a:gd name="connsiteY12" fmla="*/ 95250 h 1890712"/>
                <a:gd name="connsiteX13" fmla="*/ 123825 w 2543175"/>
                <a:gd name="connsiteY13" fmla="*/ 97631 h 1890712"/>
                <a:gd name="connsiteX14" fmla="*/ 130969 w 2543175"/>
                <a:gd name="connsiteY14" fmla="*/ 104775 h 1890712"/>
                <a:gd name="connsiteX15" fmla="*/ 140494 w 2543175"/>
                <a:gd name="connsiteY15" fmla="*/ 111919 h 1890712"/>
                <a:gd name="connsiteX16" fmla="*/ 147638 w 2543175"/>
                <a:gd name="connsiteY16" fmla="*/ 116681 h 1890712"/>
                <a:gd name="connsiteX17" fmla="*/ 164307 w 2543175"/>
                <a:gd name="connsiteY17" fmla="*/ 128587 h 1890712"/>
                <a:gd name="connsiteX18" fmla="*/ 180975 w 2543175"/>
                <a:gd name="connsiteY18" fmla="*/ 140494 h 1890712"/>
                <a:gd name="connsiteX19" fmla="*/ 197644 w 2543175"/>
                <a:gd name="connsiteY19" fmla="*/ 152400 h 1890712"/>
                <a:gd name="connsiteX20" fmla="*/ 204788 w 2543175"/>
                <a:gd name="connsiteY20" fmla="*/ 157162 h 1890712"/>
                <a:gd name="connsiteX21" fmla="*/ 214313 w 2543175"/>
                <a:gd name="connsiteY21" fmla="*/ 164306 h 1890712"/>
                <a:gd name="connsiteX22" fmla="*/ 230982 w 2543175"/>
                <a:gd name="connsiteY22" fmla="*/ 180975 h 1890712"/>
                <a:gd name="connsiteX23" fmla="*/ 247650 w 2543175"/>
                <a:gd name="connsiteY23" fmla="*/ 185737 h 1890712"/>
                <a:gd name="connsiteX24" fmla="*/ 259557 w 2543175"/>
                <a:gd name="connsiteY24" fmla="*/ 188119 h 1890712"/>
                <a:gd name="connsiteX25" fmla="*/ 266700 w 2543175"/>
                <a:gd name="connsiteY25" fmla="*/ 190500 h 1890712"/>
                <a:gd name="connsiteX26" fmla="*/ 283369 w 2543175"/>
                <a:gd name="connsiteY26" fmla="*/ 192881 h 1890712"/>
                <a:gd name="connsiteX27" fmla="*/ 302419 w 2543175"/>
                <a:gd name="connsiteY27" fmla="*/ 204787 h 1890712"/>
                <a:gd name="connsiteX28" fmla="*/ 309563 w 2543175"/>
                <a:gd name="connsiteY28" fmla="*/ 209550 h 1890712"/>
                <a:gd name="connsiteX29" fmla="*/ 319088 w 2543175"/>
                <a:gd name="connsiteY29" fmla="*/ 219075 h 1890712"/>
                <a:gd name="connsiteX30" fmla="*/ 333375 w 2543175"/>
                <a:gd name="connsiteY30" fmla="*/ 228600 h 1890712"/>
                <a:gd name="connsiteX31" fmla="*/ 340519 w 2543175"/>
                <a:gd name="connsiteY31" fmla="*/ 233362 h 1890712"/>
                <a:gd name="connsiteX32" fmla="*/ 354807 w 2543175"/>
                <a:gd name="connsiteY32" fmla="*/ 247650 h 1890712"/>
                <a:gd name="connsiteX33" fmla="*/ 366713 w 2543175"/>
                <a:gd name="connsiteY33" fmla="*/ 264319 h 1890712"/>
                <a:gd name="connsiteX34" fmla="*/ 371475 w 2543175"/>
                <a:gd name="connsiteY34" fmla="*/ 271462 h 1890712"/>
                <a:gd name="connsiteX35" fmla="*/ 378619 w 2543175"/>
                <a:gd name="connsiteY35" fmla="*/ 276225 h 1890712"/>
                <a:gd name="connsiteX36" fmla="*/ 385763 w 2543175"/>
                <a:gd name="connsiteY36" fmla="*/ 283369 h 1890712"/>
                <a:gd name="connsiteX37" fmla="*/ 395288 w 2543175"/>
                <a:gd name="connsiteY37" fmla="*/ 288131 h 1890712"/>
                <a:gd name="connsiteX38" fmla="*/ 404813 w 2543175"/>
                <a:gd name="connsiteY38" fmla="*/ 295275 h 1890712"/>
                <a:gd name="connsiteX39" fmla="*/ 411957 w 2543175"/>
                <a:gd name="connsiteY39" fmla="*/ 297656 h 1890712"/>
                <a:gd name="connsiteX40" fmla="*/ 421482 w 2543175"/>
                <a:gd name="connsiteY40" fmla="*/ 302419 h 1890712"/>
                <a:gd name="connsiteX41" fmla="*/ 447675 w 2543175"/>
                <a:gd name="connsiteY41" fmla="*/ 307181 h 1890712"/>
                <a:gd name="connsiteX42" fmla="*/ 461963 w 2543175"/>
                <a:gd name="connsiteY42" fmla="*/ 321469 h 1890712"/>
                <a:gd name="connsiteX43" fmla="*/ 466725 w 2543175"/>
                <a:gd name="connsiteY43" fmla="*/ 328612 h 1890712"/>
                <a:gd name="connsiteX44" fmla="*/ 476250 w 2543175"/>
                <a:gd name="connsiteY44" fmla="*/ 335756 h 1890712"/>
                <a:gd name="connsiteX45" fmla="*/ 481013 w 2543175"/>
                <a:gd name="connsiteY45" fmla="*/ 342900 h 1890712"/>
                <a:gd name="connsiteX46" fmla="*/ 490538 w 2543175"/>
                <a:gd name="connsiteY46" fmla="*/ 352425 h 1890712"/>
                <a:gd name="connsiteX47" fmla="*/ 495300 w 2543175"/>
                <a:gd name="connsiteY47" fmla="*/ 359569 h 1890712"/>
                <a:gd name="connsiteX48" fmla="*/ 509588 w 2543175"/>
                <a:gd name="connsiteY48" fmla="*/ 376237 h 1890712"/>
                <a:gd name="connsiteX49" fmla="*/ 514350 w 2543175"/>
                <a:gd name="connsiteY49" fmla="*/ 383381 h 1890712"/>
                <a:gd name="connsiteX50" fmla="*/ 531019 w 2543175"/>
                <a:gd name="connsiteY50" fmla="*/ 397669 h 1890712"/>
                <a:gd name="connsiteX51" fmla="*/ 538163 w 2543175"/>
                <a:gd name="connsiteY51" fmla="*/ 407194 h 1890712"/>
                <a:gd name="connsiteX52" fmla="*/ 554832 w 2543175"/>
                <a:gd name="connsiteY52" fmla="*/ 421481 h 1890712"/>
                <a:gd name="connsiteX53" fmla="*/ 564357 w 2543175"/>
                <a:gd name="connsiteY53" fmla="*/ 431006 h 1890712"/>
                <a:gd name="connsiteX54" fmla="*/ 573882 w 2543175"/>
                <a:gd name="connsiteY54" fmla="*/ 438150 h 1890712"/>
                <a:gd name="connsiteX55" fmla="*/ 595313 w 2543175"/>
                <a:gd name="connsiteY55" fmla="*/ 454819 h 1890712"/>
                <a:gd name="connsiteX56" fmla="*/ 602457 w 2543175"/>
                <a:gd name="connsiteY56" fmla="*/ 457200 h 1890712"/>
                <a:gd name="connsiteX57" fmla="*/ 628650 w 2543175"/>
                <a:gd name="connsiteY57" fmla="*/ 469106 h 1890712"/>
                <a:gd name="connsiteX58" fmla="*/ 645319 w 2543175"/>
                <a:gd name="connsiteY58" fmla="*/ 483394 h 1890712"/>
                <a:gd name="connsiteX59" fmla="*/ 654844 w 2543175"/>
                <a:gd name="connsiteY59" fmla="*/ 488156 h 1890712"/>
                <a:gd name="connsiteX60" fmla="*/ 661988 w 2543175"/>
                <a:gd name="connsiteY60" fmla="*/ 497681 h 1890712"/>
                <a:gd name="connsiteX61" fmla="*/ 683419 w 2543175"/>
                <a:gd name="connsiteY61" fmla="*/ 514350 h 1890712"/>
                <a:gd name="connsiteX62" fmla="*/ 700088 w 2543175"/>
                <a:gd name="connsiteY62" fmla="*/ 526256 h 1890712"/>
                <a:gd name="connsiteX63" fmla="*/ 709613 w 2543175"/>
                <a:gd name="connsiteY63" fmla="*/ 535781 h 1890712"/>
                <a:gd name="connsiteX64" fmla="*/ 719138 w 2543175"/>
                <a:gd name="connsiteY64" fmla="*/ 542925 h 1890712"/>
                <a:gd name="connsiteX65" fmla="*/ 733425 w 2543175"/>
                <a:gd name="connsiteY65" fmla="*/ 557212 h 1890712"/>
                <a:gd name="connsiteX66" fmla="*/ 750094 w 2543175"/>
                <a:gd name="connsiteY66" fmla="*/ 569119 h 1890712"/>
                <a:gd name="connsiteX67" fmla="*/ 769144 w 2543175"/>
                <a:gd name="connsiteY67" fmla="*/ 581025 h 1890712"/>
                <a:gd name="connsiteX68" fmla="*/ 785813 w 2543175"/>
                <a:gd name="connsiteY68" fmla="*/ 590550 h 1890712"/>
                <a:gd name="connsiteX69" fmla="*/ 792957 w 2543175"/>
                <a:gd name="connsiteY69" fmla="*/ 600075 h 1890712"/>
                <a:gd name="connsiteX70" fmla="*/ 809625 w 2543175"/>
                <a:gd name="connsiteY70" fmla="*/ 611981 h 1890712"/>
                <a:gd name="connsiteX71" fmla="*/ 816769 w 2543175"/>
                <a:gd name="connsiteY71" fmla="*/ 619125 h 1890712"/>
                <a:gd name="connsiteX72" fmla="*/ 826294 w 2543175"/>
                <a:gd name="connsiteY72" fmla="*/ 626269 h 1890712"/>
                <a:gd name="connsiteX73" fmla="*/ 840582 w 2543175"/>
                <a:gd name="connsiteY73" fmla="*/ 638175 h 1890712"/>
                <a:gd name="connsiteX74" fmla="*/ 847725 w 2543175"/>
                <a:gd name="connsiteY74" fmla="*/ 645319 h 1890712"/>
                <a:gd name="connsiteX75" fmla="*/ 857250 w 2543175"/>
                <a:gd name="connsiteY75" fmla="*/ 652462 h 1890712"/>
                <a:gd name="connsiteX76" fmla="*/ 864394 w 2543175"/>
                <a:gd name="connsiteY76" fmla="*/ 657225 h 1890712"/>
                <a:gd name="connsiteX77" fmla="*/ 888207 w 2543175"/>
                <a:gd name="connsiteY77" fmla="*/ 676275 h 1890712"/>
                <a:gd name="connsiteX78" fmla="*/ 895350 w 2543175"/>
                <a:gd name="connsiteY78" fmla="*/ 681037 h 1890712"/>
                <a:gd name="connsiteX79" fmla="*/ 907257 w 2543175"/>
                <a:gd name="connsiteY79" fmla="*/ 683419 h 1890712"/>
                <a:gd name="connsiteX80" fmla="*/ 928688 w 2543175"/>
                <a:gd name="connsiteY80" fmla="*/ 695325 h 1890712"/>
                <a:gd name="connsiteX81" fmla="*/ 942975 w 2543175"/>
                <a:gd name="connsiteY81" fmla="*/ 700087 h 1890712"/>
                <a:gd name="connsiteX82" fmla="*/ 964407 w 2543175"/>
                <a:gd name="connsiteY82" fmla="*/ 716756 h 1890712"/>
                <a:gd name="connsiteX83" fmla="*/ 971550 w 2543175"/>
                <a:gd name="connsiteY83" fmla="*/ 723900 h 1890712"/>
                <a:gd name="connsiteX84" fmla="*/ 983457 w 2543175"/>
                <a:gd name="connsiteY84" fmla="*/ 733425 h 1890712"/>
                <a:gd name="connsiteX85" fmla="*/ 990600 w 2543175"/>
                <a:gd name="connsiteY85" fmla="*/ 738187 h 1890712"/>
                <a:gd name="connsiteX86" fmla="*/ 1007269 w 2543175"/>
                <a:gd name="connsiteY86" fmla="*/ 752475 h 1890712"/>
                <a:gd name="connsiteX87" fmla="*/ 1031082 w 2543175"/>
                <a:gd name="connsiteY87" fmla="*/ 766762 h 1890712"/>
                <a:gd name="connsiteX88" fmla="*/ 1042988 w 2543175"/>
                <a:gd name="connsiteY88" fmla="*/ 773906 h 1890712"/>
                <a:gd name="connsiteX89" fmla="*/ 1071563 w 2543175"/>
                <a:gd name="connsiteY89" fmla="*/ 785812 h 1890712"/>
                <a:gd name="connsiteX90" fmla="*/ 1097757 w 2543175"/>
                <a:gd name="connsiteY90" fmla="*/ 807244 h 1890712"/>
                <a:gd name="connsiteX91" fmla="*/ 1104900 w 2543175"/>
                <a:gd name="connsiteY91" fmla="*/ 814387 h 1890712"/>
                <a:gd name="connsiteX92" fmla="*/ 1121569 w 2543175"/>
                <a:gd name="connsiteY92" fmla="*/ 823912 h 1890712"/>
                <a:gd name="connsiteX93" fmla="*/ 1138238 w 2543175"/>
                <a:gd name="connsiteY93" fmla="*/ 835819 h 1890712"/>
                <a:gd name="connsiteX94" fmla="*/ 1147763 w 2543175"/>
                <a:gd name="connsiteY94" fmla="*/ 842962 h 1890712"/>
                <a:gd name="connsiteX95" fmla="*/ 1157288 w 2543175"/>
                <a:gd name="connsiteY95" fmla="*/ 847725 h 1890712"/>
                <a:gd name="connsiteX96" fmla="*/ 1178719 w 2543175"/>
                <a:gd name="connsiteY96" fmla="*/ 859631 h 1890712"/>
                <a:gd name="connsiteX97" fmla="*/ 1188244 w 2543175"/>
                <a:gd name="connsiteY97" fmla="*/ 866775 h 1890712"/>
                <a:gd name="connsiteX98" fmla="*/ 1195388 w 2543175"/>
                <a:gd name="connsiteY98" fmla="*/ 871537 h 1890712"/>
                <a:gd name="connsiteX99" fmla="*/ 1212057 w 2543175"/>
                <a:gd name="connsiteY99" fmla="*/ 883444 h 1890712"/>
                <a:gd name="connsiteX100" fmla="*/ 1226344 w 2543175"/>
                <a:gd name="connsiteY100" fmla="*/ 895350 h 1890712"/>
                <a:gd name="connsiteX101" fmla="*/ 1245394 w 2543175"/>
                <a:gd name="connsiteY101" fmla="*/ 907256 h 1890712"/>
                <a:gd name="connsiteX102" fmla="*/ 1254919 w 2543175"/>
                <a:gd name="connsiteY102" fmla="*/ 914400 h 1890712"/>
                <a:gd name="connsiteX103" fmla="*/ 1269207 w 2543175"/>
                <a:gd name="connsiteY103" fmla="*/ 921544 h 1890712"/>
                <a:gd name="connsiteX104" fmla="*/ 1290638 w 2543175"/>
                <a:gd name="connsiteY104" fmla="*/ 935831 h 1890712"/>
                <a:gd name="connsiteX105" fmla="*/ 1307307 w 2543175"/>
                <a:gd name="connsiteY105" fmla="*/ 952500 h 1890712"/>
                <a:gd name="connsiteX106" fmla="*/ 1333500 w 2543175"/>
                <a:gd name="connsiteY106" fmla="*/ 971550 h 1890712"/>
                <a:gd name="connsiteX107" fmla="*/ 1359694 w 2543175"/>
                <a:gd name="connsiteY107" fmla="*/ 990600 h 1890712"/>
                <a:gd name="connsiteX108" fmla="*/ 1373982 w 2543175"/>
                <a:gd name="connsiteY108" fmla="*/ 997744 h 1890712"/>
                <a:gd name="connsiteX109" fmla="*/ 1388269 w 2543175"/>
                <a:gd name="connsiteY109" fmla="*/ 1007269 h 1890712"/>
                <a:gd name="connsiteX110" fmla="*/ 1414463 w 2543175"/>
                <a:gd name="connsiteY110" fmla="*/ 1019175 h 1890712"/>
                <a:gd name="connsiteX111" fmla="*/ 1428750 w 2543175"/>
                <a:gd name="connsiteY111" fmla="*/ 1026319 h 1890712"/>
                <a:gd name="connsiteX112" fmla="*/ 1471613 w 2543175"/>
                <a:gd name="connsiteY112" fmla="*/ 1059656 h 1890712"/>
                <a:gd name="connsiteX113" fmla="*/ 1495425 w 2543175"/>
                <a:gd name="connsiteY113" fmla="*/ 1088231 h 1890712"/>
                <a:gd name="connsiteX114" fmla="*/ 1559719 w 2543175"/>
                <a:gd name="connsiteY114" fmla="*/ 1121569 h 1890712"/>
                <a:gd name="connsiteX115" fmla="*/ 1550194 w 2543175"/>
                <a:gd name="connsiteY115" fmla="*/ 1135856 h 1890712"/>
                <a:gd name="connsiteX116" fmla="*/ 1597819 w 2543175"/>
                <a:gd name="connsiteY116" fmla="*/ 1154906 h 1890712"/>
                <a:gd name="connsiteX117" fmla="*/ 1604963 w 2543175"/>
                <a:gd name="connsiteY117" fmla="*/ 1162050 h 1890712"/>
                <a:gd name="connsiteX118" fmla="*/ 1612107 w 2543175"/>
                <a:gd name="connsiteY118" fmla="*/ 1166812 h 1890712"/>
                <a:gd name="connsiteX119" fmla="*/ 1628775 w 2543175"/>
                <a:gd name="connsiteY119" fmla="*/ 1183481 h 1890712"/>
                <a:gd name="connsiteX120" fmla="*/ 1662113 w 2543175"/>
                <a:gd name="connsiteY120" fmla="*/ 1209675 h 1890712"/>
                <a:gd name="connsiteX121" fmla="*/ 1678782 w 2543175"/>
                <a:gd name="connsiteY121" fmla="*/ 1226344 h 1890712"/>
                <a:gd name="connsiteX122" fmla="*/ 1700213 w 2543175"/>
                <a:gd name="connsiteY122" fmla="*/ 1247775 h 1890712"/>
                <a:gd name="connsiteX123" fmla="*/ 1712119 w 2543175"/>
                <a:gd name="connsiteY123" fmla="*/ 1259681 h 1890712"/>
                <a:gd name="connsiteX124" fmla="*/ 1733550 w 2543175"/>
                <a:gd name="connsiteY124" fmla="*/ 1273969 h 1890712"/>
                <a:gd name="connsiteX125" fmla="*/ 1743075 w 2543175"/>
                <a:gd name="connsiteY125" fmla="*/ 1283494 h 1890712"/>
                <a:gd name="connsiteX126" fmla="*/ 1754982 w 2543175"/>
                <a:gd name="connsiteY126" fmla="*/ 1290637 h 1890712"/>
                <a:gd name="connsiteX127" fmla="*/ 1766888 w 2543175"/>
                <a:gd name="connsiteY127" fmla="*/ 1300162 h 1890712"/>
                <a:gd name="connsiteX128" fmla="*/ 1783557 w 2543175"/>
                <a:gd name="connsiteY128" fmla="*/ 1307306 h 1890712"/>
                <a:gd name="connsiteX129" fmla="*/ 1790700 w 2543175"/>
                <a:gd name="connsiteY129" fmla="*/ 1312069 h 1890712"/>
                <a:gd name="connsiteX130" fmla="*/ 1800225 w 2543175"/>
                <a:gd name="connsiteY130" fmla="*/ 1319212 h 1890712"/>
                <a:gd name="connsiteX131" fmla="*/ 1807369 w 2543175"/>
                <a:gd name="connsiteY131" fmla="*/ 1321594 h 1890712"/>
                <a:gd name="connsiteX132" fmla="*/ 1824038 w 2543175"/>
                <a:gd name="connsiteY132" fmla="*/ 1333500 h 1890712"/>
                <a:gd name="connsiteX133" fmla="*/ 1843088 w 2543175"/>
                <a:gd name="connsiteY133" fmla="*/ 1352550 h 1890712"/>
                <a:gd name="connsiteX134" fmla="*/ 1852613 w 2543175"/>
                <a:gd name="connsiteY134" fmla="*/ 1359694 h 1890712"/>
                <a:gd name="connsiteX135" fmla="*/ 1859757 w 2543175"/>
                <a:gd name="connsiteY135" fmla="*/ 1366837 h 1890712"/>
                <a:gd name="connsiteX136" fmla="*/ 1869282 w 2543175"/>
                <a:gd name="connsiteY136" fmla="*/ 1371600 h 1890712"/>
                <a:gd name="connsiteX137" fmla="*/ 1883569 w 2543175"/>
                <a:gd name="connsiteY137" fmla="*/ 1388269 h 1890712"/>
                <a:gd name="connsiteX138" fmla="*/ 1893094 w 2543175"/>
                <a:gd name="connsiteY138" fmla="*/ 1395412 h 1890712"/>
                <a:gd name="connsiteX139" fmla="*/ 1902619 w 2543175"/>
                <a:gd name="connsiteY139" fmla="*/ 1404937 h 1890712"/>
                <a:gd name="connsiteX140" fmla="*/ 1912144 w 2543175"/>
                <a:gd name="connsiteY140" fmla="*/ 1409700 h 1890712"/>
                <a:gd name="connsiteX141" fmla="*/ 1931194 w 2543175"/>
                <a:gd name="connsiteY141" fmla="*/ 1421606 h 1890712"/>
                <a:gd name="connsiteX142" fmla="*/ 1935957 w 2543175"/>
                <a:gd name="connsiteY142" fmla="*/ 1428750 h 1890712"/>
                <a:gd name="connsiteX143" fmla="*/ 1952625 w 2543175"/>
                <a:gd name="connsiteY143" fmla="*/ 1438275 h 1890712"/>
                <a:gd name="connsiteX144" fmla="*/ 1971675 w 2543175"/>
                <a:gd name="connsiteY144" fmla="*/ 1450181 h 1890712"/>
                <a:gd name="connsiteX145" fmla="*/ 1981200 w 2543175"/>
                <a:gd name="connsiteY145" fmla="*/ 1454944 h 1890712"/>
                <a:gd name="connsiteX146" fmla="*/ 1997869 w 2543175"/>
                <a:gd name="connsiteY146" fmla="*/ 1471612 h 1890712"/>
                <a:gd name="connsiteX147" fmla="*/ 2007394 w 2543175"/>
                <a:gd name="connsiteY147" fmla="*/ 1478756 h 1890712"/>
                <a:gd name="connsiteX148" fmla="*/ 2016919 w 2543175"/>
                <a:gd name="connsiteY148" fmla="*/ 1483519 h 1890712"/>
                <a:gd name="connsiteX149" fmla="*/ 2024063 w 2543175"/>
                <a:gd name="connsiteY149" fmla="*/ 1490662 h 1890712"/>
                <a:gd name="connsiteX150" fmla="*/ 2033588 w 2543175"/>
                <a:gd name="connsiteY150" fmla="*/ 1495425 h 1890712"/>
                <a:gd name="connsiteX151" fmla="*/ 2040732 w 2543175"/>
                <a:gd name="connsiteY151" fmla="*/ 1502569 h 1890712"/>
                <a:gd name="connsiteX152" fmla="*/ 2047875 w 2543175"/>
                <a:gd name="connsiteY152" fmla="*/ 1507331 h 1890712"/>
                <a:gd name="connsiteX153" fmla="*/ 2057400 w 2543175"/>
                <a:gd name="connsiteY153" fmla="*/ 1514475 h 1890712"/>
                <a:gd name="connsiteX154" fmla="*/ 2064544 w 2543175"/>
                <a:gd name="connsiteY154" fmla="*/ 1519237 h 1890712"/>
                <a:gd name="connsiteX155" fmla="*/ 2071688 w 2543175"/>
                <a:gd name="connsiteY155" fmla="*/ 1526381 h 1890712"/>
                <a:gd name="connsiteX156" fmla="*/ 2081213 w 2543175"/>
                <a:gd name="connsiteY156" fmla="*/ 1531144 h 1890712"/>
                <a:gd name="connsiteX157" fmla="*/ 2090738 w 2543175"/>
                <a:gd name="connsiteY157" fmla="*/ 1538287 h 1890712"/>
                <a:gd name="connsiteX158" fmla="*/ 2109788 w 2543175"/>
                <a:gd name="connsiteY158" fmla="*/ 1547812 h 1890712"/>
                <a:gd name="connsiteX159" fmla="*/ 2131219 w 2543175"/>
                <a:gd name="connsiteY159" fmla="*/ 1562100 h 1890712"/>
                <a:gd name="connsiteX160" fmla="*/ 2140744 w 2543175"/>
                <a:gd name="connsiteY160" fmla="*/ 1566862 h 1890712"/>
                <a:gd name="connsiteX161" fmla="*/ 2152650 w 2543175"/>
                <a:gd name="connsiteY161" fmla="*/ 1576387 h 1890712"/>
                <a:gd name="connsiteX162" fmla="*/ 2181225 w 2543175"/>
                <a:gd name="connsiteY162" fmla="*/ 1590675 h 1890712"/>
                <a:gd name="connsiteX163" fmla="*/ 2200275 w 2543175"/>
                <a:gd name="connsiteY163" fmla="*/ 1607344 h 1890712"/>
                <a:gd name="connsiteX164" fmla="*/ 2207419 w 2543175"/>
                <a:gd name="connsiteY164" fmla="*/ 1612106 h 1890712"/>
                <a:gd name="connsiteX165" fmla="*/ 2216944 w 2543175"/>
                <a:gd name="connsiteY165" fmla="*/ 1619250 h 1890712"/>
                <a:gd name="connsiteX166" fmla="*/ 2224088 w 2543175"/>
                <a:gd name="connsiteY166" fmla="*/ 1624012 h 1890712"/>
                <a:gd name="connsiteX167" fmla="*/ 2247900 w 2543175"/>
                <a:gd name="connsiteY167" fmla="*/ 1643062 h 1890712"/>
                <a:gd name="connsiteX168" fmla="*/ 2255044 w 2543175"/>
                <a:gd name="connsiteY168" fmla="*/ 1650206 h 1890712"/>
                <a:gd name="connsiteX169" fmla="*/ 2281238 w 2543175"/>
                <a:gd name="connsiteY169" fmla="*/ 1664494 h 1890712"/>
                <a:gd name="connsiteX170" fmla="*/ 2297907 w 2543175"/>
                <a:gd name="connsiteY170" fmla="*/ 1674019 h 1890712"/>
                <a:gd name="connsiteX171" fmla="*/ 2305050 w 2543175"/>
                <a:gd name="connsiteY171" fmla="*/ 1678781 h 1890712"/>
                <a:gd name="connsiteX172" fmla="*/ 2312194 w 2543175"/>
                <a:gd name="connsiteY172" fmla="*/ 1685925 h 1890712"/>
                <a:gd name="connsiteX173" fmla="*/ 2321719 w 2543175"/>
                <a:gd name="connsiteY173" fmla="*/ 1690687 h 1890712"/>
                <a:gd name="connsiteX174" fmla="*/ 2328863 w 2543175"/>
                <a:gd name="connsiteY174" fmla="*/ 1697831 h 1890712"/>
                <a:gd name="connsiteX175" fmla="*/ 2350294 w 2543175"/>
                <a:gd name="connsiteY175" fmla="*/ 1712119 h 1890712"/>
                <a:gd name="connsiteX176" fmla="*/ 2359819 w 2543175"/>
                <a:gd name="connsiteY176" fmla="*/ 1719262 h 1890712"/>
                <a:gd name="connsiteX177" fmla="*/ 2369344 w 2543175"/>
                <a:gd name="connsiteY177" fmla="*/ 1724025 h 1890712"/>
                <a:gd name="connsiteX178" fmla="*/ 2376488 w 2543175"/>
                <a:gd name="connsiteY178" fmla="*/ 1731169 h 1890712"/>
                <a:gd name="connsiteX179" fmla="*/ 2402682 w 2543175"/>
                <a:gd name="connsiteY179" fmla="*/ 1747837 h 1890712"/>
                <a:gd name="connsiteX180" fmla="*/ 2450307 w 2543175"/>
                <a:gd name="connsiteY180" fmla="*/ 1769269 h 1890712"/>
                <a:gd name="connsiteX181" fmla="*/ 2466975 w 2543175"/>
                <a:gd name="connsiteY181" fmla="*/ 1783556 h 1890712"/>
                <a:gd name="connsiteX182" fmla="*/ 2481263 w 2543175"/>
                <a:gd name="connsiteY182" fmla="*/ 1795462 h 1890712"/>
                <a:gd name="connsiteX183" fmla="*/ 2486025 w 2543175"/>
                <a:gd name="connsiteY183" fmla="*/ 1802606 h 1890712"/>
                <a:gd name="connsiteX184" fmla="*/ 2493169 w 2543175"/>
                <a:gd name="connsiteY184" fmla="*/ 1807369 h 1890712"/>
                <a:gd name="connsiteX185" fmla="*/ 2495550 w 2543175"/>
                <a:gd name="connsiteY185" fmla="*/ 1816894 h 1890712"/>
                <a:gd name="connsiteX186" fmla="*/ 2497932 w 2543175"/>
                <a:gd name="connsiteY186" fmla="*/ 1824037 h 1890712"/>
                <a:gd name="connsiteX187" fmla="*/ 2514600 w 2543175"/>
                <a:gd name="connsiteY187" fmla="*/ 1850231 h 1890712"/>
                <a:gd name="connsiteX188" fmla="*/ 2519363 w 2543175"/>
                <a:gd name="connsiteY188" fmla="*/ 1857375 h 1890712"/>
                <a:gd name="connsiteX189" fmla="*/ 2540794 w 2543175"/>
                <a:gd name="connsiteY189" fmla="*/ 1883569 h 1890712"/>
                <a:gd name="connsiteX190" fmla="*/ 2543175 w 2543175"/>
                <a:gd name="connsiteY190" fmla="*/ 1890712 h 1890712"/>
                <a:gd name="connsiteX0" fmla="*/ 0 w 2543175"/>
                <a:gd name="connsiteY0" fmla="*/ 0 h 1890712"/>
                <a:gd name="connsiteX1" fmla="*/ 11907 w 2543175"/>
                <a:gd name="connsiteY1" fmla="*/ 11906 h 1890712"/>
                <a:gd name="connsiteX2" fmla="*/ 21432 w 2543175"/>
                <a:gd name="connsiteY2" fmla="*/ 16669 h 1890712"/>
                <a:gd name="connsiteX3" fmla="*/ 23813 w 2543175"/>
                <a:gd name="connsiteY3" fmla="*/ 23812 h 1890712"/>
                <a:gd name="connsiteX4" fmla="*/ 33338 w 2543175"/>
                <a:gd name="connsiteY4" fmla="*/ 33337 h 1890712"/>
                <a:gd name="connsiteX5" fmla="*/ 40482 w 2543175"/>
                <a:gd name="connsiteY5" fmla="*/ 42862 h 1890712"/>
                <a:gd name="connsiteX6" fmla="*/ 47625 w 2543175"/>
                <a:gd name="connsiteY6" fmla="*/ 47625 h 1890712"/>
                <a:gd name="connsiteX7" fmla="*/ 57150 w 2543175"/>
                <a:gd name="connsiteY7" fmla="*/ 54769 h 1890712"/>
                <a:gd name="connsiteX8" fmla="*/ 64294 w 2543175"/>
                <a:gd name="connsiteY8" fmla="*/ 59531 h 1890712"/>
                <a:gd name="connsiteX9" fmla="*/ 83344 w 2543175"/>
                <a:gd name="connsiteY9" fmla="*/ 73819 h 1890712"/>
                <a:gd name="connsiteX10" fmla="*/ 97632 w 2543175"/>
                <a:gd name="connsiteY10" fmla="*/ 80962 h 1890712"/>
                <a:gd name="connsiteX11" fmla="*/ 104775 w 2543175"/>
                <a:gd name="connsiteY11" fmla="*/ 85725 h 1890712"/>
                <a:gd name="connsiteX12" fmla="*/ 114300 w 2543175"/>
                <a:gd name="connsiteY12" fmla="*/ 95250 h 1890712"/>
                <a:gd name="connsiteX13" fmla="*/ 123825 w 2543175"/>
                <a:gd name="connsiteY13" fmla="*/ 97631 h 1890712"/>
                <a:gd name="connsiteX14" fmla="*/ 130969 w 2543175"/>
                <a:gd name="connsiteY14" fmla="*/ 104775 h 1890712"/>
                <a:gd name="connsiteX15" fmla="*/ 140494 w 2543175"/>
                <a:gd name="connsiteY15" fmla="*/ 111919 h 1890712"/>
                <a:gd name="connsiteX16" fmla="*/ 147638 w 2543175"/>
                <a:gd name="connsiteY16" fmla="*/ 116681 h 1890712"/>
                <a:gd name="connsiteX17" fmla="*/ 164307 w 2543175"/>
                <a:gd name="connsiteY17" fmla="*/ 128587 h 1890712"/>
                <a:gd name="connsiteX18" fmla="*/ 180975 w 2543175"/>
                <a:gd name="connsiteY18" fmla="*/ 140494 h 1890712"/>
                <a:gd name="connsiteX19" fmla="*/ 197644 w 2543175"/>
                <a:gd name="connsiteY19" fmla="*/ 152400 h 1890712"/>
                <a:gd name="connsiteX20" fmla="*/ 204788 w 2543175"/>
                <a:gd name="connsiteY20" fmla="*/ 157162 h 1890712"/>
                <a:gd name="connsiteX21" fmla="*/ 214313 w 2543175"/>
                <a:gd name="connsiteY21" fmla="*/ 164306 h 1890712"/>
                <a:gd name="connsiteX22" fmla="*/ 230982 w 2543175"/>
                <a:gd name="connsiteY22" fmla="*/ 180975 h 1890712"/>
                <a:gd name="connsiteX23" fmla="*/ 247650 w 2543175"/>
                <a:gd name="connsiteY23" fmla="*/ 185737 h 1890712"/>
                <a:gd name="connsiteX24" fmla="*/ 259557 w 2543175"/>
                <a:gd name="connsiteY24" fmla="*/ 188119 h 1890712"/>
                <a:gd name="connsiteX25" fmla="*/ 266700 w 2543175"/>
                <a:gd name="connsiteY25" fmla="*/ 190500 h 1890712"/>
                <a:gd name="connsiteX26" fmla="*/ 283369 w 2543175"/>
                <a:gd name="connsiteY26" fmla="*/ 192881 h 1890712"/>
                <a:gd name="connsiteX27" fmla="*/ 302419 w 2543175"/>
                <a:gd name="connsiteY27" fmla="*/ 204787 h 1890712"/>
                <a:gd name="connsiteX28" fmla="*/ 309563 w 2543175"/>
                <a:gd name="connsiteY28" fmla="*/ 209550 h 1890712"/>
                <a:gd name="connsiteX29" fmla="*/ 319088 w 2543175"/>
                <a:gd name="connsiteY29" fmla="*/ 219075 h 1890712"/>
                <a:gd name="connsiteX30" fmla="*/ 333375 w 2543175"/>
                <a:gd name="connsiteY30" fmla="*/ 228600 h 1890712"/>
                <a:gd name="connsiteX31" fmla="*/ 340519 w 2543175"/>
                <a:gd name="connsiteY31" fmla="*/ 233362 h 1890712"/>
                <a:gd name="connsiteX32" fmla="*/ 354807 w 2543175"/>
                <a:gd name="connsiteY32" fmla="*/ 247650 h 1890712"/>
                <a:gd name="connsiteX33" fmla="*/ 366713 w 2543175"/>
                <a:gd name="connsiteY33" fmla="*/ 264319 h 1890712"/>
                <a:gd name="connsiteX34" fmla="*/ 371475 w 2543175"/>
                <a:gd name="connsiteY34" fmla="*/ 271462 h 1890712"/>
                <a:gd name="connsiteX35" fmla="*/ 378619 w 2543175"/>
                <a:gd name="connsiteY35" fmla="*/ 276225 h 1890712"/>
                <a:gd name="connsiteX36" fmla="*/ 385763 w 2543175"/>
                <a:gd name="connsiteY36" fmla="*/ 283369 h 1890712"/>
                <a:gd name="connsiteX37" fmla="*/ 395288 w 2543175"/>
                <a:gd name="connsiteY37" fmla="*/ 288131 h 1890712"/>
                <a:gd name="connsiteX38" fmla="*/ 404813 w 2543175"/>
                <a:gd name="connsiteY38" fmla="*/ 295275 h 1890712"/>
                <a:gd name="connsiteX39" fmla="*/ 411957 w 2543175"/>
                <a:gd name="connsiteY39" fmla="*/ 297656 h 1890712"/>
                <a:gd name="connsiteX40" fmla="*/ 421482 w 2543175"/>
                <a:gd name="connsiteY40" fmla="*/ 302419 h 1890712"/>
                <a:gd name="connsiteX41" fmla="*/ 447675 w 2543175"/>
                <a:gd name="connsiteY41" fmla="*/ 307181 h 1890712"/>
                <a:gd name="connsiteX42" fmla="*/ 461963 w 2543175"/>
                <a:gd name="connsiteY42" fmla="*/ 321469 h 1890712"/>
                <a:gd name="connsiteX43" fmla="*/ 466725 w 2543175"/>
                <a:gd name="connsiteY43" fmla="*/ 328612 h 1890712"/>
                <a:gd name="connsiteX44" fmla="*/ 476250 w 2543175"/>
                <a:gd name="connsiteY44" fmla="*/ 335756 h 1890712"/>
                <a:gd name="connsiteX45" fmla="*/ 481013 w 2543175"/>
                <a:gd name="connsiteY45" fmla="*/ 342900 h 1890712"/>
                <a:gd name="connsiteX46" fmla="*/ 490538 w 2543175"/>
                <a:gd name="connsiteY46" fmla="*/ 352425 h 1890712"/>
                <a:gd name="connsiteX47" fmla="*/ 495300 w 2543175"/>
                <a:gd name="connsiteY47" fmla="*/ 359569 h 1890712"/>
                <a:gd name="connsiteX48" fmla="*/ 509588 w 2543175"/>
                <a:gd name="connsiteY48" fmla="*/ 376237 h 1890712"/>
                <a:gd name="connsiteX49" fmla="*/ 514350 w 2543175"/>
                <a:gd name="connsiteY49" fmla="*/ 383381 h 1890712"/>
                <a:gd name="connsiteX50" fmla="*/ 531019 w 2543175"/>
                <a:gd name="connsiteY50" fmla="*/ 397669 h 1890712"/>
                <a:gd name="connsiteX51" fmla="*/ 538163 w 2543175"/>
                <a:gd name="connsiteY51" fmla="*/ 407194 h 1890712"/>
                <a:gd name="connsiteX52" fmla="*/ 554832 w 2543175"/>
                <a:gd name="connsiteY52" fmla="*/ 421481 h 1890712"/>
                <a:gd name="connsiteX53" fmla="*/ 564357 w 2543175"/>
                <a:gd name="connsiteY53" fmla="*/ 431006 h 1890712"/>
                <a:gd name="connsiteX54" fmla="*/ 573882 w 2543175"/>
                <a:gd name="connsiteY54" fmla="*/ 438150 h 1890712"/>
                <a:gd name="connsiteX55" fmla="*/ 595313 w 2543175"/>
                <a:gd name="connsiteY55" fmla="*/ 454819 h 1890712"/>
                <a:gd name="connsiteX56" fmla="*/ 602457 w 2543175"/>
                <a:gd name="connsiteY56" fmla="*/ 457200 h 1890712"/>
                <a:gd name="connsiteX57" fmla="*/ 628650 w 2543175"/>
                <a:gd name="connsiteY57" fmla="*/ 469106 h 1890712"/>
                <a:gd name="connsiteX58" fmla="*/ 645319 w 2543175"/>
                <a:gd name="connsiteY58" fmla="*/ 483394 h 1890712"/>
                <a:gd name="connsiteX59" fmla="*/ 654844 w 2543175"/>
                <a:gd name="connsiteY59" fmla="*/ 488156 h 1890712"/>
                <a:gd name="connsiteX60" fmla="*/ 661988 w 2543175"/>
                <a:gd name="connsiteY60" fmla="*/ 497681 h 1890712"/>
                <a:gd name="connsiteX61" fmla="*/ 683419 w 2543175"/>
                <a:gd name="connsiteY61" fmla="*/ 514350 h 1890712"/>
                <a:gd name="connsiteX62" fmla="*/ 700088 w 2543175"/>
                <a:gd name="connsiteY62" fmla="*/ 526256 h 1890712"/>
                <a:gd name="connsiteX63" fmla="*/ 709613 w 2543175"/>
                <a:gd name="connsiteY63" fmla="*/ 535781 h 1890712"/>
                <a:gd name="connsiteX64" fmla="*/ 719138 w 2543175"/>
                <a:gd name="connsiteY64" fmla="*/ 542925 h 1890712"/>
                <a:gd name="connsiteX65" fmla="*/ 733425 w 2543175"/>
                <a:gd name="connsiteY65" fmla="*/ 557212 h 1890712"/>
                <a:gd name="connsiteX66" fmla="*/ 750094 w 2543175"/>
                <a:gd name="connsiteY66" fmla="*/ 569119 h 1890712"/>
                <a:gd name="connsiteX67" fmla="*/ 769144 w 2543175"/>
                <a:gd name="connsiteY67" fmla="*/ 581025 h 1890712"/>
                <a:gd name="connsiteX68" fmla="*/ 785813 w 2543175"/>
                <a:gd name="connsiteY68" fmla="*/ 590550 h 1890712"/>
                <a:gd name="connsiteX69" fmla="*/ 792957 w 2543175"/>
                <a:gd name="connsiteY69" fmla="*/ 600075 h 1890712"/>
                <a:gd name="connsiteX70" fmla="*/ 809625 w 2543175"/>
                <a:gd name="connsiteY70" fmla="*/ 611981 h 1890712"/>
                <a:gd name="connsiteX71" fmla="*/ 816769 w 2543175"/>
                <a:gd name="connsiteY71" fmla="*/ 619125 h 1890712"/>
                <a:gd name="connsiteX72" fmla="*/ 826294 w 2543175"/>
                <a:gd name="connsiteY72" fmla="*/ 626269 h 1890712"/>
                <a:gd name="connsiteX73" fmla="*/ 840582 w 2543175"/>
                <a:gd name="connsiteY73" fmla="*/ 638175 h 1890712"/>
                <a:gd name="connsiteX74" fmla="*/ 847725 w 2543175"/>
                <a:gd name="connsiteY74" fmla="*/ 645319 h 1890712"/>
                <a:gd name="connsiteX75" fmla="*/ 857250 w 2543175"/>
                <a:gd name="connsiteY75" fmla="*/ 652462 h 1890712"/>
                <a:gd name="connsiteX76" fmla="*/ 864394 w 2543175"/>
                <a:gd name="connsiteY76" fmla="*/ 657225 h 1890712"/>
                <a:gd name="connsiteX77" fmla="*/ 888207 w 2543175"/>
                <a:gd name="connsiteY77" fmla="*/ 676275 h 1890712"/>
                <a:gd name="connsiteX78" fmla="*/ 895350 w 2543175"/>
                <a:gd name="connsiteY78" fmla="*/ 681037 h 1890712"/>
                <a:gd name="connsiteX79" fmla="*/ 907257 w 2543175"/>
                <a:gd name="connsiteY79" fmla="*/ 683419 h 1890712"/>
                <a:gd name="connsiteX80" fmla="*/ 928688 w 2543175"/>
                <a:gd name="connsiteY80" fmla="*/ 695325 h 1890712"/>
                <a:gd name="connsiteX81" fmla="*/ 942975 w 2543175"/>
                <a:gd name="connsiteY81" fmla="*/ 700087 h 1890712"/>
                <a:gd name="connsiteX82" fmla="*/ 964407 w 2543175"/>
                <a:gd name="connsiteY82" fmla="*/ 716756 h 1890712"/>
                <a:gd name="connsiteX83" fmla="*/ 971550 w 2543175"/>
                <a:gd name="connsiteY83" fmla="*/ 723900 h 1890712"/>
                <a:gd name="connsiteX84" fmla="*/ 983457 w 2543175"/>
                <a:gd name="connsiteY84" fmla="*/ 733425 h 1890712"/>
                <a:gd name="connsiteX85" fmla="*/ 990600 w 2543175"/>
                <a:gd name="connsiteY85" fmla="*/ 738187 h 1890712"/>
                <a:gd name="connsiteX86" fmla="*/ 1007269 w 2543175"/>
                <a:gd name="connsiteY86" fmla="*/ 752475 h 1890712"/>
                <a:gd name="connsiteX87" fmla="*/ 1031082 w 2543175"/>
                <a:gd name="connsiteY87" fmla="*/ 766762 h 1890712"/>
                <a:gd name="connsiteX88" fmla="*/ 1042988 w 2543175"/>
                <a:gd name="connsiteY88" fmla="*/ 773906 h 1890712"/>
                <a:gd name="connsiteX89" fmla="*/ 1071563 w 2543175"/>
                <a:gd name="connsiteY89" fmla="*/ 785812 h 1890712"/>
                <a:gd name="connsiteX90" fmla="*/ 1097757 w 2543175"/>
                <a:gd name="connsiteY90" fmla="*/ 807244 h 1890712"/>
                <a:gd name="connsiteX91" fmla="*/ 1104900 w 2543175"/>
                <a:gd name="connsiteY91" fmla="*/ 814387 h 1890712"/>
                <a:gd name="connsiteX92" fmla="*/ 1121569 w 2543175"/>
                <a:gd name="connsiteY92" fmla="*/ 823912 h 1890712"/>
                <a:gd name="connsiteX93" fmla="*/ 1138238 w 2543175"/>
                <a:gd name="connsiteY93" fmla="*/ 835819 h 1890712"/>
                <a:gd name="connsiteX94" fmla="*/ 1147763 w 2543175"/>
                <a:gd name="connsiteY94" fmla="*/ 842962 h 1890712"/>
                <a:gd name="connsiteX95" fmla="*/ 1157288 w 2543175"/>
                <a:gd name="connsiteY95" fmla="*/ 847725 h 1890712"/>
                <a:gd name="connsiteX96" fmla="*/ 1178719 w 2543175"/>
                <a:gd name="connsiteY96" fmla="*/ 859631 h 1890712"/>
                <a:gd name="connsiteX97" fmla="*/ 1188244 w 2543175"/>
                <a:gd name="connsiteY97" fmla="*/ 866775 h 1890712"/>
                <a:gd name="connsiteX98" fmla="*/ 1195388 w 2543175"/>
                <a:gd name="connsiteY98" fmla="*/ 871537 h 1890712"/>
                <a:gd name="connsiteX99" fmla="*/ 1212057 w 2543175"/>
                <a:gd name="connsiteY99" fmla="*/ 883444 h 1890712"/>
                <a:gd name="connsiteX100" fmla="*/ 1226344 w 2543175"/>
                <a:gd name="connsiteY100" fmla="*/ 895350 h 1890712"/>
                <a:gd name="connsiteX101" fmla="*/ 1245394 w 2543175"/>
                <a:gd name="connsiteY101" fmla="*/ 907256 h 1890712"/>
                <a:gd name="connsiteX102" fmla="*/ 1254919 w 2543175"/>
                <a:gd name="connsiteY102" fmla="*/ 914400 h 1890712"/>
                <a:gd name="connsiteX103" fmla="*/ 1269207 w 2543175"/>
                <a:gd name="connsiteY103" fmla="*/ 921544 h 1890712"/>
                <a:gd name="connsiteX104" fmla="*/ 1290638 w 2543175"/>
                <a:gd name="connsiteY104" fmla="*/ 935831 h 1890712"/>
                <a:gd name="connsiteX105" fmla="*/ 1307307 w 2543175"/>
                <a:gd name="connsiteY105" fmla="*/ 952500 h 1890712"/>
                <a:gd name="connsiteX106" fmla="*/ 1333500 w 2543175"/>
                <a:gd name="connsiteY106" fmla="*/ 971550 h 1890712"/>
                <a:gd name="connsiteX107" fmla="*/ 1359694 w 2543175"/>
                <a:gd name="connsiteY107" fmla="*/ 990600 h 1890712"/>
                <a:gd name="connsiteX108" fmla="*/ 1373982 w 2543175"/>
                <a:gd name="connsiteY108" fmla="*/ 997744 h 1890712"/>
                <a:gd name="connsiteX109" fmla="*/ 1388269 w 2543175"/>
                <a:gd name="connsiteY109" fmla="*/ 1007269 h 1890712"/>
                <a:gd name="connsiteX110" fmla="*/ 1414463 w 2543175"/>
                <a:gd name="connsiteY110" fmla="*/ 1019175 h 1890712"/>
                <a:gd name="connsiteX111" fmla="*/ 1428750 w 2543175"/>
                <a:gd name="connsiteY111" fmla="*/ 1026319 h 1890712"/>
                <a:gd name="connsiteX112" fmla="*/ 1471613 w 2543175"/>
                <a:gd name="connsiteY112" fmla="*/ 1059656 h 1890712"/>
                <a:gd name="connsiteX113" fmla="*/ 1495425 w 2543175"/>
                <a:gd name="connsiteY113" fmla="*/ 1088231 h 1890712"/>
                <a:gd name="connsiteX114" fmla="*/ 1559719 w 2543175"/>
                <a:gd name="connsiteY114" fmla="*/ 1121569 h 1890712"/>
                <a:gd name="connsiteX115" fmla="*/ 1597819 w 2543175"/>
                <a:gd name="connsiteY115" fmla="*/ 1154906 h 1890712"/>
                <a:gd name="connsiteX116" fmla="*/ 1604963 w 2543175"/>
                <a:gd name="connsiteY116" fmla="*/ 1162050 h 1890712"/>
                <a:gd name="connsiteX117" fmla="*/ 1612107 w 2543175"/>
                <a:gd name="connsiteY117" fmla="*/ 1166812 h 1890712"/>
                <a:gd name="connsiteX118" fmla="*/ 1628775 w 2543175"/>
                <a:gd name="connsiteY118" fmla="*/ 1183481 h 1890712"/>
                <a:gd name="connsiteX119" fmla="*/ 1662113 w 2543175"/>
                <a:gd name="connsiteY119" fmla="*/ 1209675 h 1890712"/>
                <a:gd name="connsiteX120" fmla="*/ 1678782 w 2543175"/>
                <a:gd name="connsiteY120" fmla="*/ 1226344 h 1890712"/>
                <a:gd name="connsiteX121" fmla="*/ 1700213 w 2543175"/>
                <a:gd name="connsiteY121" fmla="*/ 1247775 h 1890712"/>
                <a:gd name="connsiteX122" fmla="*/ 1712119 w 2543175"/>
                <a:gd name="connsiteY122" fmla="*/ 1259681 h 1890712"/>
                <a:gd name="connsiteX123" fmla="*/ 1733550 w 2543175"/>
                <a:gd name="connsiteY123" fmla="*/ 1273969 h 1890712"/>
                <a:gd name="connsiteX124" fmla="*/ 1743075 w 2543175"/>
                <a:gd name="connsiteY124" fmla="*/ 1283494 h 1890712"/>
                <a:gd name="connsiteX125" fmla="*/ 1754982 w 2543175"/>
                <a:gd name="connsiteY125" fmla="*/ 1290637 h 1890712"/>
                <a:gd name="connsiteX126" fmla="*/ 1766888 w 2543175"/>
                <a:gd name="connsiteY126" fmla="*/ 1300162 h 1890712"/>
                <a:gd name="connsiteX127" fmla="*/ 1783557 w 2543175"/>
                <a:gd name="connsiteY127" fmla="*/ 1307306 h 1890712"/>
                <a:gd name="connsiteX128" fmla="*/ 1790700 w 2543175"/>
                <a:gd name="connsiteY128" fmla="*/ 1312069 h 1890712"/>
                <a:gd name="connsiteX129" fmla="*/ 1800225 w 2543175"/>
                <a:gd name="connsiteY129" fmla="*/ 1319212 h 1890712"/>
                <a:gd name="connsiteX130" fmla="*/ 1807369 w 2543175"/>
                <a:gd name="connsiteY130" fmla="*/ 1321594 h 1890712"/>
                <a:gd name="connsiteX131" fmla="*/ 1824038 w 2543175"/>
                <a:gd name="connsiteY131" fmla="*/ 1333500 h 1890712"/>
                <a:gd name="connsiteX132" fmla="*/ 1843088 w 2543175"/>
                <a:gd name="connsiteY132" fmla="*/ 1352550 h 1890712"/>
                <a:gd name="connsiteX133" fmla="*/ 1852613 w 2543175"/>
                <a:gd name="connsiteY133" fmla="*/ 1359694 h 1890712"/>
                <a:gd name="connsiteX134" fmla="*/ 1859757 w 2543175"/>
                <a:gd name="connsiteY134" fmla="*/ 1366837 h 1890712"/>
                <a:gd name="connsiteX135" fmla="*/ 1869282 w 2543175"/>
                <a:gd name="connsiteY135" fmla="*/ 1371600 h 1890712"/>
                <a:gd name="connsiteX136" fmla="*/ 1883569 w 2543175"/>
                <a:gd name="connsiteY136" fmla="*/ 1388269 h 1890712"/>
                <a:gd name="connsiteX137" fmla="*/ 1893094 w 2543175"/>
                <a:gd name="connsiteY137" fmla="*/ 1395412 h 1890712"/>
                <a:gd name="connsiteX138" fmla="*/ 1902619 w 2543175"/>
                <a:gd name="connsiteY138" fmla="*/ 1404937 h 1890712"/>
                <a:gd name="connsiteX139" fmla="*/ 1912144 w 2543175"/>
                <a:gd name="connsiteY139" fmla="*/ 1409700 h 1890712"/>
                <a:gd name="connsiteX140" fmla="*/ 1931194 w 2543175"/>
                <a:gd name="connsiteY140" fmla="*/ 1421606 h 1890712"/>
                <a:gd name="connsiteX141" fmla="*/ 1935957 w 2543175"/>
                <a:gd name="connsiteY141" fmla="*/ 1428750 h 1890712"/>
                <a:gd name="connsiteX142" fmla="*/ 1952625 w 2543175"/>
                <a:gd name="connsiteY142" fmla="*/ 1438275 h 1890712"/>
                <a:gd name="connsiteX143" fmla="*/ 1971675 w 2543175"/>
                <a:gd name="connsiteY143" fmla="*/ 1450181 h 1890712"/>
                <a:gd name="connsiteX144" fmla="*/ 1981200 w 2543175"/>
                <a:gd name="connsiteY144" fmla="*/ 1454944 h 1890712"/>
                <a:gd name="connsiteX145" fmla="*/ 1997869 w 2543175"/>
                <a:gd name="connsiteY145" fmla="*/ 1471612 h 1890712"/>
                <a:gd name="connsiteX146" fmla="*/ 2007394 w 2543175"/>
                <a:gd name="connsiteY146" fmla="*/ 1478756 h 1890712"/>
                <a:gd name="connsiteX147" fmla="*/ 2016919 w 2543175"/>
                <a:gd name="connsiteY147" fmla="*/ 1483519 h 1890712"/>
                <a:gd name="connsiteX148" fmla="*/ 2024063 w 2543175"/>
                <a:gd name="connsiteY148" fmla="*/ 1490662 h 1890712"/>
                <a:gd name="connsiteX149" fmla="*/ 2033588 w 2543175"/>
                <a:gd name="connsiteY149" fmla="*/ 1495425 h 1890712"/>
                <a:gd name="connsiteX150" fmla="*/ 2040732 w 2543175"/>
                <a:gd name="connsiteY150" fmla="*/ 1502569 h 1890712"/>
                <a:gd name="connsiteX151" fmla="*/ 2047875 w 2543175"/>
                <a:gd name="connsiteY151" fmla="*/ 1507331 h 1890712"/>
                <a:gd name="connsiteX152" fmla="*/ 2057400 w 2543175"/>
                <a:gd name="connsiteY152" fmla="*/ 1514475 h 1890712"/>
                <a:gd name="connsiteX153" fmla="*/ 2064544 w 2543175"/>
                <a:gd name="connsiteY153" fmla="*/ 1519237 h 1890712"/>
                <a:gd name="connsiteX154" fmla="*/ 2071688 w 2543175"/>
                <a:gd name="connsiteY154" fmla="*/ 1526381 h 1890712"/>
                <a:gd name="connsiteX155" fmla="*/ 2081213 w 2543175"/>
                <a:gd name="connsiteY155" fmla="*/ 1531144 h 1890712"/>
                <a:gd name="connsiteX156" fmla="*/ 2090738 w 2543175"/>
                <a:gd name="connsiteY156" fmla="*/ 1538287 h 1890712"/>
                <a:gd name="connsiteX157" fmla="*/ 2109788 w 2543175"/>
                <a:gd name="connsiteY157" fmla="*/ 1547812 h 1890712"/>
                <a:gd name="connsiteX158" fmla="*/ 2131219 w 2543175"/>
                <a:gd name="connsiteY158" fmla="*/ 1562100 h 1890712"/>
                <a:gd name="connsiteX159" fmla="*/ 2140744 w 2543175"/>
                <a:gd name="connsiteY159" fmla="*/ 1566862 h 1890712"/>
                <a:gd name="connsiteX160" fmla="*/ 2152650 w 2543175"/>
                <a:gd name="connsiteY160" fmla="*/ 1576387 h 1890712"/>
                <a:gd name="connsiteX161" fmla="*/ 2181225 w 2543175"/>
                <a:gd name="connsiteY161" fmla="*/ 1590675 h 1890712"/>
                <a:gd name="connsiteX162" fmla="*/ 2200275 w 2543175"/>
                <a:gd name="connsiteY162" fmla="*/ 1607344 h 1890712"/>
                <a:gd name="connsiteX163" fmla="*/ 2207419 w 2543175"/>
                <a:gd name="connsiteY163" fmla="*/ 1612106 h 1890712"/>
                <a:gd name="connsiteX164" fmla="*/ 2216944 w 2543175"/>
                <a:gd name="connsiteY164" fmla="*/ 1619250 h 1890712"/>
                <a:gd name="connsiteX165" fmla="*/ 2224088 w 2543175"/>
                <a:gd name="connsiteY165" fmla="*/ 1624012 h 1890712"/>
                <a:gd name="connsiteX166" fmla="*/ 2247900 w 2543175"/>
                <a:gd name="connsiteY166" fmla="*/ 1643062 h 1890712"/>
                <a:gd name="connsiteX167" fmla="*/ 2255044 w 2543175"/>
                <a:gd name="connsiteY167" fmla="*/ 1650206 h 1890712"/>
                <a:gd name="connsiteX168" fmla="*/ 2281238 w 2543175"/>
                <a:gd name="connsiteY168" fmla="*/ 1664494 h 1890712"/>
                <a:gd name="connsiteX169" fmla="*/ 2297907 w 2543175"/>
                <a:gd name="connsiteY169" fmla="*/ 1674019 h 1890712"/>
                <a:gd name="connsiteX170" fmla="*/ 2305050 w 2543175"/>
                <a:gd name="connsiteY170" fmla="*/ 1678781 h 1890712"/>
                <a:gd name="connsiteX171" fmla="*/ 2312194 w 2543175"/>
                <a:gd name="connsiteY171" fmla="*/ 1685925 h 1890712"/>
                <a:gd name="connsiteX172" fmla="*/ 2321719 w 2543175"/>
                <a:gd name="connsiteY172" fmla="*/ 1690687 h 1890712"/>
                <a:gd name="connsiteX173" fmla="*/ 2328863 w 2543175"/>
                <a:gd name="connsiteY173" fmla="*/ 1697831 h 1890712"/>
                <a:gd name="connsiteX174" fmla="*/ 2350294 w 2543175"/>
                <a:gd name="connsiteY174" fmla="*/ 1712119 h 1890712"/>
                <a:gd name="connsiteX175" fmla="*/ 2359819 w 2543175"/>
                <a:gd name="connsiteY175" fmla="*/ 1719262 h 1890712"/>
                <a:gd name="connsiteX176" fmla="*/ 2369344 w 2543175"/>
                <a:gd name="connsiteY176" fmla="*/ 1724025 h 1890712"/>
                <a:gd name="connsiteX177" fmla="*/ 2376488 w 2543175"/>
                <a:gd name="connsiteY177" fmla="*/ 1731169 h 1890712"/>
                <a:gd name="connsiteX178" fmla="*/ 2402682 w 2543175"/>
                <a:gd name="connsiteY178" fmla="*/ 1747837 h 1890712"/>
                <a:gd name="connsiteX179" fmla="*/ 2450307 w 2543175"/>
                <a:gd name="connsiteY179" fmla="*/ 1769269 h 1890712"/>
                <a:gd name="connsiteX180" fmla="*/ 2466975 w 2543175"/>
                <a:gd name="connsiteY180" fmla="*/ 1783556 h 1890712"/>
                <a:gd name="connsiteX181" fmla="*/ 2481263 w 2543175"/>
                <a:gd name="connsiteY181" fmla="*/ 1795462 h 1890712"/>
                <a:gd name="connsiteX182" fmla="*/ 2486025 w 2543175"/>
                <a:gd name="connsiteY182" fmla="*/ 1802606 h 1890712"/>
                <a:gd name="connsiteX183" fmla="*/ 2493169 w 2543175"/>
                <a:gd name="connsiteY183" fmla="*/ 1807369 h 1890712"/>
                <a:gd name="connsiteX184" fmla="*/ 2495550 w 2543175"/>
                <a:gd name="connsiteY184" fmla="*/ 1816894 h 1890712"/>
                <a:gd name="connsiteX185" fmla="*/ 2497932 w 2543175"/>
                <a:gd name="connsiteY185" fmla="*/ 1824037 h 1890712"/>
                <a:gd name="connsiteX186" fmla="*/ 2514600 w 2543175"/>
                <a:gd name="connsiteY186" fmla="*/ 1850231 h 1890712"/>
                <a:gd name="connsiteX187" fmla="*/ 2519363 w 2543175"/>
                <a:gd name="connsiteY187" fmla="*/ 1857375 h 1890712"/>
                <a:gd name="connsiteX188" fmla="*/ 2540794 w 2543175"/>
                <a:gd name="connsiteY188" fmla="*/ 1883569 h 1890712"/>
                <a:gd name="connsiteX189" fmla="*/ 2543175 w 2543175"/>
                <a:gd name="connsiteY189" fmla="*/ 1890712 h 1890712"/>
                <a:gd name="connsiteX0" fmla="*/ 0 w 2543175"/>
                <a:gd name="connsiteY0" fmla="*/ 0 h 1890712"/>
                <a:gd name="connsiteX1" fmla="*/ 11907 w 2543175"/>
                <a:gd name="connsiteY1" fmla="*/ 11906 h 1890712"/>
                <a:gd name="connsiteX2" fmla="*/ 21432 w 2543175"/>
                <a:gd name="connsiteY2" fmla="*/ 16669 h 1890712"/>
                <a:gd name="connsiteX3" fmla="*/ 23813 w 2543175"/>
                <a:gd name="connsiteY3" fmla="*/ 23812 h 1890712"/>
                <a:gd name="connsiteX4" fmla="*/ 33338 w 2543175"/>
                <a:gd name="connsiteY4" fmla="*/ 33337 h 1890712"/>
                <a:gd name="connsiteX5" fmla="*/ 40482 w 2543175"/>
                <a:gd name="connsiteY5" fmla="*/ 42862 h 1890712"/>
                <a:gd name="connsiteX6" fmla="*/ 47625 w 2543175"/>
                <a:gd name="connsiteY6" fmla="*/ 47625 h 1890712"/>
                <a:gd name="connsiteX7" fmla="*/ 57150 w 2543175"/>
                <a:gd name="connsiteY7" fmla="*/ 54769 h 1890712"/>
                <a:gd name="connsiteX8" fmla="*/ 64294 w 2543175"/>
                <a:gd name="connsiteY8" fmla="*/ 59531 h 1890712"/>
                <a:gd name="connsiteX9" fmla="*/ 83344 w 2543175"/>
                <a:gd name="connsiteY9" fmla="*/ 73819 h 1890712"/>
                <a:gd name="connsiteX10" fmla="*/ 97632 w 2543175"/>
                <a:gd name="connsiteY10" fmla="*/ 80962 h 1890712"/>
                <a:gd name="connsiteX11" fmla="*/ 104775 w 2543175"/>
                <a:gd name="connsiteY11" fmla="*/ 85725 h 1890712"/>
                <a:gd name="connsiteX12" fmla="*/ 114300 w 2543175"/>
                <a:gd name="connsiteY12" fmla="*/ 95250 h 1890712"/>
                <a:gd name="connsiteX13" fmla="*/ 123825 w 2543175"/>
                <a:gd name="connsiteY13" fmla="*/ 97631 h 1890712"/>
                <a:gd name="connsiteX14" fmla="*/ 130969 w 2543175"/>
                <a:gd name="connsiteY14" fmla="*/ 104775 h 1890712"/>
                <a:gd name="connsiteX15" fmla="*/ 140494 w 2543175"/>
                <a:gd name="connsiteY15" fmla="*/ 111919 h 1890712"/>
                <a:gd name="connsiteX16" fmla="*/ 147638 w 2543175"/>
                <a:gd name="connsiteY16" fmla="*/ 116681 h 1890712"/>
                <a:gd name="connsiteX17" fmla="*/ 164307 w 2543175"/>
                <a:gd name="connsiteY17" fmla="*/ 128587 h 1890712"/>
                <a:gd name="connsiteX18" fmla="*/ 180975 w 2543175"/>
                <a:gd name="connsiteY18" fmla="*/ 140494 h 1890712"/>
                <a:gd name="connsiteX19" fmla="*/ 197644 w 2543175"/>
                <a:gd name="connsiteY19" fmla="*/ 152400 h 1890712"/>
                <a:gd name="connsiteX20" fmla="*/ 204788 w 2543175"/>
                <a:gd name="connsiteY20" fmla="*/ 157162 h 1890712"/>
                <a:gd name="connsiteX21" fmla="*/ 214313 w 2543175"/>
                <a:gd name="connsiteY21" fmla="*/ 164306 h 1890712"/>
                <a:gd name="connsiteX22" fmla="*/ 230982 w 2543175"/>
                <a:gd name="connsiteY22" fmla="*/ 180975 h 1890712"/>
                <a:gd name="connsiteX23" fmla="*/ 247650 w 2543175"/>
                <a:gd name="connsiteY23" fmla="*/ 185737 h 1890712"/>
                <a:gd name="connsiteX24" fmla="*/ 259557 w 2543175"/>
                <a:gd name="connsiteY24" fmla="*/ 188119 h 1890712"/>
                <a:gd name="connsiteX25" fmla="*/ 266700 w 2543175"/>
                <a:gd name="connsiteY25" fmla="*/ 190500 h 1890712"/>
                <a:gd name="connsiteX26" fmla="*/ 283369 w 2543175"/>
                <a:gd name="connsiteY26" fmla="*/ 192881 h 1890712"/>
                <a:gd name="connsiteX27" fmla="*/ 302419 w 2543175"/>
                <a:gd name="connsiteY27" fmla="*/ 204787 h 1890712"/>
                <a:gd name="connsiteX28" fmla="*/ 309563 w 2543175"/>
                <a:gd name="connsiteY28" fmla="*/ 209550 h 1890712"/>
                <a:gd name="connsiteX29" fmla="*/ 319088 w 2543175"/>
                <a:gd name="connsiteY29" fmla="*/ 219075 h 1890712"/>
                <a:gd name="connsiteX30" fmla="*/ 333375 w 2543175"/>
                <a:gd name="connsiteY30" fmla="*/ 228600 h 1890712"/>
                <a:gd name="connsiteX31" fmla="*/ 340519 w 2543175"/>
                <a:gd name="connsiteY31" fmla="*/ 233362 h 1890712"/>
                <a:gd name="connsiteX32" fmla="*/ 354807 w 2543175"/>
                <a:gd name="connsiteY32" fmla="*/ 247650 h 1890712"/>
                <a:gd name="connsiteX33" fmla="*/ 366713 w 2543175"/>
                <a:gd name="connsiteY33" fmla="*/ 264319 h 1890712"/>
                <a:gd name="connsiteX34" fmla="*/ 371475 w 2543175"/>
                <a:gd name="connsiteY34" fmla="*/ 271462 h 1890712"/>
                <a:gd name="connsiteX35" fmla="*/ 378619 w 2543175"/>
                <a:gd name="connsiteY35" fmla="*/ 276225 h 1890712"/>
                <a:gd name="connsiteX36" fmla="*/ 385763 w 2543175"/>
                <a:gd name="connsiteY36" fmla="*/ 283369 h 1890712"/>
                <a:gd name="connsiteX37" fmla="*/ 395288 w 2543175"/>
                <a:gd name="connsiteY37" fmla="*/ 288131 h 1890712"/>
                <a:gd name="connsiteX38" fmla="*/ 404813 w 2543175"/>
                <a:gd name="connsiteY38" fmla="*/ 295275 h 1890712"/>
                <a:gd name="connsiteX39" fmla="*/ 411957 w 2543175"/>
                <a:gd name="connsiteY39" fmla="*/ 297656 h 1890712"/>
                <a:gd name="connsiteX40" fmla="*/ 421482 w 2543175"/>
                <a:gd name="connsiteY40" fmla="*/ 302419 h 1890712"/>
                <a:gd name="connsiteX41" fmla="*/ 447675 w 2543175"/>
                <a:gd name="connsiteY41" fmla="*/ 307181 h 1890712"/>
                <a:gd name="connsiteX42" fmla="*/ 461963 w 2543175"/>
                <a:gd name="connsiteY42" fmla="*/ 321469 h 1890712"/>
                <a:gd name="connsiteX43" fmla="*/ 466725 w 2543175"/>
                <a:gd name="connsiteY43" fmla="*/ 328612 h 1890712"/>
                <a:gd name="connsiteX44" fmla="*/ 476250 w 2543175"/>
                <a:gd name="connsiteY44" fmla="*/ 335756 h 1890712"/>
                <a:gd name="connsiteX45" fmla="*/ 481013 w 2543175"/>
                <a:gd name="connsiteY45" fmla="*/ 342900 h 1890712"/>
                <a:gd name="connsiteX46" fmla="*/ 490538 w 2543175"/>
                <a:gd name="connsiteY46" fmla="*/ 352425 h 1890712"/>
                <a:gd name="connsiteX47" fmla="*/ 495300 w 2543175"/>
                <a:gd name="connsiteY47" fmla="*/ 359569 h 1890712"/>
                <a:gd name="connsiteX48" fmla="*/ 509588 w 2543175"/>
                <a:gd name="connsiteY48" fmla="*/ 376237 h 1890712"/>
                <a:gd name="connsiteX49" fmla="*/ 514350 w 2543175"/>
                <a:gd name="connsiteY49" fmla="*/ 383381 h 1890712"/>
                <a:gd name="connsiteX50" fmla="*/ 531019 w 2543175"/>
                <a:gd name="connsiteY50" fmla="*/ 397669 h 1890712"/>
                <a:gd name="connsiteX51" fmla="*/ 538163 w 2543175"/>
                <a:gd name="connsiteY51" fmla="*/ 407194 h 1890712"/>
                <a:gd name="connsiteX52" fmla="*/ 554832 w 2543175"/>
                <a:gd name="connsiteY52" fmla="*/ 421481 h 1890712"/>
                <a:gd name="connsiteX53" fmla="*/ 564357 w 2543175"/>
                <a:gd name="connsiteY53" fmla="*/ 431006 h 1890712"/>
                <a:gd name="connsiteX54" fmla="*/ 573882 w 2543175"/>
                <a:gd name="connsiteY54" fmla="*/ 438150 h 1890712"/>
                <a:gd name="connsiteX55" fmla="*/ 595313 w 2543175"/>
                <a:gd name="connsiteY55" fmla="*/ 454819 h 1890712"/>
                <a:gd name="connsiteX56" fmla="*/ 602457 w 2543175"/>
                <a:gd name="connsiteY56" fmla="*/ 457200 h 1890712"/>
                <a:gd name="connsiteX57" fmla="*/ 628650 w 2543175"/>
                <a:gd name="connsiteY57" fmla="*/ 469106 h 1890712"/>
                <a:gd name="connsiteX58" fmla="*/ 645319 w 2543175"/>
                <a:gd name="connsiteY58" fmla="*/ 483394 h 1890712"/>
                <a:gd name="connsiteX59" fmla="*/ 654844 w 2543175"/>
                <a:gd name="connsiteY59" fmla="*/ 488156 h 1890712"/>
                <a:gd name="connsiteX60" fmla="*/ 661988 w 2543175"/>
                <a:gd name="connsiteY60" fmla="*/ 497681 h 1890712"/>
                <a:gd name="connsiteX61" fmla="*/ 683419 w 2543175"/>
                <a:gd name="connsiteY61" fmla="*/ 514350 h 1890712"/>
                <a:gd name="connsiteX62" fmla="*/ 700088 w 2543175"/>
                <a:gd name="connsiteY62" fmla="*/ 526256 h 1890712"/>
                <a:gd name="connsiteX63" fmla="*/ 709613 w 2543175"/>
                <a:gd name="connsiteY63" fmla="*/ 535781 h 1890712"/>
                <a:gd name="connsiteX64" fmla="*/ 719138 w 2543175"/>
                <a:gd name="connsiteY64" fmla="*/ 542925 h 1890712"/>
                <a:gd name="connsiteX65" fmla="*/ 733425 w 2543175"/>
                <a:gd name="connsiteY65" fmla="*/ 557212 h 1890712"/>
                <a:gd name="connsiteX66" fmla="*/ 750094 w 2543175"/>
                <a:gd name="connsiteY66" fmla="*/ 569119 h 1890712"/>
                <a:gd name="connsiteX67" fmla="*/ 769144 w 2543175"/>
                <a:gd name="connsiteY67" fmla="*/ 581025 h 1890712"/>
                <a:gd name="connsiteX68" fmla="*/ 785813 w 2543175"/>
                <a:gd name="connsiteY68" fmla="*/ 590550 h 1890712"/>
                <a:gd name="connsiteX69" fmla="*/ 792957 w 2543175"/>
                <a:gd name="connsiteY69" fmla="*/ 600075 h 1890712"/>
                <a:gd name="connsiteX70" fmla="*/ 809625 w 2543175"/>
                <a:gd name="connsiteY70" fmla="*/ 611981 h 1890712"/>
                <a:gd name="connsiteX71" fmla="*/ 816769 w 2543175"/>
                <a:gd name="connsiteY71" fmla="*/ 619125 h 1890712"/>
                <a:gd name="connsiteX72" fmla="*/ 826294 w 2543175"/>
                <a:gd name="connsiteY72" fmla="*/ 626269 h 1890712"/>
                <a:gd name="connsiteX73" fmla="*/ 840582 w 2543175"/>
                <a:gd name="connsiteY73" fmla="*/ 638175 h 1890712"/>
                <a:gd name="connsiteX74" fmla="*/ 847725 w 2543175"/>
                <a:gd name="connsiteY74" fmla="*/ 645319 h 1890712"/>
                <a:gd name="connsiteX75" fmla="*/ 857250 w 2543175"/>
                <a:gd name="connsiteY75" fmla="*/ 652462 h 1890712"/>
                <a:gd name="connsiteX76" fmla="*/ 864394 w 2543175"/>
                <a:gd name="connsiteY76" fmla="*/ 657225 h 1890712"/>
                <a:gd name="connsiteX77" fmla="*/ 888207 w 2543175"/>
                <a:gd name="connsiteY77" fmla="*/ 676275 h 1890712"/>
                <a:gd name="connsiteX78" fmla="*/ 895350 w 2543175"/>
                <a:gd name="connsiteY78" fmla="*/ 681037 h 1890712"/>
                <a:gd name="connsiteX79" fmla="*/ 907257 w 2543175"/>
                <a:gd name="connsiteY79" fmla="*/ 683419 h 1890712"/>
                <a:gd name="connsiteX80" fmla="*/ 928688 w 2543175"/>
                <a:gd name="connsiteY80" fmla="*/ 695325 h 1890712"/>
                <a:gd name="connsiteX81" fmla="*/ 942975 w 2543175"/>
                <a:gd name="connsiteY81" fmla="*/ 700087 h 1890712"/>
                <a:gd name="connsiteX82" fmla="*/ 964407 w 2543175"/>
                <a:gd name="connsiteY82" fmla="*/ 716756 h 1890712"/>
                <a:gd name="connsiteX83" fmla="*/ 971550 w 2543175"/>
                <a:gd name="connsiteY83" fmla="*/ 723900 h 1890712"/>
                <a:gd name="connsiteX84" fmla="*/ 983457 w 2543175"/>
                <a:gd name="connsiteY84" fmla="*/ 733425 h 1890712"/>
                <a:gd name="connsiteX85" fmla="*/ 990600 w 2543175"/>
                <a:gd name="connsiteY85" fmla="*/ 738187 h 1890712"/>
                <a:gd name="connsiteX86" fmla="*/ 1007269 w 2543175"/>
                <a:gd name="connsiteY86" fmla="*/ 752475 h 1890712"/>
                <a:gd name="connsiteX87" fmla="*/ 1031082 w 2543175"/>
                <a:gd name="connsiteY87" fmla="*/ 766762 h 1890712"/>
                <a:gd name="connsiteX88" fmla="*/ 1042988 w 2543175"/>
                <a:gd name="connsiteY88" fmla="*/ 773906 h 1890712"/>
                <a:gd name="connsiteX89" fmla="*/ 1071563 w 2543175"/>
                <a:gd name="connsiteY89" fmla="*/ 785812 h 1890712"/>
                <a:gd name="connsiteX90" fmla="*/ 1097757 w 2543175"/>
                <a:gd name="connsiteY90" fmla="*/ 807244 h 1890712"/>
                <a:gd name="connsiteX91" fmla="*/ 1104900 w 2543175"/>
                <a:gd name="connsiteY91" fmla="*/ 814387 h 1890712"/>
                <a:gd name="connsiteX92" fmla="*/ 1121569 w 2543175"/>
                <a:gd name="connsiteY92" fmla="*/ 823912 h 1890712"/>
                <a:gd name="connsiteX93" fmla="*/ 1138238 w 2543175"/>
                <a:gd name="connsiteY93" fmla="*/ 835819 h 1890712"/>
                <a:gd name="connsiteX94" fmla="*/ 1147763 w 2543175"/>
                <a:gd name="connsiteY94" fmla="*/ 842962 h 1890712"/>
                <a:gd name="connsiteX95" fmla="*/ 1157288 w 2543175"/>
                <a:gd name="connsiteY95" fmla="*/ 847725 h 1890712"/>
                <a:gd name="connsiteX96" fmla="*/ 1178719 w 2543175"/>
                <a:gd name="connsiteY96" fmla="*/ 859631 h 1890712"/>
                <a:gd name="connsiteX97" fmla="*/ 1188244 w 2543175"/>
                <a:gd name="connsiteY97" fmla="*/ 866775 h 1890712"/>
                <a:gd name="connsiteX98" fmla="*/ 1195388 w 2543175"/>
                <a:gd name="connsiteY98" fmla="*/ 871537 h 1890712"/>
                <a:gd name="connsiteX99" fmla="*/ 1212057 w 2543175"/>
                <a:gd name="connsiteY99" fmla="*/ 883444 h 1890712"/>
                <a:gd name="connsiteX100" fmla="*/ 1226344 w 2543175"/>
                <a:gd name="connsiteY100" fmla="*/ 895350 h 1890712"/>
                <a:gd name="connsiteX101" fmla="*/ 1245394 w 2543175"/>
                <a:gd name="connsiteY101" fmla="*/ 907256 h 1890712"/>
                <a:gd name="connsiteX102" fmla="*/ 1254919 w 2543175"/>
                <a:gd name="connsiteY102" fmla="*/ 914400 h 1890712"/>
                <a:gd name="connsiteX103" fmla="*/ 1269207 w 2543175"/>
                <a:gd name="connsiteY103" fmla="*/ 921544 h 1890712"/>
                <a:gd name="connsiteX104" fmla="*/ 1290638 w 2543175"/>
                <a:gd name="connsiteY104" fmla="*/ 935831 h 1890712"/>
                <a:gd name="connsiteX105" fmla="*/ 1307307 w 2543175"/>
                <a:gd name="connsiteY105" fmla="*/ 952500 h 1890712"/>
                <a:gd name="connsiteX106" fmla="*/ 1333500 w 2543175"/>
                <a:gd name="connsiteY106" fmla="*/ 971550 h 1890712"/>
                <a:gd name="connsiteX107" fmla="*/ 1359694 w 2543175"/>
                <a:gd name="connsiteY107" fmla="*/ 990600 h 1890712"/>
                <a:gd name="connsiteX108" fmla="*/ 1373982 w 2543175"/>
                <a:gd name="connsiteY108" fmla="*/ 997744 h 1890712"/>
                <a:gd name="connsiteX109" fmla="*/ 1388269 w 2543175"/>
                <a:gd name="connsiteY109" fmla="*/ 1007269 h 1890712"/>
                <a:gd name="connsiteX110" fmla="*/ 1414463 w 2543175"/>
                <a:gd name="connsiteY110" fmla="*/ 1019175 h 1890712"/>
                <a:gd name="connsiteX111" fmla="*/ 1428750 w 2543175"/>
                <a:gd name="connsiteY111" fmla="*/ 1026319 h 1890712"/>
                <a:gd name="connsiteX112" fmla="*/ 1471613 w 2543175"/>
                <a:gd name="connsiteY112" fmla="*/ 1059656 h 1890712"/>
                <a:gd name="connsiteX113" fmla="*/ 1495425 w 2543175"/>
                <a:gd name="connsiteY113" fmla="*/ 1088231 h 1890712"/>
                <a:gd name="connsiteX114" fmla="*/ 1547812 w 2543175"/>
                <a:gd name="connsiteY114" fmla="*/ 1133475 h 1890712"/>
                <a:gd name="connsiteX115" fmla="*/ 1597819 w 2543175"/>
                <a:gd name="connsiteY115" fmla="*/ 1154906 h 1890712"/>
                <a:gd name="connsiteX116" fmla="*/ 1604963 w 2543175"/>
                <a:gd name="connsiteY116" fmla="*/ 1162050 h 1890712"/>
                <a:gd name="connsiteX117" fmla="*/ 1612107 w 2543175"/>
                <a:gd name="connsiteY117" fmla="*/ 1166812 h 1890712"/>
                <a:gd name="connsiteX118" fmla="*/ 1628775 w 2543175"/>
                <a:gd name="connsiteY118" fmla="*/ 1183481 h 1890712"/>
                <a:gd name="connsiteX119" fmla="*/ 1662113 w 2543175"/>
                <a:gd name="connsiteY119" fmla="*/ 1209675 h 1890712"/>
                <a:gd name="connsiteX120" fmla="*/ 1678782 w 2543175"/>
                <a:gd name="connsiteY120" fmla="*/ 1226344 h 1890712"/>
                <a:gd name="connsiteX121" fmla="*/ 1700213 w 2543175"/>
                <a:gd name="connsiteY121" fmla="*/ 1247775 h 1890712"/>
                <a:gd name="connsiteX122" fmla="*/ 1712119 w 2543175"/>
                <a:gd name="connsiteY122" fmla="*/ 1259681 h 1890712"/>
                <a:gd name="connsiteX123" fmla="*/ 1733550 w 2543175"/>
                <a:gd name="connsiteY123" fmla="*/ 1273969 h 1890712"/>
                <a:gd name="connsiteX124" fmla="*/ 1743075 w 2543175"/>
                <a:gd name="connsiteY124" fmla="*/ 1283494 h 1890712"/>
                <a:gd name="connsiteX125" fmla="*/ 1754982 w 2543175"/>
                <a:gd name="connsiteY125" fmla="*/ 1290637 h 1890712"/>
                <a:gd name="connsiteX126" fmla="*/ 1766888 w 2543175"/>
                <a:gd name="connsiteY126" fmla="*/ 1300162 h 1890712"/>
                <a:gd name="connsiteX127" fmla="*/ 1783557 w 2543175"/>
                <a:gd name="connsiteY127" fmla="*/ 1307306 h 1890712"/>
                <a:gd name="connsiteX128" fmla="*/ 1790700 w 2543175"/>
                <a:gd name="connsiteY128" fmla="*/ 1312069 h 1890712"/>
                <a:gd name="connsiteX129" fmla="*/ 1800225 w 2543175"/>
                <a:gd name="connsiteY129" fmla="*/ 1319212 h 1890712"/>
                <a:gd name="connsiteX130" fmla="*/ 1807369 w 2543175"/>
                <a:gd name="connsiteY130" fmla="*/ 1321594 h 1890712"/>
                <a:gd name="connsiteX131" fmla="*/ 1824038 w 2543175"/>
                <a:gd name="connsiteY131" fmla="*/ 1333500 h 1890712"/>
                <a:gd name="connsiteX132" fmla="*/ 1843088 w 2543175"/>
                <a:gd name="connsiteY132" fmla="*/ 1352550 h 1890712"/>
                <a:gd name="connsiteX133" fmla="*/ 1852613 w 2543175"/>
                <a:gd name="connsiteY133" fmla="*/ 1359694 h 1890712"/>
                <a:gd name="connsiteX134" fmla="*/ 1859757 w 2543175"/>
                <a:gd name="connsiteY134" fmla="*/ 1366837 h 1890712"/>
                <a:gd name="connsiteX135" fmla="*/ 1869282 w 2543175"/>
                <a:gd name="connsiteY135" fmla="*/ 1371600 h 1890712"/>
                <a:gd name="connsiteX136" fmla="*/ 1883569 w 2543175"/>
                <a:gd name="connsiteY136" fmla="*/ 1388269 h 1890712"/>
                <a:gd name="connsiteX137" fmla="*/ 1893094 w 2543175"/>
                <a:gd name="connsiteY137" fmla="*/ 1395412 h 1890712"/>
                <a:gd name="connsiteX138" fmla="*/ 1902619 w 2543175"/>
                <a:gd name="connsiteY138" fmla="*/ 1404937 h 1890712"/>
                <a:gd name="connsiteX139" fmla="*/ 1912144 w 2543175"/>
                <a:gd name="connsiteY139" fmla="*/ 1409700 h 1890712"/>
                <a:gd name="connsiteX140" fmla="*/ 1931194 w 2543175"/>
                <a:gd name="connsiteY140" fmla="*/ 1421606 h 1890712"/>
                <a:gd name="connsiteX141" fmla="*/ 1935957 w 2543175"/>
                <a:gd name="connsiteY141" fmla="*/ 1428750 h 1890712"/>
                <a:gd name="connsiteX142" fmla="*/ 1952625 w 2543175"/>
                <a:gd name="connsiteY142" fmla="*/ 1438275 h 1890712"/>
                <a:gd name="connsiteX143" fmla="*/ 1971675 w 2543175"/>
                <a:gd name="connsiteY143" fmla="*/ 1450181 h 1890712"/>
                <a:gd name="connsiteX144" fmla="*/ 1981200 w 2543175"/>
                <a:gd name="connsiteY144" fmla="*/ 1454944 h 1890712"/>
                <a:gd name="connsiteX145" fmla="*/ 1997869 w 2543175"/>
                <a:gd name="connsiteY145" fmla="*/ 1471612 h 1890712"/>
                <a:gd name="connsiteX146" fmla="*/ 2007394 w 2543175"/>
                <a:gd name="connsiteY146" fmla="*/ 1478756 h 1890712"/>
                <a:gd name="connsiteX147" fmla="*/ 2016919 w 2543175"/>
                <a:gd name="connsiteY147" fmla="*/ 1483519 h 1890712"/>
                <a:gd name="connsiteX148" fmla="*/ 2024063 w 2543175"/>
                <a:gd name="connsiteY148" fmla="*/ 1490662 h 1890712"/>
                <a:gd name="connsiteX149" fmla="*/ 2033588 w 2543175"/>
                <a:gd name="connsiteY149" fmla="*/ 1495425 h 1890712"/>
                <a:gd name="connsiteX150" fmla="*/ 2040732 w 2543175"/>
                <a:gd name="connsiteY150" fmla="*/ 1502569 h 1890712"/>
                <a:gd name="connsiteX151" fmla="*/ 2047875 w 2543175"/>
                <a:gd name="connsiteY151" fmla="*/ 1507331 h 1890712"/>
                <a:gd name="connsiteX152" fmla="*/ 2057400 w 2543175"/>
                <a:gd name="connsiteY152" fmla="*/ 1514475 h 1890712"/>
                <a:gd name="connsiteX153" fmla="*/ 2064544 w 2543175"/>
                <a:gd name="connsiteY153" fmla="*/ 1519237 h 1890712"/>
                <a:gd name="connsiteX154" fmla="*/ 2071688 w 2543175"/>
                <a:gd name="connsiteY154" fmla="*/ 1526381 h 1890712"/>
                <a:gd name="connsiteX155" fmla="*/ 2081213 w 2543175"/>
                <a:gd name="connsiteY155" fmla="*/ 1531144 h 1890712"/>
                <a:gd name="connsiteX156" fmla="*/ 2090738 w 2543175"/>
                <a:gd name="connsiteY156" fmla="*/ 1538287 h 1890712"/>
                <a:gd name="connsiteX157" fmla="*/ 2109788 w 2543175"/>
                <a:gd name="connsiteY157" fmla="*/ 1547812 h 1890712"/>
                <a:gd name="connsiteX158" fmla="*/ 2131219 w 2543175"/>
                <a:gd name="connsiteY158" fmla="*/ 1562100 h 1890712"/>
                <a:gd name="connsiteX159" fmla="*/ 2140744 w 2543175"/>
                <a:gd name="connsiteY159" fmla="*/ 1566862 h 1890712"/>
                <a:gd name="connsiteX160" fmla="*/ 2152650 w 2543175"/>
                <a:gd name="connsiteY160" fmla="*/ 1576387 h 1890712"/>
                <a:gd name="connsiteX161" fmla="*/ 2181225 w 2543175"/>
                <a:gd name="connsiteY161" fmla="*/ 1590675 h 1890712"/>
                <a:gd name="connsiteX162" fmla="*/ 2200275 w 2543175"/>
                <a:gd name="connsiteY162" fmla="*/ 1607344 h 1890712"/>
                <a:gd name="connsiteX163" fmla="*/ 2207419 w 2543175"/>
                <a:gd name="connsiteY163" fmla="*/ 1612106 h 1890712"/>
                <a:gd name="connsiteX164" fmla="*/ 2216944 w 2543175"/>
                <a:gd name="connsiteY164" fmla="*/ 1619250 h 1890712"/>
                <a:gd name="connsiteX165" fmla="*/ 2224088 w 2543175"/>
                <a:gd name="connsiteY165" fmla="*/ 1624012 h 1890712"/>
                <a:gd name="connsiteX166" fmla="*/ 2247900 w 2543175"/>
                <a:gd name="connsiteY166" fmla="*/ 1643062 h 1890712"/>
                <a:gd name="connsiteX167" fmla="*/ 2255044 w 2543175"/>
                <a:gd name="connsiteY167" fmla="*/ 1650206 h 1890712"/>
                <a:gd name="connsiteX168" fmla="*/ 2281238 w 2543175"/>
                <a:gd name="connsiteY168" fmla="*/ 1664494 h 1890712"/>
                <a:gd name="connsiteX169" fmla="*/ 2297907 w 2543175"/>
                <a:gd name="connsiteY169" fmla="*/ 1674019 h 1890712"/>
                <a:gd name="connsiteX170" fmla="*/ 2305050 w 2543175"/>
                <a:gd name="connsiteY170" fmla="*/ 1678781 h 1890712"/>
                <a:gd name="connsiteX171" fmla="*/ 2312194 w 2543175"/>
                <a:gd name="connsiteY171" fmla="*/ 1685925 h 1890712"/>
                <a:gd name="connsiteX172" fmla="*/ 2321719 w 2543175"/>
                <a:gd name="connsiteY172" fmla="*/ 1690687 h 1890712"/>
                <a:gd name="connsiteX173" fmla="*/ 2328863 w 2543175"/>
                <a:gd name="connsiteY173" fmla="*/ 1697831 h 1890712"/>
                <a:gd name="connsiteX174" fmla="*/ 2350294 w 2543175"/>
                <a:gd name="connsiteY174" fmla="*/ 1712119 h 1890712"/>
                <a:gd name="connsiteX175" fmla="*/ 2359819 w 2543175"/>
                <a:gd name="connsiteY175" fmla="*/ 1719262 h 1890712"/>
                <a:gd name="connsiteX176" fmla="*/ 2369344 w 2543175"/>
                <a:gd name="connsiteY176" fmla="*/ 1724025 h 1890712"/>
                <a:gd name="connsiteX177" fmla="*/ 2376488 w 2543175"/>
                <a:gd name="connsiteY177" fmla="*/ 1731169 h 1890712"/>
                <a:gd name="connsiteX178" fmla="*/ 2402682 w 2543175"/>
                <a:gd name="connsiteY178" fmla="*/ 1747837 h 1890712"/>
                <a:gd name="connsiteX179" fmla="*/ 2450307 w 2543175"/>
                <a:gd name="connsiteY179" fmla="*/ 1769269 h 1890712"/>
                <a:gd name="connsiteX180" fmla="*/ 2466975 w 2543175"/>
                <a:gd name="connsiteY180" fmla="*/ 1783556 h 1890712"/>
                <a:gd name="connsiteX181" fmla="*/ 2481263 w 2543175"/>
                <a:gd name="connsiteY181" fmla="*/ 1795462 h 1890712"/>
                <a:gd name="connsiteX182" fmla="*/ 2486025 w 2543175"/>
                <a:gd name="connsiteY182" fmla="*/ 1802606 h 1890712"/>
                <a:gd name="connsiteX183" fmla="*/ 2493169 w 2543175"/>
                <a:gd name="connsiteY183" fmla="*/ 1807369 h 1890712"/>
                <a:gd name="connsiteX184" fmla="*/ 2495550 w 2543175"/>
                <a:gd name="connsiteY184" fmla="*/ 1816894 h 1890712"/>
                <a:gd name="connsiteX185" fmla="*/ 2497932 w 2543175"/>
                <a:gd name="connsiteY185" fmla="*/ 1824037 h 1890712"/>
                <a:gd name="connsiteX186" fmla="*/ 2514600 w 2543175"/>
                <a:gd name="connsiteY186" fmla="*/ 1850231 h 1890712"/>
                <a:gd name="connsiteX187" fmla="*/ 2519363 w 2543175"/>
                <a:gd name="connsiteY187" fmla="*/ 1857375 h 1890712"/>
                <a:gd name="connsiteX188" fmla="*/ 2540794 w 2543175"/>
                <a:gd name="connsiteY188" fmla="*/ 1883569 h 1890712"/>
                <a:gd name="connsiteX189" fmla="*/ 2543175 w 2543175"/>
                <a:gd name="connsiteY189" fmla="*/ 1890712 h 1890712"/>
                <a:gd name="connsiteX0" fmla="*/ 0 w 2543175"/>
                <a:gd name="connsiteY0" fmla="*/ 0 h 1890712"/>
                <a:gd name="connsiteX1" fmla="*/ 11907 w 2543175"/>
                <a:gd name="connsiteY1" fmla="*/ 11906 h 1890712"/>
                <a:gd name="connsiteX2" fmla="*/ 21432 w 2543175"/>
                <a:gd name="connsiteY2" fmla="*/ 16669 h 1890712"/>
                <a:gd name="connsiteX3" fmla="*/ 23813 w 2543175"/>
                <a:gd name="connsiteY3" fmla="*/ 23812 h 1890712"/>
                <a:gd name="connsiteX4" fmla="*/ 33338 w 2543175"/>
                <a:gd name="connsiteY4" fmla="*/ 33337 h 1890712"/>
                <a:gd name="connsiteX5" fmla="*/ 40482 w 2543175"/>
                <a:gd name="connsiteY5" fmla="*/ 42862 h 1890712"/>
                <a:gd name="connsiteX6" fmla="*/ 47625 w 2543175"/>
                <a:gd name="connsiteY6" fmla="*/ 47625 h 1890712"/>
                <a:gd name="connsiteX7" fmla="*/ 57150 w 2543175"/>
                <a:gd name="connsiteY7" fmla="*/ 54769 h 1890712"/>
                <a:gd name="connsiteX8" fmla="*/ 64294 w 2543175"/>
                <a:gd name="connsiteY8" fmla="*/ 59531 h 1890712"/>
                <a:gd name="connsiteX9" fmla="*/ 83344 w 2543175"/>
                <a:gd name="connsiteY9" fmla="*/ 73819 h 1890712"/>
                <a:gd name="connsiteX10" fmla="*/ 97632 w 2543175"/>
                <a:gd name="connsiteY10" fmla="*/ 80962 h 1890712"/>
                <a:gd name="connsiteX11" fmla="*/ 104775 w 2543175"/>
                <a:gd name="connsiteY11" fmla="*/ 85725 h 1890712"/>
                <a:gd name="connsiteX12" fmla="*/ 114300 w 2543175"/>
                <a:gd name="connsiteY12" fmla="*/ 95250 h 1890712"/>
                <a:gd name="connsiteX13" fmla="*/ 123825 w 2543175"/>
                <a:gd name="connsiteY13" fmla="*/ 97631 h 1890712"/>
                <a:gd name="connsiteX14" fmla="*/ 130969 w 2543175"/>
                <a:gd name="connsiteY14" fmla="*/ 104775 h 1890712"/>
                <a:gd name="connsiteX15" fmla="*/ 140494 w 2543175"/>
                <a:gd name="connsiteY15" fmla="*/ 111919 h 1890712"/>
                <a:gd name="connsiteX16" fmla="*/ 147638 w 2543175"/>
                <a:gd name="connsiteY16" fmla="*/ 116681 h 1890712"/>
                <a:gd name="connsiteX17" fmla="*/ 164307 w 2543175"/>
                <a:gd name="connsiteY17" fmla="*/ 128587 h 1890712"/>
                <a:gd name="connsiteX18" fmla="*/ 180975 w 2543175"/>
                <a:gd name="connsiteY18" fmla="*/ 140494 h 1890712"/>
                <a:gd name="connsiteX19" fmla="*/ 197644 w 2543175"/>
                <a:gd name="connsiteY19" fmla="*/ 152400 h 1890712"/>
                <a:gd name="connsiteX20" fmla="*/ 204788 w 2543175"/>
                <a:gd name="connsiteY20" fmla="*/ 157162 h 1890712"/>
                <a:gd name="connsiteX21" fmla="*/ 214313 w 2543175"/>
                <a:gd name="connsiteY21" fmla="*/ 164306 h 1890712"/>
                <a:gd name="connsiteX22" fmla="*/ 230982 w 2543175"/>
                <a:gd name="connsiteY22" fmla="*/ 180975 h 1890712"/>
                <a:gd name="connsiteX23" fmla="*/ 247650 w 2543175"/>
                <a:gd name="connsiteY23" fmla="*/ 185737 h 1890712"/>
                <a:gd name="connsiteX24" fmla="*/ 259557 w 2543175"/>
                <a:gd name="connsiteY24" fmla="*/ 188119 h 1890712"/>
                <a:gd name="connsiteX25" fmla="*/ 266700 w 2543175"/>
                <a:gd name="connsiteY25" fmla="*/ 190500 h 1890712"/>
                <a:gd name="connsiteX26" fmla="*/ 283369 w 2543175"/>
                <a:gd name="connsiteY26" fmla="*/ 192881 h 1890712"/>
                <a:gd name="connsiteX27" fmla="*/ 302419 w 2543175"/>
                <a:gd name="connsiteY27" fmla="*/ 204787 h 1890712"/>
                <a:gd name="connsiteX28" fmla="*/ 309563 w 2543175"/>
                <a:gd name="connsiteY28" fmla="*/ 209550 h 1890712"/>
                <a:gd name="connsiteX29" fmla="*/ 319088 w 2543175"/>
                <a:gd name="connsiteY29" fmla="*/ 219075 h 1890712"/>
                <a:gd name="connsiteX30" fmla="*/ 333375 w 2543175"/>
                <a:gd name="connsiteY30" fmla="*/ 228600 h 1890712"/>
                <a:gd name="connsiteX31" fmla="*/ 340519 w 2543175"/>
                <a:gd name="connsiteY31" fmla="*/ 233362 h 1890712"/>
                <a:gd name="connsiteX32" fmla="*/ 354807 w 2543175"/>
                <a:gd name="connsiteY32" fmla="*/ 247650 h 1890712"/>
                <a:gd name="connsiteX33" fmla="*/ 366713 w 2543175"/>
                <a:gd name="connsiteY33" fmla="*/ 264319 h 1890712"/>
                <a:gd name="connsiteX34" fmla="*/ 371475 w 2543175"/>
                <a:gd name="connsiteY34" fmla="*/ 271462 h 1890712"/>
                <a:gd name="connsiteX35" fmla="*/ 378619 w 2543175"/>
                <a:gd name="connsiteY35" fmla="*/ 276225 h 1890712"/>
                <a:gd name="connsiteX36" fmla="*/ 385763 w 2543175"/>
                <a:gd name="connsiteY36" fmla="*/ 283369 h 1890712"/>
                <a:gd name="connsiteX37" fmla="*/ 395288 w 2543175"/>
                <a:gd name="connsiteY37" fmla="*/ 288131 h 1890712"/>
                <a:gd name="connsiteX38" fmla="*/ 404813 w 2543175"/>
                <a:gd name="connsiteY38" fmla="*/ 295275 h 1890712"/>
                <a:gd name="connsiteX39" fmla="*/ 411957 w 2543175"/>
                <a:gd name="connsiteY39" fmla="*/ 297656 h 1890712"/>
                <a:gd name="connsiteX40" fmla="*/ 421482 w 2543175"/>
                <a:gd name="connsiteY40" fmla="*/ 302419 h 1890712"/>
                <a:gd name="connsiteX41" fmla="*/ 447675 w 2543175"/>
                <a:gd name="connsiteY41" fmla="*/ 307181 h 1890712"/>
                <a:gd name="connsiteX42" fmla="*/ 461963 w 2543175"/>
                <a:gd name="connsiteY42" fmla="*/ 321469 h 1890712"/>
                <a:gd name="connsiteX43" fmla="*/ 466725 w 2543175"/>
                <a:gd name="connsiteY43" fmla="*/ 328612 h 1890712"/>
                <a:gd name="connsiteX44" fmla="*/ 476250 w 2543175"/>
                <a:gd name="connsiteY44" fmla="*/ 335756 h 1890712"/>
                <a:gd name="connsiteX45" fmla="*/ 481013 w 2543175"/>
                <a:gd name="connsiteY45" fmla="*/ 342900 h 1890712"/>
                <a:gd name="connsiteX46" fmla="*/ 490538 w 2543175"/>
                <a:gd name="connsiteY46" fmla="*/ 352425 h 1890712"/>
                <a:gd name="connsiteX47" fmla="*/ 495300 w 2543175"/>
                <a:gd name="connsiteY47" fmla="*/ 359569 h 1890712"/>
                <a:gd name="connsiteX48" fmla="*/ 509588 w 2543175"/>
                <a:gd name="connsiteY48" fmla="*/ 376237 h 1890712"/>
                <a:gd name="connsiteX49" fmla="*/ 514350 w 2543175"/>
                <a:gd name="connsiteY49" fmla="*/ 383381 h 1890712"/>
                <a:gd name="connsiteX50" fmla="*/ 531019 w 2543175"/>
                <a:gd name="connsiteY50" fmla="*/ 397669 h 1890712"/>
                <a:gd name="connsiteX51" fmla="*/ 538163 w 2543175"/>
                <a:gd name="connsiteY51" fmla="*/ 407194 h 1890712"/>
                <a:gd name="connsiteX52" fmla="*/ 554832 w 2543175"/>
                <a:gd name="connsiteY52" fmla="*/ 421481 h 1890712"/>
                <a:gd name="connsiteX53" fmla="*/ 564357 w 2543175"/>
                <a:gd name="connsiteY53" fmla="*/ 431006 h 1890712"/>
                <a:gd name="connsiteX54" fmla="*/ 573882 w 2543175"/>
                <a:gd name="connsiteY54" fmla="*/ 438150 h 1890712"/>
                <a:gd name="connsiteX55" fmla="*/ 595313 w 2543175"/>
                <a:gd name="connsiteY55" fmla="*/ 454819 h 1890712"/>
                <a:gd name="connsiteX56" fmla="*/ 602457 w 2543175"/>
                <a:gd name="connsiteY56" fmla="*/ 457200 h 1890712"/>
                <a:gd name="connsiteX57" fmla="*/ 628650 w 2543175"/>
                <a:gd name="connsiteY57" fmla="*/ 469106 h 1890712"/>
                <a:gd name="connsiteX58" fmla="*/ 645319 w 2543175"/>
                <a:gd name="connsiteY58" fmla="*/ 483394 h 1890712"/>
                <a:gd name="connsiteX59" fmla="*/ 654844 w 2543175"/>
                <a:gd name="connsiteY59" fmla="*/ 488156 h 1890712"/>
                <a:gd name="connsiteX60" fmla="*/ 661988 w 2543175"/>
                <a:gd name="connsiteY60" fmla="*/ 497681 h 1890712"/>
                <a:gd name="connsiteX61" fmla="*/ 683419 w 2543175"/>
                <a:gd name="connsiteY61" fmla="*/ 514350 h 1890712"/>
                <a:gd name="connsiteX62" fmla="*/ 700088 w 2543175"/>
                <a:gd name="connsiteY62" fmla="*/ 526256 h 1890712"/>
                <a:gd name="connsiteX63" fmla="*/ 709613 w 2543175"/>
                <a:gd name="connsiteY63" fmla="*/ 535781 h 1890712"/>
                <a:gd name="connsiteX64" fmla="*/ 719138 w 2543175"/>
                <a:gd name="connsiteY64" fmla="*/ 542925 h 1890712"/>
                <a:gd name="connsiteX65" fmla="*/ 733425 w 2543175"/>
                <a:gd name="connsiteY65" fmla="*/ 557212 h 1890712"/>
                <a:gd name="connsiteX66" fmla="*/ 750094 w 2543175"/>
                <a:gd name="connsiteY66" fmla="*/ 569119 h 1890712"/>
                <a:gd name="connsiteX67" fmla="*/ 769144 w 2543175"/>
                <a:gd name="connsiteY67" fmla="*/ 581025 h 1890712"/>
                <a:gd name="connsiteX68" fmla="*/ 785813 w 2543175"/>
                <a:gd name="connsiteY68" fmla="*/ 590550 h 1890712"/>
                <a:gd name="connsiteX69" fmla="*/ 792957 w 2543175"/>
                <a:gd name="connsiteY69" fmla="*/ 600075 h 1890712"/>
                <a:gd name="connsiteX70" fmla="*/ 809625 w 2543175"/>
                <a:gd name="connsiteY70" fmla="*/ 611981 h 1890712"/>
                <a:gd name="connsiteX71" fmla="*/ 816769 w 2543175"/>
                <a:gd name="connsiteY71" fmla="*/ 619125 h 1890712"/>
                <a:gd name="connsiteX72" fmla="*/ 826294 w 2543175"/>
                <a:gd name="connsiteY72" fmla="*/ 626269 h 1890712"/>
                <a:gd name="connsiteX73" fmla="*/ 840582 w 2543175"/>
                <a:gd name="connsiteY73" fmla="*/ 638175 h 1890712"/>
                <a:gd name="connsiteX74" fmla="*/ 847725 w 2543175"/>
                <a:gd name="connsiteY74" fmla="*/ 645319 h 1890712"/>
                <a:gd name="connsiteX75" fmla="*/ 857250 w 2543175"/>
                <a:gd name="connsiteY75" fmla="*/ 652462 h 1890712"/>
                <a:gd name="connsiteX76" fmla="*/ 864394 w 2543175"/>
                <a:gd name="connsiteY76" fmla="*/ 657225 h 1890712"/>
                <a:gd name="connsiteX77" fmla="*/ 888207 w 2543175"/>
                <a:gd name="connsiteY77" fmla="*/ 676275 h 1890712"/>
                <a:gd name="connsiteX78" fmla="*/ 895350 w 2543175"/>
                <a:gd name="connsiteY78" fmla="*/ 681037 h 1890712"/>
                <a:gd name="connsiteX79" fmla="*/ 907257 w 2543175"/>
                <a:gd name="connsiteY79" fmla="*/ 683419 h 1890712"/>
                <a:gd name="connsiteX80" fmla="*/ 928688 w 2543175"/>
                <a:gd name="connsiteY80" fmla="*/ 695325 h 1890712"/>
                <a:gd name="connsiteX81" fmla="*/ 942975 w 2543175"/>
                <a:gd name="connsiteY81" fmla="*/ 700087 h 1890712"/>
                <a:gd name="connsiteX82" fmla="*/ 964407 w 2543175"/>
                <a:gd name="connsiteY82" fmla="*/ 716756 h 1890712"/>
                <a:gd name="connsiteX83" fmla="*/ 971550 w 2543175"/>
                <a:gd name="connsiteY83" fmla="*/ 723900 h 1890712"/>
                <a:gd name="connsiteX84" fmla="*/ 983457 w 2543175"/>
                <a:gd name="connsiteY84" fmla="*/ 733425 h 1890712"/>
                <a:gd name="connsiteX85" fmla="*/ 990600 w 2543175"/>
                <a:gd name="connsiteY85" fmla="*/ 738187 h 1890712"/>
                <a:gd name="connsiteX86" fmla="*/ 1007269 w 2543175"/>
                <a:gd name="connsiteY86" fmla="*/ 752475 h 1890712"/>
                <a:gd name="connsiteX87" fmla="*/ 1031082 w 2543175"/>
                <a:gd name="connsiteY87" fmla="*/ 766762 h 1890712"/>
                <a:gd name="connsiteX88" fmla="*/ 1042988 w 2543175"/>
                <a:gd name="connsiteY88" fmla="*/ 773906 h 1890712"/>
                <a:gd name="connsiteX89" fmla="*/ 1071563 w 2543175"/>
                <a:gd name="connsiteY89" fmla="*/ 785812 h 1890712"/>
                <a:gd name="connsiteX90" fmla="*/ 1097757 w 2543175"/>
                <a:gd name="connsiteY90" fmla="*/ 807244 h 1890712"/>
                <a:gd name="connsiteX91" fmla="*/ 1104900 w 2543175"/>
                <a:gd name="connsiteY91" fmla="*/ 814387 h 1890712"/>
                <a:gd name="connsiteX92" fmla="*/ 1121569 w 2543175"/>
                <a:gd name="connsiteY92" fmla="*/ 823912 h 1890712"/>
                <a:gd name="connsiteX93" fmla="*/ 1138238 w 2543175"/>
                <a:gd name="connsiteY93" fmla="*/ 835819 h 1890712"/>
                <a:gd name="connsiteX94" fmla="*/ 1147763 w 2543175"/>
                <a:gd name="connsiteY94" fmla="*/ 842962 h 1890712"/>
                <a:gd name="connsiteX95" fmla="*/ 1157288 w 2543175"/>
                <a:gd name="connsiteY95" fmla="*/ 847725 h 1890712"/>
                <a:gd name="connsiteX96" fmla="*/ 1178719 w 2543175"/>
                <a:gd name="connsiteY96" fmla="*/ 859631 h 1890712"/>
                <a:gd name="connsiteX97" fmla="*/ 1188244 w 2543175"/>
                <a:gd name="connsiteY97" fmla="*/ 866775 h 1890712"/>
                <a:gd name="connsiteX98" fmla="*/ 1195388 w 2543175"/>
                <a:gd name="connsiteY98" fmla="*/ 871537 h 1890712"/>
                <a:gd name="connsiteX99" fmla="*/ 1212057 w 2543175"/>
                <a:gd name="connsiteY99" fmla="*/ 883444 h 1890712"/>
                <a:gd name="connsiteX100" fmla="*/ 1226344 w 2543175"/>
                <a:gd name="connsiteY100" fmla="*/ 895350 h 1890712"/>
                <a:gd name="connsiteX101" fmla="*/ 1245394 w 2543175"/>
                <a:gd name="connsiteY101" fmla="*/ 907256 h 1890712"/>
                <a:gd name="connsiteX102" fmla="*/ 1254919 w 2543175"/>
                <a:gd name="connsiteY102" fmla="*/ 914400 h 1890712"/>
                <a:gd name="connsiteX103" fmla="*/ 1269207 w 2543175"/>
                <a:gd name="connsiteY103" fmla="*/ 921544 h 1890712"/>
                <a:gd name="connsiteX104" fmla="*/ 1290638 w 2543175"/>
                <a:gd name="connsiteY104" fmla="*/ 935831 h 1890712"/>
                <a:gd name="connsiteX105" fmla="*/ 1307307 w 2543175"/>
                <a:gd name="connsiteY105" fmla="*/ 952500 h 1890712"/>
                <a:gd name="connsiteX106" fmla="*/ 1333500 w 2543175"/>
                <a:gd name="connsiteY106" fmla="*/ 971550 h 1890712"/>
                <a:gd name="connsiteX107" fmla="*/ 1359694 w 2543175"/>
                <a:gd name="connsiteY107" fmla="*/ 990600 h 1890712"/>
                <a:gd name="connsiteX108" fmla="*/ 1373982 w 2543175"/>
                <a:gd name="connsiteY108" fmla="*/ 997744 h 1890712"/>
                <a:gd name="connsiteX109" fmla="*/ 1388269 w 2543175"/>
                <a:gd name="connsiteY109" fmla="*/ 1007269 h 1890712"/>
                <a:gd name="connsiteX110" fmla="*/ 1414463 w 2543175"/>
                <a:gd name="connsiteY110" fmla="*/ 1019175 h 1890712"/>
                <a:gd name="connsiteX111" fmla="*/ 1428750 w 2543175"/>
                <a:gd name="connsiteY111" fmla="*/ 1026319 h 1890712"/>
                <a:gd name="connsiteX112" fmla="*/ 1471613 w 2543175"/>
                <a:gd name="connsiteY112" fmla="*/ 1059656 h 1890712"/>
                <a:gd name="connsiteX113" fmla="*/ 1495425 w 2543175"/>
                <a:gd name="connsiteY113" fmla="*/ 1088231 h 1890712"/>
                <a:gd name="connsiteX114" fmla="*/ 1547812 w 2543175"/>
                <a:gd name="connsiteY114" fmla="*/ 1133475 h 1890712"/>
                <a:gd name="connsiteX115" fmla="*/ 1597819 w 2543175"/>
                <a:gd name="connsiteY115" fmla="*/ 1154906 h 1890712"/>
                <a:gd name="connsiteX116" fmla="*/ 1604963 w 2543175"/>
                <a:gd name="connsiteY116" fmla="*/ 1162050 h 1890712"/>
                <a:gd name="connsiteX117" fmla="*/ 1612107 w 2543175"/>
                <a:gd name="connsiteY117" fmla="*/ 1166812 h 1890712"/>
                <a:gd name="connsiteX118" fmla="*/ 1628775 w 2543175"/>
                <a:gd name="connsiteY118" fmla="*/ 1183481 h 1890712"/>
                <a:gd name="connsiteX119" fmla="*/ 1662113 w 2543175"/>
                <a:gd name="connsiteY119" fmla="*/ 1209675 h 1890712"/>
                <a:gd name="connsiteX120" fmla="*/ 1678782 w 2543175"/>
                <a:gd name="connsiteY120" fmla="*/ 1226344 h 1890712"/>
                <a:gd name="connsiteX121" fmla="*/ 1700213 w 2543175"/>
                <a:gd name="connsiteY121" fmla="*/ 1247775 h 1890712"/>
                <a:gd name="connsiteX122" fmla="*/ 1712119 w 2543175"/>
                <a:gd name="connsiteY122" fmla="*/ 1259681 h 1890712"/>
                <a:gd name="connsiteX123" fmla="*/ 1733550 w 2543175"/>
                <a:gd name="connsiteY123" fmla="*/ 1273969 h 1890712"/>
                <a:gd name="connsiteX124" fmla="*/ 1743075 w 2543175"/>
                <a:gd name="connsiteY124" fmla="*/ 1283494 h 1890712"/>
                <a:gd name="connsiteX125" fmla="*/ 1754982 w 2543175"/>
                <a:gd name="connsiteY125" fmla="*/ 1290637 h 1890712"/>
                <a:gd name="connsiteX126" fmla="*/ 1766888 w 2543175"/>
                <a:gd name="connsiteY126" fmla="*/ 1300162 h 1890712"/>
                <a:gd name="connsiteX127" fmla="*/ 1783557 w 2543175"/>
                <a:gd name="connsiteY127" fmla="*/ 1307306 h 1890712"/>
                <a:gd name="connsiteX128" fmla="*/ 1790700 w 2543175"/>
                <a:gd name="connsiteY128" fmla="*/ 1312069 h 1890712"/>
                <a:gd name="connsiteX129" fmla="*/ 1800225 w 2543175"/>
                <a:gd name="connsiteY129" fmla="*/ 1319212 h 1890712"/>
                <a:gd name="connsiteX130" fmla="*/ 1807369 w 2543175"/>
                <a:gd name="connsiteY130" fmla="*/ 1321594 h 1890712"/>
                <a:gd name="connsiteX131" fmla="*/ 1824038 w 2543175"/>
                <a:gd name="connsiteY131" fmla="*/ 1333500 h 1890712"/>
                <a:gd name="connsiteX132" fmla="*/ 1843088 w 2543175"/>
                <a:gd name="connsiteY132" fmla="*/ 1352550 h 1890712"/>
                <a:gd name="connsiteX133" fmla="*/ 1852613 w 2543175"/>
                <a:gd name="connsiteY133" fmla="*/ 1359694 h 1890712"/>
                <a:gd name="connsiteX134" fmla="*/ 1859757 w 2543175"/>
                <a:gd name="connsiteY134" fmla="*/ 1366837 h 1890712"/>
                <a:gd name="connsiteX135" fmla="*/ 1869282 w 2543175"/>
                <a:gd name="connsiteY135" fmla="*/ 1371600 h 1890712"/>
                <a:gd name="connsiteX136" fmla="*/ 1883569 w 2543175"/>
                <a:gd name="connsiteY136" fmla="*/ 1388269 h 1890712"/>
                <a:gd name="connsiteX137" fmla="*/ 1893094 w 2543175"/>
                <a:gd name="connsiteY137" fmla="*/ 1395412 h 1890712"/>
                <a:gd name="connsiteX138" fmla="*/ 1902619 w 2543175"/>
                <a:gd name="connsiteY138" fmla="*/ 1404937 h 1890712"/>
                <a:gd name="connsiteX139" fmla="*/ 1912144 w 2543175"/>
                <a:gd name="connsiteY139" fmla="*/ 1409700 h 1890712"/>
                <a:gd name="connsiteX140" fmla="*/ 1931194 w 2543175"/>
                <a:gd name="connsiteY140" fmla="*/ 1421606 h 1890712"/>
                <a:gd name="connsiteX141" fmla="*/ 1935957 w 2543175"/>
                <a:gd name="connsiteY141" fmla="*/ 1428750 h 1890712"/>
                <a:gd name="connsiteX142" fmla="*/ 1952625 w 2543175"/>
                <a:gd name="connsiteY142" fmla="*/ 1438275 h 1890712"/>
                <a:gd name="connsiteX143" fmla="*/ 1971675 w 2543175"/>
                <a:gd name="connsiteY143" fmla="*/ 1450181 h 1890712"/>
                <a:gd name="connsiteX144" fmla="*/ 1981200 w 2543175"/>
                <a:gd name="connsiteY144" fmla="*/ 1454944 h 1890712"/>
                <a:gd name="connsiteX145" fmla="*/ 1997869 w 2543175"/>
                <a:gd name="connsiteY145" fmla="*/ 1471612 h 1890712"/>
                <a:gd name="connsiteX146" fmla="*/ 2007394 w 2543175"/>
                <a:gd name="connsiteY146" fmla="*/ 1478756 h 1890712"/>
                <a:gd name="connsiteX147" fmla="*/ 2016919 w 2543175"/>
                <a:gd name="connsiteY147" fmla="*/ 1483519 h 1890712"/>
                <a:gd name="connsiteX148" fmla="*/ 2024063 w 2543175"/>
                <a:gd name="connsiteY148" fmla="*/ 1490662 h 1890712"/>
                <a:gd name="connsiteX149" fmla="*/ 2033588 w 2543175"/>
                <a:gd name="connsiteY149" fmla="*/ 1495425 h 1890712"/>
                <a:gd name="connsiteX150" fmla="*/ 2040732 w 2543175"/>
                <a:gd name="connsiteY150" fmla="*/ 1502569 h 1890712"/>
                <a:gd name="connsiteX151" fmla="*/ 2047875 w 2543175"/>
                <a:gd name="connsiteY151" fmla="*/ 1507331 h 1890712"/>
                <a:gd name="connsiteX152" fmla="*/ 2057400 w 2543175"/>
                <a:gd name="connsiteY152" fmla="*/ 1514475 h 1890712"/>
                <a:gd name="connsiteX153" fmla="*/ 2064544 w 2543175"/>
                <a:gd name="connsiteY153" fmla="*/ 1519237 h 1890712"/>
                <a:gd name="connsiteX154" fmla="*/ 2071688 w 2543175"/>
                <a:gd name="connsiteY154" fmla="*/ 1526381 h 1890712"/>
                <a:gd name="connsiteX155" fmla="*/ 2081213 w 2543175"/>
                <a:gd name="connsiteY155" fmla="*/ 1531144 h 1890712"/>
                <a:gd name="connsiteX156" fmla="*/ 2090738 w 2543175"/>
                <a:gd name="connsiteY156" fmla="*/ 1538287 h 1890712"/>
                <a:gd name="connsiteX157" fmla="*/ 2109788 w 2543175"/>
                <a:gd name="connsiteY157" fmla="*/ 1547812 h 1890712"/>
                <a:gd name="connsiteX158" fmla="*/ 2131219 w 2543175"/>
                <a:gd name="connsiteY158" fmla="*/ 1562100 h 1890712"/>
                <a:gd name="connsiteX159" fmla="*/ 2140744 w 2543175"/>
                <a:gd name="connsiteY159" fmla="*/ 1566862 h 1890712"/>
                <a:gd name="connsiteX160" fmla="*/ 2152650 w 2543175"/>
                <a:gd name="connsiteY160" fmla="*/ 1576387 h 1890712"/>
                <a:gd name="connsiteX161" fmla="*/ 2181225 w 2543175"/>
                <a:gd name="connsiteY161" fmla="*/ 1590675 h 1890712"/>
                <a:gd name="connsiteX162" fmla="*/ 2200275 w 2543175"/>
                <a:gd name="connsiteY162" fmla="*/ 1607344 h 1890712"/>
                <a:gd name="connsiteX163" fmla="*/ 2207419 w 2543175"/>
                <a:gd name="connsiteY163" fmla="*/ 1612106 h 1890712"/>
                <a:gd name="connsiteX164" fmla="*/ 2216944 w 2543175"/>
                <a:gd name="connsiteY164" fmla="*/ 1619250 h 1890712"/>
                <a:gd name="connsiteX165" fmla="*/ 2224088 w 2543175"/>
                <a:gd name="connsiteY165" fmla="*/ 1624012 h 1890712"/>
                <a:gd name="connsiteX166" fmla="*/ 2247900 w 2543175"/>
                <a:gd name="connsiteY166" fmla="*/ 1643062 h 1890712"/>
                <a:gd name="connsiteX167" fmla="*/ 2255044 w 2543175"/>
                <a:gd name="connsiteY167" fmla="*/ 1650206 h 1890712"/>
                <a:gd name="connsiteX168" fmla="*/ 2281238 w 2543175"/>
                <a:gd name="connsiteY168" fmla="*/ 1664494 h 1890712"/>
                <a:gd name="connsiteX169" fmla="*/ 2297907 w 2543175"/>
                <a:gd name="connsiteY169" fmla="*/ 1674019 h 1890712"/>
                <a:gd name="connsiteX170" fmla="*/ 2305050 w 2543175"/>
                <a:gd name="connsiteY170" fmla="*/ 1678781 h 1890712"/>
                <a:gd name="connsiteX171" fmla="*/ 2312194 w 2543175"/>
                <a:gd name="connsiteY171" fmla="*/ 1685925 h 1890712"/>
                <a:gd name="connsiteX172" fmla="*/ 2321719 w 2543175"/>
                <a:gd name="connsiteY172" fmla="*/ 1690687 h 1890712"/>
                <a:gd name="connsiteX173" fmla="*/ 2328863 w 2543175"/>
                <a:gd name="connsiteY173" fmla="*/ 1697831 h 1890712"/>
                <a:gd name="connsiteX174" fmla="*/ 2350294 w 2543175"/>
                <a:gd name="connsiteY174" fmla="*/ 1712119 h 1890712"/>
                <a:gd name="connsiteX175" fmla="*/ 2359819 w 2543175"/>
                <a:gd name="connsiteY175" fmla="*/ 1719262 h 1890712"/>
                <a:gd name="connsiteX176" fmla="*/ 2369344 w 2543175"/>
                <a:gd name="connsiteY176" fmla="*/ 1724025 h 1890712"/>
                <a:gd name="connsiteX177" fmla="*/ 2376488 w 2543175"/>
                <a:gd name="connsiteY177" fmla="*/ 1731169 h 1890712"/>
                <a:gd name="connsiteX178" fmla="*/ 2402682 w 2543175"/>
                <a:gd name="connsiteY178" fmla="*/ 1747837 h 1890712"/>
                <a:gd name="connsiteX179" fmla="*/ 2428876 w 2543175"/>
                <a:gd name="connsiteY179" fmla="*/ 1785938 h 1890712"/>
                <a:gd name="connsiteX180" fmla="*/ 2466975 w 2543175"/>
                <a:gd name="connsiteY180" fmla="*/ 1783556 h 1890712"/>
                <a:gd name="connsiteX181" fmla="*/ 2481263 w 2543175"/>
                <a:gd name="connsiteY181" fmla="*/ 1795462 h 1890712"/>
                <a:gd name="connsiteX182" fmla="*/ 2486025 w 2543175"/>
                <a:gd name="connsiteY182" fmla="*/ 1802606 h 1890712"/>
                <a:gd name="connsiteX183" fmla="*/ 2493169 w 2543175"/>
                <a:gd name="connsiteY183" fmla="*/ 1807369 h 1890712"/>
                <a:gd name="connsiteX184" fmla="*/ 2495550 w 2543175"/>
                <a:gd name="connsiteY184" fmla="*/ 1816894 h 1890712"/>
                <a:gd name="connsiteX185" fmla="*/ 2497932 w 2543175"/>
                <a:gd name="connsiteY185" fmla="*/ 1824037 h 1890712"/>
                <a:gd name="connsiteX186" fmla="*/ 2514600 w 2543175"/>
                <a:gd name="connsiteY186" fmla="*/ 1850231 h 1890712"/>
                <a:gd name="connsiteX187" fmla="*/ 2519363 w 2543175"/>
                <a:gd name="connsiteY187" fmla="*/ 1857375 h 1890712"/>
                <a:gd name="connsiteX188" fmla="*/ 2540794 w 2543175"/>
                <a:gd name="connsiteY188" fmla="*/ 1883569 h 1890712"/>
                <a:gd name="connsiteX189" fmla="*/ 2543175 w 2543175"/>
                <a:gd name="connsiteY189" fmla="*/ 1890712 h 1890712"/>
                <a:gd name="connsiteX0" fmla="*/ 0 w 2543175"/>
                <a:gd name="connsiteY0" fmla="*/ 0 h 1890712"/>
                <a:gd name="connsiteX1" fmla="*/ 11907 w 2543175"/>
                <a:gd name="connsiteY1" fmla="*/ 11906 h 1890712"/>
                <a:gd name="connsiteX2" fmla="*/ 21432 w 2543175"/>
                <a:gd name="connsiteY2" fmla="*/ 16669 h 1890712"/>
                <a:gd name="connsiteX3" fmla="*/ 23813 w 2543175"/>
                <a:gd name="connsiteY3" fmla="*/ 23812 h 1890712"/>
                <a:gd name="connsiteX4" fmla="*/ 33338 w 2543175"/>
                <a:gd name="connsiteY4" fmla="*/ 33337 h 1890712"/>
                <a:gd name="connsiteX5" fmla="*/ 40482 w 2543175"/>
                <a:gd name="connsiteY5" fmla="*/ 42862 h 1890712"/>
                <a:gd name="connsiteX6" fmla="*/ 47625 w 2543175"/>
                <a:gd name="connsiteY6" fmla="*/ 47625 h 1890712"/>
                <a:gd name="connsiteX7" fmla="*/ 57150 w 2543175"/>
                <a:gd name="connsiteY7" fmla="*/ 54769 h 1890712"/>
                <a:gd name="connsiteX8" fmla="*/ 64294 w 2543175"/>
                <a:gd name="connsiteY8" fmla="*/ 59531 h 1890712"/>
                <a:gd name="connsiteX9" fmla="*/ 83344 w 2543175"/>
                <a:gd name="connsiteY9" fmla="*/ 73819 h 1890712"/>
                <a:gd name="connsiteX10" fmla="*/ 97632 w 2543175"/>
                <a:gd name="connsiteY10" fmla="*/ 80962 h 1890712"/>
                <a:gd name="connsiteX11" fmla="*/ 104775 w 2543175"/>
                <a:gd name="connsiteY11" fmla="*/ 85725 h 1890712"/>
                <a:gd name="connsiteX12" fmla="*/ 114300 w 2543175"/>
                <a:gd name="connsiteY12" fmla="*/ 95250 h 1890712"/>
                <a:gd name="connsiteX13" fmla="*/ 123825 w 2543175"/>
                <a:gd name="connsiteY13" fmla="*/ 97631 h 1890712"/>
                <a:gd name="connsiteX14" fmla="*/ 130969 w 2543175"/>
                <a:gd name="connsiteY14" fmla="*/ 104775 h 1890712"/>
                <a:gd name="connsiteX15" fmla="*/ 140494 w 2543175"/>
                <a:gd name="connsiteY15" fmla="*/ 111919 h 1890712"/>
                <a:gd name="connsiteX16" fmla="*/ 147638 w 2543175"/>
                <a:gd name="connsiteY16" fmla="*/ 116681 h 1890712"/>
                <a:gd name="connsiteX17" fmla="*/ 164307 w 2543175"/>
                <a:gd name="connsiteY17" fmla="*/ 128587 h 1890712"/>
                <a:gd name="connsiteX18" fmla="*/ 180975 w 2543175"/>
                <a:gd name="connsiteY18" fmla="*/ 140494 h 1890712"/>
                <a:gd name="connsiteX19" fmla="*/ 197644 w 2543175"/>
                <a:gd name="connsiteY19" fmla="*/ 152400 h 1890712"/>
                <a:gd name="connsiteX20" fmla="*/ 204788 w 2543175"/>
                <a:gd name="connsiteY20" fmla="*/ 157162 h 1890712"/>
                <a:gd name="connsiteX21" fmla="*/ 214313 w 2543175"/>
                <a:gd name="connsiteY21" fmla="*/ 164306 h 1890712"/>
                <a:gd name="connsiteX22" fmla="*/ 230982 w 2543175"/>
                <a:gd name="connsiteY22" fmla="*/ 180975 h 1890712"/>
                <a:gd name="connsiteX23" fmla="*/ 247650 w 2543175"/>
                <a:gd name="connsiteY23" fmla="*/ 185737 h 1890712"/>
                <a:gd name="connsiteX24" fmla="*/ 259557 w 2543175"/>
                <a:gd name="connsiteY24" fmla="*/ 188119 h 1890712"/>
                <a:gd name="connsiteX25" fmla="*/ 266700 w 2543175"/>
                <a:gd name="connsiteY25" fmla="*/ 190500 h 1890712"/>
                <a:gd name="connsiteX26" fmla="*/ 283369 w 2543175"/>
                <a:gd name="connsiteY26" fmla="*/ 192881 h 1890712"/>
                <a:gd name="connsiteX27" fmla="*/ 302419 w 2543175"/>
                <a:gd name="connsiteY27" fmla="*/ 204787 h 1890712"/>
                <a:gd name="connsiteX28" fmla="*/ 309563 w 2543175"/>
                <a:gd name="connsiteY28" fmla="*/ 209550 h 1890712"/>
                <a:gd name="connsiteX29" fmla="*/ 319088 w 2543175"/>
                <a:gd name="connsiteY29" fmla="*/ 219075 h 1890712"/>
                <a:gd name="connsiteX30" fmla="*/ 333375 w 2543175"/>
                <a:gd name="connsiteY30" fmla="*/ 228600 h 1890712"/>
                <a:gd name="connsiteX31" fmla="*/ 340519 w 2543175"/>
                <a:gd name="connsiteY31" fmla="*/ 233362 h 1890712"/>
                <a:gd name="connsiteX32" fmla="*/ 354807 w 2543175"/>
                <a:gd name="connsiteY32" fmla="*/ 247650 h 1890712"/>
                <a:gd name="connsiteX33" fmla="*/ 366713 w 2543175"/>
                <a:gd name="connsiteY33" fmla="*/ 264319 h 1890712"/>
                <a:gd name="connsiteX34" fmla="*/ 371475 w 2543175"/>
                <a:gd name="connsiteY34" fmla="*/ 271462 h 1890712"/>
                <a:gd name="connsiteX35" fmla="*/ 378619 w 2543175"/>
                <a:gd name="connsiteY35" fmla="*/ 276225 h 1890712"/>
                <a:gd name="connsiteX36" fmla="*/ 385763 w 2543175"/>
                <a:gd name="connsiteY36" fmla="*/ 283369 h 1890712"/>
                <a:gd name="connsiteX37" fmla="*/ 395288 w 2543175"/>
                <a:gd name="connsiteY37" fmla="*/ 288131 h 1890712"/>
                <a:gd name="connsiteX38" fmla="*/ 404813 w 2543175"/>
                <a:gd name="connsiteY38" fmla="*/ 295275 h 1890712"/>
                <a:gd name="connsiteX39" fmla="*/ 411957 w 2543175"/>
                <a:gd name="connsiteY39" fmla="*/ 297656 h 1890712"/>
                <a:gd name="connsiteX40" fmla="*/ 421482 w 2543175"/>
                <a:gd name="connsiteY40" fmla="*/ 302419 h 1890712"/>
                <a:gd name="connsiteX41" fmla="*/ 447675 w 2543175"/>
                <a:gd name="connsiteY41" fmla="*/ 307181 h 1890712"/>
                <a:gd name="connsiteX42" fmla="*/ 461963 w 2543175"/>
                <a:gd name="connsiteY42" fmla="*/ 321469 h 1890712"/>
                <a:gd name="connsiteX43" fmla="*/ 466725 w 2543175"/>
                <a:gd name="connsiteY43" fmla="*/ 328612 h 1890712"/>
                <a:gd name="connsiteX44" fmla="*/ 476250 w 2543175"/>
                <a:gd name="connsiteY44" fmla="*/ 335756 h 1890712"/>
                <a:gd name="connsiteX45" fmla="*/ 481013 w 2543175"/>
                <a:gd name="connsiteY45" fmla="*/ 342900 h 1890712"/>
                <a:gd name="connsiteX46" fmla="*/ 490538 w 2543175"/>
                <a:gd name="connsiteY46" fmla="*/ 352425 h 1890712"/>
                <a:gd name="connsiteX47" fmla="*/ 495300 w 2543175"/>
                <a:gd name="connsiteY47" fmla="*/ 359569 h 1890712"/>
                <a:gd name="connsiteX48" fmla="*/ 509588 w 2543175"/>
                <a:gd name="connsiteY48" fmla="*/ 376237 h 1890712"/>
                <a:gd name="connsiteX49" fmla="*/ 514350 w 2543175"/>
                <a:gd name="connsiteY49" fmla="*/ 383381 h 1890712"/>
                <a:gd name="connsiteX50" fmla="*/ 531019 w 2543175"/>
                <a:gd name="connsiteY50" fmla="*/ 397669 h 1890712"/>
                <a:gd name="connsiteX51" fmla="*/ 538163 w 2543175"/>
                <a:gd name="connsiteY51" fmla="*/ 407194 h 1890712"/>
                <a:gd name="connsiteX52" fmla="*/ 554832 w 2543175"/>
                <a:gd name="connsiteY52" fmla="*/ 421481 h 1890712"/>
                <a:gd name="connsiteX53" fmla="*/ 564357 w 2543175"/>
                <a:gd name="connsiteY53" fmla="*/ 431006 h 1890712"/>
                <a:gd name="connsiteX54" fmla="*/ 573882 w 2543175"/>
                <a:gd name="connsiteY54" fmla="*/ 438150 h 1890712"/>
                <a:gd name="connsiteX55" fmla="*/ 595313 w 2543175"/>
                <a:gd name="connsiteY55" fmla="*/ 454819 h 1890712"/>
                <a:gd name="connsiteX56" fmla="*/ 602457 w 2543175"/>
                <a:gd name="connsiteY56" fmla="*/ 457200 h 1890712"/>
                <a:gd name="connsiteX57" fmla="*/ 628650 w 2543175"/>
                <a:gd name="connsiteY57" fmla="*/ 469106 h 1890712"/>
                <a:gd name="connsiteX58" fmla="*/ 645319 w 2543175"/>
                <a:gd name="connsiteY58" fmla="*/ 483394 h 1890712"/>
                <a:gd name="connsiteX59" fmla="*/ 654844 w 2543175"/>
                <a:gd name="connsiteY59" fmla="*/ 488156 h 1890712"/>
                <a:gd name="connsiteX60" fmla="*/ 661988 w 2543175"/>
                <a:gd name="connsiteY60" fmla="*/ 497681 h 1890712"/>
                <a:gd name="connsiteX61" fmla="*/ 683419 w 2543175"/>
                <a:gd name="connsiteY61" fmla="*/ 514350 h 1890712"/>
                <a:gd name="connsiteX62" fmla="*/ 700088 w 2543175"/>
                <a:gd name="connsiteY62" fmla="*/ 526256 h 1890712"/>
                <a:gd name="connsiteX63" fmla="*/ 709613 w 2543175"/>
                <a:gd name="connsiteY63" fmla="*/ 535781 h 1890712"/>
                <a:gd name="connsiteX64" fmla="*/ 719138 w 2543175"/>
                <a:gd name="connsiteY64" fmla="*/ 542925 h 1890712"/>
                <a:gd name="connsiteX65" fmla="*/ 733425 w 2543175"/>
                <a:gd name="connsiteY65" fmla="*/ 557212 h 1890712"/>
                <a:gd name="connsiteX66" fmla="*/ 750094 w 2543175"/>
                <a:gd name="connsiteY66" fmla="*/ 569119 h 1890712"/>
                <a:gd name="connsiteX67" fmla="*/ 769144 w 2543175"/>
                <a:gd name="connsiteY67" fmla="*/ 581025 h 1890712"/>
                <a:gd name="connsiteX68" fmla="*/ 785813 w 2543175"/>
                <a:gd name="connsiteY68" fmla="*/ 590550 h 1890712"/>
                <a:gd name="connsiteX69" fmla="*/ 792957 w 2543175"/>
                <a:gd name="connsiteY69" fmla="*/ 600075 h 1890712"/>
                <a:gd name="connsiteX70" fmla="*/ 809625 w 2543175"/>
                <a:gd name="connsiteY70" fmla="*/ 611981 h 1890712"/>
                <a:gd name="connsiteX71" fmla="*/ 816769 w 2543175"/>
                <a:gd name="connsiteY71" fmla="*/ 619125 h 1890712"/>
                <a:gd name="connsiteX72" fmla="*/ 826294 w 2543175"/>
                <a:gd name="connsiteY72" fmla="*/ 626269 h 1890712"/>
                <a:gd name="connsiteX73" fmla="*/ 840582 w 2543175"/>
                <a:gd name="connsiteY73" fmla="*/ 638175 h 1890712"/>
                <a:gd name="connsiteX74" fmla="*/ 847725 w 2543175"/>
                <a:gd name="connsiteY74" fmla="*/ 645319 h 1890712"/>
                <a:gd name="connsiteX75" fmla="*/ 857250 w 2543175"/>
                <a:gd name="connsiteY75" fmla="*/ 652462 h 1890712"/>
                <a:gd name="connsiteX76" fmla="*/ 864394 w 2543175"/>
                <a:gd name="connsiteY76" fmla="*/ 657225 h 1890712"/>
                <a:gd name="connsiteX77" fmla="*/ 888207 w 2543175"/>
                <a:gd name="connsiteY77" fmla="*/ 676275 h 1890712"/>
                <a:gd name="connsiteX78" fmla="*/ 895350 w 2543175"/>
                <a:gd name="connsiteY78" fmla="*/ 681037 h 1890712"/>
                <a:gd name="connsiteX79" fmla="*/ 907257 w 2543175"/>
                <a:gd name="connsiteY79" fmla="*/ 683419 h 1890712"/>
                <a:gd name="connsiteX80" fmla="*/ 928688 w 2543175"/>
                <a:gd name="connsiteY80" fmla="*/ 695325 h 1890712"/>
                <a:gd name="connsiteX81" fmla="*/ 942975 w 2543175"/>
                <a:gd name="connsiteY81" fmla="*/ 700087 h 1890712"/>
                <a:gd name="connsiteX82" fmla="*/ 964407 w 2543175"/>
                <a:gd name="connsiteY82" fmla="*/ 716756 h 1890712"/>
                <a:gd name="connsiteX83" fmla="*/ 971550 w 2543175"/>
                <a:gd name="connsiteY83" fmla="*/ 723900 h 1890712"/>
                <a:gd name="connsiteX84" fmla="*/ 983457 w 2543175"/>
                <a:gd name="connsiteY84" fmla="*/ 733425 h 1890712"/>
                <a:gd name="connsiteX85" fmla="*/ 990600 w 2543175"/>
                <a:gd name="connsiteY85" fmla="*/ 738187 h 1890712"/>
                <a:gd name="connsiteX86" fmla="*/ 1007269 w 2543175"/>
                <a:gd name="connsiteY86" fmla="*/ 752475 h 1890712"/>
                <a:gd name="connsiteX87" fmla="*/ 1031082 w 2543175"/>
                <a:gd name="connsiteY87" fmla="*/ 766762 h 1890712"/>
                <a:gd name="connsiteX88" fmla="*/ 1042988 w 2543175"/>
                <a:gd name="connsiteY88" fmla="*/ 773906 h 1890712"/>
                <a:gd name="connsiteX89" fmla="*/ 1071563 w 2543175"/>
                <a:gd name="connsiteY89" fmla="*/ 785812 h 1890712"/>
                <a:gd name="connsiteX90" fmla="*/ 1097757 w 2543175"/>
                <a:gd name="connsiteY90" fmla="*/ 807244 h 1890712"/>
                <a:gd name="connsiteX91" fmla="*/ 1104900 w 2543175"/>
                <a:gd name="connsiteY91" fmla="*/ 814387 h 1890712"/>
                <a:gd name="connsiteX92" fmla="*/ 1121569 w 2543175"/>
                <a:gd name="connsiteY92" fmla="*/ 823912 h 1890712"/>
                <a:gd name="connsiteX93" fmla="*/ 1138238 w 2543175"/>
                <a:gd name="connsiteY93" fmla="*/ 835819 h 1890712"/>
                <a:gd name="connsiteX94" fmla="*/ 1147763 w 2543175"/>
                <a:gd name="connsiteY94" fmla="*/ 842962 h 1890712"/>
                <a:gd name="connsiteX95" fmla="*/ 1157288 w 2543175"/>
                <a:gd name="connsiteY95" fmla="*/ 847725 h 1890712"/>
                <a:gd name="connsiteX96" fmla="*/ 1178719 w 2543175"/>
                <a:gd name="connsiteY96" fmla="*/ 859631 h 1890712"/>
                <a:gd name="connsiteX97" fmla="*/ 1188244 w 2543175"/>
                <a:gd name="connsiteY97" fmla="*/ 866775 h 1890712"/>
                <a:gd name="connsiteX98" fmla="*/ 1195388 w 2543175"/>
                <a:gd name="connsiteY98" fmla="*/ 871537 h 1890712"/>
                <a:gd name="connsiteX99" fmla="*/ 1212057 w 2543175"/>
                <a:gd name="connsiteY99" fmla="*/ 883444 h 1890712"/>
                <a:gd name="connsiteX100" fmla="*/ 1226344 w 2543175"/>
                <a:gd name="connsiteY100" fmla="*/ 895350 h 1890712"/>
                <a:gd name="connsiteX101" fmla="*/ 1245394 w 2543175"/>
                <a:gd name="connsiteY101" fmla="*/ 907256 h 1890712"/>
                <a:gd name="connsiteX102" fmla="*/ 1254919 w 2543175"/>
                <a:gd name="connsiteY102" fmla="*/ 914400 h 1890712"/>
                <a:gd name="connsiteX103" fmla="*/ 1269207 w 2543175"/>
                <a:gd name="connsiteY103" fmla="*/ 921544 h 1890712"/>
                <a:gd name="connsiteX104" fmla="*/ 1290638 w 2543175"/>
                <a:gd name="connsiteY104" fmla="*/ 935831 h 1890712"/>
                <a:gd name="connsiteX105" fmla="*/ 1307307 w 2543175"/>
                <a:gd name="connsiteY105" fmla="*/ 952500 h 1890712"/>
                <a:gd name="connsiteX106" fmla="*/ 1333500 w 2543175"/>
                <a:gd name="connsiteY106" fmla="*/ 971550 h 1890712"/>
                <a:gd name="connsiteX107" fmla="*/ 1359694 w 2543175"/>
                <a:gd name="connsiteY107" fmla="*/ 990600 h 1890712"/>
                <a:gd name="connsiteX108" fmla="*/ 1373982 w 2543175"/>
                <a:gd name="connsiteY108" fmla="*/ 997744 h 1890712"/>
                <a:gd name="connsiteX109" fmla="*/ 1388269 w 2543175"/>
                <a:gd name="connsiteY109" fmla="*/ 1007269 h 1890712"/>
                <a:gd name="connsiteX110" fmla="*/ 1414463 w 2543175"/>
                <a:gd name="connsiteY110" fmla="*/ 1019175 h 1890712"/>
                <a:gd name="connsiteX111" fmla="*/ 1428750 w 2543175"/>
                <a:gd name="connsiteY111" fmla="*/ 1026319 h 1890712"/>
                <a:gd name="connsiteX112" fmla="*/ 1471613 w 2543175"/>
                <a:gd name="connsiteY112" fmla="*/ 1059656 h 1890712"/>
                <a:gd name="connsiteX113" fmla="*/ 1495425 w 2543175"/>
                <a:gd name="connsiteY113" fmla="*/ 1088231 h 1890712"/>
                <a:gd name="connsiteX114" fmla="*/ 1547812 w 2543175"/>
                <a:gd name="connsiteY114" fmla="*/ 1133475 h 1890712"/>
                <a:gd name="connsiteX115" fmla="*/ 1597819 w 2543175"/>
                <a:gd name="connsiteY115" fmla="*/ 1154906 h 1890712"/>
                <a:gd name="connsiteX116" fmla="*/ 1604963 w 2543175"/>
                <a:gd name="connsiteY116" fmla="*/ 1162050 h 1890712"/>
                <a:gd name="connsiteX117" fmla="*/ 1612107 w 2543175"/>
                <a:gd name="connsiteY117" fmla="*/ 1166812 h 1890712"/>
                <a:gd name="connsiteX118" fmla="*/ 1628775 w 2543175"/>
                <a:gd name="connsiteY118" fmla="*/ 1183481 h 1890712"/>
                <a:gd name="connsiteX119" fmla="*/ 1662113 w 2543175"/>
                <a:gd name="connsiteY119" fmla="*/ 1209675 h 1890712"/>
                <a:gd name="connsiteX120" fmla="*/ 1678782 w 2543175"/>
                <a:gd name="connsiteY120" fmla="*/ 1226344 h 1890712"/>
                <a:gd name="connsiteX121" fmla="*/ 1700213 w 2543175"/>
                <a:gd name="connsiteY121" fmla="*/ 1247775 h 1890712"/>
                <a:gd name="connsiteX122" fmla="*/ 1712119 w 2543175"/>
                <a:gd name="connsiteY122" fmla="*/ 1259681 h 1890712"/>
                <a:gd name="connsiteX123" fmla="*/ 1733550 w 2543175"/>
                <a:gd name="connsiteY123" fmla="*/ 1273969 h 1890712"/>
                <a:gd name="connsiteX124" fmla="*/ 1743075 w 2543175"/>
                <a:gd name="connsiteY124" fmla="*/ 1283494 h 1890712"/>
                <a:gd name="connsiteX125" fmla="*/ 1754982 w 2543175"/>
                <a:gd name="connsiteY125" fmla="*/ 1290637 h 1890712"/>
                <a:gd name="connsiteX126" fmla="*/ 1766888 w 2543175"/>
                <a:gd name="connsiteY126" fmla="*/ 1300162 h 1890712"/>
                <a:gd name="connsiteX127" fmla="*/ 1783557 w 2543175"/>
                <a:gd name="connsiteY127" fmla="*/ 1307306 h 1890712"/>
                <a:gd name="connsiteX128" fmla="*/ 1790700 w 2543175"/>
                <a:gd name="connsiteY128" fmla="*/ 1312069 h 1890712"/>
                <a:gd name="connsiteX129" fmla="*/ 1800225 w 2543175"/>
                <a:gd name="connsiteY129" fmla="*/ 1319212 h 1890712"/>
                <a:gd name="connsiteX130" fmla="*/ 1807369 w 2543175"/>
                <a:gd name="connsiteY130" fmla="*/ 1321594 h 1890712"/>
                <a:gd name="connsiteX131" fmla="*/ 1824038 w 2543175"/>
                <a:gd name="connsiteY131" fmla="*/ 1333500 h 1890712"/>
                <a:gd name="connsiteX132" fmla="*/ 1843088 w 2543175"/>
                <a:gd name="connsiteY132" fmla="*/ 1352550 h 1890712"/>
                <a:gd name="connsiteX133" fmla="*/ 1852613 w 2543175"/>
                <a:gd name="connsiteY133" fmla="*/ 1359694 h 1890712"/>
                <a:gd name="connsiteX134" fmla="*/ 1859757 w 2543175"/>
                <a:gd name="connsiteY134" fmla="*/ 1366837 h 1890712"/>
                <a:gd name="connsiteX135" fmla="*/ 1869282 w 2543175"/>
                <a:gd name="connsiteY135" fmla="*/ 1371600 h 1890712"/>
                <a:gd name="connsiteX136" fmla="*/ 1883569 w 2543175"/>
                <a:gd name="connsiteY136" fmla="*/ 1388269 h 1890712"/>
                <a:gd name="connsiteX137" fmla="*/ 1893094 w 2543175"/>
                <a:gd name="connsiteY137" fmla="*/ 1395412 h 1890712"/>
                <a:gd name="connsiteX138" fmla="*/ 1902619 w 2543175"/>
                <a:gd name="connsiteY138" fmla="*/ 1404937 h 1890712"/>
                <a:gd name="connsiteX139" fmla="*/ 1912144 w 2543175"/>
                <a:gd name="connsiteY139" fmla="*/ 1409700 h 1890712"/>
                <a:gd name="connsiteX140" fmla="*/ 1931194 w 2543175"/>
                <a:gd name="connsiteY140" fmla="*/ 1421606 h 1890712"/>
                <a:gd name="connsiteX141" fmla="*/ 1935957 w 2543175"/>
                <a:gd name="connsiteY141" fmla="*/ 1428750 h 1890712"/>
                <a:gd name="connsiteX142" fmla="*/ 1952625 w 2543175"/>
                <a:gd name="connsiteY142" fmla="*/ 1438275 h 1890712"/>
                <a:gd name="connsiteX143" fmla="*/ 1971675 w 2543175"/>
                <a:gd name="connsiteY143" fmla="*/ 1450181 h 1890712"/>
                <a:gd name="connsiteX144" fmla="*/ 1981200 w 2543175"/>
                <a:gd name="connsiteY144" fmla="*/ 1454944 h 1890712"/>
                <a:gd name="connsiteX145" fmla="*/ 1997869 w 2543175"/>
                <a:gd name="connsiteY145" fmla="*/ 1471612 h 1890712"/>
                <a:gd name="connsiteX146" fmla="*/ 2007394 w 2543175"/>
                <a:gd name="connsiteY146" fmla="*/ 1478756 h 1890712"/>
                <a:gd name="connsiteX147" fmla="*/ 2016919 w 2543175"/>
                <a:gd name="connsiteY147" fmla="*/ 1483519 h 1890712"/>
                <a:gd name="connsiteX148" fmla="*/ 2024063 w 2543175"/>
                <a:gd name="connsiteY148" fmla="*/ 1490662 h 1890712"/>
                <a:gd name="connsiteX149" fmla="*/ 2033588 w 2543175"/>
                <a:gd name="connsiteY149" fmla="*/ 1495425 h 1890712"/>
                <a:gd name="connsiteX150" fmla="*/ 2040732 w 2543175"/>
                <a:gd name="connsiteY150" fmla="*/ 1502569 h 1890712"/>
                <a:gd name="connsiteX151" fmla="*/ 2047875 w 2543175"/>
                <a:gd name="connsiteY151" fmla="*/ 1507331 h 1890712"/>
                <a:gd name="connsiteX152" fmla="*/ 2057400 w 2543175"/>
                <a:gd name="connsiteY152" fmla="*/ 1514475 h 1890712"/>
                <a:gd name="connsiteX153" fmla="*/ 2064544 w 2543175"/>
                <a:gd name="connsiteY153" fmla="*/ 1519237 h 1890712"/>
                <a:gd name="connsiteX154" fmla="*/ 2071688 w 2543175"/>
                <a:gd name="connsiteY154" fmla="*/ 1526381 h 1890712"/>
                <a:gd name="connsiteX155" fmla="*/ 2081213 w 2543175"/>
                <a:gd name="connsiteY155" fmla="*/ 1531144 h 1890712"/>
                <a:gd name="connsiteX156" fmla="*/ 2090738 w 2543175"/>
                <a:gd name="connsiteY156" fmla="*/ 1538287 h 1890712"/>
                <a:gd name="connsiteX157" fmla="*/ 2109788 w 2543175"/>
                <a:gd name="connsiteY157" fmla="*/ 1547812 h 1890712"/>
                <a:gd name="connsiteX158" fmla="*/ 2131219 w 2543175"/>
                <a:gd name="connsiteY158" fmla="*/ 1562100 h 1890712"/>
                <a:gd name="connsiteX159" fmla="*/ 2140744 w 2543175"/>
                <a:gd name="connsiteY159" fmla="*/ 1566862 h 1890712"/>
                <a:gd name="connsiteX160" fmla="*/ 2152650 w 2543175"/>
                <a:gd name="connsiteY160" fmla="*/ 1576387 h 1890712"/>
                <a:gd name="connsiteX161" fmla="*/ 2181225 w 2543175"/>
                <a:gd name="connsiteY161" fmla="*/ 1590675 h 1890712"/>
                <a:gd name="connsiteX162" fmla="*/ 2200275 w 2543175"/>
                <a:gd name="connsiteY162" fmla="*/ 1607344 h 1890712"/>
                <a:gd name="connsiteX163" fmla="*/ 2207419 w 2543175"/>
                <a:gd name="connsiteY163" fmla="*/ 1612106 h 1890712"/>
                <a:gd name="connsiteX164" fmla="*/ 2216944 w 2543175"/>
                <a:gd name="connsiteY164" fmla="*/ 1619250 h 1890712"/>
                <a:gd name="connsiteX165" fmla="*/ 2224088 w 2543175"/>
                <a:gd name="connsiteY165" fmla="*/ 1624012 h 1890712"/>
                <a:gd name="connsiteX166" fmla="*/ 2247900 w 2543175"/>
                <a:gd name="connsiteY166" fmla="*/ 1643062 h 1890712"/>
                <a:gd name="connsiteX167" fmla="*/ 2255044 w 2543175"/>
                <a:gd name="connsiteY167" fmla="*/ 1650206 h 1890712"/>
                <a:gd name="connsiteX168" fmla="*/ 2281238 w 2543175"/>
                <a:gd name="connsiteY168" fmla="*/ 1664494 h 1890712"/>
                <a:gd name="connsiteX169" fmla="*/ 2297907 w 2543175"/>
                <a:gd name="connsiteY169" fmla="*/ 1674019 h 1890712"/>
                <a:gd name="connsiteX170" fmla="*/ 2305050 w 2543175"/>
                <a:gd name="connsiteY170" fmla="*/ 1678781 h 1890712"/>
                <a:gd name="connsiteX171" fmla="*/ 2312194 w 2543175"/>
                <a:gd name="connsiteY171" fmla="*/ 1685925 h 1890712"/>
                <a:gd name="connsiteX172" fmla="*/ 2321719 w 2543175"/>
                <a:gd name="connsiteY172" fmla="*/ 1690687 h 1890712"/>
                <a:gd name="connsiteX173" fmla="*/ 2328863 w 2543175"/>
                <a:gd name="connsiteY173" fmla="*/ 1697831 h 1890712"/>
                <a:gd name="connsiteX174" fmla="*/ 2350294 w 2543175"/>
                <a:gd name="connsiteY174" fmla="*/ 1712119 h 1890712"/>
                <a:gd name="connsiteX175" fmla="*/ 2359819 w 2543175"/>
                <a:gd name="connsiteY175" fmla="*/ 1719262 h 1890712"/>
                <a:gd name="connsiteX176" fmla="*/ 2369344 w 2543175"/>
                <a:gd name="connsiteY176" fmla="*/ 1724025 h 1890712"/>
                <a:gd name="connsiteX177" fmla="*/ 2376488 w 2543175"/>
                <a:gd name="connsiteY177" fmla="*/ 1731169 h 1890712"/>
                <a:gd name="connsiteX178" fmla="*/ 2428876 w 2543175"/>
                <a:gd name="connsiteY178" fmla="*/ 1785938 h 1890712"/>
                <a:gd name="connsiteX179" fmla="*/ 2466975 w 2543175"/>
                <a:gd name="connsiteY179" fmla="*/ 1783556 h 1890712"/>
                <a:gd name="connsiteX180" fmla="*/ 2481263 w 2543175"/>
                <a:gd name="connsiteY180" fmla="*/ 1795462 h 1890712"/>
                <a:gd name="connsiteX181" fmla="*/ 2486025 w 2543175"/>
                <a:gd name="connsiteY181" fmla="*/ 1802606 h 1890712"/>
                <a:gd name="connsiteX182" fmla="*/ 2493169 w 2543175"/>
                <a:gd name="connsiteY182" fmla="*/ 1807369 h 1890712"/>
                <a:gd name="connsiteX183" fmla="*/ 2495550 w 2543175"/>
                <a:gd name="connsiteY183" fmla="*/ 1816894 h 1890712"/>
                <a:gd name="connsiteX184" fmla="*/ 2497932 w 2543175"/>
                <a:gd name="connsiteY184" fmla="*/ 1824037 h 1890712"/>
                <a:gd name="connsiteX185" fmla="*/ 2514600 w 2543175"/>
                <a:gd name="connsiteY185" fmla="*/ 1850231 h 1890712"/>
                <a:gd name="connsiteX186" fmla="*/ 2519363 w 2543175"/>
                <a:gd name="connsiteY186" fmla="*/ 1857375 h 1890712"/>
                <a:gd name="connsiteX187" fmla="*/ 2540794 w 2543175"/>
                <a:gd name="connsiteY187" fmla="*/ 1883569 h 1890712"/>
                <a:gd name="connsiteX188" fmla="*/ 2543175 w 2543175"/>
                <a:gd name="connsiteY188" fmla="*/ 1890712 h 1890712"/>
                <a:gd name="connsiteX0" fmla="*/ 0 w 2543175"/>
                <a:gd name="connsiteY0" fmla="*/ 0 h 1890712"/>
                <a:gd name="connsiteX1" fmla="*/ 11907 w 2543175"/>
                <a:gd name="connsiteY1" fmla="*/ 11906 h 1890712"/>
                <a:gd name="connsiteX2" fmla="*/ 21432 w 2543175"/>
                <a:gd name="connsiteY2" fmla="*/ 16669 h 1890712"/>
                <a:gd name="connsiteX3" fmla="*/ 23813 w 2543175"/>
                <a:gd name="connsiteY3" fmla="*/ 23812 h 1890712"/>
                <a:gd name="connsiteX4" fmla="*/ 33338 w 2543175"/>
                <a:gd name="connsiteY4" fmla="*/ 33337 h 1890712"/>
                <a:gd name="connsiteX5" fmla="*/ 40482 w 2543175"/>
                <a:gd name="connsiteY5" fmla="*/ 42862 h 1890712"/>
                <a:gd name="connsiteX6" fmla="*/ 47625 w 2543175"/>
                <a:gd name="connsiteY6" fmla="*/ 47625 h 1890712"/>
                <a:gd name="connsiteX7" fmla="*/ 57150 w 2543175"/>
                <a:gd name="connsiteY7" fmla="*/ 54769 h 1890712"/>
                <a:gd name="connsiteX8" fmla="*/ 64294 w 2543175"/>
                <a:gd name="connsiteY8" fmla="*/ 59531 h 1890712"/>
                <a:gd name="connsiteX9" fmla="*/ 83344 w 2543175"/>
                <a:gd name="connsiteY9" fmla="*/ 73819 h 1890712"/>
                <a:gd name="connsiteX10" fmla="*/ 97632 w 2543175"/>
                <a:gd name="connsiteY10" fmla="*/ 80962 h 1890712"/>
                <a:gd name="connsiteX11" fmla="*/ 104775 w 2543175"/>
                <a:gd name="connsiteY11" fmla="*/ 85725 h 1890712"/>
                <a:gd name="connsiteX12" fmla="*/ 114300 w 2543175"/>
                <a:gd name="connsiteY12" fmla="*/ 95250 h 1890712"/>
                <a:gd name="connsiteX13" fmla="*/ 123825 w 2543175"/>
                <a:gd name="connsiteY13" fmla="*/ 97631 h 1890712"/>
                <a:gd name="connsiteX14" fmla="*/ 130969 w 2543175"/>
                <a:gd name="connsiteY14" fmla="*/ 104775 h 1890712"/>
                <a:gd name="connsiteX15" fmla="*/ 140494 w 2543175"/>
                <a:gd name="connsiteY15" fmla="*/ 111919 h 1890712"/>
                <a:gd name="connsiteX16" fmla="*/ 147638 w 2543175"/>
                <a:gd name="connsiteY16" fmla="*/ 116681 h 1890712"/>
                <a:gd name="connsiteX17" fmla="*/ 164307 w 2543175"/>
                <a:gd name="connsiteY17" fmla="*/ 128587 h 1890712"/>
                <a:gd name="connsiteX18" fmla="*/ 180975 w 2543175"/>
                <a:gd name="connsiteY18" fmla="*/ 140494 h 1890712"/>
                <a:gd name="connsiteX19" fmla="*/ 197644 w 2543175"/>
                <a:gd name="connsiteY19" fmla="*/ 152400 h 1890712"/>
                <a:gd name="connsiteX20" fmla="*/ 204788 w 2543175"/>
                <a:gd name="connsiteY20" fmla="*/ 157162 h 1890712"/>
                <a:gd name="connsiteX21" fmla="*/ 214313 w 2543175"/>
                <a:gd name="connsiteY21" fmla="*/ 164306 h 1890712"/>
                <a:gd name="connsiteX22" fmla="*/ 230982 w 2543175"/>
                <a:gd name="connsiteY22" fmla="*/ 180975 h 1890712"/>
                <a:gd name="connsiteX23" fmla="*/ 247650 w 2543175"/>
                <a:gd name="connsiteY23" fmla="*/ 185737 h 1890712"/>
                <a:gd name="connsiteX24" fmla="*/ 259557 w 2543175"/>
                <a:gd name="connsiteY24" fmla="*/ 188119 h 1890712"/>
                <a:gd name="connsiteX25" fmla="*/ 266700 w 2543175"/>
                <a:gd name="connsiteY25" fmla="*/ 190500 h 1890712"/>
                <a:gd name="connsiteX26" fmla="*/ 283369 w 2543175"/>
                <a:gd name="connsiteY26" fmla="*/ 192881 h 1890712"/>
                <a:gd name="connsiteX27" fmla="*/ 302419 w 2543175"/>
                <a:gd name="connsiteY27" fmla="*/ 204787 h 1890712"/>
                <a:gd name="connsiteX28" fmla="*/ 309563 w 2543175"/>
                <a:gd name="connsiteY28" fmla="*/ 209550 h 1890712"/>
                <a:gd name="connsiteX29" fmla="*/ 319088 w 2543175"/>
                <a:gd name="connsiteY29" fmla="*/ 219075 h 1890712"/>
                <a:gd name="connsiteX30" fmla="*/ 333375 w 2543175"/>
                <a:gd name="connsiteY30" fmla="*/ 228600 h 1890712"/>
                <a:gd name="connsiteX31" fmla="*/ 340519 w 2543175"/>
                <a:gd name="connsiteY31" fmla="*/ 233362 h 1890712"/>
                <a:gd name="connsiteX32" fmla="*/ 354807 w 2543175"/>
                <a:gd name="connsiteY32" fmla="*/ 247650 h 1890712"/>
                <a:gd name="connsiteX33" fmla="*/ 366713 w 2543175"/>
                <a:gd name="connsiteY33" fmla="*/ 264319 h 1890712"/>
                <a:gd name="connsiteX34" fmla="*/ 371475 w 2543175"/>
                <a:gd name="connsiteY34" fmla="*/ 271462 h 1890712"/>
                <a:gd name="connsiteX35" fmla="*/ 378619 w 2543175"/>
                <a:gd name="connsiteY35" fmla="*/ 276225 h 1890712"/>
                <a:gd name="connsiteX36" fmla="*/ 385763 w 2543175"/>
                <a:gd name="connsiteY36" fmla="*/ 283369 h 1890712"/>
                <a:gd name="connsiteX37" fmla="*/ 395288 w 2543175"/>
                <a:gd name="connsiteY37" fmla="*/ 288131 h 1890712"/>
                <a:gd name="connsiteX38" fmla="*/ 404813 w 2543175"/>
                <a:gd name="connsiteY38" fmla="*/ 295275 h 1890712"/>
                <a:gd name="connsiteX39" fmla="*/ 411957 w 2543175"/>
                <a:gd name="connsiteY39" fmla="*/ 297656 h 1890712"/>
                <a:gd name="connsiteX40" fmla="*/ 421482 w 2543175"/>
                <a:gd name="connsiteY40" fmla="*/ 302419 h 1890712"/>
                <a:gd name="connsiteX41" fmla="*/ 447675 w 2543175"/>
                <a:gd name="connsiteY41" fmla="*/ 307181 h 1890712"/>
                <a:gd name="connsiteX42" fmla="*/ 461963 w 2543175"/>
                <a:gd name="connsiteY42" fmla="*/ 321469 h 1890712"/>
                <a:gd name="connsiteX43" fmla="*/ 466725 w 2543175"/>
                <a:gd name="connsiteY43" fmla="*/ 328612 h 1890712"/>
                <a:gd name="connsiteX44" fmla="*/ 476250 w 2543175"/>
                <a:gd name="connsiteY44" fmla="*/ 335756 h 1890712"/>
                <a:gd name="connsiteX45" fmla="*/ 481013 w 2543175"/>
                <a:gd name="connsiteY45" fmla="*/ 342900 h 1890712"/>
                <a:gd name="connsiteX46" fmla="*/ 490538 w 2543175"/>
                <a:gd name="connsiteY46" fmla="*/ 352425 h 1890712"/>
                <a:gd name="connsiteX47" fmla="*/ 495300 w 2543175"/>
                <a:gd name="connsiteY47" fmla="*/ 359569 h 1890712"/>
                <a:gd name="connsiteX48" fmla="*/ 509588 w 2543175"/>
                <a:gd name="connsiteY48" fmla="*/ 376237 h 1890712"/>
                <a:gd name="connsiteX49" fmla="*/ 514350 w 2543175"/>
                <a:gd name="connsiteY49" fmla="*/ 383381 h 1890712"/>
                <a:gd name="connsiteX50" fmla="*/ 531019 w 2543175"/>
                <a:gd name="connsiteY50" fmla="*/ 397669 h 1890712"/>
                <a:gd name="connsiteX51" fmla="*/ 538163 w 2543175"/>
                <a:gd name="connsiteY51" fmla="*/ 407194 h 1890712"/>
                <a:gd name="connsiteX52" fmla="*/ 554832 w 2543175"/>
                <a:gd name="connsiteY52" fmla="*/ 421481 h 1890712"/>
                <a:gd name="connsiteX53" fmla="*/ 564357 w 2543175"/>
                <a:gd name="connsiteY53" fmla="*/ 431006 h 1890712"/>
                <a:gd name="connsiteX54" fmla="*/ 573882 w 2543175"/>
                <a:gd name="connsiteY54" fmla="*/ 438150 h 1890712"/>
                <a:gd name="connsiteX55" fmla="*/ 595313 w 2543175"/>
                <a:gd name="connsiteY55" fmla="*/ 454819 h 1890712"/>
                <a:gd name="connsiteX56" fmla="*/ 602457 w 2543175"/>
                <a:gd name="connsiteY56" fmla="*/ 457200 h 1890712"/>
                <a:gd name="connsiteX57" fmla="*/ 628650 w 2543175"/>
                <a:gd name="connsiteY57" fmla="*/ 469106 h 1890712"/>
                <a:gd name="connsiteX58" fmla="*/ 645319 w 2543175"/>
                <a:gd name="connsiteY58" fmla="*/ 483394 h 1890712"/>
                <a:gd name="connsiteX59" fmla="*/ 654844 w 2543175"/>
                <a:gd name="connsiteY59" fmla="*/ 488156 h 1890712"/>
                <a:gd name="connsiteX60" fmla="*/ 661988 w 2543175"/>
                <a:gd name="connsiteY60" fmla="*/ 497681 h 1890712"/>
                <a:gd name="connsiteX61" fmla="*/ 683419 w 2543175"/>
                <a:gd name="connsiteY61" fmla="*/ 514350 h 1890712"/>
                <a:gd name="connsiteX62" fmla="*/ 700088 w 2543175"/>
                <a:gd name="connsiteY62" fmla="*/ 526256 h 1890712"/>
                <a:gd name="connsiteX63" fmla="*/ 709613 w 2543175"/>
                <a:gd name="connsiteY63" fmla="*/ 535781 h 1890712"/>
                <a:gd name="connsiteX64" fmla="*/ 719138 w 2543175"/>
                <a:gd name="connsiteY64" fmla="*/ 542925 h 1890712"/>
                <a:gd name="connsiteX65" fmla="*/ 733425 w 2543175"/>
                <a:gd name="connsiteY65" fmla="*/ 557212 h 1890712"/>
                <a:gd name="connsiteX66" fmla="*/ 750094 w 2543175"/>
                <a:gd name="connsiteY66" fmla="*/ 569119 h 1890712"/>
                <a:gd name="connsiteX67" fmla="*/ 769144 w 2543175"/>
                <a:gd name="connsiteY67" fmla="*/ 581025 h 1890712"/>
                <a:gd name="connsiteX68" fmla="*/ 785813 w 2543175"/>
                <a:gd name="connsiteY68" fmla="*/ 590550 h 1890712"/>
                <a:gd name="connsiteX69" fmla="*/ 792957 w 2543175"/>
                <a:gd name="connsiteY69" fmla="*/ 600075 h 1890712"/>
                <a:gd name="connsiteX70" fmla="*/ 809625 w 2543175"/>
                <a:gd name="connsiteY70" fmla="*/ 611981 h 1890712"/>
                <a:gd name="connsiteX71" fmla="*/ 816769 w 2543175"/>
                <a:gd name="connsiteY71" fmla="*/ 619125 h 1890712"/>
                <a:gd name="connsiteX72" fmla="*/ 826294 w 2543175"/>
                <a:gd name="connsiteY72" fmla="*/ 626269 h 1890712"/>
                <a:gd name="connsiteX73" fmla="*/ 840582 w 2543175"/>
                <a:gd name="connsiteY73" fmla="*/ 638175 h 1890712"/>
                <a:gd name="connsiteX74" fmla="*/ 847725 w 2543175"/>
                <a:gd name="connsiteY74" fmla="*/ 645319 h 1890712"/>
                <a:gd name="connsiteX75" fmla="*/ 857250 w 2543175"/>
                <a:gd name="connsiteY75" fmla="*/ 652462 h 1890712"/>
                <a:gd name="connsiteX76" fmla="*/ 864394 w 2543175"/>
                <a:gd name="connsiteY76" fmla="*/ 657225 h 1890712"/>
                <a:gd name="connsiteX77" fmla="*/ 888207 w 2543175"/>
                <a:gd name="connsiteY77" fmla="*/ 676275 h 1890712"/>
                <a:gd name="connsiteX78" fmla="*/ 895350 w 2543175"/>
                <a:gd name="connsiteY78" fmla="*/ 681037 h 1890712"/>
                <a:gd name="connsiteX79" fmla="*/ 907257 w 2543175"/>
                <a:gd name="connsiteY79" fmla="*/ 683419 h 1890712"/>
                <a:gd name="connsiteX80" fmla="*/ 928688 w 2543175"/>
                <a:gd name="connsiteY80" fmla="*/ 695325 h 1890712"/>
                <a:gd name="connsiteX81" fmla="*/ 942975 w 2543175"/>
                <a:gd name="connsiteY81" fmla="*/ 700087 h 1890712"/>
                <a:gd name="connsiteX82" fmla="*/ 964407 w 2543175"/>
                <a:gd name="connsiteY82" fmla="*/ 716756 h 1890712"/>
                <a:gd name="connsiteX83" fmla="*/ 971550 w 2543175"/>
                <a:gd name="connsiteY83" fmla="*/ 723900 h 1890712"/>
                <a:gd name="connsiteX84" fmla="*/ 983457 w 2543175"/>
                <a:gd name="connsiteY84" fmla="*/ 733425 h 1890712"/>
                <a:gd name="connsiteX85" fmla="*/ 990600 w 2543175"/>
                <a:gd name="connsiteY85" fmla="*/ 738187 h 1890712"/>
                <a:gd name="connsiteX86" fmla="*/ 1007269 w 2543175"/>
                <a:gd name="connsiteY86" fmla="*/ 752475 h 1890712"/>
                <a:gd name="connsiteX87" fmla="*/ 1031082 w 2543175"/>
                <a:gd name="connsiteY87" fmla="*/ 766762 h 1890712"/>
                <a:gd name="connsiteX88" fmla="*/ 1042988 w 2543175"/>
                <a:gd name="connsiteY88" fmla="*/ 773906 h 1890712"/>
                <a:gd name="connsiteX89" fmla="*/ 1071563 w 2543175"/>
                <a:gd name="connsiteY89" fmla="*/ 785812 h 1890712"/>
                <a:gd name="connsiteX90" fmla="*/ 1097757 w 2543175"/>
                <a:gd name="connsiteY90" fmla="*/ 807244 h 1890712"/>
                <a:gd name="connsiteX91" fmla="*/ 1104900 w 2543175"/>
                <a:gd name="connsiteY91" fmla="*/ 814387 h 1890712"/>
                <a:gd name="connsiteX92" fmla="*/ 1121569 w 2543175"/>
                <a:gd name="connsiteY92" fmla="*/ 823912 h 1890712"/>
                <a:gd name="connsiteX93" fmla="*/ 1138238 w 2543175"/>
                <a:gd name="connsiteY93" fmla="*/ 835819 h 1890712"/>
                <a:gd name="connsiteX94" fmla="*/ 1147763 w 2543175"/>
                <a:gd name="connsiteY94" fmla="*/ 842962 h 1890712"/>
                <a:gd name="connsiteX95" fmla="*/ 1157288 w 2543175"/>
                <a:gd name="connsiteY95" fmla="*/ 847725 h 1890712"/>
                <a:gd name="connsiteX96" fmla="*/ 1178719 w 2543175"/>
                <a:gd name="connsiteY96" fmla="*/ 859631 h 1890712"/>
                <a:gd name="connsiteX97" fmla="*/ 1188244 w 2543175"/>
                <a:gd name="connsiteY97" fmla="*/ 866775 h 1890712"/>
                <a:gd name="connsiteX98" fmla="*/ 1195388 w 2543175"/>
                <a:gd name="connsiteY98" fmla="*/ 871537 h 1890712"/>
                <a:gd name="connsiteX99" fmla="*/ 1212057 w 2543175"/>
                <a:gd name="connsiteY99" fmla="*/ 883444 h 1890712"/>
                <a:gd name="connsiteX100" fmla="*/ 1226344 w 2543175"/>
                <a:gd name="connsiteY100" fmla="*/ 895350 h 1890712"/>
                <a:gd name="connsiteX101" fmla="*/ 1245394 w 2543175"/>
                <a:gd name="connsiteY101" fmla="*/ 907256 h 1890712"/>
                <a:gd name="connsiteX102" fmla="*/ 1254919 w 2543175"/>
                <a:gd name="connsiteY102" fmla="*/ 914400 h 1890712"/>
                <a:gd name="connsiteX103" fmla="*/ 1269207 w 2543175"/>
                <a:gd name="connsiteY103" fmla="*/ 921544 h 1890712"/>
                <a:gd name="connsiteX104" fmla="*/ 1290638 w 2543175"/>
                <a:gd name="connsiteY104" fmla="*/ 935831 h 1890712"/>
                <a:gd name="connsiteX105" fmla="*/ 1307307 w 2543175"/>
                <a:gd name="connsiteY105" fmla="*/ 952500 h 1890712"/>
                <a:gd name="connsiteX106" fmla="*/ 1333500 w 2543175"/>
                <a:gd name="connsiteY106" fmla="*/ 971550 h 1890712"/>
                <a:gd name="connsiteX107" fmla="*/ 1359694 w 2543175"/>
                <a:gd name="connsiteY107" fmla="*/ 990600 h 1890712"/>
                <a:gd name="connsiteX108" fmla="*/ 1373982 w 2543175"/>
                <a:gd name="connsiteY108" fmla="*/ 997744 h 1890712"/>
                <a:gd name="connsiteX109" fmla="*/ 1388269 w 2543175"/>
                <a:gd name="connsiteY109" fmla="*/ 1007269 h 1890712"/>
                <a:gd name="connsiteX110" fmla="*/ 1414463 w 2543175"/>
                <a:gd name="connsiteY110" fmla="*/ 1019175 h 1890712"/>
                <a:gd name="connsiteX111" fmla="*/ 1428750 w 2543175"/>
                <a:gd name="connsiteY111" fmla="*/ 1026319 h 1890712"/>
                <a:gd name="connsiteX112" fmla="*/ 1471613 w 2543175"/>
                <a:gd name="connsiteY112" fmla="*/ 1059656 h 1890712"/>
                <a:gd name="connsiteX113" fmla="*/ 1495425 w 2543175"/>
                <a:gd name="connsiteY113" fmla="*/ 1088231 h 1890712"/>
                <a:gd name="connsiteX114" fmla="*/ 1547812 w 2543175"/>
                <a:gd name="connsiteY114" fmla="*/ 1133475 h 1890712"/>
                <a:gd name="connsiteX115" fmla="*/ 1597819 w 2543175"/>
                <a:gd name="connsiteY115" fmla="*/ 1154906 h 1890712"/>
                <a:gd name="connsiteX116" fmla="*/ 1604963 w 2543175"/>
                <a:gd name="connsiteY116" fmla="*/ 1162050 h 1890712"/>
                <a:gd name="connsiteX117" fmla="*/ 1612107 w 2543175"/>
                <a:gd name="connsiteY117" fmla="*/ 1166812 h 1890712"/>
                <a:gd name="connsiteX118" fmla="*/ 1628775 w 2543175"/>
                <a:gd name="connsiteY118" fmla="*/ 1183481 h 1890712"/>
                <a:gd name="connsiteX119" fmla="*/ 1662113 w 2543175"/>
                <a:gd name="connsiteY119" fmla="*/ 1209675 h 1890712"/>
                <a:gd name="connsiteX120" fmla="*/ 1678782 w 2543175"/>
                <a:gd name="connsiteY120" fmla="*/ 1226344 h 1890712"/>
                <a:gd name="connsiteX121" fmla="*/ 1700213 w 2543175"/>
                <a:gd name="connsiteY121" fmla="*/ 1247775 h 1890712"/>
                <a:gd name="connsiteX122" fmla="*/ 1712119 w 2543175"/>
                <a:gd name="connsiteY122" fmla="*/ 1259681 h 1890712"/>
                <a:gd name="connsiteX123" fmla="*/ 1733550 w 2543175"/>
                <a:gd name="connsiteY123" fmla="*/ 1273969 h 1890712"/>
                <a:gd name="connsiteX124" fmla="*/ 1743075 w 2543175"/>
                <a:gd name="connsiteY124" fmla="*/ 1283494 h 1890712"/>
                <a:gd name="connsiteX125" fmla="*/ 1754982 w 2543175"/>
                <a:gd name="connsiteY125" fmla="*/ 1290637 h 1890712"/>
                <a:gd name="connsiteX126" fmla="*/ 1766888 w 2543175"/>
                <a:gd name="connsiteY126" fmla="*/ 1300162 h 1890712"/>
                <a:gd name="connsiteX127" fmla="*/ 1783557 w 2543175"/>
                <a:gd name="connsiteY127" fmla="*/ 1307306 h 1890712"/>
                <a:gd name="connsiteX128" fmla="*/ 1790700 w 2543175"/>
                <a:gd name="connsiteY128" fmla="*/ 1312069 h 1890712"/>
                <a:gd name="connsiteX129" fmla="*/ 1800225 w 2543175"/>
                <a:gd name="connsiteY129" fmla="*/ 1319212 h 1890712"/>
                <a:gd name="connsiteX130" fmla="*/ 1807369 w 2543175"/>
                <a:gd name="connsiteY130" fmla="*/ 1321594 h 1890712"/>
                <a:gd name="connsiteX131" fmla="*/ 1824038 w 2543175"/>
                <a:gd name="connsiteY131" fmla="*/ 1333500 h 1890712"/>
                <a:gd name="connsiteX132" fmla="*/ 1843088 w 2543175"/>
                <a:gd name="connsiteY132" fmla="*/ 1352550 h 1890712"/>
                <a:gd name="connsiteX133" fmla="*/ 1852613 w 2543175"/>
                <a:gd name="connsiteY133" fmla="*/ 1359694 h 1890712"/>
                <a:gd name="connsiteX134" fmla="*/ 1859757 w 2543175"/>
                <a:gd name="connsiteY134" fmla="*/ 1366837 h 1890712"/>
                <a:gd name="connsiteX135" fmla="*/ 1869282 w 2543175"/>
                <a:gd name="connsiteY135" fmla="*/ 1371600 h 1890712"/>
                <a:gd name="connsiteX136" fmla="*/ 1883569 w 2543175"/>
                <a:gd name="connsiteY136" fmla="*/ 1388269 h 1890712"/>
                <a:gd name="connsiteX137" fmla="*/ 1893094 w 2543175"/>
                <a:gd name="connsiteY137" fmla="*/ 1395412 h 1890712"/>
                <a:gd name="connsiteX138" fmla="*/ 1902619 w 2543175"/>
                <a:gd name="connsiteY138" fmla="*/ 1404937 h 1890712"/>
                <a:gd name="connsiteX139" fmla="*/ 1912144 w 2543175"/>
                <a:gd name="connsiteY139" fmla="*/ 1409700 h 1890712"/>
                <a:gd name="connsiteX140" fmla="*/ 1931194 w 2543175"/>
                <a:gd name="connsiteY140" fmla="*/ 1421606 h 1890712"/>
                <a:gd name="connsiteX141" fmla="*/ 1935957 w 2543175"/>
                <a:gd name="connsiteY141" fmla="*/ 1428750 h 1890712"/>
                <a:gd name="connsiteX142" fmla="*/ 1952625 w 2543175"/>
                <a:gd name="connsiteY142" fmla="*/ 1438275 h 1890712"/>
                <a:gd name="connsiteX143" fmla="*/ 1971675 w 2543175"/>
                <a:gd name="connsiteY143" fmla="*/ 1450181 h 1890712"/>
                <a:gd name="connsiteX144" fmla="*/ 1981200 w 2543175"/>
                <a:gd name="connsiteY144" fmla="*/ 1454944 h 1890712"/>
                <a:gd name="connsiteX145" fmla="*/ 1997869 w 2543175"/>
                <a:gd name="connsiteY145" fmla="*/ 1471612 h 1890712"/>
                <a:gd name="connsiteX146" fmla="*/ 2007394 w 2543175"/>
                <a:gd name="connsiteY146" fmla="*/ 1478756 h 1890712"/>
                <a:gd name="connsiteX147" fmla="*/ 2016919 w 2543175"/>
                <a:gd name="connsiteY147" fmla="*/ 1483519 h 1890712"/>
                <a:gd name="connsiteX148" fmla="*/ 2024063 w 2543175"/>
                <a:gd name="connsiteY148" fmla="*/ 1490662 h 1890712"/>
                <a:gd name="connsiteX149" fmla="*/ 2033588 w 2543175"/>
                <a:gd name="connsiteY149" fmla="*/ 1495425 h 1890712"/>
                <a:gd name="connsiteX150" fmla="*/ 2040732 w 2543175"/>
                <a:gd name="connsiteY150" fmla="*/ 1502569 h 1890712"/>
                <a:gd name="connsiteX151" fmla="*/ 2047875 w 2543175"/>
                <a:gd name="connsiteY151" fmla="*/ 1507331 h 1890712"/>
                <a:gd name="connsiteX152" fmla="*/ 2057400 w 2543175"/>
                <a:gd name="connsiteY152" fmla="*/ 1514475 h 1890712"/>
                <a:gd name="connsiteX153" fmla="*/ 2064544 w 2543175"/>
                <a:gd name="connsiteY153" fmla="*/ 1519237 h 1890712"/>
                <a:gd name="connsiteX154" fmla="*/ 2071688 w 2543175"/>
                <a:gd name="connsiteY154" fmla="*/ 1526381 h 1890712"/>
                <a:gd name="connsiteX155" fmla="*/ 2081213 w 2543175"/>
                <a:gd name="connsiteY155" fmla="*/ 1531144 h 1890712"/>
                <a:gd name="connsiteX156" fmla="*/ 2090738 w 2543175"/>
                <a:gd name="connsiteY156" fmla="*/ 1538287 h 1890712"/>
                <a:gd name="connsiteX157" fmla="*/ 2109788 w 2543175"/>
                <a:gd name="connsiteY157" fmla="*/ 1547812 h 1890712"/>
                <a:gd name="connsiteX158" fmla="*/ 2131219 w 2543175"/>
                <a:gd name="connsiteY158" fmla="*/ 1562100 h 1890712"/>
                <a:gd name="connsiteX159" fmla="*/ 2140744 w 2543175"/>
                <a:gd name="connsiteY159" fmla="*/ 1566862 h 1890712"/>
                <a:gd name="connsiteX160" fmla="*/ 2152650 w 2543175"/>
                <a:gd name="connsiteY160" fmla="*/ 1576387 h 1890712"/>
                <a:gd name="connsiteX161" fmla="*/ 2181225 w 2543175"/>
                <a:gd name="connsiteY161" fmla="*/ 1590675 h 1890712"/>
                <a:gd name="connsiteX162" fmla="*/ 2200275 w 2543175"/>
                <a:gd name="connsiteY162" fmla="*/ 1607344 h 1890712"/>
                <a:gd name="connsiteX163" fmla="*/ 2207419 w 2543175"/>
                <a:gd name="connsiteY163" fmla="*/ 1612106 h 1890712"/>
                <a:gd name="connsiteX164" fmla="*/ 2216944 w 2543175"/>
                <a:gd name="connsiteY164" fmla="*/ 1619250 h 1890712"/>
                <a:gd name="connsiteX165" fmla="*/ 2224088 w 2543175"/>
                <a:gd name="connsiteY165" fmla="*/ 1624012 h 1890712"/>
                <a:gd name="connsiteX166" fmla="*/ 2247900 w 2543175"/>
                <a:gd name="connsiteY166" fmla="*/ 1643062 h 1890712"/>
                <a:gd name="connsiteX167" fmla="*/ 2255044 w 2543175"/>
                <a:gd name="connsiteY167" fmla="*/ 1650206 h 1890712"/>
                <a:gd name="connsiteX168" fmla="*/ 2281238 w 2543175"/>
                <a:gd name="connsiteY168" fmla="*/ 1664494 h 1890712"/>
                <a:gd name="connsiteX169" fmla="*/ 2297907 w 2543175"/>
                <a:gd name="connsiteY169" fmla="*/ 1674019 h 1890712"/>
                <a:gd name="connsiteX170" fmla="*/ 2305050 w 2543175"/>
                <a:gd name="connsiteY170" fmla="*/ 1678781 h 1890712"/>
                <a:gd name="connsiteX171" fmla="*/ 2312194 w 2543175"/>
                <a:gd name="connsiteY171" fmla="*/ 1685925 h 1890712"/>
                <a:gd name="connsiteX172" fmla="*/ 2321719 w 2543175"/>
                <a:gd name="connsiteY172" fmla="*/ 1690687 h 1890712"/>
                <a:gd name="connsiteX173" fmla="*/ 2328863 w 2543175"/>
                <a:gd name="connsiteY173" fmla="*/ 1697831 h 1890712"/>
                <a:gd name="connsiteX174" fmla="*/ 2350294 w 2543175"/>
                <a:gd name="connsiteY174" fmla="*/ 1712119 h 1890712"/>
                <a:gd name="connsiteX175" fmla="*/ 2359819 w 2543175"/>
                <a:gd name="connsiteY175" fmla="*/ 1719262 h 1890712"/>
                <a:gd name="connsiteX176" fmla="*/ 2369344 w 2543175"/>
                <a:gd name="connsiteY176" fmla="*/ 1724025 h 1890712"/>
                <a:gd name="connsiteX177" fmla="*/ 2428876 w 2543175"/>
                <a:gd name="connsiteY177" fmla="*/ 1785938 h 1890712"/>
                <a:gd name="connsiteX178" fmla="*/ 2466975 w 2543175"/>
                <a:gd name="connsiteY178" fmla="*/ 1783556 h 1890712"/>
                <a:gd name="connsiteX179" fmla="*/ 2481263 w 2543175"/>
                <a:gd name="connsiteY179" fmla="*/ 1795462 h 1890712"/>
                <a:gd name="connsiteX180" fmla="*/ 2486025 w 2543175"/>
                <a:gd name="connsiteY180" fmla="*/ 1802606 h 1890712"/>
                <a:gd name="connsiteX181" fmla="*/ 2493169 w 2543175"/>
                <a:gd name="connsiteY181" fmla="*/ 1807369 h 1890712"/>
                <a:gd name="connsiteX182" fmla="*/ 2495550 w 2543175"/>
                <a:gd name="connsiteY182" fmla="*/ 1816894 h 1890712"/>
                <a:gd name="connsiteX183" fmla="*/ 2497932 w 2543175"/>
                <a:gd name="connsiteY183" fmla="*/ 1824037 h 1890712"/>
                <a:gd name="connsiteX184" fmla="*/ 2514600 w 2543175"/>
                <a:gd name="connsiteY184" fmla="*/ 1850231 h 1890712"/>
                <a:gd name="connsiteX185" fmla="*/ 2519363 w 2543175"/>
                <a:gd name="connsiteY185" fmla="*/ 1857375 h 1890712"/>
                <a:gd name="connsiteX186" fmla="*/ 2540794 w 2543175"/>
                <a:gd name="connsiteY186" fmla="*/ 1883569 h 1890712"/>
                <a:gd name="connsiteX187" fmla="*/ 2543175 w 2543175"/>
                <a:gd name="connsiteY187" fmla="*/ 1890712 h 1890712"/>
                <a:gd name="connsiteX0" fmla="*/ 0 w 2543175"/>
                <a:gd name="connsiteY0" fmla="*/ 0 h 1890712"/>
                <a:gd name="connsiteX1" fmla="*/ 11907 w 2543175"/>
                <a:gd name="connsiteY1" fmla="*/ 11906 h 1890712"/>
                <a:gd name="connsiteX2" fmla="*/ 21432 w 2543175"/>
                <a:gd name="connsiteY2" fmla="*/ 16669 h 1890712"/>
                <a:gd name="connsiteX3" fmla="*/ 23813 w 2543175"/>
                <a:gd name="connsiteY3" fmla="*/ 23812 h 1890712"/>
                <a:gd name="connsiteX4" fmla="*/ 33338 w 2543175"/>
                <a:gd name="connsiteY4" fmla="*/ 33337 h 1890712"/>
                <a:gd name="connsiteX5" fmla="*/ 40482 w 2543175"/>
                <a:gd name="connsiteY5" fmla="*/ 42862 h 1890712"/>
                <a:gd name="connsiteX6" fmla="*/ 47625 w 2543175"/>
                <a:gd name="connsiteY6" fmla="*/ 47625 h 1890712"/>
                <a:gd name="connsiteX7" fmla="*/ 57150 w 2543175"/>
                <a:gd name="connsiteY7" fmla="*/ 54769 h 1890712"/>
                <a:gd name="connsiteX8" fmla="*/ 64294 w 2543175"/>
                <a:gd name="connsiteY8" fmla="*/ 59531 h 1890712"/>
                <a:gd name="connsiteX9" fmla="*/ 83344 w 2543175"/>
                <a:gd name="connsiteY9" fmla="*/ 73819 h 1890712"/>
                <a:gd name="connsiteX10" fmla="*/ 97632 w 2543175"/>
                <a:gd name="connsiteY10" fmla="*/ 80962 h 1890712"/>
                <a:gd name="connsiteX11" fmla="*/ 104775 w 2543175"/>
                <a:gd name="connsiteY11" fmla="*/ 85725 h 1890712"/>
                <a:gd name="connsiteX12" fmla="*/ 114300 w 2543175"/>
                <a:gd name="connsiteY12" fmla="*/ 95250 h 1890712"/>
                <a:gd name="connsiteX13" fmla="*/ 123825 w 2543175"/>
                <a:gd name="connsiteY13" fmla="*/ 97631 h 1890712"/>
                <a:gd name="connsiteX14" fmla="*/ 130969 w 2543175"/>
                <a:gd name="connsiteY14" fmla="*/ 104775 h 1890712"/>
                <a:gd name="connsiteX15" fmla="*/ 140494 w 2543175"/>
                <a:gd name="connsiteY15" fmla="*/ 111919 h 1890712"/>
                <a:gd name="connsiteX16" fmla="*/ 147638 w 2543175"/>
                <a:gd name="connsiteY16" fmla="*/ 116681 h 1890712"/>
                <a:gd name="connsiteX17" fmla="*/ 164307 w 2543175"/>
                <a:gd name="connsiteY17" fmla="*/ 128587 h 1890712"/>
                <a:gd name="connsiteX18" fmla="*/ 180975 w 2543175"/>
                <a:gd name="connsiteY18" fmla="*/ 140494 h 1890712"/>
                <a:gd name="connsiteX19" fmla="*/ 197644 w 2543175"/>
                <a:gd name="connsiteY19" fmla="*/ 152400 h 1890712"/>
                <a:gd name="connsiteX20" fmla="*/ 204788 w 2543175"/>
                <a:gd name="connsiteY20" fmla="*/ 157162 h 1890712"/>
                <a:gd name="connsiteX21" fmla="*/ 214313 w 2543175"/>
                <a:gd name="connsiteY21" fmla="*/ 164306 h 1890712"/>
                <a:gd name="connsiteX22" fmla="*/ 230982 w 2543175"/>
                <a:gd name="connsiteY22" fmla="*/ 180975 h 1890712"/>
                <a:gd name="connsiteX23" fmla="*/ 247650 w 2543175"/>
                <a:gd name="connsiteY23" fmla="*/ 185737 h 1890712"/>
                <a:gd name="connsiteX24" fmla="*/ 259557 w 2543175"/>
                <a:gd name="connsiteY24" fmla="*/ 188119 h 1890712"/>
                <a:gd name="connsiteX25" fmla="*/ 266700 w 2543175"/>
                <a:gd name="connsiteY25" fmla="*/ 190500 h 1890712"/>
                <a:gd name="connsiteX26" fmla="*/ 283369 w 2543175"/>
                <a:gd name="connsiteY26" fmla="*/ 192881 h 1890712"/>
                <a:gd name="connsiteX27" fmla="*/ 302419 w 2543175"/>
                <a:gd name="connsiteY27" fmla="*/ 204787 h 1890712"/>
                <a:gd name="connsiteX28" fmla="*/ 309563 w 2543175"/>
                <a:gd name="connsiteY28" fmla="*/ 209550 h 1890712"/>
                <a:gd name="connsiteX29" fmla="*/ 319088 w 2543175"/>
                <a:gd name="connsiteY29" fmla="*/ 219075 h 1890712"/>
                <a:gd name="connsiteX30" fmla="*/ 333375 w 2543175"/>
                <a:gd name="connsiteY30" fmla="*/ 228600 h 1890712"/>
                <a:gd name="connsiteX31" fmla="*/ 340519 w 2543175"/>
                <a:gd name="connsiteY31" fmla="*/ 233362 h 1890712"/>
                <a:gd name="connsiteX32" fmla="*/ 354807 w 2543175"/>
                <a:gd name="connsiteY32" fmla="*/ 247650 h 1890712"/>
                <a:gd name="connsiteX33" fmla="*/ 366713 w 2543175"/>
                <a:gd name="connsiteY33" fmla="*/ 264319 h 1890712"/>
                <a:gd name="connsiteX34" fmla="*/ 371475 w 2543175"/>
                <a:gd name="connsiteY34" fmla="*/ 271462 h 1890712"/>
                <a:gd name="connsiteX35" fmla="*/ 378619 w 2543175"/>
                <a:gd name="connsiteY35" fmla="*/ 276225 h 1890712"/>
                <a:gd name="connsiteX36" fmla="*/ 385763 w 2543175"/>
                <a:gd name="connsiteY36" fmla="*/ 283369 h 1890712"/>
                <a:gd name="connsiteX37" fmla="*/ 395288 w 2543175"/>
                <a:gd name="connsiteY37" fmla="*/ 288131 h 1890712"/>
                <a:gd name="connsiteX38" fmla="*/ 404813 w 2543175"/>
                <a:gd name="connsiteY38" fmla="*/ 295275 h 1890712"/>
                <a:gd name="connsiteX39" fmla="*/ 411957 w 2543175"/>
                <a:gd name="connsiteY39" fmla="*/ 297656 h 1890712"/>
                <a:gd name="connsiteX40" fmla="*/ 421482 w 2543175"/>
                <a:gd name="connsiteY40" fmla="*/ 302419 h 1890712"/>
                <a:gd name="connsiteX41" fmla="*/ 447675 w 2543175"/>
                <a:gd name="connsiteY41" fmla="*/ 307181 h 1890712"/>
                <a:gd name="connsiteX42" fmla="*/ 461963 w 2543175"/>
                <a:gd name="connsiteY42" fmla="*/ 321469 h 1890712"/>
                <a:gd name="connsiteX43" fmla="*/ 466725 w 2543175"/>
                <a:gd name="connsiteY43" fmla="*/ 328612 h 1890712"/>
                <a:gd name="connsiteX44" fmla="*/ 476250 w 2543175"/>
                <a:gd name="connsiteY44" fmla="*/ 335756 h 1890712"/>
                <a:gd name="connsiteX45" fmla="*/ 481013 w 2543175"/>
                <a:gd name="connsiteY45" fmla="*/ 342900 h 1890712"/>
                <a:gd name="connsiteX46" fmla="*/ 490538 w 2543175"/>
                <a:gd name="connsiteY46" fmla="*/ 352425 h 1890712"/>
                <a:gd name="connsiteX47" fmla="*/ 495300 w 2543175"/>
                <a:gd name="connsiteY47" fmla="*/ 359569 h 1890712"/>
                <a:gd name="connsiteX48" fmla="*/ 509588 w 2543175"/>
                <a:gd name="connsiteY48" fmla="*/ 376237 h 1890712"/>
                <a:gd name="connsiteX49" fmla="*/ 514350 w 2543175"/>
                <a:gd name="connsiteY49" fmla="*/ 383381 h 1890712"/>
                <a:gd name="connsiteX50" fmla="*/ 531019 w 2543175"/>
                <a:gd name="connsiteY50" fmla="*/ 397669 h 1890712"/>
                <a:gd name="connsiteX51" fmla="*/ 538163 w 2543175"/>
                <a:gd name="connsiteY51" fmla="*/ 407194 h 1890712"/>
                <a:gd name="connsiteX52" fmla="*/ 554832 w 2543175"/>
                <a:gd name="connsiteY52" fmla="*/ 421481 h 1890712"/>
                <a:gd name="connsiteX53" fmla="*/ 564357 w 2543175"/>
                <a:gd name="connsiteY53" fmla="*/ 431006 h 1890712"/>
                <a:gd name="connsiteX54" fmla="*/ 573882 w 2543175"/>
                <a:gd name="connsiteY54" fmla="*/ 438150 h 1890712"/>
                <a:gd name="connsiteX55" fmla="*/ 595313 w 2543175"/>
                <a:gd name="connsiteY55" fmla="*/ 454819 h 1890712"/>
                <a:gd name="connsiteX56" fmla="*/ 602457 w 2543175"/>
                <a:gd name="connsiteY56" fmla="*/ 457200 h 1890712"/>
                <a:gd name="connsiteX57" fmla="*/ 628650 w 2543175"/>
                <a:gd name="connsiteY57" fmla="*/ 469106 h 1890712"/>
                <a:gd name="connsiteX58" fmla="*/ 645319 w 2543175"/>
                <a:gd name="connsiteY58" fmla="*/ 483394 h 1890712"/>
                <a:gd name="connsiteX59" fmla="*/ 654844 w 2543175"/>
                <a:gd name="connsiteY59" fmla="*/ 488156 h 1890712"/>
                <a:gd name="connsiteX60" fmla="*/ 661988 w 2543175"/>
                <a:gd name="connsiteY60" fmla="*/ 497681 h 1890712"/>
                <a:gd name="connsiteX61" fmla="*/ 683419 w 2543175"/>
                <a:gd name="connsiteY61" fmla="*/ 514350 h 1890712"/>
                <a:gd name="connsiteX62" fmla="*/ 700088 w 2543175"/>
                <a:gd name="connsiteY62" fmla="*/ 526256 h 1890712"/>
                <a:gd name="connsiteX63" fmla="*/ 709613 w 2543175"/>
                <a:gd name="connsiteY63" fmla="*/ 535781 h 1890712"/>
                <a:gd name="connsiteX64" fmla="*/ 719138 w 2543175"/>
                <a:gd name="connsiteY64" fmla="*/ 542925 h 1890712"/>
                <a:gd name="connsiteX65" fmla="*/ 733425 w 2543175"/>
                <a:gd name="connsiteY65" fmla="*/ 557212 h 1890712"/>
                <a:gd name="connsiteX66" fmla="*/ 750094 w 2543175"/>
                <a:gd name="connsiteY66" fmla="*/ 569119 h 1890712"/>
                <a:gd name="connsiteX67" fmla="*/ 769144 w 2543175"/>
                <a:gd name="connsiteY67" fmla="*/ 581025 h 1890712"/>
                <a:gd name="connsiteX68" fmla="*/ 785813 w 2543175"/>
                <a:gd name="connsiteY68" fmla="*/ 590550 h 1890712"/>
                <a:gd name="connsiteX69" fmla="*/ 792957 w 2543175"/>
                <a:gd name="connsiteY69" fmla="*/ 600075 h 1890712"/>
                <a:gd name="connsiteX70" fmla="*/ 809625 w 2543175"/>
                <a:gd name="connsiteY70" fmla="*/ 611981 h 1890712"/>
                <a:gd name="connsiteX71" fmla="*/ 816769 w 2543175"/>
                <a:gd name="connsiteY71" fmla="*/ 619125 h 1890712"/>
                <a:gd name="connsiteX72" fmla="*/ 826294 w 2543175"/>
                <a:gd name="connsiteY72" fmla="*/ 626269 h 1890712"/>
                <a:gd name="connsiteX73" fmla="*/ 840582 w 2543175"/>
                <a:gd name="connsiteY73" fmla="*/ 638175 h 1890712"/>
                <a:gd name="connsiteX74" fmla="*/ 847725 w 2543175"/>
                <a:gd name="connsiteY74" fmla="*/ 645319 h 1890712"/>
                <a:gd name="connsiteX75" fmla="*/ 857250 w 2543175"/>
                <a:gd name="connsiteY75" fmla="*/ 652462 h 1890712"/>
                <a:gd name="connsiteX76" fmla="*/ 864394 w 2543175"/>
                <a:gd name="connsiteY76" fmla="*/ 657225 h 1890712"/>
                <a:gd name="connsiteX77" fmla="*/ 888207 w 2543175"/>
                <a:gd name="connsiteY77" fmla="*/ 676275 h 1890712"/>
                <a:gd name="connsiteX78" fmla="*/ 895350 w 2543175"/>
                <a:gd name="connsiteY78" fmla="*/ 681037 h 1890712"/>
                <a:gd name="connsiteX79" fmla="*/ 907257 w 2543175"/>
                <a:gd name="connsiteY79" fmla="*/ 683419 h 1890712"/>
                <a:gd name="connsiteX80" fmla="*/ 928688 w 2543175"/>
                <a:gd name="connsiteY80" fmla="*/ 695325 h 1890712"/>
                <a:gd name="connsiteX81" fmla="*/ 942975 w 2543175"/>
                <a:gd name="connsiteY81" fmla="*/ 700087 h 1890712"/>
                <a:gd name="connsiteX82" fmla="*/ 964407 w 2543175"/>
                <a:gd name="connsiteY82" fmla="*/ 716756 h 1890712"/>
                <a:gd name="connsiteX83" fmla="*/ 971550 w 2543175"/>
                <a:gd name="connsiteY83" fmla="*/ 723900 h 1890712"/>
                <a:gd name="connsiteX84" fmla="*/ 983457 w 2543175"/>
                <a:gd name="connsiteY84" fmla="*/ 733425 h 1890712"/>
                <a:gd name="connsiteX85" fmla="*/ 990600 w 2543175"/>
                <a:gd name="connsiteY85" fmla="*/ 738187 h 1890712"/>
                <a:gd name="connsiteX86" fmla="*/ 1007269 w 2543175"/>
                <a:gd name="connsiteY86" fmla="*/ 752475 h 1890712"/>
                <a:gd name="connsiteX87" fmla="*/ 1031082 w 2543175"/>
                <a:gd name="connsiteY87" fmla="*/ 766762 h 1890712"/>
                <a:gd name="connsiteX88" fmla="*/ 1042988 w 2543175"/>
                <a:gd name="connsiteY88" fmla="*/ 773906 h 1890712"/>
                <a:gd name="connsiteX89" fmla="*/ 1071563 w 2543175"/>
                <a:gd name="connsiteY89" fmla="*/ 785812 h 1890712"/>
                <a:gd name="connsiteX90" fmla="*/ 1097757 w 2543175"/>
                <a:gd name="connsiteY90" fmla="*/ 807244 h 1890712"/>
                <a:gd name="connsiteX91" fmla="*/ 1104900 w 2543175"/>
                <a:gd name="connsiteY91" fmla="*/ 814387 h 1890712"/>
                <a:gd name="connsiteX92" fmla="*/ 1121569 w 2543175"/>
                <a:gd name="connsiteY92" fmla="*/ 823912 h 1890712"/>
                <a:gd name="connsiteX93" fmla="*/ 1138238 w 2543175"/>
                <a:gd name="connsiteY93" fmla="*/ 835819 h 1890712"/>
                <a:gd name="connsiteX94" fmla="*/ 1147763 w 2543175"/>
                <a:gd name="connsiteY94" fmla="*/ 842962 h 1890712"/>
                <a:gd name="connsiteX95" fmla="*/ 1157288 w 2543175"/>
                <a:gd name="connsiteY95" fmla="*/ 847725 h 1890712"/>
                <a:gd name="connsiteX96" fmla="*/ 1178719 w 2543175"/>
                <a:gd name="connsiteY96" fmla="*/ 859631 h 1890712"/>
                <a:gd name="connsiteX97" fmla="*/ 1188244 w 2543175"/>
                <a:gd name="connsiteY97" fmla="*/ 866775 h 1890712"/>
                <a:gd name="connsiteX98" fmla="*/ 1195388 w 2543175"/>
                <a:gd name="connsiteY98" fmla="*/ 871537 h 1890712"/>
                <a:gd name="connsiteX99" fmla="*/ 1212057 w 2543175"/>
                <a:gd name="connsiteY99" fmla="*/ 883444 h 1890712"/>
                <a:gd name="connsiteX100" fmla="*/ 1226344 w 2543175"/>
                <a:gd name="connsiteY100" fmla="*/ 895350 h 1890712"/>
                <a:gd name="connsiteX101" fmla="*/ 1245394 w 2543175"/>
                <a:gd name="connsiteY101" fmla="*/ 907256 h 1890712"/>
                <a:gd name="connsiteX102" fmla="*/ 1254919 w 2543175"/>
                <a:gd name="connsiteY102" fmla="*/ 914400 h 1890712"/>
                <a:gd name="connsiteX103" fmla="*/ 1269207 w 2543175"/>
                <a:gd name="connsiteY103" fmla="*/ 921544 h 1890712"/>
                <a:gd name="connsiteX104" fmla="*/ 1290638 w 2543175"/>
                <a:gd name="connsiteY104" fmla="*/ 935831 h 1890712"/>
                <a:gd name="connsiteX105" fmla="*/ 1307307 w 2543175"/>
                <a:gd name="connsiteY105" fmla="*/ 952500 h 1890712"/>
                <a:gd name="connsiteX106" fmla="*/ 1333500 w 2543175"/>
                <a:gd name="connsiteY106" fmla="*/ 971550 h 1890712"/>
                <a:gd name="connsiteX107" fmla="*/ 1359694 w 2543175"/>
                <a:gd name="connsiteY107" fmla="*/ 990600 h 1890712"/>
                <a:gd name="connsiteX108" fmla="*/ 1373982 w 2543175"/>
                <a:gd name="connsiteY108" fmla="*/ 997744 h 1890712"/>
                <a:gd name="connsiteX109" fmla="*/ 1388269 w 2543175"/>
                <a:gd name="connsiteY109" fmla="*/ 1007269 h 1890712"/>
                <a:gd name="connsiteX110" fmla="*/ 1414463 w 2543175"/>
                <a:gd name="connsiteY110" fmla="*/ 1019175 h 1890712"/>
                <a:gd name="connsiteX111" fmla="*/ 1428750 w 2543175"/>
                <a:gd name="connsiteY111" fmla="*/ 1026319 h 1890712"/>
                <a:gd name="connsiteX112" fmla="*/ 1471613 w 2543175"/>
                <a:gd name="connsiteY112" fmla="*/ 1059656 h 1890712"/>
                <a:gd name="connsiteX113" fmla="*/ 1495425 w 2543175"/>
                <a:gd name="connsiteY113" fmla="*/ 1088231 h 1890712"/>
                <a:gd name="connsiteX114" fmla="*/ 1547812 w 2543175"/>
                <a:gd name="connsiteY114" fmla="*/ 1133475 h 1890712"/>
                <a:gd name="connsiteX115" fmla="*/ 1597819 w 2543175"/>
                <a:gd name="connsiteY115" fmla="*/ 1154906 h 1890712"/>
                <a:gd name="connsiteX116" fmla="*/ 1604963 w 2543175"/>
                <a:gd name="connsiteY116" fmla="*/ 1162050 h 1890712"/>
                <a:gd name="connsiteX117" fmla="*/ 1612107 w 2543175"/>
                <a:gd name="connsiteY117" fmla="*/ 1166812 h 1890712"/>
                <a:gd name="connsiteX118" fmla="*/ 1628775 w 2543175"/>
                <a:gd name="connsiteY118" fmla="*/ 1183481 h 1890712"/>
                <a:gd name="connsiteX119" fmla="*/ 1662113 w 2543175"/>
                <a:gd name="connsiteY119" fmla="*/ 1209675 h 1890712"/>
                <a:gd name="connsiteX120" fmla="*/ 1678782 w 2543175"/>
                <a:gd name="connsiteY120" fmla="*/ 1226344 h 1890712"/>
                <a:gd name="connsiteX121" fmla="*/ 1700213 w 2543175"/>
                <a:gd name="connsiteY121" fmla="*/ 1247775 h 1890712"/>
                <a:gd name="connsiteX122" fmla="*/ 1712119 w 2543175"/>
                <a:gd name="connsiteY122" fmla="*/ 1259681 h 1890712"/>
                <a:gd name="connsiteX123" fmla="*/ 1733550 w 2543175"/>
                <a:gd name="connsiteY123" fmla="*/ 1273969 h 1890712"/>
                <a:gd name="connsiteX124" fmla="*/ 1743075 w 2543175"/>
                <a:gd name="connsiteY124" fmla="*/ 1283494 h 1890712"/>
                <a:gd name="connsiteX125" fmla="*/ 1754982 w 2543175"/>
                <a:gd name="connsiteY125" fmla="*/ 1290637 h 1890712"/>
                <a:gd name="connsiteX126" fmla="*/ 1766888 w 2543175"/>
                <a:gd name="connsiteY126" fmla="*/ 1300162 h 1890712"/>
                <a:gd name="connsiteX127" fmla="*/ 1783557 w 2543175"/>
                <a:gd name="connsiteY127" fmla="*/ 1307306 h 1890712"/>
                <a:gd name="connsiteX128" fmla="*/ 1790700 w 2543175"/>
                <a:gd name="connsiteY128" fmla="*/ 1312069 h 1890712"/>
                <a:gd name="connsiteX129" fmla="*/ 1800225 w 2543175"/>
                <a:gd name="connsiteY129" fmla="*/ 1319212 h 1890712"/>
                <a:gd name="connsiteX130" fmla="*/ 1807369 w 2543175"/>
                <a:gd name="connsiteY130" fmla="*/ 1321594 h 1890712"/>
                <a:gd name="connsiteX131" fmla="*/ 1824038 w 2543175"/>
                <a:gd name="connsiteY131" fmla="*/ 1333500 h 1890712"/>
                <a:gd name="connsiteX132" fmla="*/ 1843088 w 2543175"/>
                <a:gd name="connsiteY132" fmla="*/ 1352550 h 1890712"/>
                <a:gd name="connsiteX133" fmla="*/ 1852613 w 2543175"/>
                <a:gd name="connsiteY133" fmla="*/ 1359694 h 1890712"/>
                <a:gd name="connsiteX134" fmla="*/ 1859757 w 2543175"/>
                <a:gd name="connsiteY134" fmla="*/ 1366837 h 1890712"/>
                <a:gd name="connsiteX135" fmla="*/ 1869282 w 2543175"/>
                <a:gd name="connsiteY135" fmla="*/ 1371600 h 1890712"/>
                <a:gd name="connsiteX136" fmla="*/ 1883569 w 2543175"/>
                <a:gd name="connsiteY136" fmla="*/ 1388269 h 1890712"/>
                <a:gd name="connsiteX137" fmla="*/ 1893094 w 2543175"/>
                <a:gd name="connsiteY137" fmla="*/ 1395412 h 1890712"/>
                <a:gd name="connsiteX138" fmla="*/ 1902619 w 2543175"/>
                <a:gd name="connsiteY138" fmla="*/ 1404937 h 1890712"/>
                <a:gd name="connsiteX139" fmla="*/ 1912144 w 2543175"/>
                <a:gd name="connsiteY139" fmla="*/ 1409700 h 1890712"/>
                <a:gd name="connsiteX140" fmla="*/ 1931194 w 2543175"/>
                <a:gd name="connsiteY140" fmla="*/ 1421606 h 1890712"/>
                <a:gd name="connsiteX141" fmla="*/ 1935957 w 2543175"/>
                <a:gd name="connsiteY141" fmla="*/ 1428750 h 1890712"/>
                <a:gd name="connsiteX142" fmla="*/ 1952625 w 2543175"/>
                <a:gd name="connsiteY142" fmla="*/ 1438275 h 1890712"/>
                <a:gd name="connsiteX143" fmla="*/ 1971675 w 2543175"/>
                <a:gd name="connsiteY143" fmla="*/ 1450181 h 1890712"/>
                <a:gd name="connsiteX144" fmla="*/ 1981200 w 2543175"/>
                <a:gd name="connsiteY144" fmla="*/ 1454944 h 1890712"/>
                <a:gd name="connsiteX145" fmla="*/ 1997869 w 2543175"/>
                <a:gd name="connsiteY145" fmla="*/ 1471612 h 1890712"/>
                <a:gd name="connsiteX146" fmla="*/ 2007394 w 2543175"/>
                <a:gd name="connsiteY146" fmla="*/ 1478756 h 1890712"/>
                <a:gd name="connsiteX147" fmla="*/ 2016919 w 2543175"/>
                <a:gd name="connsiteY147" fmla="*/ 1483519 h 1890712"/>
                <a:gd name="connsiteX148" fmla="*/ 2024063 w 2543175"/>
                <a:gd name="connsiteY148" fmla="*/ 1490662 h 1890712"/>
                <a:gd name="connsiteX149" fmla="*/ 2033588 w 2543175"/>
                <a:gd name="connsiteY149" fmla="*/ 1495425 h 1890712"/>
                <a:gd name="connsiteX150" fmla="*/ 2040732 w 2543175"/>
                <a:gd name="connsiteY150" fmla="*/ 1502569 h 1890712"/>
                <a:gd name="connsiteX151" fmla="*/ 2047875 w 2543175"/>
                <a:gd name="connsiteY151" fmla="*/ 1507331 h 1890712"/>
                <a:gd name="connsiteX152" fmla="*/ 2057400 w 2543175"/>
                <a:gd name="connsiteY152" fmla="*/ 1514475 h 1890712"/>
                <a:gd name="connsiteX153" fmla="*/ 2064544 w 2543175"/>
                <a:gd name="connsiteY153" fmla="*/ 1519237 h 1890712"/>
                <a:gd name="connsiteX154" fmla="*/ 2071688 w 2543175"/>
                <a:gd name="connsiteY154" fmla="*/ 1526381 h 1890712"/>
                <a:gd name="connsiteX155" fmla="*/ 2081213 w 2543175"/>
                <a:gd name="connsiteY155" fmla="*/ 1531144 h 1890712"/>
                <a:gd name="connsiteX156" fmla="*/ 2090738 w 2543175"/>
                <a:gd name="connsiteY156" fmla="*/ 1538287 h 1890712"/>
                <a:gd name="connsiteX157" fmla="*/ 2109788 w 2543175"/>
                <a:gd name="connsiteY157" fmla="*/ 1547812 h 1890712"/>
                <a:gd name="connsiteX158" fmla="*/ 2131219 w 2543175"/>
                <a:gd name="connsiteY158" fmla="*/ 1562100 h 1890712"/>
                <a:gd name="connsiteX159" fmla="*/ 2140744 w 2543175"/>
                <a:gd name="connsiteY159" fmla="*/ 1566862 h 1890712"/>
                <a:gd name="connsiteX160" fmla="*/ 2152650 w 2543175"/>
                <a:gd name="connsiteY160" fmla="*/ 1576387 h 1890712"/>
                <a:gd name="connsiteX161" fmla="*/ 2181225 w 2543175"/>
                <a:gd name="connsiteY161" fmla="*/ 1590675 h 1890712"/>
                <a:gd name="connsiteX162" fmla="*/ 2200275 w 2543175"/>
                <a:gd name="connsiteY162" fmla="*/ 1607344 h 1890712"/>
                <a:gd name="connsiteX163" fmla="*/ 2207419 w 2543175"/>
                <a:gd name="connsiteY163" fmla="*/ 1612106 h 1890712"/>
                <a:gd name="connsiteX164" fmla="*/ 2216944 w 2543175"/>
                <a:gd name="connsiteY164" fmla="*/ 1619250 h 1890712"/>
                <a:gd name="connsiteX165" fmla="*/ 2224088 w 2543175"/>
                <a:gd name="connsiteY165" fmla="*/ 1624012 h 1890712"/>
                <a:gd name="connsiteX166" fmla="*/ 2247900 w 2543175"/>
                <a:gd name="connsiteY166" fmla="*/ 1643062 h 1890712"/>
                <a:gd name="connsiteX167" fmla="*/ 2255044 w 2543175"/>
                <a:gd name="connsiteY167" fmla="*/ 1650206 h 1890712"/>
                <a:gd name="connsiteX168" fmla="*/ 2281238 w 2543175"/>
                <a:gd name="connsiteY168" fmla="*/ 1664494 h 1890712"/>
                <a:gd name="connsiteX169" fmla="*/ 2297907 w 2543175"/>
                <a:gd name="connsiteY169" fmla="*/ 1674019 h 1890712"/>
                <a:gd name="connsiteX170" fmla="*/ 2305050 w 2543175"/>
                <a:gd name="connsiteY170" fmla="*/ 1678781 h 1890712"/>
                <a:gd name="connsiteX171" fmla="*/ 2312194 w 2543175"/>
                <a:gd name="connsiteY171" fmla="*/ 1685925 h 1890712"/>
                <a:gd name="connsiteX172" fmla="*/ 2321719 w 2543175"/>
                <a:gd name="connsiteY172" fmla="*/ 1690687 h 1890712"/>
                <a:gd name="connsiteX173" fmla="*/ 2328863 w 2543175"/>
                <a:gd name="connsiteY173" fmla="*/ 1697831 h 1890712"/>
                <a:gd name="connsiteX174" fmla="*/ 2350294 w 2543175"/>
                <a:gd name="connsiteY174" fmla="*/ 1712119 h 1890712"/>
                <a:gd name="connsiteX175" fmla="*/ 2369344 w 2543175"/>
                <a:gd name="connsiteY175" fmla="*/ 1724025 h 1890712"/>
                <a:gd name="connsiteX176" fmla="*/ 2428876 w 2543175"/>
                <a:gd name="connsiteY176" fmla="*/ 1785938 h 1890712"/>
                <a:gd name="connsiteX177" fmla="*/ 2466975 w 2543175"/>
                <a:gd name="connsiteY177" fmla="*/ 1783556 h 1890712"/>
                <a:gd name="connsiteX178" fmla="*/ 2481263 w 2543175"/>
                <a:gd name="connsiteY178" fmla="*/ 1795462 h 1890712"/>
                <a:gd name="connsiteX179" fmla="*/ 2486025 w 2543175"/>
                <a:gd name="connsiteY179" fmla="*/ 1802606 h 1890712"/>
                <a:gd name="connsiteX180" fmla="*/ 2493169 w 2543175"/>
                <a:gd name="connsiteY180" fmla="*/ 1807369 h 1890712"/>
                <a:gd name="connsiteX181" fmla="*/ 2495550 w 2543175"/>
                <a:gd name="connsiteY181" fmla="*/ 1816894 h 1890712"/>
                <a:gd name="connsiteX182" fmla="*/ 2497932 w 2543175"/>
                <a:gd name="connsiteY182" fmla="*/ 1824037 h 1890712"/>
                <a:gd name="connsiteX183" fmla="*/ 2514600 w 2543175"/>
                <a:gd name="connsiteY183" fmla="*/ 1850231 h 1890712"/>
                <a:gd name="connsiteX184" fmla="*/ 2519363 w 2543175"/>
                <a:gd name="connsiteY184" fmla="*/ 1857375 h 1890712"/>
                <a:gd name="connsiteX185" fmla="*/ 2540794 w 2543175"/>
                <a:gd name="connsiteY185" fmla="*/ 1883569 h 1890712"/>
                <a:gd name="connsiteX186" fmla="*/ 2543175 w 2543175"/>
                <a:gd name="connsiteY186" fmla="*/ 1890712 h 1890712"/>
                <a:gd name="connsiteX0" fmla="*/ 0 w 2543175"/>
                <a:gd name="connsiteY0" fmla="*/ 0 h 1890712"/>
                <a:gd name="connsiteX1" fmla="*/ 11907 w 2543175"/>
                <a:gd name="connsiteY1" fmla="*/ 11906 h 1890712"/>
                <a:gd name="connsiteX2" fmla="*/ 21432 w 2543175"/>
                <a:gd name="connsiteY2" fmla="*/ 16669 h 1890712"/>
                <a:gd name="connsiteX3" fmla="*/ 23813 w 2543175"/>
                <a:gd name="connsiteY3" fmla="*/ 23812 h 1890712"/>
                <a:gd name="connsiteX4" fmla="*/ 33338 w 2543175"/>
                <a:gd name="connsiteY4" fmla="*/ 33337 h 1890712"/>
                <a:gd name="connsiteX5" fmla="*/ 40482 w 2543175"/>
                <a:gd name="connsiteY5" fmla="*/ 42862 h 1890712"/>
                <a:gd name="connsiteX6" fmla="*/ 47625 w 2543175"/>
                <a:gd name="connsiteY6" fmla="*/ 47625 h 1890712"/>
                <a:gd name="connsiteX7" fmla="*/ 57150 w 2543175"/>
                <a:gd name="connsiteY7" fmla="*/ 54769 h 1890712"/>
                <a:gd name="connsiteX8" fmla="*/ 64294 w 2543175"/>
                <a:gd name="connsiteY8" fmla="*/ 59531 h 1890712"/>
                <a:gd name="connsiteX9" fmla="*/ 83344 w 2543175"/>
                <a:gd name="connsiteY9" fmla="*/ 73819 h 1890712"/>
                <a:gd name="connsiteX10" fmla="*/ 97632 w 2543175"/>
                <a:gd name="connsiteY10" fmla="*/ 80962 h 1890712"/>
                <a:gd name="connsiteX11" fmla="*/ 104775 w 2543175"/>
                <a:gd name="connsiteY11" fmla="*/ 85725 h 1890712"/>
                <a:gd name="connsiteX12" fmla="*/ 114300 w 2543175"/>
                <a:gd name="connsiteY12" fmla="*/ 95250 h 1890712"/>
                <a:gd name="connsiteX13" fmla="*/ 123825 w 2543175"/>
                <a:gd name="connsiteY13" fmla="*/ 97631 h 1890712"/>
                <a:gd name="connsiteX14" fmla="*/ 130969 w 2543175"/>
                <a:gd name="connsiteY14" fmla="*/ 104775 h 1890712"/>
                <a:gd name="connsiteX15" fmla="*/ 140494 w 2543175"/>
                <a:gd name="connsiteY15" fmla="*/ 111919 h 1890712"/>
                <a:gd name="connsiteX16" fmla="*/ 147638 w 2543175"/>
                <a:gd name="connsiteY16" fmla="*/ 116681 h 1890712"/>
                <a:gd name="connsiteX17" fmla="*/ 164307 w 2543175"/>
                <a:gd name="connsiteY17" fmla="*/ 128587 h 1890712"/>
                <a:gd name="connsiteX18" fmla="*/ 180975 w 2543175"/>
                <a:gd name="connsiteY18" fmla="*/ 140494 h 1890712"/>
                <a:gd name="connsiteX19" fmla="*/ 197644 w 2543175"/>
                <a:gd name="connsiteY19" fmla="*/ 152400 h 1890712"/>
                <a:gd name="connsiteX20" fmla="*/ 204788 w 2543175"/>
                <a:gd name="connsiteY20" fmla="*/ 157162 h 1890712"/>
                <a:gd name="connsiteX21" fmla="*/ 214313 w 2543175"/>
                <a:gd name="connsiteY21" fmla="*/ 164306 h 1890712"/>
                <a:gd name="connsiteX22" fmla="*/ 230982 w 2543175"/>
                <a:gd name="connsiteY22" fmla="*/ 180975 h 1890712"/>
                <a:gd name="connsiteX23" fmla="*/ 247650 w 2543175"/>
                <a:gd name="connsiteY23" fmla="*/ 185737 h 1890712"/>
                <a:gd name="connsiteX24" fmla="*/ 259557 w 2543175"/>
                <a:gd name="connsiteY24" fmla="*/ 188119 h 1890712"/>
                <a:gd name="connsiteX25" fmla="*/ 266700 w 2543175"/>
                <a:gd name="connsiteY25" fmla="*/ 190500 h 1890712"/>
                <a:gd name="connsiteX26" fmla="*/ 283369 w 2543175"/>
                <a:gd name="connsiteY26" fmla="*/ 192881 h 1890712"/>
                <a:gd name="connsiteX27" fmla="*/ 302419 w 2543175"/>
                <a:gd name="connsiteY27" fmla="*/ 204787 h 1890712"/>
                <a:gd name="connsiteX28" fmla="*/ 309563 w 2543175"/>
                <a:gd name="connsiteY28" fmla="*/ 209550 h 1890712"/>
                <a:gd name="connsiteX29" fmla="*/ 319088 w 2543175"/>
                <a:gd name="connsiteY29" fmla="*/ 219075 h 1890712"/>
                <a:gd name="connsiteX30" fmla="*/ 333375 w 2543175"/>
                <a:gd name="connsiteY30" fmla="*/ 228600 h 1890712"/>
                <a:gd name="connsiteX31" fmla="*/ 340519 w 2543175"/>
                <a:gd name="connsiteY31" fmla="*/ 233362 h 1890712"/>
                <a:gd name="connsiteX32" fmla="*/ 354807 w 2543175"/>
                <a:gd name="connsiteY32" fmla="*/ 247650 h 1890712"/>
                <a:gd name="connsiteX33" fmla="*/ 366713 w 2543175"/>
                <a:gd name="connsiteY33" fmla="*/ 264319 h 1890712"/>
                <a:gd name="connsiteX34" fmla="*/ 371475 w 2543175"/>
                <a:gd name="connsiteY34" fmla="*/ 271462 h 1890712"/>
                <a:gd name="connsiteX35" fmla="*/ 378619 w 2543175"/>
                <a:gd name="connsiteY35" fmla="*/ 276225 h 1890712"/>
                <a:gd name="connsiteX36" fmla="*/ 385763 w 2543175"/>
                <a:gd name="connsiteY36" fmla="*/ 283369 h 1890712"/>
                <a:gd name="connsiteX37" fmla="*/ 395288 w 2543175"/>
                <a:gd name="connsiteY37" fmla="*/ 288131 h 1890712"/>
                <a:gd name="connsiteX38" fmla="*/ 404813 w 2543175"/>
                <a:gd name="connsiteY38" fmla="*/ 295275 h 1890712"/>
                <a:gd name="connsiteX39" fmla="*/ 411957 w 2543175"/>
                <a:gd name="connsiteY39" fmla="*/ 297656 h 1890712"/>
                <a:gd name="connsiteX40" fmla="*/ 421482 w 2543175"/>
                <a:gd name="connsiteY40" fmla="*/ 302419 h 1890712"/>
                <a:gd name="connsiteX41" fmla="*/ 447675 w 2543175"/>
                <a:gd name="connsiteY41" fmla="*/ 307181 h 1890712"/>
                <a:gd name="connsiteX42" fmla="*/ 461963 w 2543175"/>
                <a:gd name="connsiteY42" fmla="*/ 321469 h 1890712"/>
                <a:gd name="connsiteX43" fmla="*/ 466725 w 2543175"/>
                <a:gd name="connsiteY43" fmla="*/ 328612 h 1890712"/>
                <a:gd name="connsiteX44" fmla="*/ 476250 w 2543175"/>
                <a:gd name="connsiteY44" fmla="*/ 335756 h 1890712"/>
                <a:gd name="connsiteX45" fmla="*/ 481013 w 2543175"/>
                <a:gd name="connsiteY45" fmla="*/ 342900 h 1890712"/>
                <a:gd name="connsiteX46" fmla="*/ 490538 w 2543175"/>
                <a:gd name="connsiteY46" fmla="*/ 352425 h 1890712"/>
                <a:gd name="connsiteX47" fmla="*/ 495300 w 2543175"/>
                <a:gd name="connsiteY47" fmla="*/ 359569 h 1890712"/>
                <a:gd name="connsiteX48" fmla="*/ 509588 w 2543175"/>
                <a:gd name="connsiteY48" fmla="*/ 376237 h 1890712"/>
                <a:gd name="connsiteX49" fmla="*/ 514350 w 2543175"/>
                <a:gd name="connsiteY49" fmla="*/ 383381 h 1890712"/>
                <a:gd name="connsiteX50" fmla="*/ 531019 w 2543175"/>
                <a:gd name="connsiteY50" fmla="*/ 397669 h 1890712"/>
                <a:gd name="connsiteX51" fmla="*/ 538163 w 2543175"/>
                <a:gd name="connsiteY51" fmla="*/ 407194 h 1890712"/>
                <a:gd name="connsiteX52" fmla="*/ 554832 w 2543175"/>
                <a:gd name="connsiteY52" fmla="*/ 421481 h 1890712"/>
                <a:gd name="connsiteX53" fmla="*/ 564357 w 2543175"/>
                <a:gd name="connsiteY53" fmla="*/ 431006 h 1890712"/>
                <a:gd name="connsiteX54" fmla="*/ 573882 w 2543175"/>
                <a:gd name="connsiteY54" fmla="*/ 438150 h 1890712"/>
                <a:gd name="connsiteX55" fmla="*/ 595313 w 2543175"/>
                <a:gd name="connsiteY55" fmla="*/ 454819 h 1890712"/>
                <a:gd name="connsiteX56" fmla="*/ 602457 w 2543175"/>
                <a:gd name="connsiteY56" fmla="*/ 457200 h 1890712"/>
                <a:gd name="connsiteX57" fmla="*/ 628650 w 2543175"/>
                <a:gd name="connsiteY57" fmla="*/ 469106 h 1890712"/>
                <a:gd name="connsiteX58" fmla="*/ 645319 w 2543175"/>
                <a:gd name="connsiteY58" fmla="*/ 483394 h 1890712"/>
                <a:gd name="connsiteX59" fmla="*/ 654844 w 2543175"/>
                <a:gd name="connsiteY59" fmla="*/ 488156 h 1890712"/>
                <a:gd name="connsiteX60" fmla="*/ 661988 w 2543175"/>
                <a:gd name="connsiteY60" fmla="*/ 497681 h 1890712"/>
                <a:gd name="connsiteX61" fmla="*/ 683419 w 2543175"/>
                <a:gd name="connsiteY61" fmla="*/ 514350 h 1890712"/>
                <a:gd name="connsiteX62" fmla="*/ 700088 w 2543175"/>
                <a:gd name="connsiteY62" fmla="*/ 526256 h 1890712"/>
                <a:gd name="connsiteX63" fmla="*/ 709613 w 2543175"/>
                <a:gd name="connsiteY63" fmla="*/ 535781 h 1890712"/>
                <a:gd name="connsiteX64" fmla="*/ 719138 w 2543175"/>
                <a:gd name="connsiteY64" fmla="*/ 542925 h 1890712"/>
                <a:gd name="connsiteX65" fmla="*/ 733425 w 2543175"/>
                <a:gd name="connsiteY65" fmla="*/ 557212 h 1890712"/>
                <a:gd name="connsiteX66" fmla="*/ 750094 w 2543175"/>
                <a:gd name="connsiteY66" fmla="*/ 569119 h 1890712"/>
                <a:gd name="connsiteX67" fmla="*/ 769144 w 2543175"/>
                <a:gd name="connsiteY67" fmla="*/ 581025 h 1890712"/>
                <a:gd name="connsiteX68" fmla="*/ 785813 w 2543175"/>
                <a:gd name="connsiteY68" fmla="*/ 590550 h 1890712"/>
                <a:gd name="connsiteX69" fmla="*/ 792957 w 2543175"/>
                <a:gd name="connsiteY69" fmla="*/ 600075 h 1890712"/>
                <a:gd name="connsiteX70" fmla="*/ 809625 w 2543175"/>
                <a:gd name="connsiteY70" fmla="*/ 611981 h 1890712"/>
                <a:gd name="connsiteX71" fmla="*/ 816769 w 2543175"/>
                <a:gd name="connsiteY71" fmla="*/ 619125 h 1890712"/>
                <a:gd name="connsiteX72" fmla="*/ 826294 w 2543175"/>
                <a:gd name="connsiteY72" fmla="*/ 626269 h 1890712"/>
                <a:gd name="connsiteX73" fmla="*/ 840582 w 2543175"/>
                <a:gd name="connsiteY73" fmla="*/ 638175 h 1890712"/>
                <a:gd name="connsiteX74" fmla="*/ 847725 w 2543175"/>
                <a:gd name="connsiteY74" fmla="*/ 645319 h 1890712"/>
                <a:gd name="connsiteX75" fmla="*/ 857250 w 2543175"/>
                <a:gd name="connsiteY75" fmla="*/ 652462 h 1890712"/>
                <a:gd name="connsiteX76" fmla="*/ 864394 w 2543175"/>
                <a:gd name="connsiteY76" fmla="*/ 657225 h 1890712"/>
                <a:gd name="connsiteX77" fmla="*/ 888207 w 2543175"/>
                <a:gd name="connsiteY77" fmla="*/ 676275 h 1890712"/>
                <a:gd name="connsiteX78" fmla="*/ 895350 w 2543175"/>
                <a:gd name="connsiteY78" fmla="*/ 681037 h 1890712"/>
                <a:gd name="connsiteX79" fmla="*/ 907257 w 2543175"/>
                <a:gd name="connsiteY79" fmla="*/ 683419 h 1890712"/>
                <a:gd name="connsiteX80" fmla="*/ 928688 w 2543175"/>
                <a:gd name="connsiteY80" fmla="*/ 695325 h 1890712"/>
                <a:gd name="connsiteX81" fmla="*/ 942975 w 2543175"/>
                <a:gd name="connsiteY81" fmla="*/ 700087 h 1890712"/>
                <a:gd name="connsiteX82" fmla="*/ 964407 w 2543175"/>
                <a:gd name="connsiteY82" fmla="*/ 716756 h 1890712"/>
                <a:gd name="connsiteX83" fmla="*/ 971550 w 2543175"/>
                <a:gd name="connsiteY83" fmla="*/ 723900 h 1890712"/>
                <a:gd name="connsiteX84" fmla="*/ 983457 w 2543175"/>
                <a:gd name="connsiteY84" fmla="*/ 733425 h 1890712"/>
                <a:gd name="connsiteX85" fmla="*/ 990600 w 2543175"/>
                <a:gd name="connsiteY85" fmla="*/ 738187 h 1890712"/>
                <a:gd name="connsiteX86" fmla="*/ 1007269 w 2543175"/>
                <a:gd name="connsiteY86" fmla="*/ 752475 h 1890712"/>
                <a:gd name="connsiteX87" fmla="*/ 1031082 w 2543175"/>
                <a:gd name="connsiteY87" fmla="*/ 766762 h 1890712"/>
                <a:gd name="connsiteX88" fmla="*/ 1042988 w 2543175"/>
                <a:gd name="connsiteY88" fmla="*/ 773906 h 1890712"/>
                <a:gd name="connsiteX89" fmla="*/ 1071563 w 2543175"/>
                <a:gd name="connsiteY89" fmla="*/ 785812 h 1890712"/>
                <a:gd name="connsiteX90" fmla="*/ 1097757 w 2543175"/>
                <a:gd name="connsiteY90" fmla="*/ 807244 h 1890712"/>
                <a:gd name="connsiteX91" fmla="*/ 1104900 w 2543175"/>
                <a:gd name="connsiteY91" fmla="*/ 814387 h 1890712"/>
                <a:gd name="connsiteX92" fmla="*/ 1121569 w 2543175"/>
                <a:gd name="connsiteY92" fmla="*/ 823912 h 1890712"/>
                <a:gd name="connsiteX93" fmla="*/ 1138238 w 2543175"/>
                <a:gd name="connsiteY93" fmla="*/ 835819 h 1890712"/>
                <a:gd name="connsiteX94" fmla="*/ 1147763 w 2543175"/>
                <a:gd name="connsiteY94" fmla="*/ 842962 h 1890712"/>
                <a:gd name="connsiteX95" fmla="*/ 1157288 w 2543175"/>
                <a:gd name="connsiteY95" fmla="*/ 847725 h 1890712"/>
                <a:gd name="connsiteX96" fmla="*/ 1178719 w 2543175"/>
                <a:gd name="connsiteY96" fmla="*/ 859631 h 1890712"/>
                <a:gd name="connsiteX97" fmla="*/ 1188244 w 2543175"/>
                <a:gd name="connsiteY97" fmla="*/ 866775 h 1890712"/>
                <a:gd name="connsiteX98" fmla="*/ 1195388 w 2543175"/>
                <a:gd name="connsiteY98" fmla="*/ 871537 h 1890712"/>
                <a:gd name="connsiteX99" fmla="*/ 1212057 w 2543175"/>
                <a:gd name="connsiteY99" fmla="*/ 883444 h 1890712"/>
                <a:gd name="connsiteX100" fmla="*/ 1226344 w 2543175"/>
                <a:gd name="connsiteY100" fmla="*/ 895350 h 1890712"/>
                <a:gd name="connsiteX101" fmla="*/ 1245394 w 2543175"/>
                <a:gd name="connsiteY101" fmla="*/ 907256 h 1890712"/>
                <a:gd name="connsiteX102" fmla="*/ 1254919 w 2543175"/>
                <a:gd name="connsiteY102" fmla="*/ 914400 h 1890712"/>
                <a:gd name="connsiteX103" fmla="*/ 1269207 w 2543175"/>
                <a:gd name="connsiteY103" fmla="*/ 921544 h 1890712"/>
                <a:gd name="connsiteX104" fmla="*/ 1290638 w 2543175"/>
                <a:gd name="connsiteY104" fmla="*/ 935831 h 1890712"/>
                <a:gd name="connsiteX105" fmla="*/ 1307307 w 2543175"/>
                <a:gd name="connsiteY105" fmla="*/ 952500 h 1890712"/>
                <a:gd name="connsiteX106" fmla="*/ 1333500 w 2543175"/>
                <a:gd name="connsiteY106" fmla="*/ 971550 h 1890712"/>
                <a:gd name="connsiteX107" fmla="*/ 1359694 w 2543175"/>
                <a:gd name="connsiteY107" fmla="*/ 990600 h 1890712"/>
                <a:gd name="connsiteX108" fmla="*/ 1373982 w 2543175"/>
                <a:gd name="connsiteY108" fmla="*/ 997744 h 1890712"/>
                <a:gd name="connsiteX109" fmla="*/ 1388269 w 2543175"/>
                <a:gd name="connsiteY109" fmla="*/ 1007269 h 1890712"/>
                <a:gd name="connsiteX110" fmla="*/ 1414463 w 2543175"/>
                <a:gd name="connsiteY110" fmla="*/ 1019175 h 1890712"/>
                <a:gd name="connsiteX111" fmla="*/ 1428750 w 2543175"/>
                <a:gd name="connsiteY111" fmla="*/ 1026319 h 1890712"/>
                <a:gd name="connsiteX112" fmla="*/ 1471613 w 2543175"/>
                <a:gd name="connsiteY112" fmla="*/ 1059656 h 1890712"/>
                <a:gd name="connsiteX113" fmla="*/ 1495425 w 2543175"/>
                <a:gd name="connsiteY113" fmla="*/ 1088231 h 1890712"/>
                <a:gd name="connsiteX114" fmla="*/ 1547812 w 2543175"/>
                <a:gd name="connsiteY114" fmla="*/ 1133475 h 1890712"/>
                <a:gd name="connsiteX115" fmla="*/ 1597819 w 2543175"/>
                <a:gd name="connsiteY115" fmla="*/ 1154906 h 1890712"/>
                <a:gd name="connsiteX116" fmla="*/ 1604963 w 2543175"/>
                <a:gd name="connsiteY116" fmla="*/ 1162050 h 1890712"/>
                <a:gd name="connsiteX117" fmla="*/ 1612107 w 2543175"/>
                <a:gd name="connsiteY117" fmla="*/ 1166812 h 1890712"/>
                <a:gd name="connsiteX118" fmla="*/ 1628775 w 2543175"/>
                <a:gd name="connsiteY118" fmla="*/ 1183481 h 1890712"/>
                <a:gd name="connsiteX119" fmla="*/ 1662113 w 2543175"/>
                <a:gd name="connsiteY119" fmla="*/ 1209675 h 1890712"/>
                <a:gd name="connsiteX120" fmla="*/ 1678782 w 2543175"/>
                <a:gd name="connsiteY120" fmla="*/ 1226344 h 1890712"/>
                <a:gd name="connsiteX121" fmla="*/ 1700213 w 2543175"/>
                <a:gd name="connsiteY121" fmla="*/ 1247775 h 1890712"/>
                <a:gd name="connsiteX122" fmla="*/ 1712119 w 2543175"/>
                <a:gd name="connsiteY122" fmla="*/ 1259681 h 1890712"/>
                <a:gd name="connsiteX123" fmla="*/ 1733550 w 2543175"/>
                <a:gd name="connsiteY123" fmla="*/ 1273969 h 1890712"/>
                <a:gd name="connsiteX124" fmla="*/ 1743075 w 2543175"/>
                <a:gd name="connsiteY124" fmla="*/ 1283494 h 1890712"/>
                <a:gd name="connsiteX125" fmla="*/ 1754982 w 2543175"/>
                <a:gd name="connsiteY125" fmla="*/ 1290637 h 1890712"/>
                <a:gd name="connsiteX126" fmla="*/ 1766888 w 2543175"/>
                <a:gd name="connsiteY126" fmla="*/ 1300162 h 1890712"/>
                <a:gd name="connsiteX127" fmla="*/ 1783557 w 2543175"/>
                <a:gd name="connsiteY127" fmla="*/ 1307306 h 1890712"/>
                <a:gd name="connsiteX128" fmla="*/ 1790700 w 2543175"/>
                <a:gd name="connsiteY128" fmla="*/ 1312069 h 1890712"/>
                <a:gd name="connsiteX129" fmla="*/ 1800225 w 2543175"/>
                <a:gd name="connsiteY129" fmla="*/ 1319212 h 1890712"/>
                <a:gd name="connsiteX130" fmla="*/ 1807369 w 2543175"/>
                <a:gd name="connsiteY130" fmla="*/ 1321594 h 1890712"/>
                <a:gd name="connsiteX131" fmla="*/ 1824038 w 2543175"/>
                <a:gd name="connsiteY131" fmla="*/ 1333500 h 1890712"/>
                <a:gd name="connsiteX132" fmla="*/ 1843088 w 2543175"/>
                <a:gd name="connsiteY132" fmla="*/ 1352550 h 1890712"/>
                <a:gd name="connsiteX133" fmla="*/ 1852613 w 2543175"/>
                <a:gd name="connsiteY133" fmla="*/ 1359694 h 1890712"/>
                <a:gd name="connsiteX134" fmla="*/ 1859757 w 2543175"/>
                <a:gd name="connsiteY134" fmla="*/ 1366837 h 1890712"/>
                <a:gd name="connsiteX135" fmla="*/ 1869282 w 2543175"/>
                <a:gd name="connsiteY135" fmla="*/ 1371600 h 1890712"/>
                <a:gd name="connsiteX136" fmla="*/ 1883569 w 2543175"/>
                <a:gd name="connsiteY136" fmla="*/ 1388269 h 1890712"/>
                <a:gd name="connsiteX137" fmla="*/ 1893094 w 2543175"/>
                <a:gd name="connsiteY137" fmla="*/ 1395412 h 1890712"/>
                <a:gd name="connsiteX138" fmla="*/ 1902619 w 2543175"/>
                <a:gd name="connsiteY138" fmla="*/ 1404937 h 1890712"/>
                <a:gd name="connsiteX139" fmla="*/ 1912144 w 2543175"/>
                <a:gd name="connsiteY139" fmla="*/ 1409700 h 1890712"/>
                <a:gd name="connsiteX140" fmla="*/ 1931194 w 2543175"/>
                <a:gd name="connsiteY140" fmla="*/ 1421606 h 1890712"/>
                <a:gd name="connsiteX141" fmla="*/ 1935957 w 2543175"/>
                <a:gd name="connsiteY141" fmla="*/ 1428750 h 1890712"/>
                <a:gd name="connsiteX142" fmla="*/ 1952625 w 2543175"/>
                <a:gd name="connsiteY142" fmla="*/ 1438275 h 1890712"/>
                <a:gd name="connsiteX143" fmla="*/ 1971675 w 2543175"/>
                <a:gd name="connsiteY143" fmla="*/ 1450181 h 1890712"/>
                <a:gd name="connsiteX144" fmla="*/ 1981200 w 2543175"/>
                <a:gd name="connsiteY144" fmla="*/ 1454944 h 1890712"/>
                <a:gd name="connsiteX145" fmla="*/ 1997869 w 2543175"/>
                <a:gd name="connsiteY145" fmla="*/ 1471612 h 1890712"/>
                <a:gd name="connsiteX146" fmla="*/ 2007394 w 2543175"/>
                <a:gd name="connsiteY146" fmla="*/ 1478756 h 1890712"/>
                <a:gd name="connsiteX147" fmla="*/ 2016919 w 2543175"/>
                <a:gd name="connsiteY147" fmla="*/ 1483519 h 1890712"/>
                <a:gd name="connsiteX148" fmla="*/ 2024063 w 2543175"/>
                <a:gd name="connsiteY148" fmla="*/ 1490662 h 1890712"/>
                <a:gd name="connsiteX149" fmla="*/ 2033588 w 2543175"/>
                <a:gd name="connsiteY149" fmla="*/ 1495425 h 1890712"/>
                <a:gd name="connsiteX150" fmla="*/ 2040732 w 2543175"/>
                <a:gd name="connsiteY150" fmla="*/ 1502569 h 1890712"/>
                <a:gd name="connsiteX151" fmla="*/ 2047875 w 2543175"/>
                <a:gd name="connsiteY151" fmla="*/ 1507331 h 1890712"/>
                <a:gd name="connsiteX152" fmla="*/ 2057400 w 2543175"/>
                <a:gd name="connsiteY152" fmla="*/ 1514475 h 1890712"/>
                <a:gd name="connsiteX153" fmla="*/ 2064544 w 2543175"/>
                <a:gd name="connsiteY153" fmla="*/ 1519237 h 1890712"/>
                <a:gd name="connsiteX154" fmla="*/ 2071688 w 2543175"/>
                <a:gd name="connsiteY154" fmla="*/ 1526381 h 1890712"/>
                <a:gd name="connsiteX155" fmla="*/ 2081213 w 2543175"/>
                <a:gd name="connsiteY155" fmla="*/ 1531144 h 1890712"/>
                <a:gd name="connsiteX156" fmla="*/ 2090738 w 2543175"/>
                <a:gd name="connsiteY156" fmla="*/ 1538287 h 1890712"/>
                <a:gd name="connsiteX157" fmla="*/ 2109788 w 2543175"/>
                <a:gd name="connsiteY157" fmla="*/ 1547812 h 1890712"/>
                <a:gd name="connsiteX158" fmla="*/ 2131219 w 2543175"/>
                <a:gd name="connsiteY158" fmla="*/ 1562100 h 1890712"/>
                <a:gd name="connsiteX159" fmla="*/ 2140744 w 2543175"/>
                <a:gd name="connsiteY159" fmla="*/ 1566862 h 1890712"/>
                <a:gd name="connsiteX160" fmla="*/ 2152650 w 2543175"/>
                <a:gd name="connsiteY160" fmla="*/ 1576387 h 1890712"/>
                <a:gd name="connsiteX161" fmla="*/ 2181225 w 2543175"/>
                <a:gd name="connsiteY161" fmla="*/ 1590675 h 1890712"/>
                <a:gd name="connsiteX162" fmla="*/ 2200275 w 2543175"/>
                <a:gd name="connsiteY162" fmla="*/ 1607344 h 1890712"/>
                <a:gd name="connsiteX163" fmla="*/ 2207419 w 2543175"/>
                <a:gd name="connsiteY163" fmla="*/ 1612106 h 1890712"/>
                <a:gd name="connsiteX164" fmla="*/ 2216944 w 2543175"/>
                <a:gd name="connsiteY164" fmla="*/ 1619250 h 1890712"/>
                <a:gd name="connsiteX165" fmla="*/ 2224088 w 2543175"/>
                <a:gd name="connsiteY165" fmla="*/ 1624012 h 1890712"/>
                <a:gd name="connsiteX166" fmla="*/ 2247900 w 2543175"/>
                <a:gd name="connsiteY166" fmla="*/ 1643062 h 1890712"/>
                <a:gd name="connsiteX167" fmla="*/ 2255044 w 2543175"/>
                <a:gd name="connsiteY167" fmla="*/ 1650206 h 1890712"/>
                <a:gd name="connsiteX168" fmla="*/ 2281238 w 2543175"/>
                <a:gd name="connsiteY168" fmla="*/ 1664494 h 1890712"/>
                <a:gd name="connsiteX169" fmla="*/ 2297907 w 2543175"/>
                <a:gd name="connsiteY169" fmla="*/ 1674019 h 1890712"/>
                <a:gd name="connsiteX170" fmla="*/ 2305050 w 2543175"/>
                <a:gd name="connsiteY170" fmla="*/ 1678781 h 1890712"/>
                <a:gd name="connsiteX171" fmla="*/ 2312194 w 2543175"/>
                <a:gd name="connsiteY171" fmla="*/ 1685925 h 1890712"/>
                <a:gd name="connsiteX172" fmla="*/ 2328863 w 2543175"/>
                <a:gd name="connsiteY172" fmla="*/ 1697831 h 1890712"/>
                <a:gd name="connsiteX173" fmla="*/ 2350294 w 2543175"/>
                <a:gd name="connsiteY173" fmla="*/ 1712119 h 1890712"/>
                <a:gd name="connsiteX174" fmla="*/ 2369344 w 2543175"/>
                <a:gd name="connsiteY174" fmla="*/ 1724025 h 1890712"/>
                <a:gd name="connsiteX175" fmla="*/ 2428876 w 2543175"/>
                <a:gd name="connsiteY175" fmla="*/ 1785938 h 1890712"/>
                <a:gd name="connsiteX176" fmla="*/ 2466975 w 2543175"/>
                <a:gd name="connsiteY176" fmla="*/ 1783556 h 1890712"/>
                <a:gd name="connsiteX177" fmla="*/ 2481263 w 2543175"/>
                <a:gd name="connsiteY177" fmla="*/ 1795462 h 1890712"/>
                <a:gd name="connsiteX178" fmla="*/ 2486025 w 2543175"/>
                <a:gd name="connsiteY178" fmla="*/ 1802606 h 1890712"/>
                <a:gd name="connsiteX179" fmla="*/ 2493169 w 2543175"/>
                <a:gd name="connsiteY179" fmla="*/ 1807369 h 1890712"/>
                <a:gd name="connsiteX180" fmla="*/ 2495550 w 2543175"/>
                <a:gd name="connsiteY180" fmla="*/ 1816894 h 1890712"/>
                <a:gd name="connsiteX181" fmla="*/ 2497932 w 2543175"/>
                <a:gd name="connsiteY181" fmla="*/ 1824037 h 1890712"/>
                <a:gd name="connsiteX182" fmla="*/ 2514600 w 2543175"/>
                <a:gd name="connsiteY182" fmla="*/ 1850231 h 1890712"/>
                <a:gd name="connsiteX183" fmla="*/ 2519363 w 2543175"/>
                <a:gd name="connsiteY183" fmla="*/ 1857375 h 1890712"/>
                <a:gd name="connsiteX184" fmla="*/ 2540794 w 2543175"/>
                <a:gd name="connsiteY184" fmla="*/ 1883569 h 1890712"/>
                <a:gd name="connsiteX185" fmla="*/ 2543175 w 2543175"/>
                <a:gd name="connsiteY185" fmla="*/ 1890712 h 1890712"/>
                <a:gd name="connsiteX0" fmla="*/ 0 w 2543175"/>
                <a:gd name="connsiteY0" fmla="*/ 0 h 1890712"/>
                <a:gd name="connsiteX1" fmla="*/ 11907 w 2543175"/>
                <a:gd name="connsiteY1" fmla="*/ 11906 h 1890712"/>
                <a:gd name="connsiteX2" fmla="*/ 21432 w 2543175"/>
                <a:gd name="connsiteY2" fmla="*/ 16669 h 1890712"/>
                <a:gd name="connsiteX3" fmla="*/ 23813 w 2543175"/>
                <a:gd name="connsiteY3" fmla="*/ 23812 h 1890712"/>
                <a:gd name="connsiteX4" fmla="*/ 33338 w 2543175"/>
                <a:gd name="connsiteY4" fmla="*/ 33337 h 1890712"/>
                <a:gd name="connsiteX5" fmla="*/ 40482 w 2543175"/>
                <a:gd name="connsiteY5" fmla="*/ 42862 h 1890712"/>
                <a:gd name="connsiteX6" fmla="*/ 47625 w 2543175"/>
                <a:gd name="connsiteY6" fmla="*/ 47625 h 1890712"/>
                <a:gd name="connsiteX7" fmla="*/ 57150 w 2543175"/>
                <a:gd name="connsiteY7" fmla="*/ 54769 h 1890712"/>
                <a:gd name="connsiteX8" fmla="*/ 64294 w 2543175"/>
                <a:gd name="connsiteY8" fmla="*/ 59531 h 1890712"/>
                <a:gd name="connsiteX9" fmla="*/ 83344 w 2543175"/>
                <a:gd name="connsiteY9" fmla="*/ 73819 h 1890712"/>
                <a:gd name="connsiteX10" fmla="*/ 97632 w 2543175"/>
                <a:gd name="connsiteY10" fmla="*/ 80962 h 1890712"/>
                <a:gd name="connsiteX11" fmla="*/ 104775 w 2543175"/>
                <a:gd name="connsiteY11" fmla="*/ 85725 h 1890712"/>
                <a:gd name="connsiteX12" fmla="*/ 114300 w 2543175"/>
                <a:gd name="connsiteY12" fmla="*/ 95250 h 1890712"/>
                <a:gd name="connsiteX13" fmla="*/ 123825 w 2543175"/>
                <a:gd name="connsiteY13" fmla="*/ 97631 h 1890712"/>
                <a:gd name="connsiteX14" fmla="*/ 130969 w 2543175"/>
                <a:gd name="connsiteY14" fmla="*/ 104775 h 1890712"/>
                <a:gd name="connsiteX15" fmla="*/ 140494 w 2543175"/>
                <a:gd name="connsiteY15" fmla="*/ 111919 h 1890712"/>
                <a:gd name="connsiteX16" fmla="*/ 147638 w 2543175"/>
                <a:gd name="connsiteY16" fmla="*/ 116681 h 1890712"/>
                <a:gd name="connsiteX17" fmla="*/ 164307 w 2543175"/>
                <a:gd name="connsiteY17" fmla="*/ 128587 h 1890712"/>
                <a:gd name="connsiteX18" fmla="*/ 180975 w 2543175"/>
                <a:gd name="connsiteY18" fmla="*/ 140494 h 1890712"/>
                <a:gd name="connsiteX19" fmla="*/ 197644 w 2543175"/>
                <a:gd name="connsiteY19" fmla="*/ 152400 h 1890712"/>
                <a:gd name="connsiteX20" fmla="*/ 204788 w 2543175"/>
                <a:gd name="connsiteY20" fmla="*/ 157162 h 1890712"/>
                <a:gd name="connsiteX21" fmla="*/ 214313 w 2543175"/>
                <a:gd name="connsiteY21" fmla="*/ 164306 h 1890712"/>
                <a:gd name="connsiteX22" fmla="*/ 230982 w 2543175"/>
                <a:gd name="connsiteY22" fmla="*/ 180975 h 1890712"/>
                <a:gd name="connsiteX23" fmla="*/ 247650 w 2543175"/>
                <a:gd name="connsiteY23" fmla="*/ 185737 h 1890712"/>
                <a:gd name="connsiteX24" fmla="*/ 259557 w 2543175"/>
                <a:gd name="connsiteY24" fmla="*/ 188119 h 1890712"/>
                <a:gd name="connsiteX25" fmla="*/ 266700 w 2543175"/>
                <a:gd name="connsiteY25" fmla="*/ 190500 h 1890712"/>
                <a:gd name="connsiteX26" fmla="*/ 283369 w 2543175"/>
                <a:gd name="connsiteY26" fmla="*/ 192881 h 1890712"/>
                <a:gd name="connsiteX27" fmla="*/ 302419 w 2543175"/>
                <a:gd name="connsiteY27" fmla="*/ 204787 h 1890712"/>
                <a:gd name="connsiteX28" fmla="*/ 309563 w 2543175"/>
                <a:gd name="connsiteY28" fmla="*/ 209550 h 1890712"/>
                <a:gd name="connsiteX29" fmla="*/ 319088 w 2543175"/>
                <a:gd name="connsiteY29" fmla="*/ 219075 h 1890712"/>
                <a:gd name="connsiteX30" fmla="*/ 333375 w 2543175"/>
                <a:gd name="connsiteY30" fmla="*/ 228600 h 1890712"/>
                <a:gd name="connsiteX31" fmla="*/ 340519 w 2543175"/>
                <a:gd name="connsiteY31" fmla="*/ 233362 h 1890712"/>
                <a:gd name="connsiteX32" fmla="*/ 354807 w 2543175"/>
                <a:gd name="connsiteY32" fmla="*/ 247650 h 1890712"/>
                <a:gd name="connsiteX33" fmla="*/ 366713 w 2543175"/>
                <a:gd name="connsiteY33" fmla="*/ 264319 h 1890712"/>
                <a:gd name="connsiteX34" fmla="*/ 371475 w 2543175"/>
                <a:gd name="connsiteY34" fmla="*/ 271462 h 1890712"/>
                <a:gd name="connsiteX35" fmla="*/ 378619 w 2543175"/>
                <a:gd name="connsiteY35" fmla="*/ 276225 h 1890712"/>
                <a:gd name="connsiteX36" fmla="*/ 385763 w 2543175"/>
                <a:gd name="connsiteY36" fmla="*/ 283369 h 1890712"/>
                <a:gd name="connsiteX37" fmla="*/ 395288 w 2543175"/>
                <a:gd name="connsiteY37" fmla="*/ 288131 h 1890712"/>
                <a:gd name="connsiteX38" fmla="*/ 404813 w 2543175"/>
                <a:gd name="connsiteY38" fmla="*/ 295275 h 1890712"/>
                <a:gd name="connsiteX39" fmla="*/ 411957 w 2543175"/>
                <a:gd name="connsiteY39" fmla="*/ 297656 h 1890712"/>
                <a:gd name="connsiteX40" fmla="*/ 421482 w 2543175"/>
                <a:gd name="connsiteY40" fmla="*/ 302419 h 1890712"/>
                <a:gd name="connsiteX41" fmla="*/ 447675 w 2543175"/>
                <a:gd name="connsiteY41" fmla="*/ 307181 h 1890712"/>
                <a:gd name="connsiteX42" fmla="*/ 461963 w 2543175"/>
                <a:gd name="connsiteY42" fmla="*/ 321469 h 1890712"/>
                <a:gd name="connsiteX43" fmla="*/ 466725 w 2543175"/>
                <a:gd name="connsiteY43" fmla="*/ 328612 h 1890712"/>
                <a:gd name="connsiteX44" fmla="*/ 476250 w 2543175"/>
                <a:gd name="connsiteY44" fmla="*/ 335756 h 1890712"/>
                <a:gd name="connsiteX45" fmla="*/ 481013 w 2543175"/>
                <a:gd name="connsiteY45" fmla="*/ 342900 h 1890712"/>
                <a:gd name="connsiteX46" fmla="*/ 490538 w 2543175"/>
                <a:gd name="connsiteY46" fmla="*/ 352425 h 1890712"/>
                <a:gd name="connsiteX47" fmla="*/ 495300 w 2543175"/>
                <a:gd name="connsiteY47" fmla="*/ 359569 h 1890712"/>
                <a:gd name="connsiteX48" fmla="*/ 509588 w 2543175"/>
                <a:gd name="connsiteY48" fmla="*/ 376237 h 1890712"/>
                <a:gd name="connsiteX49" fmla="*/ 514350 w 2543175"/>
                <a:gd name="connsiteY49" fmla="*/ 383381 h 1890712"/>
                <a:gd name="connsiteX50" fmla="*/ 531019 w 2543175"/>
                <a:gd name="connsiteY50" fmla="*/ 397669 h 1890712"/>
                <a:gd name="connsiteX51" fmla="*/ 538163 w 2543175"/>
                <a:gd name="connsiteY51" fmla="*/ 407194 h 1890712"/>
                <a:gd name="connsiteX52" fmla="*/ 554832 w 2543175"/>
                <a:gd name="connsiteY52" fmla="*/ 421481 h 1890712"/>
                <a:gd name="connsiteX53" fmla="*/ 564357 w 2543175"/>
                <a:gd name="connsiteY53" fmla="*/ 431006 h 1890712"/>
                <a:gd name="connsiteX54" fmla="*/ 573882 w 2543175"/>
                <a:gd name="connsiteY54" fmla="*/ 438150 h 1890712"/>
                <a:gd name="connsiteX55" fmla="*/ 595313 w 2543175"/>
                <a:gd name="connsiteY55" fmla="*/ 454819 h 1890712"/>
                <a:gd name="connsiteX56" fmla="*/ 602457 w 2543175"/>
                <a:gd name="connsiteY56" fmla="*/ 457200 h 1890712"/>
                <a:gd name="connsiteX57" fmla="*/ 628650 w 2543175"/>
                <a:gd name="connsiteY57" fmla="*/ 469106 h 1890712"/>
                <a:gd name="connsiteX58" fmla="*/ 645319 w 2543175"/>
                <a:gd name="connsiteY58" fmla="*/ 483394 h 1890712"/>
                <a:gd name="connsiteX59" fmla="*/ 654844 w 2543175"/>
                <a:gd name="connsiteY59" fmla="*/ 488156 h 1890712"/>
                <a:gd name="connsiteX60" fmla="*/ 661988 w 2543175"/>
                <a:gd name="connsiteY60" fmla="*/ 497681 h 1890712"/>
                <a:gd name="connsiteX61" fmla="*/ 683419 w 2543175"/>
                <a:gd name="connsiteY61" fmla="*/ 514350 h 1890712"/>
                <a:gd name="connsiteX62" fmla="*/ 700088 w 2543175"/>
                <a:gd name="connsiteY62" fmla="*/ 526256 h 1890712"/>
                <a:gd name="connsiteX63" fmla="*/ 709613 w 2543175"/>
                <a:gd name="connsiteY63" fmla="*/ 535781 h 1890712"/>
                <a:gd name="connsiteX64" fmla="*/ 719138 w 2543175"/>
                <a:gd name="connsiteY64" fmla="*/ 542925 h 1890712"/>
                <a:gd name="connsiteX65" fmla="*/ 733425 w 2543175"/>
                <a:gd name="connsiteY65" fmla="*/ 557212 h 1890712"/>
                <a:gd name="connsiteX66" fmla="*/ 750094 w 2543175"/>
                <a:gd name="connsiteY66" fmla="*/ 569119 h 1890712"/>
                <a:gd name="connsiteX67" fmla="*/ 769144 w 2543175"/>
                <a:gd name="connsiteY67" fmla="*/ 581025 h 1890712"/>
                <a:gd name="connsiteX68" fmla="*/ 785813 w 2543175"/>
                <a:gd name="connsiteY68" fmla="*/ 590550 h 1890712"/>
                <a:gd name="connsiteX69" fmla="*/ 792957 w 2543175"/>
                <a:gd name="connsiteY69" fmla="*/ 600075 h 1890712"/>
                <a:gd name="connsiteX70" fmla="*/ 809625 w 2543175"/>
                <a:gd name="connsiteY70" fmla="*/ 611981 h 1890712"/>
                <a:gd name="connsiteX71" fmla="*/ 816769 w 2543175"/>
                <a:gd name="connsiteY71" fmla="*/ 619125 h 1890712"/>
                <a:gd name="connsiteX72" fmla="*/ 826294 w 2543175"/>
                <a:gd name="connsiteY72" fmla="*/ 626269 h 1890712"/>
                <a:gd name="connsiteX73" fmla="*/ 840582 w 2543175"/>
                <a:gd name="connsiteY73" fmla="*/ 638175 h 1890712"/>
                <a:gd name="connsiteX74" fmla="*/ 847725 w 2543175"/>
                <a:gd name="connsiteY74" fmla="*/ 645319 h 1890712"/>
                <a:gd name="connsiteX75" fmla="*/ 857250 w 2543175"/>
                <a:gd name="connsiteY75" fmla="*/ 652462 h 1890712"/>
                <a:gd name="connsiteX76" fmla="*/ 864394 w 2543175"/>
                <a:gd name="connsiteY76" fmla="*/ 657225 h 1890712"/>
                <a:gd name="connsiteX77" fmla="*/ 888207 w 2543175"/>
                <a:gd name="connsiteY77" fmla="*/ 676275 h 1890712"/>
                <a:gd name="connsiteX78" fmla="*/ 895350 w 2543175"/>
                <a:gd name="connsiteY78" fmla="*/ 681037 h 1890712"/>
                <a:gd name="connsiteX79" fmla="*/ 907257 w 2543175"/>
                <a:gd name="connsiteY79" fmla="*/ 683419 h 1890712"/>
                <a:gd name="connsiteX80" fmla="*/ 928688 w 2543175"/>
                <a:gd name="connsiteY80" fmla="*/ 695325 h 1890712"/>
                <a:gd name="connsiteX81" fmla="*/ 942975 w 2543175"/>
                <a:gd name="connsiteY81" fmla="*/ 700087 h 1890712"/>
                <a:gd name="connsiteX82" fmla="*/ 964407 w 2543175"/>
                <a:gd name="connsiteY82" fmla="*/ 716756 h 1890712"/>
                <a:gd name="connsiteX83" fmla="*/ 971550 w 2543175"/>
                <a:gd name="connsiteY83" fmla="*/ 723900 h 1890712"/>
                <a:gd name="connsiteX84" fmla="*/ 983457 w 2543175"/>
                <a:gd name="connsiteY84" fmla="*/ 733425 h 1890712"/>
                <a:gd name="connsiteX85" fmla="*/ 990600 w 2543175"/>
                <a:gd name="connsiteY85" fmla="*/ 738187 h 1890712"/>
                <a:gd name="connsiteX86" fmla="*/ 1007269 w 2543175"/>
                <a:gd name="connsiteY86" fmla="*/ 752475 h 1890712"/>
                <a:gd name="connsiteX87" fmla="*/ 1031082 w 2543175"/>
                <a:gd name="connsiteY87" fmla="*/ 766762 h 1890712"/>
                <a:gd name="connsiteX88" fmla="*/ 1042988 w 2543175"/>
                <a:gd name="connsiteY88" fmla="*/ 773906 h 1890712"/>
                <a:gd name="connsiteX89" fmla="*/ 1071563 w 2543175"/>
                <a:gd name="connsiteY89" fmla="*/ 785812 h 1890712"/>
                <a:gd name="connsiteX90" fmla="*/ 1097757 w 2543175"/>
                <a:gd name="connsiteY90" fmla="*/ 807244 h 1890712"/>
                <a:gd name="connsiteX91" fmla="*/ 1104900 w 2543175"/>
                <a:gd name="connsiteY91" fmla="*/ 814387 h 1890712"/>
                <a:gd name="connsiteX92" fmla="*/ 1121569 w 2543175"/>
                <a:gd name="connsiteY92" fmla="*/ 823912 h 1890712"/>
                <a:gd name="connsiteX93" fmla="*/ 1138238 w 2543175"/>
                <a:gd name="connsiteY93" fmla="*/ 835819 h 1890712"/>
                <a:gd name="connsiteX94" fmla="*/ 1147763 w 2543175"/>
                <a:gd name="connsiteY94" fmla="*/ 842962 h 1890712"/>
                <a:gd name="connsiteX95" fmla="*/ 1157288 w 2543175"/>
                <a:gd name="connsiteY95" fmla="*/ 847725 h 1890712"/>
                <a:gd name="connsiteX96" fmla="*/ 1178719 w 2543175"/>
                <a:gd name="connsiteY96" fmla="*/ 859631 h 1890712"/>
                <a:gd name="connsiteX97" fmla="*/ 1188244 w 2543175"/>
                <a:gd name="connsiteY97" fmla="*/ 866775 h 1890712"/>
                <a:gd name="connsiteX98" fmla="*/ 1195388 w 2543175"/>
                <a:gd name="connsiteY98" fmla="*/ 871537 h 1890712"/>
                <a:gd name="connsiteX99" fmla="*/ 1212057 w 2543175"/>
                <a:gd name="connsiteY99" fmla="*/ 883444 h 1890712"/>
                <a:gd name="connsiteX100" fmla="*/ 1226344 w 2543175"/>
                <a:gd name="connsiteY100" fmla="*/ 895350 h 1890712"/>
                <a:gd name="connsiteX101" fmla="*/ 1245394 w 2543175"/>
                <a:gd name="connsiteY101" fmla="*/ 907256 h 1890712"/>
                <a:gd name="connsiteX102" fmla="*/ 1254919 w 2543175"/>
                <a:gd name="connsiteY102" fmla="*/ 914400 h 1890712"/>
                <a:gd name="connsiteX103" fmla="*/ 1269207 w 2543175"/>
                <a:gd name="connsiteY103" fmla="*/ 921544 h 1890712"/>
                <a:gd name="connsiteX104" fmla="*/ 1290638 w 2543175"/>
                <a:gd name="connsiteY104" fmla="*/ 935831 h 1890712"/>
                <a:gd name="connsiteX105" fmla="*/ 1307307 w 2543175"/>
                <a:gd name="connsiteY105" fmla="*/ 952500 h 1890712"/>
                <a:gd name="connsiteX106" fmla="*/ 1333500 w 2543175"/>
                <a:gd name="connsiteY106" fmla="*/ 971550 h 1890712"/>
                <a:gd name="connsiteX107" fmla="*/ 1359694 w 2543175"/>
                <a:gd name="connsiteY107" fmla="*/ 990600 h 1890712"/>
                <a:gd name="connsiteX108" fmla="*/ 1373982 w 2543175"/>
                <a:gd name="connsiteY108" fmla="*/ 997744 h 1890712"/>
                <a:gd name="connsiteX109" fmla="*/ 1388269 w 2543175"/>
                <a:gd name="connsiteY109" fmla="*/ 1007269 h 1890712"/>
                <a:gd name="connsiteX110" fmla="*/ 1414463 w 2543175"/>
                <a:gd name="connsiteY110" fmla="*/ 1019175 h 1890712"/>
                <a:gd name="connsiteX111" fmla="*/ 1428750 w 2543175"/>
                <a:gd name="connsiteY111" fmla="*/ 1026319 h 1890712"/>
                <a:gd name="connsiteX112" fmla="*/ 1471613 w 2543175"/>
                <a:gd name="connsiteY112" fmla="*/ 1059656 h 1890712"/>
                <a:gd name="connsiteX113" fmla="*/ 1495425 w 2543175"/>
                <a:gd name="connsiteY113" fmla="*/ 1088231 h 1890712"/>
                <a:gd name="connsiteX114" fmla="*/ 1547812 w 2543175"/>
                <a:gd name="connsiteY114" fmla="*/ 1133475 h 1890712"/>
                <a:gd name="connsiteX115" fmla="*/ 1597819 w 2543175"/>
                <a:gd name="connsiteY115" fmla="*/ 1154906 h 1890712"/>
                <a:gd name="connsiteX116" fmla="*/ 1604963 w 2543175"/>
                <a:gd name="connsiteY116" fmla="*/ 1162050 h 1890712"/>
                <a:gd name="connsiteX117" fmla="*/ 1612107 w 2543175"/>
                <a:gd name="connsiteY117" fmla="*/ 1166812 h 1890712"/>
                <a:gd name="connsiteX118" fmla="*/ 1628775 w 2543175"/>
                <a:gd name="connsiteY118" fmla="*/ 1183481 h 1890712"/>
                <a:gd name="connsiteX119" fmla="*/ 1662113 w 2543175"/>
                <a:gd name="connsiteY119" fmla="*/ 1209675 h 1890712"/>
                <a:gd name="connsiteX120" fmla="*/ 1678782 w 2543175"/>
                <a:gd name="connsiteY120" fmla="*/ 1226344 h 1890712"/>
                <a:gd name="connsiteX121" fmla="*/ 1700213 w 2543175"/>
                <a:gd name="connsiteY121" fmla="*/ 1247775 h 1890712"/>
                <a:gd name="connsiteX122" fmla="*/ 1712119 w 2543175"/>
                <a:gd name="connsiteY122" fmla="*/ 1259681 h 1890712"/>
                <a:gd name="connsiteX123" fmla="*/ 1733550 w 2543175"/>
                <a:gd name="connsiteY123" fmla="*/ 1273969 h 1890712"/>
                <a:gd name="connsiteX124" fmla="*/ 1743075 w 2543175"/>
                <a:gd name="connsiteY124" fmla="*/ 1283494 h 1890712"/>
                <a:gd name="connsiteX125" fmla="*/ 1754982 w 2543175"/>
                <a:gd name="connsiteY125" fmla="*/ 1290637 h 1890712"/>
                <a:gd name="connsiteX126" fmla="*/ 1766888 w 2543175"/>
                <a:gd name="connsiteY126" fmla="*/ 1300162 h 1890712"/>
                <a:gd name="connsiteX127" fmla="*/ 1783557 w 2543175"/>
                <a:gd name="connsiteY127" fmla="*/ 1307306 h 1890712"/>
                <a:gd name="connsiteX128" fmla="*/ 1790700 w 2543175"/>
                <a:gd name="connsiteY128" fmla="*/ 1312069 h 1890712"/>
                <a:gd name="connsiteX129" fmla="*/ 1800225 w 2543175"/>
                <a:gd name="connsiteY129" fmla="*/ 1319212 h 1890712"/>
                <a:gd name="connsiteX130" fmla="*/ 1807369 w 2543175"/>
                <a:gd name="connsiteY130" fmla="*/ 1321594 h 1890712"/>
                <a:gd name="connsiteX131" fmla="*/ 1824038 w 2543175"/>
                <a:gd name="connsiteY131" fmla="*/ 1333500 h 1890712"/>
                <a:gd name="connsiteX132" fmla="*/ 1843088 w 2543175"/>
                <a:gd name="connsiteY132" fmla="*/ 1352550 h 1890712"/>
                <a:gd name="connsiteX133" fmla="*/ 1852613 w 2543175"/>
                <a:gd name="connsiteY133" fmla="*/ 1359694 h 1890712"/>
                <a:gd name="connsiteX134" fmla="*/ 1859757 w 2543175"/>
                <a:gd name="connsiteY134" fmla="*/ 1366837 h 1890712"/>
                <a:gd name="connsiteX135" fmla="*/ 1869282 w 2543175"/>
                <a:gd name="connsiteY135" fmla="*/ 1371600 h 1890712"/>
                <a:gd name="connsiteX136" fmla="*/ 1883569 w 2543175"/>
                <a:gd name="connsiteY136" fmla="*/ 1388269 h 1890712"/>
                <a:gd name="connsiteX137" fmla="*/ 1893094 w 2543175"/>
                <a:gd name="connsiteY137" fmla="*/ 1395412 h 1890712"/>
                <a:gd name="connsiteX138" fmla="*/ 1902619 w 2543175"/>
                <a:gd name="connsiteY138" fmla="*/ 1404937 h 1890712"/>
                <a:gd name="connsiteX139" fmla="*/ 1912144 w 2543175"/>
                <a:gd name="connsiteY139" fmla="*/ 1409700 h 1890712"/>
                <a:gd name="connsiteX140" fmla="*/ 1931194 w 2543175"/>
                <a:gd name="connsiteY140" fmla="*/ 1421606 h 1890712"/>
                <a:gd name="connsiteX141" fmla="*/ 1935957 w 2543175"/>
                <a:gd name="connsiteY141" fmla="*/ 1428750 h 1890712"/>
                <a:gd name="connsiteX142" fmla="*/ 1952625 w 2543175"/>
                <a:gd name="connsiteY142" fmla="*/ 1438275 h 1890712"/>
                <a:gd name="connsiteX143" fmla="*/ 1971675 w 2543175"/>
                <a:gd name="connsiteY143" fmla="*/ 1450181 h 1890712"/>
                <a:gd name="connsiteX144" fmla="*/ 1981200 w 2543175"/>
                <a:gd name="connsiteY144" fmla="*/ 1454944 h 1890712"/>
                <a:gd name="connsiteX145" fmla="*/ 1997869 w 2543175"/>
                <a:gd name="connsiteY145" fmla="*/ 1471612 h 1890712"/>
                <a:gd name="connsiteX146" fmla="*/ 2007394 w 2543175"/>
                <a:gd name="connsiteY146" fmla="*/ 1478756 h 1890712"/>
                <a:gd name="connsiteX147" fmla="*/ 2016919 w 2543175"/>
                <a:gd name="connsiteY147" fmla="*/ 1483519 h 1890712"/>
                <a:gd name="connsiteX148" fmla="*/ 2024063 w 2543175"/>
                <a:gd name="connsiteY148" fmla="*/ 1490662 h 1890712"/>
                <a:gd name="connsiteX149" fmla="*/ 2033588 w 2543175"/>
                <a:gd name="connsiteY149" fmla="*/ 1495425 h 1890712"/>
                <a:gd name="connsiteX150" fmla="*/ 2040732 w 2543175"/>
                <a:gd name="connsiteY150" fmla="*/ 1502569 h 1890712"/>
                <a:gd name="connsiteX151" fmla="*/ 2047875 w 2543175"/>
                <a:gd name="connsiteY151" fmla="*/ 1507331 h 1890712"/>
                <a:gd name="connsiteX152" fmla="*/ 2057400 w 2543175"/>
                <a:gd name="connsiteY152" fmla="*/ 1514475 h 1890712"/>
                <a:gd name="connsiteX153" fmla="*/ 2064544 w 2543175"/>
                <a:gd name="connsiteY153" fmla="*/ 1519237 h 1890712"/>
                <a:gd name="connsiteX154" fmla="*/ 2071688 w 2543175"/>
                <a:gd name="connsiteY154" fmla="*/ 1526381 h 1890712"/>
                <a:gd name="connsiteX155" fmla="*/ 2081213 w 2543175"/>
                <a:gd name="connsiteY155" fmla="*/ 1531144 h 1890712"/>
                <a:gd name="connsiteX156" fmla="*/ 2090738 w 2543175"/>
                <a:gd name="connsiteY156" fmla="*/ 1538287 h 1890712"/>
                <a:gd name="connsiteX157" fmla="*/ 2109788 w 2543175"/>
                <a:gd name="connsiteY157" fmla="*/ 1547812 h 1890712"/>
                <a:gd name="connsiteX158" fmla="*/ 2131219 w 2543175"/>
                <a:gd name="connsiteY158" fmla="*/ 1562100 h 1890712"/>
                <a:gd name="connsiteX159" fmla="*/ 2140744 w 2543175"/>
                <a:gd name="connsiteY159" fmla="*/ 1566862 h 1890712"/>
                <a:gd name="connsiteX160" fmla="*/ 2152650 w 2543175"/>
                <a:gd name="connsiteY160" fmla="*/ 1576387 h 1890712"/>
                <a:gd name="connsiteX161" fmla="*/ 2181225 w 2543175"/>
                <a:gd name="connsiteY161" fmla="*/ 1590675 h 1890712"/>
                <a:gd name="connsiteX162" fmla="*/ 2200275 w 2543175"/>
                <a:gd name="connsiteY162" fmla="*/ 1607344 h 1890712"/>
                <a:gd name="connsiteX163" fmla="*/ 2207419 w 2543175"/>
                <a:gd name="connsiteY163" fmla="*/ 1612106 h 1890712"/>
                <a:gd name="connsiteX164" fmla="*/ 2216944 w 2543175"/>
                <a:gd name="connsiteY164" fmla="*/ 1619250 h 1890712"/>
                <a:gd name="connsiteX165" fmla="*/ 2224088 w 2543175"/>
                <a:gd name="connsiteY165" fmla="*/ 1624012 h 1890712"/>
                <a:gd name="connsiteX166" fmla="*/ 2247900 w 2543175"/>
                <a:gd name="connsiteY166" fmla="*/ 1643062 h 1890712"/>
                <a:gd name="connsiteX167" fmla="*/ 2255044 w 2543175"/>
                <a:gd name="connsiteY167" fmla="*/ 1650206 h 1890712"/>
                <a:gd name="connsiteX168" fmla="*/ 2281238 w 2543175"/>
                <a:gd name="connsiteY168" fmla="*/ 1664494 h 1890712"/>
                <a:gd name="connsiteX169" fmla="*/ 2297907 w 2543175"/>
                <a:gd name="connsiteY169" fmla="*/ 1674019 h 1890712"/>
                <a:gd name="connsiteX170" fmla="*/ 2312194 w 2543175"/>
                <a:gd name="connsiteY170" fmla="*/ 1685925 h 1890712"/>
                <a:gd name="connsiteX171" fmla="*/ 2328863 w 2543175"/>
                <a:gd name="connsiteY171" fmla="*/ 1697831 h 1890712"/>
                <a:gd name="connsiteX172" fmla="*/ 2350294 w 2543175"/>
                <a:gd name="connsiteY172" fmla="*/ 1712119 h 1890712"/>
                <a:gd name="connsiteX173" fmla="*/ 2369344 w 2543175"/>
                <a:gd name="connsiteY173" fmla="*/ 1724025 h 1890712"/>
                <a:gd name="connsiteX174" fmla="*/ 2428876 w 2543175"/>
                <a:gd name="connsiteY174" fmla="*/ 1785938 h 1890712"/>
                <a:gd name="connsiteX175" fmla="*/ 2466975 w 2543175"/>
                <a:gd name="connsiteY175" fmla="*/ 1783556 h 1890712"/>
                <a:gd name="connsiteX176" fmla="*/ 2481263 w 2543175"/>
                <a:gd name="connsiteY176" fmla="*/ 1795462 h 1890712"/>
                <a:gd name="connsiteX177" fmla="*/ 2486025 w 2543175"/>
                <a:gd name="connsiteY177" fmla="*/ 1802606 h 1890712"/>
                <a:gd name="connsiteX178" fmla="*/ 2493169 w 2543175"/>
                <a:gd name="connsiteY178" fmla="*/ 1807369 h 1890712"/>
                <a:gd name="connsiteX179" fmla="*/ 2495550 w 2543175"/>
                <a:gd name="connsiteY179" fmla="*/ 1816894 h 1890712"/>
                <a:gd name="connsiteX180" fmla="*/ 2497932 w 2543175"/>
                <a:gd name="connsiteY180" fmla="*/ 1824037 h 1890712"/>
                <a:gd name="connsiteX181" fmla="*/ 2514600 w 2543175"/>
                <a:gd name="connsiteY181" fmla="*/ 1850231 h 1890712"/>
                <a:gd name="connsiteX182" fmla="*/ 2519363 w 2543175"/>
                <a:gd name="connsiteY182" fmla="*/ 1857375 h 1890712"/>
                <a:gd name="connsiteX183" fmla="*/ 2540794 w 2543175"/>
                <a:gd name="connsiteY183" fmla="*/ 1883569 h 1890712"/>
                <a:gd name="connsiteX184" fmla="*/ 2543175 w 2543175"/>
                <a:gd name="connsiteY184" fmla="*/ 1890712 h 1890712"/>
                <a:gd name="connsiteX0" fmla="*/ 0 w 2543175"/>
                <a:gd name="connsiteY0" fmla="*/ 0 h 1890712"/>
                <a:gd name="connsiteX1" fmla="*/ 11907 w 2543175"/>
                <a:gd name="connsiteY1" fmla="*/ 11906 h 1890712"/>
                <a:gd name="connsiteX2" fmla="*/ 21432 w 2543175"/>
                <a:gd name="connsiteY2" fmla="*/ 16669 h 1890712"/>
                <a:gd name="connsiteX3" fmla="*/ 23813 w 2543175"/>
                <a:gd name="connsiteY3" fmla="*/ 23812 h 1890712"/>
                <a:gd name="connsiteX4" fmla="*/ 33338 w 2543175"/>
                <a:gd name="connsiteY4" fmla="*/ 33337 h 1890712"/>
                <a:gd name="connsiteX5" fmla="*/ 40482 w 2543175"/>
                <a:gd name="connsiteY5" fmla="*/ 42862 h 1890712"/>
                <a:gd name="connsiteX6" fmla="*/ 47625 w 2543175"/>
                <a:gd name="connsiteY6" fmla="*/ 47625 h 1890712"/>
                <a:gd name="connsiteX7" fmla="*/ 57150 w 2543175"/>
                <a:gd name="connsiteY7" fmla="*/ 54769 h 1890712"/>
                <a:gd name="connsiteX8" fmla="*/ 64294 w 2543175"/>
                <a:gd name="connsiteY8" fmla="*/ 59531 h 1890712"/>
                <a:gd name="connsiteX9" fmla="*/ 83344 w 2543175"/>
                <a:gd name="connsiteY9" fmla="*/ 73819 h 1890712"/>
                <a:gd name="connsiteX10" fmla="*/ 97632 w 2543175"/>
                <a:gd name="connsiteY10" fmla="*/ 80962 h 1890712"/>
                <a:gd name="connsiteX11" fmla="*/ 104775 w 2543175"/>
                <a:gd name="connsiteY11" fmla="*/ 85725 h 1890712"/>
                <a:gd name="connsiteX12" fmla="*/ 114300 w 2543175"/>
                <a:gd name="connsiteY12" fmla="*/ 95250 h 1890712"/>
                <a:gd name="connsiteX13" fmla="*/ 123825 w 2543175"/>
                <a:gd name="connsiteY13" fmla="*/ 97631 h 1890712"/>
                <a:gd name="connsiteX14" fmla="*/ 130969 w 2543175"/>
                <a:gd name="connsiteY14" fmla="*/ 104775 h 1890712"/>
                <a:gd name="connsiteX15" fmla="*/ 140494 w 2543175"/>
                <a:gd name="connsiteY15" fmla="*/ 111919 h 1890712"/>
                <a:gd name="connsiteX16" fmla="*/ 147638 w 2543175"/>
                <a:gd name="connsiteY16" fmla="*/ 116681 h 1890712"/>
                <a:gd name="connsiteX17" fmla="*/ 164307 w 2543175"/>
                <a:gd name="connsiteY17" fmla="*/ 128587 h 1890712"/>
                <a:gd name="connsiteX18" fmla="*/ 180975 w 2543175"/>
                <a:gd name="connsiteY18" fmla="*/ 140494 h 1890712"/>
                <a:gd name="connsiteX19" fmla="*/ 197644 w 2543175"/>
                <a:gd name="connsiteY19" fmla="*/ 152400 h 1890712"/>
                <a:gd name="connsiteX20" fmla="*/ 204788 w 2543175"/>
                <a:gd name="connsiteY20" fmla="*/ 157162 h 1890712"/>
                <a:gd name="connsiteX21" fmla="*/ 214313 w 2543175"/>
                <a:gd name="connsiteY21" fmla="*/ 164306 h 1890712"/>
                <a:gd name="connsiteX22" fmla="*/ 230982 w 2543175"/>
                <a:gd name="connsiteY22" fmla="*/ 180975 h 1890712"/>
                <a:gd name="connsiteX23" fmla="*/ 247650 w 2543175"/>
                <a:gd name="connsiteY23" fmla="*/ 185737 h 1890712"/>
                <a:gd name="connsiteX24" fmla="*/ 259557 w 2543175"/>
                <a:gd name="connsiteY24" fmla="*/ 188119 h 1890712"/>
                <a:gd name="connsiteX25" fmla="*/ 266700 w 2543175"/>
                <a:gd name="connsiteY25" fmla="*/ 190500 h 1890712"/>
                <a:gd name="connsiteX26" fmla="*/ 283369 w 2543175"/>
                <a:gd name="connsiteY26" fmla="*/ 192881 h 1890712"/>
                <a:gd name="connsiteX27" fmla="*/ 302419 w 2543175"/>
                <a:gd name="connsiteY27" fmla="*/ 204787 h 1890712"/>
                <a:gd name="connsiteX28" fmla="*/ 309563 w 2543175"/>
                <a:gd name="connsiteY28" fmla="*/ 209550 h 1890712"/>
                <a:gd name="connsiteX29" fmla="*/ 319088 w 2543175"/>
                <a:gd name="connsiteY29" fmla="*/ 219075 h 1890712"/>
                <a:gd name="connsiteX30" fmla="*/ 333375 w 2543175"/>
                <a:gd name="connsiteY30" fmla="*/ 228600 h 1890712"/>
                <a:gd name="connsiteX31" fmla="*/ 340519 w 2543175"/>
                <a:gd name="connsiteY31" fmla="*/ 233362 h 1890712"/>
                <a:gd name="connsiteX32" fmla="*/ 354807 w 2543175"/>
                <a:gd name="connsiteY32" fmla="*/ 247650 h 1890712"/>
                <a:gd name="connsiteX33" fmla="*/ 366713 w 2543175"/>
                <a:gd name="connsiteY33" fmla="*/ 264319 h 1890712"/>
                <a:gd name="connsiteX34" fmla="*/ 371475 w 2543175"/>
                <a:gd name="connsiteY34" fmla="*/ 271462 h 1890712"/>
                <a:gd name="connsiteX35" fmla="*/ 378619 w 2543175"/>
                <a:gd name="connsiteY35" fmla="*/ 276225 h 1890712"/>
                <a:gd name="connsiteX36" fmla="*/ 385763 w 2543175"/>
                <a:gd name="connsiteY36" fmla="*/ 283369 h 1890712"/>
                <a:gd name="connsiteX37" fmla="*/ 395288 w 2543175"/>
                <a:gd name="connsiteY37" fmla="*/ 288131 h 1890712"/>
                <a:gd name="connsiteX38" fmla="*/ 404813 w 2543175"/>
                <a:gd name="connsiteY38" fmla="*/ 295275 h 1890712"/>
                <a:gd name="connsiteX39" fmla="*/ 411957 w 2543175"/>
                <a:gd name="connsiteY39" fmla="*/ 297656 h 1890712"/>
                <a:gd name="connsiteX40" fmla="*/ 421482 w 2543175"/>
                <a:gd name="connsiteY40" fmla="*/ 302419 h 1890712"/>
                <a:gd name="connsiteX41" fmla="*/ 447675 w 2543175"/>
                <a:gd name="connsiteY41" fmla="*/ 307181 h 1890712"/>
                <a:gd name="connsiteX42" fmla="*/ 461963 w 2543175"/>
                <a:gd name="connsiteY42" fmla="*/ 321469 h 1890712"/>
                <a:gd name="connsiteX43" fmla="*/ 466725 w 2543175"/>
                <a:gd name="connsiteY43" fmla="*/ 328612 h 1890712"/>
                <a:gd name="connsiteX44" fmla="*/ 476250 w 2543175"/>
                <a:gd name="connsiteY44" fmla="*/ 335756 h 1890712"/>
                <a:gd name="connsiteX45" fmla="*/ 481013 w 2543175"/>
                <a:gd name="connsiteY45" fmla="*/ 342900 h 1890712"/>
                <a:gd name="connsiteX46" fmla="*/ 490538 w 2543175"/>
                <a:gd name="connsiteY46" fmla="*/ 352425 h 1890712"/>
                <a:gd name="connsiteX47" fmla="*/ 495300 w 2543175"/>
                <a:gd name="connsiteY47" fmla="*/ 359569 h 1890712"/>
                <a:gd name="connsiteX48" fmla="*/ 509588 w 2543175"/>
                <a:gd name="connsiteY48" fmla="*/ 376237 h 1890712"/>
                <a:gd name="connsiteX49" fmla="*/ 514350 w 2543175"/>
                <a:gd name="connsiteY49" fmla="*/ 383381 h 1890712"/>
                <a:gd name="connsiteX50" fmla="*/ 531019 w 2543175"/>
                <a:gd name="connsiteY50" fmla="*/ 397669 h 1890712"/>
                <a:gd name="connsiteX51" fmla="*/ 538163 w 2543175"/>
                <a:gd name="connsiteY51" fmla="*/ 407194 h 1890712"/>
                <a:gd name="connsiteX52" fmla="*/ 554832 w 2543175"/>
                <a:gd name="connsiteY52" fmla="*/ 421481 h 1890712"/>
                <a:gd name="connsiteX53" fmla="*/ 564357 w 2543175"/>
                <a:gd name="connsiteY53" fmla="*/ 431006 h 1890712"/>
                <a:gd name="connsiteX54" fmla="*/ 573882 w 2543175"/>
                <a:gd name="connsiteY54" fmla="*/ 438150 h 1890712"/>
                <a:gd name="connsiteX55" fmla="*/ 595313 w 2543175"/>
                <a:gd name="connsiteY55" fmla="*/ 454819 h 1890712"/>
                <a:gd name="connsiteX56" fmla="*/ 602457 w 2543175"/>
                <a:gd name="connsiteY56" fmla="*/ 457200 h 1890712"/>
                <a:gd name="connsiteX57" fmla="*/ 628650 w 2543175"/>
                <a:gd name="connsiteY57" fmla="*/ 469106 h 1890712"/>
                <a:gd name="connsiteX58" fmla="*/ 645319 w 2543175"/>
                <a:gd name="connsiteY58" fmla="*/ 483394 h 1890712"/>
                <a:gd name="connsiteX59" fmla="*/ 654844 w 2543175"/>
                <a:gd name="connsiteY59" fmla="*/ 488156 h 1890712"/>
                <a:gd name="connsiteX60" fmla="*/ 661988 w 2543175"/>
                <a:gd name="connsiteY60" fmla="*/ 497681 h 1890712"/>
                <a:gd name="connsiteX61" fmla="*/ 683419 w 2543175"/>
                <a:gd name="connsiteY61" fmla="*/ 514350 h 1890712"/>
                <a:gd name="connsiteX62" fmla="*/ 700088 w 2543175"/>
                <a:gd name="connsiteY62" fmla="*/ 526256 h 1890712"/>
                <a:gd name="connsiteX63" fmla="*/ 709613 w 2543175"/>
                <a:gd name="connsiteY63" fmla="*/ 535781 h 1890712"/>
                <a:gd name="connsiteX64" fmla="*/ 719138 w 2543175"/>
                <a:gd name="connsiteY64" fmla="*/ 542925 h 1890712"/>
                <a:gd name="connsiteX65" fmla="*/ 733425 w 2543175"/>
                <a:gd name="connsiteY65" fmla="*/ 557212 h 1890712"/>
                <a:gd name="connsiteX66" fmla="*/ 750094 w 2543175"/>
                <a:gd name="connsiteY66" fmla="*/ 569119 h 1890712"/>
                <a:gd name="connsiteX67" fmla="*/ 769144 w 2543175"/>
                <a:gd name="connsiteY67" fmla="*/ 581025 h 1890712"/>
                <a:gd name="connsiteX68" fmla="*/ 785813 w 2543175"/>
                <a:gd name="connsiteY68" fmla="*/ 590550 h 1890712"/>
                <a:gd name="connsiteX69" fmla="*/ 792957 w 2543175"/>
                <a:gd name="connsiteY69" fmla="*/ 600075 h 1890712"/>
                <a:gd name="connsiteX70" fmla="*/ 809625 w 2543175"/>
                <a:gd name="connsiteY70" fmla="*/ 611981 h 1890712"/>
                <a:gd name="connsiteX71" fmla="*/ 816769 w 2543175"/>
                <a:gd name="connsiteY71" fmla="*/ 619125 h 1890712"/>
                <a:gd name="connsiteX72" fmla="*/ 826294 w 2543175"/>
                <a:gd name="connsiteY72" fmla="*/ 626269 h 1890712"/>
                <a:gd name="connsiteX73" fmla="*/ 840582 w 2543175"/>
                <a:gd name="connsiteY73" fmla="*/ 638175 h 1890712"/>
                <a:gd name="connsiteX74" fmla="*/ 847725 w 2543175"/>
                <a:gd name="connsiteY74" fmla="*/ 645319 h 1890712"/>
                <a:gd name="connsiteX75" fmla="*/ 857250 w 2543175"/>
                <a:gd name="connsiteY75" fmla="*/ 652462 h 1890712"/>
                <a:gd name="connsiteX76" fmla="*/ 864394 w 2543175"/>
                <a:gd name="connsiteY76" fmla="*/ 657225 h 1890712"/>
                <a:gd name="connsiteX77" fmla="*/ 888207 w 2543175"/>
                <a:gd name="connsiteY77" fmla="*/ 676275 h 1890712"/>
                <a:gd name="connsiteX78" fmla="*/ 895350 w 2543175"/>
                <a:gd name="connsiteY78" fmla="*/ 681037 h 1890712"/>
                <a:gd name="connsiteX79" fmla="*/ 907257 w 2543175"/>
                <a:gd name="connsiteY79" fmla="*/ 683419 h 1890712"/>
                <a:gd name="connsiteX80" fmla="*/ 928688 w 2543175"/>
                <a:gd name="connsiteY80" fmla="*/ 695325 h 1890712"/>
                <a:gd name="connsiteX81" fmla="*/ 942975 w 2543175"/>
                <a:gd name="connsiteY81" fmla="*/ 700087 h 1890712"/>
                <a:gd name="connsiteX82" fmla="*/ 964407 w 2543175"/>
                <a:gd name="connsiteY82" fmla="*/ 716756 h 1890712"/>
                <a:gd name="connsiteX83" fmla="*/ 971550 w 2543175"/>
                <a:gd name="connsiteY83" fmla="*/ 723900 h 1890712"/>
                <a:gd name="connsiteX84" fmla="*/ 983457 w 2543175"/>
                <a:gd name="connsiteY84" fmla="*/ 733425 h 1890712"/>
                <a:gd name="connsiteX85" fmla="*/ 990600 w 2543175"/>
                <a:gd name="connsiteY85" fmla="*/ 738187 h 1890712"/>
                <a:gd name="connsiteX86" fmla="*/ 1007269 w 2543175"/>
                <a:gd name="connsiteY86" fmla="*/ 752475 h 1890712"/>
                <a:gd name="connsiteX87" fmla="*/ 1031082 w 2543175"/>
                <a:gd name="connsiteY87" fmla="*/ 766762 h 1890712"/>
                <a:gd name="connsiteX88" fmla="*/ 1042988 w 2543175"/>
                <a:gd name="connsiteY88" fmla="*/ 773906 h 1890712"/>
                <a:gd name="connsiteX89" fmla="*/ 1071563 w 2543175"/>
                <a:gd name="connsiteY89" fmla="*/ 785812 h 1890712"/>
                <a:gd name="connsiteX90" fmla="*/ 1097757 w 2543175"/>
                <a:gd name="connsiteY90" fmla="*/ 807244 h 1890712"/>
                <a:gd name="connsiteX91" fmla="*/ 1104900 w 2543175"/>
                <a:gd name="connsiteY91" fmla="*/ 814387 h 1890712"/>
                <a:gd name="connsiteX92" fmla="*/ 1121569 w 2543175"/>
                <a:gd name="connsiteY92" fmla="*/ 823912 h 1890712"/>
                <a:gd name="connsiteX93" fmla="*/ 1138238 w 2543175"/>
                <a:gd name="connsiteY93" fmla="*/ 835819 h 1890712"/>
                <a:gd name="connsiteX94" fmla="*/ 1147763 w 2543175"/>
                <a:gd name="connsiteY94" fmla="*/ 842962 h 1890712"/>
                <a:gd name="connsiteX95" fmla="*/ 1157288 w 2543175"/>
                <a:gd name="connsiteY95" fmla="*/ 847725 h 1890712"/>
                <a:gd name="connsiteX96" fmla="*/ 1178719 w 2543175"/>
                <a:gd name="connsiteY96" fmla="*/ 859631 h 1890712"/>
                <a:gd name="connsiteX97" fmla="*/ 1188244 w 2543175"/>
                <a:gd name="connsiteY97" fmla="*/ 866775 h 1890712"/>
                <a:gd name="connsiteX98" fmla="*/ 1195388 w 2543175"/>
                <a:gd name="connsiteY98" fmla="*/ 871537 h 1890712"/>
                <a:gd name="connsiteX99" fmla="*/ 1212057 w 2543175"/>
                <a:gd name="connsiteY99" fmla="*/ 883444 h 1890712"/>
                <a:gd name="connsiteX100" fmla="*/ 1226344 w 2543175"/>
                <a:gd name="connsiteY100" fmla="*/ 895350 h 1890712"/>
                <a:gd name="connsiteX101" fmla="*/ 1245394 w 2543175"/>
                <a:gd name="connsiteY101" fmla="*/ 907256 h 1890712"/>
                <a:gd name="connsiteX102" fmla="*/ 1254919 w 2543175"/>
                <a:gd name="connsiteY102" fmla="*/ 914400 h 1890712"/>
                <a:gd name="connsiteX103" fmla="*/ 1269207 w 2543175"/>
                <a:gd name="connsiteY103" fmla="*/ 921544 h 1890712"/>
                <a:gd name="connsiteX104" fmla="*/ 1290638 w 2543175"/>
                <a:gd name="connsiteY104" fmla="*/ 935831 h 1890712"/>
                <a:gd name="connsiteX105" fmla="*/ 1307307 w 2543175"/>
                <a:gd name="connsiteY105" fmla="*/ 952500 h 1890712"/>
                <a:gd name="connsiteX106" fmla="*/ 1333500 w 2543175"/>
                <a:gd name="connsiteY106" fmla="*/ 971550 h 1890712"/>
                <a:gd name="connsiteX107" fmla="*/ 1359694 w 2543175"/>
                <a:gd name="connsiteY107" fmla="*/ 990600 h 1890712"/>
                <a:gd name="connsiteX108" fmla="*/ 1373982 w 2543175"/>
                <a:gd name="connsiteY108" fmla="*/ 997744 h 1890712"/>
                <a:gd name="connsiteX109" fmla="*/ 1388269 w 2543175"/>
                <a:gd name="connsiteY109" fmla="*/ 1007269 h 1890712"/>
                <a:gd name="connsiteX110" fmla="*/ 1414463 w 2543175"/>
                <a:gd name="connsiteY110" fmla="*/ 1019175 h 1890712"/>
                <a:gd name="connsiteX111" fmla="*/ 1428750 w 2543175"/>
                <a:gd name="connsiteY111" fmla="*/ 1026319 h 1890712"/>
                <a:gd name="connsiteX112" fmla="*/ 1471613 w 2543175"/>
                <a:gd name="connsiteY112" fmla="*/ 1059656 h 1890712"/>
                <a:gd name="connsiteX113" fmla="*/ 1495425 w 2543175"/>
                <a:gd name="connsiteY113" fmla="*/ 1088231 h 1890712"/>
                <a:gd name="connsiteX114" fmla="*/ 1547812 w 2543175"/>
                <a:gd name="connsiteY114" fmla="*/ 1133475 h 1890712"/>
                <a:gd name="connsiteX115" fmla="*/ 1597819 w 2543175"/>
                <a:gd name="connsiteY115" fmla="*/ 1154906 h 1890712"/>
                <a:gd name="connsiteX116" fmla="*/ 1604963 w 2543175"/>
                <a:gd name="connsiteY116" fmla="*/ 1162050 h 1890712"/>
                <a:gd name="connsiteX117" fmla="*/ 1612107 w 2543175"/>
                <a:gd name="connsiteY117" fmla="*/ 1166812 h 1890712"/>
                <a:gd name="connsiteX118" fmla="*/ 1628775 w 2543175"/>
                <a:gd name="connsiteY118" fmla="*/ 1183481 h 1890712"/>
                <a:gd name="connsiteX119" fmla="*/ 1662113 w 2543175"/>
                <a:gd name="connsiteY119" fmla="*/ 1209675 h 1890712"/>
                <a:gd name="connsiteX120" fmla="*/ 1678782 w 2543175"/>
                <a:gd name="connsiteY120" fmla="*/ 1226344 h 1890712"/>
                <a:gd name="connsiteX121" fmla="*/ 1700213 w 2543175"/>
                <a:gd name="connsiteY121" fmla="*/ 1247775 h 1890712"/>
                <a:gd name="connsiteX122" fmla="*/ 1712119 w 2543175"/>
                <a:gd name="connsiteY122" fmla="*/ 1259681 h 1890712"/>
                <a:gd name="connsiteX123" fmla="*/ 1733550 w 2543175"/>
                <a:gd name="connsiteY123" fmla="*/ 1273969 h 1890712"/>
                <a:gd name="connsiteX124" fmla="*/ 1743075 w 2543175"/>
                <a:gd name="connsiteY124" fmla="*/ 1283494 h 1890712"/>
                <a:gd name="connsiteX125" fmla="*/ 1754982 w 2543175"/>
                <a:gd name="connsiteY125" fmla="*/ 1290637 h 1890712"/>
                <a:gd name="connsiteX126" fmla="*/ 1766888 w 2543175"/>
                <a:gd name="connsiteY126" fmla="*/ 1300162 h 1890712"/>
                <a:gd name="connsiteX127" fmla="*/ 1783557 w 2543175"/>
                <a:gd name="connsiteY127" fmla="*/ 1307306 h 1890712"/>
                <a:gd name="connsiteX128" fmla="*/ 1790700 w 2543175"/>
                <a:gd name="connsiteY128" fmla="*/ 1312069 h 1890712"/>
                <a:gd name="connsiteX129" fmla="*/ 1800225 w 2543175"/>
                <a:gd name="connsiteY129" fmla="*/ 1319212 h 1890712"/>
                <a:gd name="connsiteX130" fmla="*/ 1807369 w 2543175"/>
                <a:gd name="connsiteY130" fmla="*/ 1321594 h 1890712"/>
                <a:gd name="connsiteX131" fmla="*/ 1824038 w 2543175"/>
                <a:gd name="connsiteY131" fmla="*/ 1333500 h 1890712"/>
                <a:gd name="connsiteX132" fmla="*/ 1843088 w 2543175"/>
                <a:gd name="connsiteY132" fmla="*/ 1352550 h 1890712"/>
                <a:gd name="connsiteX133" fmla="*/ 1852613 w 2543175"/>
                <a:gd name="connsiteY133" fmla="*/ 1359694 h 1890712"/>
                <a:gd name="connsiteX134" fmla="*/ 1859757 w 2543175"/>
                <a:gd name="connsiteY134" fmla="*/ 1366837 h 1890712"/>
                <a:gd name="connsiteX135" fmla="*/ 1869282 w 2543175"/>
                <a:gd name="connsiteY135" fmla="*/ 1371600 h 1890712"/>
                <a:gd name="connsiteX136" fmla="*/ 1883569 w 2543175"/>
                <a:gd name="connsiteY136" fmla="*/ 1388269 h 1890712"/>
                <a:gd name="connsiteX137" fmla="*/ 1893094 w 2543175"/>
                <a:gd name="connsiteY137" fmla="*/ 1395412 h 1890712"/>
                <a:gd name="connsiteX138" fmla="*/ 1902619 w 2543175"/>
                <a:gd name="connsiteY138" fmla="*/ 1404937 h 1890712"/>
                <a:gd name="connsiteX139" fmla="*/ 1912144 w 2543175"/>
                <a:gd name="connsiteY139" fmla="*/ 1409700 h 1890712"/>
                <a:gd name="connsiteX140" fmla="*/ 1931194 w 2543175"/>
                <a:gd name="connsiteY140" fmla="*/ 1421606 h 1890712"/>
                <a:gd name="connsiteX141" fmla="*/ 1935957 w 2543175"/>
                <a:gd name="connsiteY141" fmla="*/ 1428750 h 1890712"/>
                <a:gd name="connsiteX142" fmla="*/ 1952625 w 2543175"/>
                <a:gd name="connsiteY142" fmla="*/ 1438275 h 1890712"/>
                <a:gd name="connsiteX143" fmla="*/ 1971675 w 2543175"/>
                <a:gd name="connsiteY143" fmla="*/ 1450181 h 1890712"/>
                <a:gd name="connsiteX144" fmla="*/ 1981200 w 2543175"/>
                <a:gd name="connsiteY144" fmla="*/ 1454944 h 1890712"/>
                <a:gd name="connsiteX145" fmla="*/ 1997869 w 2543175"/>
                <a:gd name="connsiteY145" fmla="*/ 1471612 h 1890712"/>
                <a:gd name="connsiteX146" fmla="*/ 2007394 w 2543175"/>
                <a:gd name="connsiteY146" fmla="*/ 1478756 h 1890712"/>
                <a:gd name="connsiteX147" fmla="*/ 2016919 w 2543175"/>
                <a:gd name="connsiteY147" fmla="*/ 1483519 h 1890712"/>
                <a:gd name="connsiteX148" fmla="*/ 2024063 w 2543175"/>
                <a:gd name="connsiteY148" fmla="*/ 1490662 h 1890712"/>
                <a:gd name="connsiteX149" fmla="*/ 2033588 w 2543175"/>
                <a:gd name="connsiteY149" fmla="*/ 1495425 h 1890712"/>
                <a:gd name="connsiteX150" fmla="*/ 2040732 w 2543175"/>
                <a:gd name="connsiteY150" fmla="*/ 1502569 h 1890712"/>
                <a:gd name="connsiteX151" fmla="*/ 2047875 w 2543175"/>
                <a:gd name="connsiteY151" fmla="*/ 1507331 h 1890712"/>
                <a:gd name="connsiteX152" fmla="*/ 2057400 w 2543175"/>
                <a:gd name="connsiteY152" fmla="*/ 1514475 h 1890712"/>
                <a:gd name="connsiteX153" fmla="*/ 2064544 w 2543175"/>
                <a:gd name="connsiteY153" fmla="*/ 1519237 h 1890712"/>
                <a:gd name="connsiteX154" fmla="*/ 2071688 w 2543175"/>
                <a:gd name="connsiteY154" fmla="*/ 1526381 h 1890712"/>
                <a:gd name="connsiteX155" fmla="*/ 2081213 w 2543175"/>
                <a:gd name="connsiteY155" fmla="*/ 1531144 h 1890712"/>
                <a:gd name="connsiteX156" fmla="*/ 2090738 w 2543175"/>
                <a:gd name="connsiteY156" fmla="*/ 1538287 h 1890712"/>
                <a:gd name="connsiteX157" fmla="*/ 2109788 w 2543175"/>
                <a:gd name="connsiteY157" fmla="*/ 1547812 h 1890712"/>
                <a:gd name="connsiteX158" fmla="*/ 2131219 w 2543175"/>
                <a:gd name="connsiteY158" fmla="*/ 1562100 h 1890712"/>
                <a:gd name="connsiteX159" fmla="*/ 2140744 w 2543175"/>
                <a:gd name="connsiteY159" fmla="*/ 1566862 h 1890712"/>
                <a:gd name="connsiteX160" fmla="*/ 2152650 w 2543175"/>
                <a:gd name="connsiteY160" fmla="*/ 1576387 h 1890712"/>
                <a:gd name="connsiteX161" fmla="*/ 2181225 w 2543175"/>
                <a:gd name="connsiteY161" fmla="*/ 1590675 h 1890712"/>
                <a:gd name="connsiteX162" fmla="*/ 2200275 w 2543175"/>
                <a:gd name="connsiteY162" fmla="*/ 1607344 h 1890712"/>
                <a:gd name="connsiteX163" fmla="*/ 2207419 w 2543175"/>
                <a:gd name="connsiteY163" fmla="*/ 1612106 h 1890712"/>
                <a:gd name="connsiteX164" fmla="*/ 2216944 w 2543175"/>
                <a:gd name="connsiteY164" fmla="*/ 1619250 h 1890712"/>
                <a:gd name="connsiteX165" fmla="*/ 2224088 w 2543175"/>
                <a:gd name="connsiteY165" fmla="*/ 1624012 h 1890712"/>
                <a:gd name="connsiteX166" fmla="*/ 2247900 w 2543175"/>
                <a:gd name="connsiteY166" fmla="*/ 1643062 h 1890712"/>
                <a:gd name="connsiteX167" fmla="*/ 2255044 w 2543175"/>
                <a:gd name="connsiteY167" fmla="*/ 1650206 h 1890712"/>
                <a:gd name="connsiteX168" fmla="*/ 2281238 w 2543175"/>
                <a:gd name="connsiteY168" fmla="*/ 1664494 h 1890712"/>
                <a:gd name="connsiteX169" fmla="*/ 2297907 w 2543175"/>
                <a:gd name="connsiteY169" fmla="*/ 1674019 h 1890712"/>
                <a:gd name="connsiteX170" fmla="*/ 2312194 w 2543175"/>
                <a:gd name="connsiteY170" fmla="*/ 1685925 h 1890712"/>
                <a:gd name="connsiteX171" fmla="*/ 2328863 w 2543175"/>
                <a:gd name="connsiteY171" fmla="*/ 1697831 h 1890712"/>
                <a:gd name="connsiteX172" fmla="*/ 2350294 w 2543175"/>
                <a:gd name="connsiteY172" fmla="*/ 1712119 h 1890712"/>
                <a:gd name="connsiteX173" fmla="*/ 2369344 w 2543175"/>
                <a:gd name="connsiteY173" fmla="*/ 1724025 h 1890712"/>
                <a:gd name="connsiteX174" fmla="*/ 2428876 w 2543175"/>
                <a:gd name="connsiteY174" fmla="*/ 1785938 h 1890712"/>
                <a:gd name="connsiteX175" fmla="*/ 2466975 w 2543175"/>
                <a:gd name="connsiteY175" fmla="*/ 1783556 h 1890712"/>
                <a:gd name="connsiteX176" fmla="*/ 2481263 w 2543175"/>
                <a:gd name="connsiteY176" fmla="*/ 1795462 h 1890712"/>
                <a:gd name="connsiteX177" fmla="*/ 2486025 w 2543175"/>
                <a:gd name="connsiteY177" fmla="*/ 1802606 h 1890712"/>
                <a:gd name="connsiteX178" fmla="*/ 2495550 w 2543175"/>
                <a:gd name="connsiteY178" fmla="*/ 1816894 h 1890712"/>
                <a:gd name="connsiteX179" fmla="*/ 2497932 w 2543175"/>
                <a:gd name="connsiteY179" fmla="*/ 1824037 h 1890712"/>
                <a:gd name="connsiteX180" fmla="*/ 2514600 w 2543175"/>
                <a:gd name="connsiteY180" fmla="*/ 1850231 h 1890712"/>
                <a:gd name="connsiteX181" fmla="*/ 2519363 w 2543175"/>
                <a:gd name="connsiteY181" fmla="*/ 1857375 h 1890712"/>
                <a:gd name="connsiteX182" fmla="*/ 2540794 w 2543175"/>
                <a:gd name="connsiteY182" fmla="*/ 1883569 h 1890712"/>
                <a:gd name="connsiteX183" fmla="*/ 2543175 w 2543175"/>
                <a:gd name="connsiteY183" fmla="*/ 1890712 h 1890712"/>
                <a:gd name="connsiteX0" fmla="*/ 0 w 2543175"/>
                <a:gd name="connsiteY0" fmla="*/ 0 h 1890712"/>
                <a:gd name="connsiteX1" fmla="*/ 11907 w 2543175"/>
                <a:gd name="connsiteY1" fmla="*/ 11906 h 1890712"/>
                <a:gd name="connsiteX2" fmla="*/ 21432 w 2543175"/>
                <a:gd name="connsiteY2" fmla="*/ 16669 h 1890712"/>
                <a:gd name="connsiteX3" fmla="*/ 23813 w 2543175"/>
                <a:gd name="connsiteY3" fmla="*/ 23812 h 1890712"/>
                <a:gd name="connsiteX4" fmla="*/ 33338 w 2543175"/>
                <a:gd name="connsiteY4" fmla="*/ 33337 h 1890712"/>
                <a:gd name="connsiteX5" fmla="*/ 40482 w 2543175"/>
                <a:gd name="connsiteY5" fmla="*/ 42862 h 1890712"/>
                <a:gd name="connsiteX6" fmla="*/ 47625 w 2543175"/>
                <a:gd name="connsiteY6" fmla="*/ 47625 h 1890712"/>
                <a:gd name="connsiteX7" fmla="*/ 57150 w 2543175"/>
                <a:gd name="connsiteY7" fmla="*/ 54769 h 1890712"/>
                <a:gd name="connsiteX8" fmla="*/ 64294 w 2543175"/>
                <a:gd name="connsiteY8" fmla="*/ 59531 h 1890712"/>
                <a:gd name="connsiteX9" fmla="*/ 83344 w 2543175"/>
                <a:gd name="connsiteY9" fmla="*/ 73819 h 1890712"/>
                <a:gd name="connsiteX10" fmla="*/ 97632 w 2543175"/>
                <a:gd name="connsiteY10" fmla="*/ 80962 h 1890712"/>
                <a:gd name="connsiteX11" fmla="*/ 104775 w 2543175"/>
                <a:gd name="connsiteY11" fmla="*/ 85725 h 1890712"/>
                <a:gd name="connsiteX12" fmla="*/ 114300 w 2543175"/>
                <a:gd name="connsiteY12" fmla="*/ 95250 h 1890712"/>
                <a:gd name="connsiteX13" fmla="*/ 123825 w 2543175"/>
                <a:gd name="connsiteY13" fmla="*/ 97631 h 1890712"/>
                <a:gd name="connsiteX14" fmla="*/ 130969 w 2543175"/>
                <a:gd name="connsiteY14" fmla="*/ 104775 h 1890712"/>
                <a:gd name="connsiteX15" fmla="*/ 140494 w 2543175"/>
                <a:gd name="connsiteY15" fmla="*/ 111919 h 1890712"/>
                <a:gd name="connsiteX16" fmla="*/ 147638 w 2543175"/>
                <a:gd name="connsiteY16" fmla="*/ 116681 h 1890712"/>
                <a:gd name="connsiteX17" fmla="*/ 164307 w 2543175"/>
                <a:gd name="connsiteY17" fmla="*/ 128587 h 1890712"/>
                <a:gd name="connsiteX18" fmla="*/ 180975 w 2543175"/>
                <a:gd name="connsiteY18" fmla="*/ 140494 h 1890712"/>
                <a:gd name="connsiteX19" fmla="*/ 197644 w 2543175"/>
                <a:gd name="connsiteY19" fmla="*/ 152400 h 1890712"/>
                <a:gd name="connsiteX20" fmla="*/ 204788 w 2543175"/>
                <a:gd name="connsiteY20" fmla="*/ 157162 h 1890712"/>
                <a:gd name="connsiteX21" fmla="*/ 214313 w 2543175"/>
                <a:gd name="connsiteY21" fmla="*/ 164306 h 1890712"/>
                <a:gd name="connsiteX22" fmla="*/ 230982 w 2543175"/>
                <a:gd name="connsiteY22" fmla="*/ 180975 h 1890712"/>
                <a:gd name="connsiteX23" fmla="*/ 247650 w 2543175"/>
                <a:gd name="connsiteY23" fmla="*/ 185737 h 1890712"/>
                <a:gd name="connsiteX24" fmla="*/ 259557 w 2543175"/>
                <a:gd name="connsiteY24" fmla="*/ 188119 h 1890712"/>
                <a:gd name="connsiteX25" fmla="*/ 266700 w 2543175"/>
                <a:gd name="connsiteY25" fmla="*/ 190500 h 1890712"/>
                <a:gd name="connsiteX26" fmla="*/ 283369 w 2543175"/>
                <a:gd name="connsiteY26" fmla="*/ 192881 h 1890712"/>
                <a:gd name="connsiteX27" fmla="*/ 302419 w 2543175"/>
                <a:gd name="connsiteY27" fmla="*/ 204787 h 1890712"/>
                <a:gd name="connsiteX28" fmla="*/ 309563 w 2543175"/>
                <a:gd name="connsiteY28" fmla="*/ 209550 h 1890712"/>
                <a:gd name="connsiteX29" fmla="*/ 319088 w 2543175"/>
                <a:gd name="connsiteY29" fmla="*/ 219075 h 1890712"/>
                <a:gd name="connsiteX30" fmla="*/ 333375 w 2543175"/>
                <a:gd name="connsiteY30" fmla="*/ 228600 h 1890712"/>
                <a:gd name="connsiteX31" fmla="*/ 340519 w 2543175"/>
                <a:gd name="connsiteY31" fmla="*/ 233362 h 1890712"/>
                <a:gd name="connsiteX32" fmla="*/ 354807 w 2543175"/>
                <a:gd name="connsiteY32" fmla="*/ 247650 h 1890712"/>
                <a:gd name="connsiteX33" fmla="*/ 366713 w 2543175"/>
                <a:gd name="connsiteY33" fmla="*/ 264319 h 1890712"/>
                <a:gd name="connsiteX34" fmla="*/ 371475 w 2543175"/>
                <a:gd name="connsiteY34" fmla="*/ 271462 h 1890712"/>
                <a:gd name="connsiteX35" fmla="*/ 378619 w 2543175"/>
                <a:gd name="connsiteY35" fmla="*/ 276225 h 1890712"/>
                <a:gd name="connsiteX36" fmla="*/ 385763 w 2543175"/>
                <a:gd name="connsiteY36" fmla="*/ 283369 h 1890712"/>
                <a:gd name="connsiteX37" fmla="*/ 395288 w 2543175"/>
                <a:gd name="connsiteY37" fmla="*/ 288131 h 1890712"/>
                <a:gd name="connsiteX38" fmla="*/ 404813 w 2543175"/>
                <a:gd name="connsiteY38" fmla="*/ 295275 h 1890712"/>
                <a:gd name="connsiteX39" fmla="*/ 411957 w 2543175"/>
                <a:gd name="connsiteY39" fmla="*/ 297656 h 1890712"/>
                <a:gd name="connsiteX40" fmla="*/ 421482 w 2543175"/>
                <a:gd name="connsiteY40" fmla="*/ 302419 h 1890712"/>
                <a:gd name="connsiteX41" fmla="*/ 447675 w 2543175"/>
                <a:gd name="connsiteY41" fmla="*/ 307181 h 1890712"/>
                <a:gd name="connsiteX42" fmla="*/ 461963 w 2543175"/>
                <a:gd name="connsiteY42" fmla="*/ 321469 h 1890712"/>
                <a:gd name="connsiteX43" fmla="*/ 466725 w 2543175"/>
                <a:gd name="connsiteY43" fmla="*/ 328612 h 1890712"/>
                <a:gd name="connsiteX44" fmla="*/ 476250 w 2543175"/>
                <a:gd name="connsiteY44" fmla="*/ 335756 h 1890712"/>
                <a:gd name="connsiteX45" fmla="*/ 481013 w 2543175"/>
                <a:gd name="connsiteY45" fmla="*/ 342900 h 1890712"/>
                <a:gd name="connsiteX46" fmla="*/ 490538 w 2543175"/>
                <a:gd name="connsiteY46" fmla="*/ 352425 h 1890712"/>
                <a:gd name="connsiteX47" fmla="*/ 495300 w 2543175"/>
                <a:gd name="connsiteY47" fmla="*/ 359569 h 1890712"/>
                <a:gd name="connsiteX48" fmla="*/ 509588 w 2543175"/>
                <a:gd name="connsiteY48" fmla="*/ 376237 h 1890712"/>
                <a:gd name="connsiteX49" fmla="*/ 514350 w 2543175"/>
                <a:gd name="connsiteY49" fmla="*/ 383381 h 1890712"/>
                <a:gd name="connsiteX50" fmla="*/ 531019 w 2543175"/>
                <a:gd name="connsiteY50" fmla="*/ 397669 h 1890712"/>
                <a:gd name="connsiteX51" fmla="*/ 538163 w 2543175"/>
                <a:gd name="connsiteY51" fmla="*/ 407194 h 1890712"/>
                <a:gd name="connsiteX52" fmla="*/ 554832 w 2543175"/>
                <a:gd name="connsiteY52" fmla="*/ 421481 h 1890712"/>
                <a:gd name="connsiteX53" fmla="*/ 564357 w 2543175"/>
                <a:gd name="connsiteY53" fmla="*/ 431006 h 1890712"/>
                <a:gd name="connsiteX54" fmla="*/ 573882 w 2543175"/>
                <a:gd name="connsiteY54" fmla="*/ 438150 h 1890712"/>
                <a:gd name="connsiteX55" fmla="*/ 595313 w 2543175"/>
                <a:gd name="connsiteY55" fmla="*/ 454819 h 1890712"/>
                <a:gd name="connsiteX56" fmla="*/ 602457 w 2543175"/>
                <a:gd name="connsiteY56" fmla="*/ 457200 h 1890712"/>
                <a:gd name="connsiteX57" fmla="*/ 628650 w 2543175"/>
                <a:gd name="connsiteY57" fmla="*/ 469106 h 1890712"/>
                <a:gd name="connsiteX58" fmla="*/ 645319 w 2543175"/>
                <a:gd name="connsiteY58" fmla="*/ 483394 h 1890712"/>
                <a:gd name="connsiteX59" fmla="*/ 654844 w 2543175"/>
                <a:gd name="connsiteY59" fmla="*/ 488156 h 1890712"/>
                <a:gd name="connsiteX60" fmla="*/ 661988 w 2543175"/>
                <a:gd name="connsiteY60" fmla="*/ 497681 h 1890712"/>
                <a:gd name="connsiteX61" fmla="*/ 683419 w 2543175"/>
                <a:gd name="connsiteY61" fmla="*/ 514350 h 1890712"/>
                <a:gd name="connsiteX62" fmla="*/ 700088 w 2543175"/>
                <a:gd name="connsiteY62" fmla="*/ 526256 h 1890712"/>
                <a:gd name="connsiteX63" fmla="*/ 709613 w 2543175"/>
                <a:gd name="connsiteY63" fmla="*/ 535781 h 1890712"/>
                <a:gd name="connsiteX64" fmla="*/ 719138 w 2543175"/>
                <a:gd name="connsiteY64" fmla="*/ 542925 h 1890712"/>
                <a:gd name="connsiteX65" fmla="*/ 733425 w 2543175"/>
                <a:gd name="connsiteY65" fmla="*/ 557212 h 1890712"/>
                <a:gd name="connsiteX66" fmla="*/ 750094 w 2543175"/>
                <a:gd name="connsiteY66" fmla="*/ 569119 h 1890712"/>
                <a:gd name="connsiteX67" fmla="*/ 769144 w 2543175"/>
                <a:gd name="connsiteY67" fmla="*/ 581025 h 1890712"/>
                <a:gd name="connsiteX68" fmla="*/ 785813 w 2543175"/>
                <a:gd name="connsiteY68" fmla="*/ 590550 h 1890712"/>
                <a:gd name="connsiteX69" fmla="*/ 792957 w 2543175"/>
                <a:gd name="connsiteY69" fmla="*/ 600075 h 1890712"/>
                <a:gd name="connsiteX70" fmla="*/ 809625 w 2543175"/>
                <a:gd name="connsiteY70" fmla="*/ 611981 h 1890712"/>
                <a:gd name="connsiteX71" fmla="*/ 816769 w 2543175"/>
                <a:gd name="connsiteY71" fmla="*/ 619125 h 1890712"/>
                <a:gd name="connsiteX72" fmla="*/ 826294 w 2543175"/>
                <a:gd name="connsiteY72" fmla="*/ 626269 h 1890712"/>
                <a:gd name="connsiteX73" fmla="*/ 840582 w 2543175"/>
                <a:gd name="connsiteY73" fmla="*/ 638175 h 1890712"/>
                <a:gd name="connsiteX74" fmla="*/ 847725 w 2543175"/>
                <a:gd name="connsiteY74" fmla="*/ 645319 h 1890712"/>
                <a:gd name="connsiteX75" fmla="*/ 857250 w 2543175"/>
                <a:gd name="connsiteY75" fmla="*/ 652462 h 1890712"/>
                <a:gd name="connsiteX76" fmla="*/ 864394 w 2543175"/>
                <a:gd name="connsiteY76" fmla="*/ 657225 h 1890712"/>
                <a:gd name="connsiteX77" fmla="*/ 888207 w 2543175"/>
                <a:gd name="connsiteY77" fmla="*/ 676275 h 1890712"/>
                <a:gd name="connsiteX78" fmla="*/ 895350 w 2543175"/>
                <a:gd name="connsiteY78" fmla="*/ 681037 h 1890712"/>
                <a:gd name="connsiteX79" fmla="*/ 907257 w 2543175"/>
                <a:gd name="connsiteY79" fmla="*/ 683419 h 1890712"/>
                <a:gd name="connsiteX80" fmla="*/ 928688 w 2543175"/>
                <a:gd name="connsiteY80" fmla="*/ 695325 h 1890712"/>
                <a:gd name="connsiteX81" fmla="*/ 942975 w 2543175"/>
                <a:gd name="connsiteY81" fmla="*/ 700087 h 1890712"/>
                <a:gd name="connsiteX82" fmla="*/ 964407 w 2543175"/>
                <a:gd name="connsiteY82" fmla="*/ 716756 h 1890712"/>
                <a:gd name="connsiteX83" fmla="*/ 971550 w 2543175"/>
                <a:gd name="connsiteY83" fmla="*/ 723900 h 1890712"/>
                <a:gd name="connsiteX84" fmla="*/ 983457 w 2543175"/>
                <a:gd name="connsiteY84" fmla="*/ 733425 h 1890712"/>
                <a:gd name="connsiteX85" fmla="*/ 990600 w 2543175"/>
                <a:gd name="connsiteY85" fmla="*/ 738187 h 1890712"/>
                <a:gd name="connsiteX86" fmla="*/ 1007269 w 2543175"/>
                <a:gd name="connsiteY86" fmla="*/ 752475 h 1890712"/>
                <a:gd name="connsiteX87" fmla="*/ 1031082 w 2543175"/>
                <a:gd name="connsiteY87" fmla="*/ 766762 h 1890712"/>
                <a:gd name="connsiteX88" fmla="*/ 1042988 w 2543175"/>
                <a:gd name="connsiteY88" fmla="*/ 773906 h 1890712"/>
                <a:gd name="connsiteX89" fmla="*/ 1071563 w 2543175"/>
                <a:gd name="connsiteY89" fmla="*/ 785812 h 1890712"/>
                <a:gd name="connsiteX90" fmla="*/ 1097757 w 2543175"/>
                <a:gd name="connsiteY90" fmla="*/ 807244 h 1890712"/>
                <a:gd name="connsiteX91" fmla="*/ 1104900 w 2543175"/>
                <a:gd name="connsiteY91" fmla="*/ 814387 h 1890712"/>
                <a:gd name="connsiteX92" fmla="*/ 1121569 w 2543175"/>
                <a:gd name="connsiteY92" fmla="*/ 823912 h 1890712"/>
                <a:gd name="connsiteX93" fmla="*/ 1138238 w 2543175"/>
                <a:gd name="connsiteY93" fmla="*/ 835819 h 1890712"/>
                <a:gd name="connsiteX94" fmla="*/ 1147763 w 2543175"/>
                <a:gd name="connsiteY94" fmla="*/ 842962 h 1890712"/>
                <a:gd name="connsiteX95" fmla="*/ 1157288 w 2543175"/>
                <a:gd name="connsiteY95" fmla="*/ 847725 h 1890712"/>
                <a:gd name="connsiteX96" fmla="*/ 1178719 w 2543175"/>
                <a:gd name="connsiteY96" fmla="*/ 859631 h 1890712"/>
                <a:gd name="connsiteX97" fmla="*/ 1188244 w 2543175"/>
                <a:gd name="connsiteY97" fmla="*/ 866775 h 1890712"/>
                <a:gd name="connsiteX98" fmla="*/ 1195388 w 2543175"/>
                <a:gd name="connsiteY98" fmla="*/ 871537 h 1890712"/>
                <a:gd name="connsiteX99" fmla="*/ 1212057 w 2543175"/>
                <a:gd name="connsiteY99" fmla="*/ 883444 h 1890712"/>
                <a:gd name="connsiteX100" fmla="*/ 1226344 w 2543175"/>
                <a:gd name="connsiteY100" fmla="*/ 895350 h 1890712"/>
                <a:gd name="connsiteX101" fmla="*/ 1245394 w 2543175"/>
                <a:gd name="connsiteY101" fmla="*/ 907256 h 1890712"/>
                <a:gd name="connsiteX102" fmla="*/ 1254919 w 2543175"/>
                <a:gd name="connsiteY102" fmla="*/ 914400 h 1890712"/>
                <a:gd name="connsiteX103" fmla="*/ 1269207 w 2543175"/>
                <a:gd name="connsiteY103" fmla="*/ 921544 h 1890712"/>
                <a:gd name="connsiteX104" fmla="*/ 1290638 w 2543175"/>
                <a:gd name="connsiteY104" fmla="*/ 935831 h 1890712"/>
                <a:gd name="connsiteX105" fmla="*/ 1307307 w 2543175"/>
                <a:gd name="connsiteY105" fmla="*/ 952500 h 1890712"/>
                <a:gd name="connsiteX106" fmla="*/ 1333500 w 2543175"/>
                <a:gd name="connsiteY106" fmla="*/ 971550 h 1890712"/>
                <a:gd name="connsiteX107" fmla="*/ 1359694 w 2543175"/>
                <a:gd name="connsiteY107" fmla="*/ 990600 h 1890712"/>
                <a:gd name="connsiteX108" fmla="*/ 1373982 w 2543175"/>
                <a:gd name="connsiteY108" fmla="*/ 997744 h 1890712"/>
                <a:gd name="connsiteX109" fmla="*/ 1388269 w 2543175"/>
                <a:gd name="connsiteY109" fmla="*/ 1007269 h 1890712"/>
                <a:gd name="connsiteX110" fmla="*/ 1414463 w 2543175"/>
                <a:gd name="connsiteY110" fmla="*/ 1019175 h 1890712"/>
                <a:gd name="connsiteX111" fmla="*/ 1428750 w 2543175"/>
                <a:gd name="connsiteY111" fmla="*/ 1026319 h 1890712"/>
                <a:gd name="connsiteX112" fmla="*/ 1471613 w 2543175"/>
                <a:gd name="connsiteY112" fmla="*/ 1059656 h 1890712"/>
                <a:gd name="connsiteX113" fmla="*/ 1495425 w 2543175"/>
                <a:gd name="connsiteY113" fmla="*/ 1088231 h 1890712"/>
                <a:gd name="connsiteX114" fmla="*/ 1547812 w 2543175"/>
                <a:gd name="connsiteY114" fmla="*/ 1133475 h 1890712"/>
                <a:gd name="connsiteX115" fmla="*/ 1597819 w 2543175"/>
                <a:gd name="connsiteY115" fmla="*/ 1154906 h 1890712"/>
                <a:gd name="connsiteX116" fmla="*/ 1604963 w 2543175"/>
                <a:gd name="connsiteY116" fmla="*/ 1162050 h 1890712"/>
                <a:gd name="connsiteX117" fmla="*/ 1612107 w 2543175"/>
                <a:gd name="connsiteY117" fmla="*/ 1166812 h 1890712"/>
                <a:gd name="connsiteX118" fmla="*/ 1628775 w 2543175"/>
                <a:gd name="connsiteY118" fmla="*/ 1183481 h 1890712"/>
                <a:gd name="connsiteX119" fmla="*/ 1662113 w 2543175"/>
                <a:gd name="connsiteY119" fmla="*/ 1209675 h 1890712"/>
                <a:gd name="connsiteX120" fmla="*/ 1678782 w 2543175"/>
                <a:gd name="connsiteY120" fmla="*/ 1226344 h 1890712"/>
                <a:gd name="connsiteX121" fmla="*/ 1700213 w 2543175"/>
                <a:gd name="connsiteY121" fmla="*/ 1247775 h 1890712"/>
                <a:gd name="connsiteX122" fmla="*/ 1712119 w 2543175"/>
                <a:gd name="connsiteY122" fmla="*/ 1259681 h 1890712"/>
                <a:gd name="connsiteX123" fmla="*/ 1733550 w 2543175"/>
                <a:gd name="connsiteY123" fmla="*/ 1273969 h 1890712"/>
                <a:gd name="connsiteX124" fmla="*/ 1743075 w 2543175"/>
                <a:gd name="connsiteY124" fmla="*/ 1283494 h 1890712"/>
                <a:gd name="connsiteX125" fmla="*/ 1754982 w 2543175"/>
                <a:gd name="connsiteY125" fmla="*/ 1290637 h 1890712"/>
                <a:gd name="connsiteX126" fmla="*/ 1766888 w 2543175"/>
                <a:gd name="connsiteY126" fmla="*/ 1300162 h 1890712"/>
                <a:gd name="connsiteX127" fmla="*/ 1783557 w 2543175"/>
                <a:gd name="connsiteY127" fmla="*/ 1307306 h 1890712"/>
                <a:gd name="connsiteX128" fmla="*/ 1790700 w 2543175"/>
                <a:gd name="connsiteY128" fmla="*/ 1312069 h 1890712"/>
                <a:gd name="connsiteX129" fmla="*/ 1800225 w 2543175"/>
                <a:gd name="connsiteY129" fmla="*/ 1319212 h 1890712"/>
                <a:gd name="connsiteX130" fmla="*/ 1807369 w 2543175"/>
                <a:gd name="connsiteY130" fmla="*/ 1321594 h 1890712"/>
                <a:gd name="connsiteX131" fmla="*/ 1824038 w 2543175"/>
                <a:gd name="connsiteY131" fmla="*/ 1333500 h 1890712"/>
                <a:gd name="connsiteX132" fmla="*/ 1843088 w 2543175"/>
                <a:gd name="connsiteY132" fmla="*/ 1352550 h 1890712"/>
                <a:gd name="connsiteX133" fmla="*/ 1852613 w 2543175"/>
                <a:gd name="connsiteY133" fmla="*/ 1359694 h 1890712"/>
                <a:gd name="connsiteX134" fmla="*/ 1859757 w 2543175"/>
                <a:gd name="connsiteY134" fmla="*/ 1366837 h 1890712"/>
                <a:gd name="connsiteX135" fmla="*/ 1869282 w 2543175"/>
                <a:gd name="connsiteY135" fmla="*/ 1371600 h 1890712"/>
                <a:gd name="connsiteX136" fmla="*/ 1883569 w 2543175"/>
                <a:gd name="connsiteY136" fmla="*/ 1388269 h 1890712"/>
                <a:gd name="connsiteX137" fmla="*/ 1893094 w 2543175"/>
                <a:gd name="connsiteY137" fmla="*/ 1395412 h 1890712"/>
                <a:gd name="connsiteX138" fmla="*/ 1902619 w 2543175"/>
                <a:gd name="connsiteY138" fmla="*/ 1404937 h 1890712"/>
                <a:gd name="connsiteX139" fmla="*/ 1912144 w 2543175"/>
                <a:gd name="connsiteY139" fmla="*/ 1409700 h 1890712"/>
                <a:gd name="connsiteX140" fmla="*/ 1931194 w 2543175"/>
                <a:gd name="connsiteY140" fmla="*/ 1421606 h 1890712"/>
                <a:gd name="connsiteX141" fmla="*/ 1935957 w 2543175"/>
                <a:gd name="connsiteY141" fmla="*/ 1428750 h 1890712"/>
                <a:gd name="connsiteX142" fmla="*/ 1952625 w 2543175"/>
                <a:gd name="connsiteY142" fmla="*/ 1438275 h 1890712"/>
                <a:gd name="connsiteX143" fmla="*/ 1971675 w 2543175"/>
                <a:gd name="connsiteY143" fmla="*/ 1450181 h 1890712"/>
                <a:gd name="connsiteX144" fmla="*/ 1981200 w 2543175"/>
                <a:gd name="connsiteY144" fmla="*/ 1454944 h 1890712"/>
                <a:gd name="connsiteX145" fmla="*/ 1997869 w 2543175"/>
                <a:gd name="connsiteY145" fmla="*/ 1471612 h 1890712"/>
                <a:gd name="connsiteX146" fmla="*/ 2007394 w 2543175"/>
                <a:gd name="connsiteY146" fmla="*/ 1478756 h 1890712"/>
                <a:gd name="connsiteX147" fmla="*/ 2016919 w 2543175"/>
                <a:gd name="connsiteY147" fmla="*/ 1483519 h 1890712"/>
                <a:gd name="connsiteX148" fmla="*/ 2024063 w 2543175"/>
                <a:gd name="connsiteY148" fmla="*/ 1490662 h 1890712"/>
                <a:gd name="connsiteX149" fmla="*/ 2033588 w 2543175"/>
                <a:gd name="connsiteY149" fmla="*/ 1495425 h 1890712"/>
                <a:gd name="connsiteX150" fmla="*/ 2040732 w 2543175"/>
                <a:gd name="connsiteY150" fmla="*/ 1502569 h 1890712"/>
                <a:gd name="connsiteX151" fmla="*/ 2047875 w 2543175"/>
                <a:gd name="connsiteY151" fmla="*/ 1507331 h 1890712"/>
                <a:gd name="connsiteX152" fmla="*/ 2057400 w 2543175"/>
                <a:gd name="connsiteY152" fmla="*/ 1514475 h 1890712"/>
                <a:gd name="connsiteX153" fmla="*/ 2064544 w 2543175"/>
                <a:gd name="connsiteY153" fmla="*/ 1519237 h 1890712"/>
                <a:gd name="connsiteX154" fmla="*/ 2071688 w 2543175"/>
                <a:gd name="connsiteY154" fmla="*/ 1526381 h 1890712"/>
                <a:gd name="connsiteX155" fmla="*/ 2081213 w 2543175"/>
                <a:gd name="connsiteY155" fmla="*/ 1531144 h 1890712"/>
                <a:gd name="connsiteX156" fmla="*/ 2090738 w 2543175"/>
                <a:gd name="connsiteY156" fmla="*/ 1538287 h 1890712"/>
                <a:gd name="connsiteX157" fmla="*/ 2109788 w 2543175"/>
                <a:gd name="connsiteY157" fmla="*/ 1547812 h 1890712"/>
                <a:gd name="connsiteX158" fmla="*/ 2131219 w 2543175"/>
                <a:gd name="connsiteY158" fmla="*/ 1562100 h 1890712"/>
                <a:gd name="connsiteX159" fmla="*/ 2140744 w 2543175"/>
                <a:gd name="connsiteY159" fmla="*/ 1566862 h 1890712"/>
                <a:gd name="connsiteX160" fmla="*/ 2152650 w 2543175"/>
                <a:gd name="connsiteY160" fmla="*/ 1576387 h 1890712"/>
                <a:gd name="connsiteX161" fmla="*/ 2181225 w 2543175"/>
                <a:gd name="connsiteY161" fmla="*/ 1590675 h 1890712"/>
                <a:gd name="connsiteX162" fmla="*/ 2200275 w 2543175"/>
                <a:gd name="connsiteY162" fmla="*/ 1607344 h 1890712"/>
                <a:gd name="connsiteX163" fmla="*/ 2207419 w 2543175"/>
                <a:gd name="connsiteY163" fmla="*/ 1612106 h 1890712"/>
                <a:gd name="connsiteX164" fmla="*/ 2216944 w 2543175"/>
                <a:gd name="connsiteY164" fmla="*/ 1619250 h 1890712"/>
                <a:gd name="connsiteX165" fmla="*/ 2224088 w 2543175"/>
                <a:gd name="connsiteY165" fmla="*/ 1624012 h 1890712"/>
                <a:gd name="connsiteX166" fmla="*/ 2247900 w 2543175"/>
                <a:gd name="connsiteY166" fmla="*/ 1643062 h 1890712"/>
                <a:gd name="connsiteX167" fmla="*/ 2255044 w 2543175"/>
                <a:gd name="connsiteY167" fmla="*/ 1650206 h 1890712"/>
                <a:gd name="connsiteX168" fmla="*/ 2281238 w 2543175"/>
                <a:gd name="connsiteY168" fmla="*/ 1664494 h 1890712"/>
                <a:gd name="connsiteX169" fmla="*/ 2297907 w 2543175"/>
                <a:gd name="connsiteY169" fmla="*/ 1674019 h 1890712"/>
                <a:gd name="connsiteX170" fmla="*/ 2312194 w 2543175"/>
                <a:gd name="connsiteY170" fmla="*/ 1685925 h 1890712"/>
                <a:gd name="connsiteX171" fmla="*/ 2328863 w 2543175"/>
                <a:gd name="connsiteY171" fmla="*/ 1697831 h 1890712"/>
                <a:gd name="connsiteX172" fmla="*/ 2350294 w 2543175"/>
                <a:gd name="connsiteY172" fmla="*/ 1712119 h 1890712"/>
                <a:gd name="connsiteX173" fmla="*/ 2369344 w 2543175"/>
                <a:gd name="connsiteY173" fmla="*/ 1724025 h 1890712"/>
                <a:gd name="connsiteX174" fmla="*/ 2428876 w 2543175"/>
                <a:gd name="connsiteY174" fmla="*/ 1785938 h 1890712"/>
                <a:gd name="connsiteX175" fmla="*/ 2466975 w 2543175"/>
                <a:gd name="connsiteY175" fmla="*/ 1783556 h 1890712"/>
                <a:gd name="connsiteX176" fmla="*/ 2481263 w 2543175"/>
                <a:gd name="connsiteY176" fmla="*/ 1795462 h 1890712"/>
                <a:gd name="connsiteX177" fmla="*/ 2486025 w 2543175"/>
                <a:gd name="connsiteY177" fmla="*/ 1802606 h 1890712"/>
                <a:gd name="connsiteX178" fmla="*/ 2497932 w 2543175"/>
                <a:gd name="connsiteY178" fmla="*/ 1824037 h 1890712"/>
                <a:gd name="connsiteX179" fmla="*/ 2514600 w 2543175"/>
                <a:gd name="connsiteY179" fmla="*/ 1850231 h 1890712"/>
                <a:gd name="connsiteX180" fmla="*/ 2519363 w 2543175"/>
                <a:gd name="connsiteY180" fmla="*/ 1857375 h 1890712"/>
                <a:gd name="connsiteX181" fmla="*/ 2540794 w 2543175"/>
                <a:gd name="connsiteY181" fmla="*/ 1883569 h 1890712"/>
                <a:gd name="connsiteX182" fmla="*/ 2543175 w 2543175"/>
                <a:gd name="connsiteY182" fmla="*/ 1890712 h 1890712"/>
                <a:gd name="connsiteX0" fmla="*/ 0 w 2543175"/>
                <a:gd name="connsiteY0" fmla="*/ 0 h 1890712"/>
                <a:gd name="connsiteX1" fmla="*/ 11907 w 2543175"/>
                <a:gd name="connsiteY1" fmla="*/ 11906 h 1890712"/>
                <a:gd name="connsiteX2" fmla="*/ 21432 w 2543175"/>
                <a:gd name="connsiteY2" fmla="*/ 16669 h 1890712"/>
                <a:gd name="connsiteX3" fmla="*/ 23813 w 2543175"/>
                <a:gd name="connsiteY3" fmla="*/ 23812 h 1890712"/>
                <a:gd name="connsiteX4" fmla="*/ 33338 w 2543175"/>
                <a:gd name="connsiteY4" fmla="*/ 33337 h 1890712"/>
                <a:gd name="connsiteX5" fmla="*/ 40482 w 2543175"/>
                <a:gd name="connsiteY5" fmla="*/ 42862 h 1890712"/>
                <a:gd name="connsiteX6" fmla="*/ 47625 w 2543175"/>
                <a:gd name="connsiteY6" fmla="*/ 47625 h 1890712"/>
                <a:gd name="connsiteX7" fmla="*/ 57150 w 2543175"/>
                <a:gd name="connsiteY7" fmla="*/ 54769 h 1890712"/>
                <a:gd name="connsiteX8" fmla="*/ 64294 w 2543175"/>
                <a:gd name="connsiteY8" fmla="*/ 59531 h 1890712"/>
                <a:gd name="connsiteX9" fmla="*/ 83344 w 2543175"/>
                <a:gd name="connsiteY9" fmla="*/ 73819 h 1890712"/>
                <a:gd name="connsiteX10" fmla="*/ 97632 w 2543175"/>
                <a:gd name="connsiteY10" fmla="*/ 80962 h 1890712"/>
                <a:gd name="connsiteX11" fmla="*/ 104775 w 2543175"/>
                <a:gd name="connsiteY11" fmla="*/ 85725 h 1890712"/>
                <a:gd name="connsiteX12" fmla="*/ 114300 w 2543175"/>
                <a:gd name="connsiteY12" fmla="*/ 95250 h 1890712"/>
                <a:gd name="connsiteX13" fmla="*/ 123825 w 2543175"/>
                <a:gd name="connsiteY13" fmla="*/ 97631 h 1890712"/>
                <a:gd name="connsiteX14" fmla="*/ 130969 w 2543175"/>
                <a:gd name="connsiteY14" fmla="*/ 104775 h 1890712"/>
                <a:gd name="connsiteX15" fmla="*/ 140494 w 2543175"/>
                <a:gd name="connsiteY15" fmla="*/ 111919 h 1890712"/>
                <a:gd name="connsiteX16" fmla="*/ 147638 w 2543175"/>
                <a:gd name="connsiteY16" fmla="*/ 116681 h 1890712"/>
                <a:gd name="connsiteX17" fmla="*/ 164307 w 2543175"/>
                <a:gd name="connsiteY17" fmla="*/ 128587 h 1890712"/>
                <a:gd name="connsiteX18" fmla="*/ 180975 w 2543175"/>
                <a:gd name="connsiteY18" fmla="*/ 140494 h 1890712"/>
                <a:gd name="connsiteX19" fmla="*/ 197644 w 2543175"/>
                <a:gd name="connsiteY19" fmla="*/ 152400 h 1890712"/>
                <a:gd name="connsiteX20" fmla="*/ 204788 w 2543175"/>
                <a:gd name="connsiteY20" fmla="*/ 157162 h 1890712"/>
                <a:gd name="connsiteX21" fmla="*/ 214313 w 2543175"/>
                <a:gd name="connsiteY21" fmla="*/ 164306 h 1890712"/>
                <a:gd name="connsiteX22" fmla="*/ 230982 w 2543175"/>
                <a:gd name="connsiteY22" fmla="*/ 180975 h 1890712"/>
                <a:gd name="connsiteX23" fmla="*/ 247650 w 2543175"/>
                <a:gd name="connsiteY23" fmla="*/ 185737 h 1890712"/>
                <a:gd name="connsiteX24" fmla="*/ 259557 w 2543175"/>
                <a:gd name="connsiteY24" fmla="*/ 188119 h 1890712"/>
                <a:gd name="connsiteX25" fmla="*/ 266700 w 2543175"/>
                <a:gd name="connsiteY25" fmla="*/ 190500 h 1890712"/>
                <a:gd name="connsiteX26" fmla="*/ 283369 w 2543175"/>
                <a:gd name="connsiteY26" fmla="*/ 192881 h 1890712"/>
                <a:gd name="connsiteX27" fmla="*/ 302419 w 2543175"/>
                <a:gd name="connsiteY27" fmla="*/ 204787 h 1890712"/>
                <a:gd name="connsiteX28" fmla="*/ 309563 w 2543175"/>
                <a:gd name="connsiteY28" fmla="*/ 209550 h 1890712"/>
                <a:gd name="connsiteX29" fmla="*/ 319088 w 2543175"/>
                <a:gd name="connsiteY29" fmla="*/ 219075 h 1890712"/>
                <a:gd name="connsiteX30" fmla="*/ 333375 w 2543175"/>
                <a:gd name="connsiteY30" fmla="*/ 228600 h 1890712"/>
                <a:gd name="connsiteX31" fmla="*/ 340519 w 2543175"/>
                <a:gd name="connsiteY31" fmla="*/ 233362 h 1890712"/>
                <a:gd name="connsiteX32" fmla="*/ 354807 w 2543175"/>
                <a:gd name="connsiteY32" fmla="*/ 247650 h 1890712"/>
                <a:gd name="connsiteX33" fmla="*/ 366713 w 2543175"/>
                <a:gd name="connsiteY33" fmla="*/ 264319 h 1890712"/>
                <a:gd name="connsiteX34" fmla="*/ 371475 w 2543175"/>
                <a:gd name="connsiteY34" fmla="*/ 271462 h 1890712"/>
                <a:gd name="connsiteX35" fmla="*/ 378619 w 2543175"/>
                <a:gd name="connsiteY35" fmla="*/ 276225 h 1890712"/>
                <a:gd name="connsiteX36" fmla="*/ 385763 w 2543175"/>
                <a:gd name="connsiteY36" fmla="*/ 283369 h 1890712"/>
                <a:gd name="connsiteX37" fmla="*/ 395288 w 2543175"/>
                <a:gd name="connsiteY37" fmla="*/ 288131 h 1890712"/>
                <a:gd name="connsiteX38" fmla="*/ 404813 w 2543175"/>
                <a:gd name="connsiteY38" fmla="*/ 295275 h 1890712"/>
                <a:gd name="connsiteX39" fmla="*/ 411957 w 2543175"/>
                <a:gd name="connsiteY39" fmla="*/ 297656 h 1890712"/>
                <a:gd name="connsiteX40" fmla="*/ 421482 w 2543175"/>
                <a:gd name="connsiteY40" fmla="*/ 302419 h 1890712"/>
                <a:gd name="connsiteX41" fmla="*/ 447675 w 2543175"/>
                <a:gd name="connsiteY41" fmla="*/ 307181 h 1890712"/>
                <a:gd name="connsiteX42" fmla="*/ 461963 w 2543175"/>
                <a:gd name="connsiteY42" fmla="*/ 321469 h 1890712"/>
                <a:gd name="connsiteX43" fmla="*/ 466725 w 2543175"/>
                <a:gd name="connsiteY43" fmla="*/ 328612 h 1890712"/>
                <a:gd name="connsiteX44" fmla="*/ 476250 w 2543175"/>
                <a:gd name="connsiteY44" fmla="*/ 335756 h 1890712"/>
                <a:gd name="connsiteX45" fmla="*/ 481013 w 2543175"/>
                <a:gd name="connsiteY45" fmla="*/ 342900 h 1890712"/>
                <a:gd name="connsiteX46" fmla="*/ 490538 w 2543175"/>
                <a:gd name="connsiteY46" fmla="*/ 352425 h 1890712"/>
                <a:gd name="connsiteX47" fmla="*/ 495300 w 2543175"/>
                <a:gd name="connsiteY47" fmla="*/ 359569 h 1890712"/>
                <a:gd name="connsiteX48" fmla="*/ 509588 w 2543175"/>
                <a:gd name="connsiteY48" fmla="*/ 376237 h 1890712"/>
                <a:gd name="connsiteX49" fmla="*/ 514350 w 2543175"/>
                <a:gd name="connsiteY49" fmla="*/ 383381 h 1890712"/>
                <a:gd name="connsiteX50" fmla="*/ 531019 w 2543175"/>
                <a:gd name="connsiteY50" fmla="*/ 397669 h 1890712"/>
                <a:gd name="connsiteX51" fmla="*/ 538163 w 2543175"/>
                <a:gd name="connsiteY51" fmla="*/ 407194 h 1890712"/>
                <a:gd name="connsiteX52" fmla="*/ 554832 w 2543175"/>
                <a:gd name="connsiteY52" fmla="*/ 421481 h 1890712"/>
                <a:gd name="connsiteX53" fmla="*/ 564357 w 2543175"/>
                <a:gd name="connsiteY53" fmla="*/ 431006 h 1890712"/>
                <a:gd name="connsiteX54" fmla="*/ 573882 w 2543175"/>
                <a:gd name="connsiteY54" fmla="*/ 438150 h 1890712"/>
                <a:gd name="connsiteX55" fmla="*/ 595313 w 2543175"/>
                <a:gd name="connsiteY55" fmla="*/ 454819 h 1890712"/>
                <a:gd name="connsiteX56" fmla="*/ 602457 w 2543175"/>
                <a:gd name="connsiteY56" fmla="*/ 457200 h 1890712"/>
                <a:gd name="connsiteX57" fmla="*/ 628650 w 2543175"/>
                <a:gd name="connsiteY57" fmla="*/ 469106 h 1890712"/>
                <a:gd name="connsiteX58" fmla="*/ 645319 w 2543175"/>
                <a:gd name="connsiteY58" fmla="*/ 483394 h 1890712"/>
                <a:gd name="connsiteX59" fmla="*/ 654844 w 2543175"/>
                <a:gd name="connsiteY59" fmla="*/ 488156 h 1890712"/>
                <a:gd name="connsiteX60" fmla="*/ 661988 w 2543175"/>
                <a:gd name="connsiteY60" fmla="*/ 497681 h 1890712"/>
                <a:gd name="connsiteX61" fmla="*/ 683419 w 2543175"/>
                <a:gd name="connsiteY61" fmla="*/ 514350 h 1890712"/>
                <a:gd name="connsiteX62" fmla="*/ 700088 w 2543175"/>
                <a:gd name="connsiteY62" fmla="*/ 526256 h 1890712"/>
                <a:gd name="connsiteX63" fmla="*/ 709613 w 2543175"/>
                <a:gd name="connsiteY63" fmla="*/ 535781 h 1890712"/>
                <a:gd name="connsiteX64" fmla="*/ 719138 w 2543175"/>
                <a:gd name="connsiteY64" fmla="*/ 542925 h 1890712"/>
                <a:gd name="connsiteX65" fmla="*/ 733425 w 2543175"/>
                <a:gd name="connsiteY65" fmla="*/ 557212 h 1890712"/>
                <a:gd name="connsiteX66" fmla="*/ 750094 w 2543175"/>
                <a:gd name="connsiteY66" fmla="*/ 569119 h 1890712"/>
                <a:gd name="connsiteX67" fmla="*/ 769144 w 2543175"/>
                <a:gd name="connsiteY67" fmla="*/ 581025 h 1890712"/>
                <a:gd name="connsiteX68" fmla="*/ 785813 w 2543175"/>
                <a:gd name="connsiteY68" fmla="*/ 590550 h 1890712"/>
                <a:gd name="connsiteX69" fmla="*/ 792957 w 2543175"/>
                <a:gd name="connsiteY69" fmla="*/ 600075 h 1890712"/>
                <a:gd name="connsiteX70" fmla="*/ 809625 w 2543175"/>
                <a:gd name="connsiteY70" fmla="*/ 611981 h 1890712"/>
                <a:gd name="connsiteX71" fmla="*/ 816769 w 2543175"/>
                <a:gd name="connsiteY71" fmla="*/ 619125 h 1890712"/>
                <a:gd name="connsiteX72" fmla="*/ 826294 w 2543175"/>
                <a:gd name="connsiteY72" fmla="*/ 626269 h 1890712"/>
                <a:gd name="connsiteX73" fmla="*/ 840582 w 2543175"/>
                <a:gd name="connsiteY73" fmla="*/ 638175 h 1890712"/>
                <a:gd name="connsiteX74" fmla="*/ 847725 w 2543175"/>
                <a:gd name="connsiteY74" fmla="*/ 645319 h 1890712"/>
                <a:gd name="connsiteX75" fmla="*/ 857250 w 2543175"/>
                <a:gd name="connsiteY75" fmla="*/ 652462 h 1890712"/>
                <a:gd name="connsiteX76" fmla="*/ 864394 w 2543175"/>
                <a:gd name="connsiteY76" fmla="*/ 657225 h 1890712"/>
                <a:gd name="connsiteX77" fmla="*/ 888207 w 2543175"/>
                <a:gd name="connsiteY77" fmla="*/ 676275 h 1890712"/>
                <a:gd name="connsiteX78" fmla="*/ 895350 w 2543175"/>
                <a:gd name="connsiteY78" fmla="*/ 681037 h 1890712"/>
                <a:gd name="connsiteX79" fmla="*/ 907257 w 2543175"/>
                <a:gd name="connsiteY79" fmla="*/ 683419 h 1890712"/>
                <a:gd name="connsiteX80" fmla="*/ 928688 w 2543175"/>
                <a:gd name="connsiteY80" fmla="*/ 695325 h 1890712"/>
                <a:gd name="connsiteX81" fmla="*/ 942975 w 2543175"/>
                <a:gd name="connsiteY81" fmla="*/ 700087 h 1890712"/>
                <a:gd name="connsiteX82" fmla="*/ 964407 w 2543175"/>
                <a:gd name="connsiteY82" fmla="*/ 716756 h 1890712"/>
                <a:gd name="connsiteX83" fmla="*/ 971550 w 2543175"/>
                <a:gd name="connsiteY83" fmla="*/ 723900 h 1890712"/>
                <a:gd name="connsiteX84" fmla="*/ 983457 w 2543175"/>
                <a:gd name="connsiteY84" fmla="*/ 733425 h 1890712"/>
                <a:gd name="connsiteX85" fmla="*/ 990600 w 2543175"/>
                <a:gd name="connsiteY85" fmla="*/ 738187 h 1890712"/>
                <a:gd name="connsiteX86" fmla="*/ 1007269 w 2543175"/>
                <a:gd name="connsiteY86" fmla="*/ 752475 h 1890712"/>
                <a:gd name="connsiteX87" fmla="*/ 1031082 w 2543175"/>
                <a:gd name="connsiteY87" fmla="*/ 766762 h 1890712"/>
                <a:gd name="connsiteX88" fmla="*/ 1042988 w 2543175"/>
                <a:gd name="connsiteY88" fmla="*/ 773906 h 1890712"/>
                <a:gd name="connsiteX89" fmla="*/ 1071563 w 2543175"/>
                <a:gd name="connsiteY89" fmla="*/ 785812 h 1890712"/>
                <a:gd name="connsiteX90" fmla="*/ 1097757 w 2543175"/>
                <a:gd name="connsiteY90" fmla="*/ 807244 h 1890712"/>
                <a:gd name="connsiteX91" fmla="*/ 1104900 w 2543175"/>
                <a:gd name="connsiteY91" fmla="*/ 814387 h 1890712"/>
                <a:gd name="connsiteX92" fmla="*/ 1121569 w 2543175"/>
                <a:gd name="connsiteY92" fmla="*/ 823912 h 1890712"/>
                <a:gd name="connsiteX93" fmla="*/ 1138238 w 2543175"/>
                <a:gd name="connsiteY93" fmla="*/ 835819 h 1890712"/>
                <a:gd name="connsiteX94" fmla="*/ 1147763 w 2543175"/>
                <a:gd name="connsiteY94" fmla="*/ 842962 h 1890712"/>
                <a:gd name="connsiteX95" fmla="*/ 1157288 w 2543175"/>
                <a:gd name="connsiteY95" fmla="*/ 847725 h 1890712"/>
                <a:gd name="connsiteX96" fmla="*/ 1178719 w 2543175"/>
                <a:gd name="connsiteY96" fmla="*/ 859631 h 1890712"/>
                <a:gd name="connsiteX97" fmla="*/ 1188244 w 2543175"/>
                <a:gd name="connsiteY97" fmla="*/ 866775 h 1890712"/>
                <a:gd name="connsiteX98" fmla="*/ 1195388 w 2543175"/>
                <a:gd name="connsiteY98" fmla="*/ 871537 h 1890712"/>
                <a:gd name="connsiteX99" fmla="*/ 1212057 w 2543175"/>
                <a:gd name="connsiteY99" fmla="*/ 883444 h 1890712"/>
                <a:gd name="connsiteX100" fmla="*/ 1226344 w 2543175"/>
                <a:gd name="connsiteY100" fmla="*/ 895350 h 1890712"/>
                <a:gd name="connsiteX101" fmla="*/ 1245394 w 2543175"/>
                <a:gd name="connsiteY101" fmla="*/ 907256 h 1890712"/>
                <a:gd name="connsiteX102" fmla="*/ 1254919 w 2543175"/>
                <a:gd name="connsiteY102" fmla="*/ 914400 h 1890712"/>
                <a:gd name="connsiteX103" fmla="*/ 1269207 w 2543175"/>
                <a:gd name="connsiteY103" fmla="*/ 921544 h 1890712"/>
                <a:gd name="connsiteX104" fmla="*/ 1290638 w 2543175"/>
                <a:gd name="connsiteY104" fmla="*/ 935831 h 1890712"/>
                <a:gd name="connsiteX105" fmla="*/ 1307307 w 2543175"/>
                <a:gd name="connsiteY105" fmla="*/ 952500 h 1890712"/>
                <a:gd name="connsiteX106" fmla="*/ 1333500 w 2543175"/>
                <a:gd name="connsiteY106" fmla="*/ 971550 h 1890712"/>
                <a:gd name="connsiteX107" fmla="*/ 1359694 w 2543175"/>
                <a:gd name="connsiteY107" fmla="*/ 990600 h 1890712"/>
                <a:gd name="connsiteX108" fmla="*/ 1373982 w 2543175"/>
                <a:gd name="connsiteY108" fmla="*/ 997744 h 1890712"/>
                <a:gd name="connsiteX109" fmla="*/ 1388269 w 2543175"/>
                <a:gd name="connsiteY109" fmla="*/ 1007269 h 1890712"/>
                <a:gd name="connsiteX110" fmla="*/ 1414463 w 2543175"/>
                <a:gd name="connsiteY110" fmla="*/ 1019175 h 1890712"/>
                <a:gd name="connsiteX111" fmla="*/ 1428750 w 2543175"/>
                <a:gd name="connsiteY111" fmla="*/ 1026319 h 1890712"/>
                <a:gd name="connsiteX112" fmla="*/ 1471613 w 2543175"/>
                <a:gd name="connsiteY112" fmla="*/ 1059656 h 1890712"/>
                <a:gd name="connsiteX113" fmla="*/ 1495425 w 2543175"/>
                <a:gd name="connsiteY113" fmla="*/ 1088231 h 1890712"/>
                <a:gd name="connsiteX114" fmla="*/ 1547812 w 2543175"/>
                <a:gd name="connsiteY114" fmla="*/ 1133475 h 1890712"/>
                <a:gd name="connsiteX115" fmla="*/ 1597819 w 2543175"/>
                <a:gd name="connsiteY115" fmla="*/ 1154906 h 1890712"/>
                <a:gd name="connsiteX116" fmla="*/ 1604963 w 2543175"/>
                <a:gd name="connsiteY116" fmla="*/ 1162050 h 1890712"/>
                <a:gd name="connsiteX117" fmla="*/ 1612107 w 2543175"/>
                <a:gd name="connsiteY117" fmla="*/ 1166812 h 1890712"/>
                <a:gd name="connsiteX118" fmla="*/ 1628775 w 2543175"/>
                <a:gd name="connsiteY118" fmla="*/ 1183481 h 1890712"/>
                <a:gd name="connsiteX119" fmla="*/ 1662113 w 2543175"/>
                <a:gd name="connsiteY119" fmla="*/ 1209675 h 1890712"/>
                <a:gd name="connsiteX120" fmla="*/ 1678782 w 2543175"/>
                <a:gd name="connsiteY120" fmla="*/ 1226344 h 1890712"/>
                <a:gd name="connsiteX121" fmla="*/ 1700213 w 2543175"/>
                <a:gd name="connsiteY121" fmla="*/ 1247775 h 1890712"/>
                <a:gd name="connsiteX122" fmla="*/ 1712119 w 2543175"/>
                <a:gd name="connsiteY122" fmla="*/ 1259681 h 1890712"/>
                <a:gd name="connsiteX123" fmla="*/ 1733550 w 2543175"/>
                <a:gd name="connsiteY123" fmla="*/ 1273969 h 1890712"/>
                <a:gd name="connsiteX124" fmla="*/ 1743075 w 2543175"/>
                <a:gd name="connsiteY124" fmla="*/ 1283494 h 1890712"/>
                <a:gd name="connsiteX125" fmla="*/ 1754982 w 2543175"/>
                <a:gd name="connsiteY125" fmla="*/ 1290637 h 1890712"/>
                <a:gd name="connsiteX126" fmla="*/ 1766888 w 2543175"/>
                <a:gd name="connsiteY126" fmla="*/ 1300162 h 1890712"/>
                <a:gd name="connsiteX127" fmla="*/ 1783557 w 2543175"/>
                <a:gd name="connsiteY127" fmla="*/ 1307306 h 1890712"/>
                <a:gd name="connsiteX128" fmla="*/ 1790700 w 2543175"/>
                <a:gd name="connsiteY128" fmla="*/ 1312069 h 1890712"/>
                <a:gd name="connsiteX129" fmla="*/ 1800225 w 2543175"/>
                <a:gd name="connsiteY129" fmla="*/ 1319212 h 1890712"/>
                <a:gd name="connsiteX130" fmla="*/ 1807369 w 2543175"/>
                <a:gd name="connsiteY130" fmla="*/ 1321594 h 1890712"/>
                <a:gd name="connsiteX131" fmla="*/ 1824038 w 2543175"/>
                <a:gd name="connsiteY131" fmla="*/ 1333500 h 1890712"/>
                <a:gd name="connsiteX132" fmla="*/ 1843088 w 2543175"/>
                <a:gd name="connsiteY132" fmla="*/ 1352550 h 1890712"/>
                <a:gd name="connsiteX133" fmla="*/ 1852613 w 2543175"/>
                <a:gd name="connsiteY133" fmla="*/ 1359694 h 1890712"/>
                <a:gd name="connsiteX134" fmla="*/ 1859757 w 2543175"/>
                <a:gd name="connsiteY134" fmla="*/ 1366837 h 1890712"/>
                <a:gd name="connsiteX135" fmla="*/ 1869282 w 2543175"/>
                <a:gd name="connsiteY135" fmla="*/ 1371600 h 1890712"/>
                <a:gd name="connsiteX136" fmla="*/ 1883569 w 2543175"/>
                <a:gd name="connsiteY136" fmla="*/ 1388269 h 1890712"/>
                <a:gd name="connsiteX137" fmla="*/ 1893094 w 2543175"/>
                <a:gd name="connsiteY137" fmla="*/ 1395412 h 1890712"/>
                <a:gd name="connsiteX138" fmla="*/ 1902619 w 2543175"/>
                <a:gd name="connsiteY138" fmla="*/ 1404937 h 1890712"/>
                <a:gd name="connsiteX139" fmla="*/ 1912144 w 2543175"/>
                <a:gd name="connsiteY139" fmla="*/ 1409700 h 1890712"/>
                <a:gd name="connsiteX140" fmla="*/ 1931194 w 2543175"/>
                <a:gd name="connsiteY140" fmla="*/ 1421606 h 1890712"/>
                <a:gd name="connsiteX141" fmla="*/ 1935957 w 2543175"/>
                <a:gd name="connsiteY141" fmla="*/ 1428750 h 1890712"/>
                <a:gd name="connsiteX142" fmla="*/ 1952625 w 2543175"/>
                <a:gd name="connsiteY142" fmla="*/ 1438275 h 1890712"/>
                <a:gd name="connsiteX143" fmla="*/ 1971675 w 2543175"/>
                <a:gd name="connsiteY143" fmla="*/ 1450181 h 1890712"/>
                <a:gd name="connsiteX144" fmla="*/ 1981200 w 2543175"/>
                <a:gd name="connsiteY144" fmla="*/ 1454944 h 1890712"/>
                <a:gd name="connsiteX145" fmla="*/ 1997869 w 2543175"/>
                <a:gd name="connsiteY145" fmla="*/ 1471612 h 1890712"/>
                <a:gd name="connsiteX146" fmla="*/ 2007394 w 2543175"/>
                <a:gd name="connsiteY146" fmla="*/ 1478756 h 1890712"/>
                <a:gd name="connsiteX147" fmla="*/ 2016919 w 2543175"/>
                <a:gd name="connsiteY147" fmla="*/ 1483519 h 1890712"/>
                <a:gd name="connsiteX148" fmla="*/ 2024063 w 2543175"/>
                <a:gd name="connsiteY148" fmla="*/ 1490662 h 1890712"/>
                <a:gd name="connsiteX149" fmla="*/ 2033588 w 2543175"/>
                <a:gd name="connsiteY149" fmla="*/ 1495425 h 1890712"/>
                <a:gd name="connsiteX150" fmla="*/ 2040732 w 2543175"/>
                <a:gd name="connsiteY150" fmla="*/ 1502569 h 1890712"/>
                <a:gd name="connsiteX151" fmla="*/ 2047875 w 2543175"/>
                <a:gd name="connsiteY151" fmla="*/ 1507331 h 1890712"/>
                <a:gd name="connsiteX152" fmla="*/ 2057400 w 2543175"/>
                <a:gd name="connsiteY152" fmla="*/ 1514475 h 1890712"/>
                <a:gd name="connsiteX153" fmla="*/ 2064544 w 2543175"/>
                <a:gd name="connsiteY153" fmla="*/ 1519237 h 1890712"/>
                <a:gd name="connsiteX154" fmla="*/ 2071688 w 2543175"/>
                <a:gd name="connsiteY154" fmla="*/ 1526381 h 1890712"/>
                <a:gd name="connsiteX155" fmla="*/ 2081213 w 2543175"/>
                <a:gd name="connsiteY155" fmla="*/ 1531144 h 1890712"/>
                <a:gd name="connsiteX156" fmla="*/ 2090738 w 2543175"/>
                <a:gd name="connsiteY156" fmla="*/ 1538287 h 1890712"/>
                <a:gd name="connsiteX157" fmla="*/ 2109788 w 2543175"/>
                <a:gd name="connsiteY157" fmla="*/ 1547812 h 1890712"/>
                <a:gd name="connsiteX158" fmla="*/ 2131219 w 2543175"/>
                <a:gd name="connsiteY158" fmla="*/ 1562100 h 1890712"/>
                <a:gd name="connsiteX159" fmla="*/ 2140744 w 2543175"/>
                <a:gd name="connsiteY159" fmla="*/ 1566862 h 1890712"/>
                <a:gd name="connsiteX160" fmla="*/ 2152650 w 2543175"/>
                <a:gd name="connsiteY160" fmla="*/ 1576387 h 1890712"/>
                <a:gd name="connsiteX161" fmla="*/ 2181225 w 2543175"/>
                <a:gd name="connsiteY161" fmla="*/ 1590675 h 1890712"/>
                <a:gd name="connsiteX162" fmla="*/ 2200275 w 2543175"/>
                <a:gd name="connsiteY162" fmla="*/ 1607344 h 1890712"/>
                <a:gd name="connsiteX163" fmla="*/ 2207419 w 2543175"/>
                <a:gd name="connsiteY163" fmla="*/ 1612106 h 1890712"/>
                <a:gd name="connsiteX164" fmla="*/ 2216944 w 2543175"/>
                <a:gd name="connsiteY164" fmla="*/ 1619250 h 1890712"/>
                <a:gd name="connsiteX165" fmla="*/ 2224088 w 2543175"/>
                <a:gd name="connsiteY165" fmla="*/ 1624012 h 1890712"/>
                <a:gd name="connsiteX166" fmla="*/ 2247900 w 2543175"/>
                <a:gd name="connsiteY166" fmla="*/ 1643062 h 1890712"/>
                <a:gd name="connsiteX167" fmla="*/ 2255044 w 2543175"/>
                <a:gd name="connsiteY167" fmla="*/ 1650206 h 1890712"/>
                <a:gd name="connsiteX168" fmla="*/ 2281238 w 2543175"/>
                <a:gd name="connsiteY168" fmla="*/ 1664494 h 1890712"/>
                <a:gd name="connsiteX169" fmla="*/ 2297907 w 2543175"/>
                <a:gd name="connsiteY169" fmla="*/ 1674019 h 1890712"/>
                <a:gd name="connsiteX170" fmla="*/ 2312194 w 2543175"/>
                <a:gd name="connsiteY170" fmla="*/ 1685925 h 1890712"/>
                <a:gd name="connsiteX171" fmla="*/ 2328863 w 2543175"/>
                <a:gd name="connsiteY171" fmla="*/ 1697831 h 1890712"/>
                <a:gd name="connsiteX172" fmla="*/ 2350294 w 2543175"/>
                <a:gd name="connsiteY172" fmla="*/ 1712119 h 1890712"/>
                <a:gd name="connsiteX173" fmla="*/ 2369344 w 2543175"/>
                <a:gd name="connsiteY173" fmla="*/ 1724025 h 1890712"/>
                <a:gd name="connsiteX174" fmla="*/ 2428876 w 2543175"/>
                <a:gd name="connsiteY174" fmla="*/ 1785938 h 1890712"/>
                <a:gd name="connsiteX175" fmla="*/ 2466975 w 2543175"/>
                <a:gd name="connsiteY175" fmla="*/ 1783556 h 1890712"/>
                <a:gd name="connsiteX176" fmla="*/ 2481263 w 2543175"/>
                <a:gd name="connsiteY176" fmla="*/ 1795462 h 1890712"/>
                <a:gd name="connsiteX177" fmla="*/ 2486025 w 2543175"/>
                <a:gd name="connsiteY177" fmla="*/ 1802606 h 1890712"/>
                <a:gd name="connsiteX178" fmla="*/ 2514600 w 2543175"/>
                <a:gd name="connsiteY178" fmla="*/ 1850231 h 1890712"/>
                <a:gd name="connsiteX179" fmla="*/ 2519363 w 2543175"/>
                <a:gd name="connsiteY179" fmla="*/ 1857375 h 1890712"/>
                <a:gd name="connsiteX180" fmla="*/ 2540794 w 2543175"/>
                <a:gd name="connsiteY180" fmla="*/ 1883569 h 1890712"/>
                <a:gd name="connsiteX181" fmla="*/ 2543175 w 2543175"/>
                <a:gd name="connsiteY181" fmla="*/ 1890712 h 1890712"/>
                <a:gd name="connsiteX0" fmla="*/ 0 w 2543175"/>
                <a:gd name="connsiteY0" fmla="*/ 0 h 1890712"/>
                <a:gd name="connsiteX1" fmla="*/ 11907 w 2543175"/>
                <a:gd name="connsiteY1" fmla="*/ 11906 h 1890712"/>
                <a:gd name="connsiteX2" fmla="*/ 21432 w 2543175"/>
                <a:gd name="connsiteY2" fmla="*/ 16669 h 1890712"/>
                <a:gd name="connsiteX3" fmla="*/ 23813 w 2543175"/>
                <a:gd name="connsiteY3" fmla="*/ 23812 h 1890712"/>
                <a:gd name="connsiteX4" fmla="*/ 33338 w 2543175"/>
                <a:gd name="connsiteY4" fmla="*/ 33337 h 1890712"/>
                <a:gd name="connsiteX5" fmla="*/ 40482 w 2543175"/>
                <a:gd name="connsiteY5" fmla="*/ 42862 h 1890712"/>
                <a:gd name="connsiteX6" fmla="*/ 47625 w 2543175"/>
                <a:gd name="connsiteY6" fmla="*/ 47625 h 1890712"/>
                <a:gd name="connsiteX7" fmla="*/ 57150 w 2543175"/>
                <a:gd name="connsiteY7" fmla="*/ 54769 h 1890712"/>
                <a:gd name="connsiteX8" fmla="*/ 64294 w 2543175"/>
                <a:gd name="connsiteY8" fmla="*/ 59531 h 1890712"/>
                <a:gd name="connsiteX9" fmla="*/ 83344 w 2543175"/>
                <a:gd name="connsiteY9" fmla="*/ 73819 h 1890712"/>
                <a:gd name="connsiteX10" fmla="*/ 97632 w 2543175"/>
                <a:gd name="connsiteY10" fmla="*/ 80962 h 1890712"/>
                <a:gd name="connsiteX11" fmla="*/ 104775 w 2543175"/>
                <a:gd name="connsiteY11" fmla="*/ 85725 h 1890712"/>
                <a:gd name="connsiteX12" fmla="*/ 114300 w 2543175"/>
                <a:gd name="connsiteY12" fmla="*/ 95250 h 1890712"/>
                <a:gd name="connsiteX13" fmla="*/ 123825 w 2543175"/>
                <a:gd name="connsiteY13" fmla="*/ 97631 h 1890712"/>
                <a:gd name="connsiteX14" fmla="*/ 130969 w 2543175"/>
                <a:gd name="connsiteY14" fmla="*/ 104775 h 1890712"/>
                <a:gd name="connsiteX15" fmla="*/ 140494 w 2543175"/>
                <a:gd name="connsiteY15" fmla="*/ 111919 h 1890712"/>
                <a:gd name="connsiteX16" fmla="*/ 147638 w 2543175"/>
                <a:gd name="connsiteY16" fmla="*/ 116681 h 1890712"/>
                <a:gd name="connsiteX17" fmla="*/ 164307 w 2543175"/>
                <a:gd name="connsiteY17" fmla="*/ 128587 h 1890712"/>
                <a:gd name="connsiteX18" fmla="*/ 180975 w 2543175"/>
                <a:gd name="connsiteY18" fmla="*/ 140494 h 1890712"/>
                <a:gd name="connsiteX19" fmla="*/ 197644 w 2543175"/>
                <a:gd name="connsiteY19" fmla="*/ 152400 h 1890712"/>
                <a:gd name="connsiteX20" fmla="*/ 204788 w 2543175"/>
                <a:gd name="connsiteY20" fmla="*/ 157162 h 1890712"/>
                <a:gd name="connsiteX21" fmla="*/ 214313 w 2543175"/>
                <a:gd name="connsiteY21" fmla="*/ 164306 h 1890712"/>
                <a:gd name="connsiteX22" fmla="*/ 230982 w 2543175"/>
                <a:gd name="connsiteY22" fmla="*/ 180975 h 1890712"/>
                <a:gd name="connsiteX23" fmla="*/ 247650 w 2543175"/>
                <a:gd name="connsiteY23" fmla="*/ 185737 h 1890712"/>
                <a:gd name="connsiteX24" fmla="*/ 259557 w 2543175"/>
                <a:gd name="connsiteY24" fmla="*/ 188119 h 1890712"/>
                <a:gd name="connsiteX25" fmla="*/ 266700 w 2543175"/>
                <a:gd name="connsiteY25" fmla="*/ 190500 h 1890712"/>
                <a:gd name="connsiteX26" fmla="*/ 302419 w 2543175"/>
                <a:gd name="connsiteY26" fmla="*/ 204787 h 1890712"/>
                <a:gd name="connsiteX27" fmla="*/ 309563 w 2543175"/>
                <a:gd name="connsiteY27" fmla="*/ 209550 h 1890712"/>
                <a:gd name="connsiteX28" fmla="*/ 319088 w 2543175"/>
                <a:gd name="connsiteY28" fmla="*/ 219075 h 1890712"/>
                <a:gd name="connsiteX29" fmla="*/ 333375 w 2543175"/>
                <a:gd name="connsiteY29" fmla="*/ 228600 h 1890712"/>
                <a:gd name="connsiteX30" fmla="*/ 340519 w 2543175"/>
                <a:gd name="connsiteY30" fmla="*/ 233362 h 1890712"/>
                <a:gd name="connsiteX31" fmla="*/ 354807 w 2543175"/>
                <a:gd name="connsiteY31" fmla="*/ 247650 h 1890712"/>
                <a:gd name="connsiteX32" fmla="*/ 366713 w 2543175"/>
                <a:gd name="connsiteY32" fmla="*/ 264319 h 1890712"/>
                <a:gd name="connsiteX33" fmla="*/ 371475 w 2543175"/>
                <a:gd name="connsiteY33" fmla="*/ 271462 h 1890712"/>
                <a:gd name="connsiteX34" fmla="*/ 378619 w 2543175"/>
                <a:gd name="connsiteY34" fmla="*/ 276225 h 1890712"/>
                <a:gd name="connsiteX35" fmla="*/ 385763 w 2543175"/>
                <a:gd name="connsiteY35" fmla="*/ 283369 h 1890712"/>
                <a:gd name="connsiteX36" fmla="*/ 395288 w 2543175"/>
                <a:gd name="connsiteY36" fmla="*/ 288131 h 1890712"/>
                <a:gd name="connsiteX37" fmla="*/ 404813 w 2543175"/>
                <a:gd name="connsiteY37" fmla="*/ 295275 h 1890712"/>
                <a:gd name="connsiteX38" fmla="*/ 411957 w 2543175"/>
                <a:gd name="connsiteY38" fmla="*/ 297656 h 1890712"/>
                <a:gd name="connsiteX39" fmla="*/ 421482 w 2543175"/>
                <a:gd name="connsiteY39" fmla="*/ 302419 h 1890712"/>
                <a:gd name="connsiteX40" fmla="*/ 447675 w 2543175"/>
                <a:gd name="connsiteY40" fmla="*/ 307181 h 1890712"/>
                <a:gd name="connsiteX41" fmla="*/ 461963 w 2543175"/>
                <a:gd name="connsiteY41" fmla="*/ 321469 h 1890712"/>
                <a:gd name="connsiteX42" fmla="*/ 466725 w 2543175"/>
                <a:gd name="connsiteY42" fmla="*/ 328612 h 1890712"/>
                <a:gd name="connsiteX43" fmla="*/ 476250 w 2543175"/>
                <a:gd name="connsiteY43" fmla="*/ 335756 h 1890712"/>
                <a:gd name="connsiteX44" fmla="*/ 481013 w 2543175"/>
                <a:gd name="connsiteY44" fmla="*/ 342900 h 1890712"/>
                <a:gd name="connsiteX45" fmla="*/ 490538 w 2543175"/>
                <a:gd name="connsiteY45" fmla="*/ 352425 h 1890712"/>
                <a:gd name="connsiteX46" fmla="*/ 495300 w 2543175"/>
                <a:gd name="connsiteY46" fmla="*/ 359569 h 1890712"/>
                <a:gd name="connsiteX47" fmla="*/ 509588 w 2543175"/>
                <a:gd name="connsiteY47" fmla="*/ 376237 h 1890712"/>
                <a:gd name="connsiteX48" fmla="*/ 514350 w 2543175"/>
                <a:gd name="connsiteY48" fmla="*/ 383381 h 1890712"/>
                <a:gd name="connsiteX49" fmla="*/ 531019 w 2543175"/>
                <a:gd name="connsiteY49" fmla="*/ 397669 h 1890712"/>
                <a:gd name="connsiteX50" fmla="*/ 538163 w 2543175"/>
                <a:gd name="connsiteY50" fmla="*/ 407194 h 1890712"/>
                <a:gd name="connsiteX51" fmla="*/ 554832 w 2543175"/>
                <a:gd name="connsiteY51" fmla="*/ 421481 h 1890712"/>
                <a:gd name="connsiteX52" fmla="*/ 564357 w 2543175"/>
                <a:gd name="connsiteY52" fmla="*/ 431006 h 1890712"/>
                <a:gd name="connsiteX53" fmla="*/ 573882 w 2543175"/>
                <a:gd name="connsiteY53" fmla="*/ 438150 h 1890712"/>
                <a:gd name="connsiteX54" fmla="*/ 595313 w 2543175"/>
                <a:gd name="connsiteY54" fmla="*/ 454819 h 1890712"/>
                <a:gd name="connsiteX55" fmla="*/ 602457 w 2543175"/>
                <a:gd name="connsiteY55" fmla="*/ 457200 h 1890712"/>
                <a:gd name="connsiteX56" fmla="*/ 628650 w 2543175"/>
                <a:gd name="connsiteY56" fmla="*/ 469106 h 1890712"/>
                <a:gd name="connsiteX57" fmla="*/ 645319 w 2543175"/>
                <a:gd name="connsiteY57" fmla="*/ 483394 h 1890712"/>
                <a:gd name="connsiteX58" fmla="*/ 654844 w 2543175"/>
                <a:gd name="connsiteY58" fmla="*/ 488156 h 1890712"/>
                <a:gd name="connsiteX59" fmla="*/ 661988 w 2543175"/>
                <a:gd name="connsiteY59" fmla="*/ 497681 h 1890712"/>
                <a:gd name="connsiteX60" fmla="*/ 683419 w 2543175"/>
                <a:gd name="connsiteY60" fmla="*/ 514350 h 1890712"/>
                <a:gd name="connsiteX61" fmla="*/ 700088 w 2543175"/>
                <a:gd name="connsiteY61" fmla="*/ 526256 h 1890712"/>
                <a:gd name="connsiteX62" fmla="*/ 709613 w 2543175"/>
                <a:gd name="connsiteY62" fmla="*/ 535781 h 1890712"/>
                <a:gd name="connsiteX63" fmla="*/ 719138 w 2543175"/>
                <a:gd name="connsiteY63" fmla="*/ 542925 h 1890712"/>
                <a:gd name="connsiteX64" fmla="*/ 733425 w 2543175"/>
                <a:gd name="connsiteY64" fmla="*/ 557212 h 1890712"/>
                <a:gd name="connsiteX65" fmla="*/ 750094 w 2543175"/>
                <a:gd name="connsiteY65" fmla="*/ 569119 h 1890712"/>
                <a:gd name="connsiteX66" fmla="*/ 769144 w 2543175"/>
                <a:gd name="connsiteY66" fmla="*/ 581025 h 1890712"/>
                <a:gd name="connsiteX67" fmla="*/ 785813 w 2543175"/>
                <a:gd name="connsiteY67" fmla="*/ 590550 h 1890712"/>
                <a:gd name="connsiteX68" fmla="*/ 792957 w 2543175"/>
                <a:gd name="connsiteY68" fmla="*/ 600075 h 1890712"/>
                <a:gd name="connsiteX69" fmla="*/ 809625 w 2543175"/>
                <a:gd name="connsiteY69" fmla="*/ 611981 h 1890712"/>
                <a:gd name="connsiteX70" fmla="*/ 816769 w 2543175"/>
                <a:gd name="connsiteY70" fmla="*/ 619125 h 1890712"/>
                <a:gd name="connsiteX71" fmla="*/ 826294 w 2543175"/>
                <a:gd name="connsiteY71" fmla="*/ 626269 h 1890712"/>
                <a:gd name="connsiteX72" fmla="*/ 840582 w 2543175"/>
                <a:gd name="connsiteY72" fmla="*/ 638175 h 1890712"/>
                <a:gd name="connsiteX73" fmla="*/ 847725 w 2543175"/>
                <a:gd name="connsiteY73" fmla="*/ 645319 h 1890712"/>
                <a:gd name="connsiteX74" fmla="*/ 857250 w 2543175"/>
                <a:gd name="connsiteY74" fmla="*/ 652462 h 1890712"/>
                <a:gd name="connsiteX75" fmla="*/ 864394 w 2543175"/>
                <a:gd name="connsiteY75" fmla="*/ 657225 h 1890712"/>
                <a:gd name="connsiteX76" fmla="*/ 888207 w 2543175"/>
                <a:gd name="connsiteY76" fmla="*/ 676275 h 1890712"/>
                <a:gd name="connsiteX77" fmla="*/ 895350 w 2543175"/>
                <a:gd name="connsiteY77" fmla="*/ 681037 h 1890712"/>
                <a:gd name="connsiteX78" fmla="*/ 907257 w 2543175"/>
                <a:gd name="connsiteY78" fmla="*/ 683419 h 1890712"/>
                <a:gd name="connsiteX79" fmla="*/ 928688 w 2543175"/>
                <a:gd name="connsiteY79" fmla="*/ 695325 h 1890712"/>
                <a:gd name="connsiteX80" fmla="*/ 942975 w 2543175"/>
                <a:gd name="connsiteY80" fmla="*/ 700087 h 1890712"/>
                <a:gd name="connsiteX81" fmla="*/ 964407 w 2543175"/>
                <a:gd name="connsiteY81" fmla="*/ 716756 h 1890712"/>
                <a:gd name="connsiteX82" fmla="*/ 971550 w 2543175"/>
                <a:gd name="connsiteY82" fmla="*/ 723900 h 1890712"/>
                <a:gd name="connsiteX83" fmla="*/ 983457 w 2543175"/>
                <a:gd name="connsiteY83" fmla="*/ 733425 h 1890712"/>
                <a:gd name="connsiteX84" fmla="*/ 990600 w 2543175"/>
                <a:gd name="connsiteY84" fmla="*/ 738187 h 1890712"/>
                <a:gd name="connsiteX85" fmla="*/ 1007269 w 2543175"/>
                <a:gd name="connsiteY85" fmla="*/ 752475 h 1890712"/>
                <a:gd name="connsiteX86" fmla="*/ 1031082 w 2543175"/>
                <a:gd name="connsiteY86" fmla="*/ 766762 h 1890712"/>
                <a:gd name="connsiteX87" fmla="*/ 1042988 w 2543175"/>
                <a:gd name="connsiteY87" fmla="*/ 773906 h 1890712"/>
                <a:gd name="connsiteX88" fmla="*/ 1071563 w 2543175"/>
                <a:gd name="connsiteY88" fmla="*/ 785812 h 1890712"/>
                <a:gd name="connsiteX89" fmla="*/ 1097757 w 2543175"/>
                <a:gd name="connsiteY89" fmla="*/ 807244 h 1890712"/>
                <a:gd name="connsiteX90" fmla="*/ 1104900 w 2543175"/>
                <a:gd name="connsiteY90" fmla="*/ 814387 h 1890712"/>
                <a:gd name="connsiteX91" fmla="*/ 1121569 w 2543175"/>
                <a:gd name="connsiteY91" fmla="*/ 823912 h 1890712"/>
                <a:gd name="connsiteX92" fmla="*/ 1138238 w 2543175"/>
                <a:gd name="connsiteY92" fmla="*/ 835819 h 1890712"/>
                <a:gd name="connsiteX93" fmla="*/ 1147763 w 2543175"/>
                <a:gd name="connsiteY93" fmla="*/ 842962 h 1890712"/>
                <a:gd name="connsiteX94" fmla="*/ 1157288 w 2543175"/>
                <a:gd name="connsiteY94" fmla="*/ 847725 h 1890712"/>
                <a:gd name="connsiteX95" fmla="*/ 1178719 w 2543175"/>
                <a:gd name="connsiteY95" fmla="*/ 859631 h 1890712"/>
                <a:gd name="connsiteX96" fmla="*/ 1188244 w 2543175"/>
                <a:gd name="connsiteY96" fmla="*/ 866775 h 1890712"/>
                <a:gd name="connsiteX97" fmla="*/ 1195388 w 2543175"/>
                <a:gd name="connsiteY97" fmla="*/ 871537 h 1890712"/>
                <a:gd name="connsiteX98" fmla="*/ 1212057 w 2543175"/>
                <a:gd name="connsiteY98" fmla="*/ 883444 h 1890712"/>
                <a:gd name="connsiteX99" fmla="*/ 1226344 w 2543175"/>
                <a:gd name="connsiteY99" fmla="*/ 895350 h 1890712"/>
                <a:gd name="connsiteX100" fmla="*/ 1245394 w 2543175"/>
                <a:gd name="connsiteY100" fmla="*/ 907256 h 1890712"/>
                <a:gd name="connsiteX101" fmla="*/ 1254919 w 2543175"/>
                <a:gd name="connsiteY101" fmla="*/ 914400 h 1890712"/>
                <a:gd name="connsiteX102" fmla="*/ 1269207 w 2543175"/>
                <a:gd name="connsiteY102" fmla="*/ 921544 h 1890712"/>
                <a:gd name="connsiteX103" fmla="*/ 1290638 w 2543175"/>
                <a:gd name="connsiteY103" fmla="*/ 935831 h 1890712"/>
                <a:gd name="connsiteX104" fmla="*/ 1307307 w 2543175"/>
                <a:gd name="connsiteY104" fmla="*/ 952500 h 1890712"/>
                <a:gd name="connsiteX105" fmla="*/ 1333500 w 2543175"/>
                <a:gd name="connsiteY105" fmla="*/ 971550 h 1890712"/>
                <a:gd name="connsiteX106" fmla="*/ 1359694 w 2543175"/>
                <a:gd name="connsiteY106" fmla="*/ 990600 h 1890712"/>
                <a:gd name="connsiteX107" fmla="*/ 1373982 w 2543175"/>
                <a:gd name="connsiteY107" fmla="*/ 997744 h 1890712"/>
                <a:gd name="connsiteX108" fmla="*/ 1388269 w 2543175"/>
                <a:gd name="connsiteY108" fmla="*/ 1007269 h 1890712"/>
                <a:gd name="connsiteX109" fmla="*/ 1414463 w 2543175"/>
                <a:gd name="connsiteY109" fmla="*/ 1019175 h 1890712"/>
                <a:gd name="connsiteX110" fmla="*/ 1428750 w 2543175"/>
                <a:gd name="connsiteY110" fmla="*/ 1026319 h 1890712"/>
                <a:gd name="connsiteX111" fmla="*/ 1471613 w 2543175"/>
                <a:gd name="connsiteY111" fmla="*/ 1059656 h 1890712"/>
                <a:gd name="connsiteX112" fmla="*/ 1495425 w 2543175"/>
                <a:gd name="connsiteY112" fmla="*/ 1088231 h 1890712"/>
                <a:gd name="connsiteX113" fmla="*/ 1547812 w 2543175"/>
                <a:gd name="connsiteY113" fmla="*/ 1133475 h 1890712"/>
                <a:gd name="connsiteX114" fmla="*/ 1597819 w 2543175"/>
                <a:gd name="connsiteY114" fmla="*/ 1154906 h 1890712"/>
                <a:gd name="connsiteX115" fmla="*/ 1604963 w 2543175"/>
                <a:gd name="connsiteY115" fmla="*/ 1162050 h 1890712"/>
                <a:gd name="connsiteX116" fmla="*/ 1612107 w 2543175"/>
                <a:gd name="connsiteY116" fmla="*/ 1166812 h 1890712"/>
                <a:gd name="connsiteX117" fmla="*/ 1628775 w 2543175"/>
                <a:gd name="connsiteY117" fmla="*/ 1183481 h 1890712"/>
                <a:gd name="connsiteX118" fmla="*/ 1662113 w 2543175"/>
                <a:gd name="connsiteY118" fmla="*/ 1209675 h 1890712"/>
                <a:gd name="connsiteX119" fmla="*/ 1678782 w 2543175"/>
                <a:gd name="connsiteY119" fmla="*/ 1226344 h 1890712"/>
                <a:gd name="connsiteX120" fmla="*/ 1700213 w 2543175"/>
                <a:gd name="connsiteY120" fmla="*/ 1247775 h 1890712"/>
                <a:gd name="connsiteX121" fmla="*/ 1712119 w 2543175"/>
                <a:gd name="connsiteY121" fmla="*/ 1259681 h 1890712"/>
                <a:gd name="connsiteX122" fmla="*/ 1733550 w 2543175"/>
                <a:gd name="connsiteY122" fmla="*/ 1273969 h 1890712"/>
                <a:gd name="connsiteX123" fmla="*/ 1743075 w 2543175"/>
                <a:gd name="connsiteY123" fmla="*/ 1283494 h 1890712"/>
                <a:gd name="connsiteX124" fmla="*/ 1754982 w 2543175"/>
                <a:gd name="connsiteY124" fmla="*/ 1290637 h 1890712"/>
                <a:gd name="connsiteX125" fmla="*/ 1766888 w 2543175"/>
                <a:gd name="connsiteY125" fmla="*/ 1300162 h 1890712"/>
                <a:gd name="connsiteX126" fmla="*/ 1783557 w 2543175"/>
                <a:gd name="connsiteY126" fmla="*/ 1307306 h 1890712"/>
                <a:gd name="connsiteX127" fmla="*/ 1790700 w 2543175"/>
                <a:gd name="connsiteY127" fmla="*/ 1312069 h 1890712"/>
                <a:gd name="connsiteX128" fmla="*/ 1800225 w 2543175"/>
                <a:gd name="connsiteY128" fmla="*/ 1319212 h 1890712"/>
                <a:gd name="connsiteX129" fmla="*/ 1807369 w 2543175"/>
                <a:gd name="connsiteY129" fmla="*/ 1321594 h 1890712"/>
                <a:gd name="connsiteX130" fmla="*/ 1824038 w 2543175"/>
                <a:gd name="connsiteY130" fmla="*/ 1333500 h 1890712"/>
                <a:gd name="connsiteX131" fmla="*/ 1843088 w 2543175"/>
                <a:gd name="connsiteY131" fmla="*/ 1352550 h 1890712"/>
                <a:gd name="connsiteX132" fmla="*/ 1852613 w 2543175"/>
                <a:gd name="connsiteY132" fmla="*/ 1359694 h 1890712"/>
                <a:gd name="connsiteX133" fmla="*/ 1859757 w 2543175"/>
                <a:gd name="connsiteY133" fmla="*/ 1366837 h 1890712"/>
                <a:gd name="connsiteX134" fmla="*/ 1869282 w 2543175"/>
                <a:gd name="connsiteY134" fmla="*/ 1371600 h 1890712"/>
                <a:gd name="connsiteX135" fmla="*/ 1883569 w 2543175"/>
                <a:gd name="connsiteY135" fmla="*/ 1388269 h 1890712"/>
                <a:gd name="connsiteX136" fmla="*/ 1893094 w 2543175"/>
                <a:gd name="connsiteY136" fmla="*/ 1395412 h 1890712"/>
                <a:gd name="connsiteX137" fmla="*/ 1902619 w 2543175"/>
                <a:gd name="connsiteY137" fmla="*/ 1404937 h 1890712"/>
                <a:gd name="connsiteX138" fmla="*/ 1912144 w 2543175"/>
                <a:gd name="connsiteY138" fmla="*/ 1409700 h 1890712"/>
                <a:gd name="connsiteX139" fmla="*/ 1931194 w 2543175"/>
                <a:gd name="connsiteY139" fmla="*/ 1421606 h 1890712"/>
                <a:gd name="connsiteX140" fmla="*/ 1935957 w 2543175"/>
                <a:gd name="connsiteY140" fmla="*/ 1428750 h 1890712"/>
                <a:gd name="connsiteX141" fmla="*/ 1952625 w 2543175"/>
                <a:gd name="connsiteY141" fmla="*/ 1438275 h 1890712"/>
                <a:gd name="connsiteX142" fmla="*/ 1971675 w 2543175"/>
                <a:gd name="connsiteY142" fmla="*/ 1450181 h 1890712"/>
                <a:gd name="connsiteX143" fmla="*/ 1981200 w 2543175"/>
                <a:gd name="connsiteY143" fmla="*/ 1454944 h 1890712"/>
                <a:gd name="connsiteX144" fmla="*/ 1997869 w 2543175"/>
                <a:gd name="connsiteY144" fmla="*/ 1471612 h 1890712"/>
                <a:gd name="connsiteX145" fmla="*/ 2007394 w 2543175"/>
                <a:gd name="connsiteY145" fmla="*/ 1478756 h 1890712"/>
                <a:gd name="connsiteX146" fmla="*/ 2016919 w 2543175"/>
                <a:gd name="connsiteY146" fmla="*/ 1483519 h 1890712"/>
                <a:gd name="connsiteX147" fmla="*/ 2024063 w 2543175"/>
                <a:gd name="connsiteY147" fmla="*/ 1490662 h 1890712"/>
                <a:gd name="connsiteX148" fmla="*/ 2033588 w 2543175"/>
                <a:gd name="connsiteY148" fmla="*/ 1495425 h 1890712"/>
                <a:gd name="connsiteX149" fmla="*/ 2040732 w 2543175"/>
                <a:gd name="connsiteY149" fmla="*/ 1502569 h 1890712"/>
                <a:gd name="connsiteX150" fmla="*/ 2047875 w 2543175"/>
                <a:gd name="connsiteY150" fmla="*/ 1507331 h 1890712"/>
                <a:gd name="connsiteX151" fmla="*/ 2057400 w 2543175"/>
                <a:gd name="connsiteY151" fmla="*/ 1514475 h 1890712"/>
                <a:gd name="connsiteX152" fmla="*/ 2064544 w 2543175"/>
                <a:gd name="connsiteY152" fmla="*/ 1519237 h 1890712"/>
                <a:gd name="connsiteX153" fmla="*/ 2071688 w 2543175"/>
                <a:gd name="connsiteY153" fmla="*/ 1526381 h 1890712"/>
                <a:gd name="connsiteX154" fmla="*/ 2081213 w 2543175"/>
                <a:gd name="connsiteY154" fmla="*/ 1531144 h 1890712"/>
                <a:gd name="connsiteX155" fmla="*/ 2090738 w 2543175"/>
                <a:gd name="connsiteY155" fmla="*/ 1538287 h 1890712"/>
                <a:gd name="connsiteX156" fmla="*/ 2109788 w 2543175"/>
                <a:gd name="connsiteY156" fmla="*/ 1547812 h 1890712"/>
                <a:gd name="connsiteX157" fmla="*/ 2131219 w 2543175"/>
                <a:gd name="connsiteY157" fmla="*/ 1562100 h 1890712"/>
                <a:gd name="connsiteX158" fmla="*/ 2140744 w 2543175"/>
                <a:gd name="connsiteY158" fmla="*/ 1566862 h 1890712"/>
                <a:gd name="connsiteX159" fmla="*/ 2152650 w 2543175"/>
                <a:gd name="connsiteY159" fmla="*/ 1576387 h 1890712"/>
                <a:gd name="connsiteX160" fmla="*/ 2181225 w 2543175"/>
                <a:gd name="connsiteY160" fmla="*/ 1590675 h 1890712"/>
                <a:gd name="connsiteX161" fmla="*/ 2200275 w 2543175"/>
                <a:gd name="connsiteY161" fmla="*/ 1607344 h 1890712"/>
                <a:gd name="connsiteX162" fmla="*/ 2207419 w 2543175"/>
                <a:gd name="connsiteY162" fmla="*/ 1612106 h 1890712"/>
                <a:gd name="connsiteX163" fmla="*/ 2216944 w 2543175"/>
                <a:gd name="connsiteY163" fmla="*/ 1619250 h 1890712"/>
                <a:gd name="connsiteX164" fmla="*/ 2224088 w 2543175"/>
                <a:gd name="connsiteY164" fmla="*/ 1624012 h 1890712"/>
                <a:gd name="connsiteX165" fmla="*/ 2247900 w 2543175"/>
                <a:gd name="connsiteY165" fmla="*/ 1643062 h 1890712"/>
                <a:gd name="connsiteX166" fmla="*/ 2255044 w 2543175"/>
                <a:gd name="connsiteY166" fmla="*/ 1650206 h 1890712"/>
                <a:gd name="connsiteX167" fmla="*/ 2281238 w 2543175"/>
                <a:gd name="connsiteY167" fmla="*/ 1664494 h 1890712"/>
                <a:gd name="connsiteX168" fmla="*/ 2297907 w 2543175"/>
                <a:gd name="connsiteY168" fmla="*/ 1674019 h 1890712"/>
                <a:gd name="connsiteX169" fmla="*/ 2312194 w 2543175"/>
                <a:gd name="connsiteY169" fmla="*/ 1685925 h 1890712"/>
                <a:gd name="connsiteX170" fmla="*/ 2328863 w 2543175"/>
                <a:gd name="connsiteY170" fmla="*/ 1697831 h 1890712"/>
                <a:gd name="connsiteX171" fmla="*/ 2350294 w 2543175"/>
                <a:gd name="connsiteY171" fmla="*/ 1712119 h 1890712"/>
                <a:gd name="connsiteX172" fmla="*/ 2369344 w 2543175"/>
                <a:gd name="connsiteY172" fmla="*/ 1724025 h 1890712"/>
                <a:gd name="connsiteX173" fmla="*/ 2428876 w 2543175"/>
                <a:gd name="connsiteY173" fmla="*/ 1785938 h 1890712"/>
                <a:gd name="connsiteX174" fmla="*/ 2466975 w 2543175"/>
                <a:gd name="connsiteY174" fmla="*/ 1783556 h 1890712"/>
                <a:gd name="connsiteX175" fmla="*/ 2481263 w 2543175"/>
                <a:gd name="connsiteY175" fmla="*/ 1795462 h 1890712"/>
                <a:gd name="connsiteX176" fmla="*/ 2486025 w 2543175"/>
                <a:gd name="connsiteY176" fmla="*/ 1802606 h 1890712"/>
                <a:gd name="connsiteX177" fmla="*/ 2514600 w 2543175"/>
                <a:gd name="connsiteY177" fmla="*/ 1850231 h 1890712"/>
                <a:gd name="connsiteX178" fmla="*/ 2519363 w 2543175"/>
                <a:gd name="connsiteY178" fmla="*/ 1857375 h 1890712"/>
                <a:gd name="connsiteX179" fmla="*/ 2540794 w 2543175"/>
                <a:gd name="connsiteY179" fmla="*/ 1883569 h 1890712"/>
                <a:gd name="connsiteX180" fmla="*/ 2543175 w 2543175"/>
                <a:gd name="connsiteY180" fmla="*/ 1890712 h 1890712"/>
                <a:gd name="connsiteX0" fmla="*/ 0 w 2543175"/>
                <a:gd name="connsiteY0" fmla="*/ 0 h 1890712"/>
                <a:gd name="connsiteX1" fmla="*/ 11907 w 2543175"/>
                <a:gd name="connsiteY1" fmla="*/ 11906 h 1890712"/>
                <a:gd name="connsiteX2" fmla="*/ 21432 w 2543175"/>
                <a:gd name="connsiteY2" fmla="*/ 16669 h 1890712"/>
                <a:gd name="connsiteX3" fmla="*/ 23813 w 2543175"/>
                <a:gd name="connsiteY3" fmla="*/ 23812 h 1890712"/>
                <a:gd name="connsiteX4" fmla="*/ 33338 w 2543175"/>
                <a:gd name="connsiteY4" fmla="*/ 33337 h 1890712"/>
                <a:gd name="connsiteX5" fmla="*/ 40482 w 2543175"/>
                <a:gd name="connsiteY5" fmla="*/ 42862 h 1890712"/>
                <a:gd name="connsiteX6" fmla="*/ 47625 w 2543175"/>
                <a:gd name="connsiteY6" fmla="*/ 47625 h 1890712"/>
                <a:gd name="connsiteX7" fmla="*/ 57150 w 2543175"/>
                <a:gd name="connsiteY7" fmla="*/ 54769 h 1890712"/>
                <a:gd name="connsiteX8" fmla="*/ 64294 w 2543175"/>
                <a:gd name="connsiteY8" fmla="*/ 59531 h 1890712"/>
                <a:gd name="connsiteX9" fmla="*/ 83344 w 2543175"/>
                <a:gd name="connsiteY9" fmla="*/ 73819 h 1890712"/>
                <a:gd name="connsiteX10" fmla="*/ 97632 w 2543175"/>
                <a:gd name="connsiteY10" fmla="*/ 80962 h 1890712"/>
                <a:gd name="connsiteX11" fmla="*/ 104775 w 2543175"/>
                <a:gd name="connsiteY11" fmla="*/ 85725 h 1890712"/>
                <a:gd name="connsiteX12" fmla="*/ 114300 w 2543175"/>
                <a:gd name="connsiteY12" fmla="*/ 95250 h 1890712"/>
                <a:gd name="connsiteX13" fmla="*/ 123825 w 2543175"/>
                <a:gd name="connsiteY13" fmla="*/ 97631 h 1890712"/>
                <a:gd name="connsiteX14" fmla="*/ 130969 w 2543175"/>
                <a:gd name="connsiteY14" fmla="*/ 104775 h 1890712"/>
                <a:gd name="connsiteX15" fmla="*/ 140494 w 2543175"/>
                <a:gd name="connsiteY15" fmla="*/ 111919 h 1890712"/>
                <a:gd name="connsiteX16" fmla="*/ 147638 w 2543175"/>
                <a:gd name="connsiteY16" fmla="*/ 116681 h 1890712"/>
                <a:gd name="connsiteX17" fmla="*/ 164307 w 2543175"/>
                <a:gd name="connsiteY17" fmla="*/ 128587 h 1890712"/>
                <a:gd name="connsiteX18" fmla="*/ 180975 w 2543175"/>
                <a:gd name="connsiteY18" fmla="*/ 140494 h 1890712"/>
                <a:gd name="connsiteX19" fmla="*/ 197644 w 2543175"/>
                <a:gd name="connsiteY19" fmla="*/ 152400 h 1890712"/>
                <a:gd name="connsiteX20" fmla="*/ 204788 w 2543175"/>
                <a:gd name="connsiteY20" fmla="*/ 157162 h 1890712"/>
                <a:gd name="connsiteX21" fmla="*/ 214313 w 2543175"/>
                <a:gd name="connsiteY21" fmla="*/ 164306 h 1890712"/>
                <a:gd name="connsiteX22" fmla="*/ 230982 w 2543175"/>
                <a:gd name="connsiteY22" fmla="*/ 180975 h 1890712"/>
                <a:gd name="connsiteX23" fmla="*/ 247650 w 2543175"/>
                <a:gd name="connsiteY23" fmla="*/ 185737 h 1890712"/>
                <a:gd name="connsiteX24" fmla="*/ 259557 w 2543175"/>
                <a:gd name="connsiteY24" fmla="*/ 188119 h 1890712"/>
                <a:gd name="connsiteX25" fmla="*/ 266700 w 2543175"/>
                <a:gd name="connsiteY25" fmla="*/ 190500 h 1890712"/>
                <a:gd name="connsiteX26" fmla="*/ 302419 w 2543175"/>
                <a:gd name="connsiteY26" fmla="*/ 204787 h 1890712"/>
                <a:gd name="connsiteX27" fmla="*/ 309563 w 2543175"/>
                <a:gd name="connsiteY27" fmla="*/ 209550 h 1890712"/>
                <a:gd name="connsiteX28" fmla="*/ 333375 w 2543175"/>
                <a:gd name="connsiteY28" fmla="*/ 228600 h 1890712"/>
                <a:gd name="connsiteX29" fmla="*/ 340519 w 2543175"/>
                <a:gd name="connsiteY29" fmla="*/ 233362 h 1890712"/>
                <a:gd name="connsiteX30" fmla="*/ 354807 w 2543175"/>
                <a:gd name="connsiteY30" fmla="*/ 247650 h 1890712"/>
                <a:gd name="connsiteX31" fmla="*/ 366713 w 2543175"/>
                <a:gd name="connsiteY31" fmla="*/ 264319 h 1890712"/>
                <a:gd name="connsiteX32" fmla="*/ 371475 w 2543175"/>
                <a:gd name="connsiteY32" fmla="*/ 271462 h 1890712"/>
                <a:gd name="connsiteX33" fmla="*/ 378619 w 2543175"/>
                <a:gd name="connsiteY33" fmla="*/ 276225 h 1890712"/>
                <a:gd name="connsiteX34" fmla="*/ 385763 w 2543175"/>
                <a:gd name="connsiteY34" fmla="*/ 283369 h 1890712"/>
                <a:gd name="connsiteX35" fmla="*/ 395288 w 2543175"/>
                <a:gd name="connsiteY35" fmla="*/ 288131 h 1890712"/>
                <a:gd name="connsiteX36" fmla="*/ 404813 w 2543175"/>
                <a:gd name="connsiteY36" fmla="*/ 295275 h 1890712"/>
                <a:gd name="connsiteX37" fmla="*/ 411957 w 2543175"/>
                <a:gd name="connsiteY37" fmla="*/ 297656 h 1890712"/>
                <a:gd name="connsiteX38" fmla="*/ 421482 w 2543175"/>
                <a:gd name="connsiteY38" fmla="*/ 302419 h 1890712"/>
                <a:gd name="connsiteX39" fmla="*/ 447675 w 2543175"/>
                <a:gd name="connsiteY39" fmla="*/ 307181 h 1890712"/>
                <a:gd name="connsiteX40" fmla="*/ 461963 w 2543175"/>
                <a:gd name="connsiteY40" fmla="*/ 321469 h 1890712"/>
                <a:gd name="connsiteX41" fmla="*/ 466725 w 2543175"/>
                <a:gd name="connsiteY41" fmla="*/ 328612 h 1890712"/>
                <a:gd name="connsiteX42" fmla="*/ 476250 w 2543175"/>
                <a:gd name="connsiteY42" fmla="*/ 335756 h 1890712"/>
                <a:gd name="connsiteX43" fmla="*/ 481013 w 2543175"/>
                <a:gd name="connsiteY43" fmla="*/ 342900 h 1890712"/>
                <a:gd name="connsiteX44" fmla="*/ 490538 w 2543175"/>
                <a:gd name="connsiteY44" fmla="*/ 352425 h 1890712"/>
                <a:gd name="connsiteX45" fmla="*/ 495300 w 2543175"/>
                <a:gd name="connsiteY45" fmla="*/ 359569 h 1890712"/>
                <a:gd name="connsiteX46" fmla="*/ 509588 w 2543175"/>
                <a:gd name="connsiteY46" fmla="*/ 376237 h 1890712"/>
                <a:gd name="connsiteX47" fmla="*/ 514350 w 2543175"/>
                <a:gd name="connsiteY47" fmla="*/ 383381 h 1890712"/>
                <a:gd name="connsiteX48" fmla="*/ 531019 w 2543175"/>
                <a:gd name="connsiteY48" fmla="*/ 397669 h 1890712"/>
                <a:gd name="connsiteX49" fmla="*/ 538163 w 2543175"/>
                <a:gd name="connsiteY49" fmla="*/ 407194 h 1890712"/>
                <a:gd name="connsiteX50" fmla="*/ 554832 w 2543175"/>
                <a:gd name="connsiteY50" fmla="*/ 421481 h 1890712"/>
                <a:gd name="connsiteX51" fmla="*/ 564357 w 2543175"/>
                <a:gd name="connsiteY51" fmla="*/ 431006 h 1890712"/>
                <a:gd name="connsiteX52" fmla="*/ 573882 w 2543175"/>
                <a:gd name="connsiteY52" fmla="*/ 438150 h 1890712"/>
                <a:gd name="connsiteX53" fmla="*/ 595313 w 2543175"/>
                <a:gd name="connsiteY53" fmla="*/ 454819 h 1890712"/>
                <a:gd name="connsiteX54" fmla="*/ 602457 w 2543175"/>
                <a:gd name="connsiteY54" fmla="*/ 457200 h 1890712"/>
                <a:gd name="connsiteX55" fmla="*/ 628650 w 2543175"/>
                <a:gd name="connsiteY55" fmla="*/ 469106 h 1890712"/>
                <a:gd name="connsiteX56" fmla="*/ 645319 w 2543175"/>
                <a:gd name="connsiteY56" fmla="*/ 483394 h 1890712"/>
                <a:gd name="connsiteX57" fmla="*/ 654844 w 2543175"/>
                <a:gd name="connsiteY57" fmla="*/ 488156 h 1890712"/>
                <a:gd name="connsiteX58" fmla="*/ 661988 w 2543175"/>
                <a:gd name="connsiteY58" fmla="*/ 497681 h 1890712"/>
                <a:gd name="connsiteX59" fmla="*/ 683419 w 2543175"/>
                <a:gd name="connsiteY59" fmla="*/ 514350 h 1890712"/>
                <a:gd name="connsiteX60" fmla="*/ 700088 w 2543175"/>
                <a:gd name="connsiteY60" fmla="*/ 526256 h 1890712"/>
                <a:gd name="connsiteX61" fmla="*/ 709613 w 2543175"/>
                <a:gd name="connsiteY61" fmla="*/ 535781 h 1890712"/>
                <a:gd name="connsiteX62" fmla="*/ 719138 w 2543175"/>
                <a:gd name="connsiteY62" fmla="*/ 542925 h 1890712"/>
                <a:gd name="connsiteX63" fmla="*/ 733425 w 2543175"/>
                <a:gd name="connsiteY63" fmla="*/ 557212 h 1890712"/>
                <a:gd name="connsiteX64" fmla="*/ 750094 w 2543175"/>
                <a:gd name="connsiteY64" fmla="*/ 569119 h 1890712"/>
                <a:gd name="connsiteX65" fmla="*/ 769144 w 2543175"/>
                <a:gd name="connsiteY65" fmla="*/ 581025 h 1890712"/>
                <a:gd name="connsiteX66" fmla="*/ 785813 w 2543175"/>
                <a:gd name="connsiteY66" fmla="*/ 590550 h 1890712"/>
                <a:gd name="connsiteX67" fmla="*/ 792957 w 2543175"/>
                <a:gd name="connsiteY67" fmla="*/ 600075 h 1890712"/>
                <a:gd name="connsiteX68" fmla="*/ 809625 w 2543175"/>
                <a:gd name="connsiteY68" fmla="*/ 611981 h 1890712"/>
                <a:gd name="connsiteX69" fmla="*/ 816769 w 2543175"/>
                <a:gd name="connsiteY69" fmla="*/ 619125 h 1890712"/>
                <a:gd name="connsiteX70" fmla="*/ 826294 w 2543175"/>
                <a:gd name="connsiteY70" fmla="*/ 626269 h 1890712"/>
                <a:gd name="connsiteX71" fmla="*/ 840582 w 2543175"/>
                <a:gd name="connsiteY71" fmla="*/ 638175 h 1890712"/>
                <a:gd name="connsiteX72" fmla="*/ 847725 w 2543175"/>
                <a:gd name="connsiteY72" fmla="*/ 645319 h 1890712"/>
                <a:gd name="connsiteX73" fmla="*/ 857250 w 2543175"/>
                <a:gd name="connsiteY73" fmla="*/ 652462 h 1890712"/>
                <a:gd name="connsiteX74" fmla="*/ 864394 w 2543175"/>
                <a:gd name="connsiteY74" fmla="*/ 657225 h 1890712"/>
                <a:gd name="connsiteX75" fmla="*/ 888207 w 2543175"/>
                <a:gd name="connsiteY75" fmla="*/ 676275 h 1890712"/>
                <a:gd name="connsiteX76" fmla="*/ 895350 w 2543175"/>
                <a:gd name="connsiteY76" fmla="*/ 681037 h 1890712"/>
                <a:gd name="connsiteX77" fmla="*/ 907257 w 2543175"/>
                <a:gd name="connsiteY77" fmla="*/ 683419 h 1890712"/>
                <a:gd name="connsiteX78" fmla="*/ 928688 w 2543175"/>
                <a:gd name="connsiteY78" fmla="*/ 695325 h 1890712"/>
                <a:gd name="connsiteX79" fmla="*/ 942975 w 2543175"/>
                <a:gd name="connsiteY79" fmla="*/ 700087 h 1890712"/>
                <a:gd name="connsiteX80" fmla="*/ 964407 w 2543175"/>
                <a:gd name="connsiteY80" fmla="*/ 716756 h 1890712"/>
                <a:gd name="connsiteX81" fmla="*/ 971550 w 2543175"/>
                <a:gd name="connsiteY81" fmla="*/ 723900 h 1890712"/>
                <a:gd name="connsiteX82" fmla="*/ 983457 w 2543175"/>
                <a:gd name="connsiteY82" fmla="*/ 733425 h 1890712"/>
                <a:gd name="connsiteX83" fmla="*/ 990600 w 2543175"/>
                <a:gd name="connsiteY83" fmla="*/ 738187 h 1890712"/>
                <a:gd name="connsiteX84" fmla="*/ 1007269 w 2543175"/>
                <a:gd name="connsiteY84" fmla="*/ 752475 h 1890712"/>
                <a:gd name="connsiteX85" fmla="*/ 1031082 w 2543175"/>
                <a:gd name="connsiteY85" fmla="*/ 766762 h 1890712"/>
                <a:gd name="connsiteX86" fmla="*/ 1042988 w 2543175"/>
                <a:gd name="connsiteY86" fmla="*/ 773906 h 1890712"/>
                <a:gd name="connsiteX87" fmla="*/ 1071563 w 2543175"/>
                <a:gd name="connsiteY87" fmla="*/ 785812 h 1890712"/>
                <a:gd name="connsiteX88" fmla="*/ 1097757 w 2543175"/>
                <a:gd name="connsiteY88" fmla="*/ 807244 h 1890712"/>
                <a:gd name="connsiteX89" fmla="*/ 1104900 w 2543175"/>
                <a:gd name="connsiteY89" fmla="*/ 814387 h 1890712"/>
                <a:gd name="connsiteX90" fmla="*/ 1121569 w 2543175"/>
                <a:gd name="connsiteY90" fmla="*/ 823912 h 1890712"/>
                <a:gd name="connsiteX91" fmla="*/ 1138238 w 2543175"/>
                <a:gd name="connsiteY91" fmla="*/ 835819 h 1890712"/>
                <a:gd name="connsiteX92" fmla="*/ 1147763 w 2543175"/>
                <a:gd name="connsiteY92" fmla="*/ 842962 h 1890712"/>
                <a:gd name="connsiteX93" fmla="*/ 1157288 w 2543175"/>
                <a:gd name="connsiteY93" fmla="*/ 847725 h 1890712"/>
                <a:gd name="connsiteX94" fmla="*/ 1178719 w 2543175"/>
                <a:gd name="connsiteY94" fmla="*/ 859631 h 1890712"/>
                <a:gd name="connsiteX95" fmla="*/ 1188244 w 2543175"/>
                <a:gd name="connsiteY95" fmla="*/ 866775 h 1890712"/>
                <a:gd name="connsiteX96" fmla="*/ 1195388 w 2543175"/>
                <a:gd name="connsiteY96" fmla="*/ 871537 h 1890712"/>
                <a:gd name="connsiteX97" fmla="*/ 1212057 w 2543175"/>
                <a:gd name="connsiteY97" fmla="*/ 883444 h 1890712"/>
                <a:gd name="connsiteX98" fmla="*/ 1226344 w 2543175"/>
                <a:gd name="connsiteY98" fmla="*/ 895350 h 1890712"/>
                <a:gd name="connsiteX99" fmla="*/ 1245394 w 2543175"/>
                <a:gd name="connsiteY99" fmla="*/ 907256 h 1890712"/>
                <a:gd name="connsiteX100" fmla="*/ 1254919 w 2543175"/>
                <a:gd name="connsiteY100" fmla="*/ 914400 h 1890712"/>
                <a:gd name="connsiteX101" fmla="*/ 1269207 w 2543175"/>
                <a:gd name="connsiteY101" fmla="*/ 921544 h 1890712"/>
                <a:gd name="connsiteX102" fmla="*/ 1290638 w 2543175"/>
                <a:gd name="connsiteY102" fmla="*/ 935831 h 1890712"/>
                <a:gd name="connsiteX103" fmla="*/ 1307307 w 2543175"/>
                <a:gd name="connsiteY103" fmla="*/ 952500 h 1890712"/>
                <a:gd name="connsiteX104" fmla="*/ 1333500 w 2543175"/>
                <a:gd name="connsiteY104" fmla="*/ 971550 h 1890712"/>
                <a:gd name="connsiteX105" fmla="*/ 1359694 w 2543175"/>
                <a:gd name="connsiteY105" fmla="*/ 990600 h 1890712"/>
                <a:gd name="connsiteX106" fmla="*/ 1373982 w 2543175"/>
                <a:gd name="connsiteY106" fmla="*/ 997744 h 1890712"/>
                <a:gd name="connsiteX107" fmla="*/ 1388269 w 2543175"/>
                <a:gd name="connsiteY107" fmla="*/ 1007269 h 1890712"/>
                <a:gd name="connsiteX108" fmla="*/ 1414463 w 2543175"/>
                <a:gd name="connsiteY108" fmla="*/ 1019175 h 1890712"/>
                <a:gd name="connsiteX109" fmla="*/ 1428750 w 2543175"/>
                <a:gd name="connsiteY109" fmla="*/ 1026319 h 1890712"/>
                <a:gd name="connsiteX110" fmla="*/ 1471613 w 2543175"/>
                <a:gd name="connsiteY110" fmla="*/ 1059656 h 1890712"/>
                <a:gd name="connsiteX111" fmla="*/ 1495425 w 2543175"/>
                <a:gd name="connsiteY111" fmla="*/ 1088231 h 1890712"/>
                <a:gd name="connsiteX112" fmla="*/ 1547812 w 2543175"/>
                <a:gd name="connsiteY112" fmla="*/ 1133475 h 1890712"/>
                <a:gd name="connsiteX113" fmla="*/ 1597819 w 2543175"/>
                <a:gd name="connsiteY113" fmla="*/ 1154906 h 1890712"/>
                <a:gd name="connsiteX114" fmla="*/ 1604963 w 2543175"/>
                <a:gd name="connsiteY114" fmla="*/ 1162050 h 1890712"/>
                <a:gd name="connsiteX115" fmla="*/ 1612107 w 2543175"/>
                <a:gd name="connsiteY115" fmla="*/ 1166812 h 1890712"/>
                <a:gd name="connsiteX116" fmla="*/ 1628775 w 2543175"/>
                <a:gd name="connsiteY116" fmla="*/ 1183481 h 1890712"/>
                <a:gd name="connsiteX117" fmla="*/ 1662113 w 2543175"/>
                <a:gd name="connsiteY117" fmla="*/ 1209675 h 1890712"/>
                <a:gd name="connsiteX118" fmla="*/ 1678782 w 2543175"/>
                <a:gd name="connsiteY118" fmla="*/ 1226344 h 1890712"/>
                <a:gd name="connsiteX119" fmla="*/ 1700213 w 2543175"/>
                <a:gd name="connsiteY119" fmla="*/ 1247775 h 1890712"/>
                <a:gd name="connsiteX120" fmla="*/ 1712119 w 2543175"/>
                <a:gd name="connsiteY120" fmla="*/ 1259681 h 1890712"/>
                <a:gd name="connsiteX121" fmla="*/ 1733550 w 2543175"/>
                <a:gd name="connsiteY121" fmla="*/ 1273969 h 1890712"/>
                <a:gd name="connsiteX122" fmla="*/ 1743075 w 2543175"/>
                <a:gd name="connsiteY122" fmla="*/ 1283494 h 1890712"/>
                <a:gd name="connsiteX123" fmla="*/ 1754982 w 2543175"/>
                <a:gd name="connsiteY123" fmla="*/ 1290637 h 1890712"/>
                <a:gd name="connsiteX124" fmla="*/ 1766888 w 2543175"/>
                <a:gd name="connsiteY124" fmla="*/ 1300162 h 1890712"/>
                <a:gd name="connsiteX125" fmla="*/ 1783557 w 2543175"/>
                <a:gd name="connsiteY125" fmla="*/ 1307306 h 1890712"/>
                <a:gd name="connsiteX126" fmla="*/ 1790700 w 2543175"/>
                <a:gd name="connsiteY126" fmla="*/ 1312069 h 1890712"/>
                <a:gd name="connsiteX127" fmla="*/ 1800225 w 2543175"/>
                <a:gd name="connsiteY127" fmla="*/ 1319212 h 1890712"/>
                <a:gd name="connsiteX128" fmla="*/ 1807369 w 2543175"/>
                <a:gd name="connsiteY128" fmla="*/ 1321594 h 1890712"/>
                <a:gd name="connsiteX129" fmla="*/ 1824038 w 2543175"/>
                <a:gd name="connsiteY129" fmla="*/ 1333500 h 1890712"/>
                <a:gd name="connsiteX130" fmla="*/ 1843088 w 2543175"/>
                <a:gd name="connsiteY130" fmla="*/ 1352550 h 1890712"/>
                <a:gd name="connsiteX131" fmla="*/ 1852613 w 2543175"/>
                <a:gd name="connsiteY131" fmla="*/ 1359694 h 1890712"/>
                <a:gd name="connsiteX132" fmla="*/ 1859757 w 2543175"/>
                <a:gd name="connsiteY132" fmla="*/ 1366837 h 1890712"/>
                <a:gd name="connsiteX133" fmla="*/ 1869282 w 2543175"/>
                <a:gd name="connsiteY133" fmla="*/ 1371600 h 1890712"/>
                <a:gd name="connsiteX134" fmla="*/ 1883569 w 2543175"/>
                <a:gd name="connsiteY134" fmla="*/ 1388269 h 1890712"/>
                <a:gd name="connsiteX135" fmla="*/ 1893094 w 2543175"/>
                <a:gd name="connsiteY135" fmla="*/ 1395412 h 1890712"/>
                <a:gd name="connsiteX136" fmla="*/ 1902619 w 2543175"/>
                <a:gd name="connsiteY136" fmla="*/ 1404937 h 1890712"/>
                <a:gd name="connsiteX137" fmla="*/ 1912144 w 2543175"/>
                <a:gd name="connsiteY137" fmla="*/ 1409700 h 1890712"/>
                <a:gd name="connsiteX138" fmla="*/ 1931194 w 2543175"/>
                <a:gd name="connsiteY138" fmla="*/ 1421606 h 1890712"/>
                <a:gd name="connsiteX139" fmla="*/ 1935957 w 2543175"/>
                <a:gd name="connsiteY139" fmla="*/ 1428750 h 1890712"/>
                <a:gd name="connsiteX140" fmla="*/ 1952625 w 2543175"/>
                <a:gd name="connsiteY140" fmla="*/ 1438275 h 1890712"/>
                <a:gd name="connsiteX141" fmla="*/ 1971675 w 2543175"/>
                <a:gd name="connsiteY141" fmla="*/ 1450181 h 1890712"/>
                <a:gd name="connsiteX142" fmla="*/ 1981200 w 2543175"/>
                <a:gd name="connsiteY142" fmla="*/ 1454944 h 1890712"/>
                <a:gd name="connsiteX143" fmla="*/ 1997869 w 2543175"/>
                <a:gd name="connsiteY143" fmla="*/ 1471612 h 1890712"/>
                <a:gd name="connsiteX144" fmla="*/ 2007394 w 2543175"/>
                <a:gd name="connsiteY144" fmla="*/ 1478756 h 1890712"/>
                <a:gd name="connsiteX145" fmla="*/ 2016919 w 2543175"/>
                <a:gd name="connsiteY145" fmla="*/ 1483519 h 1890712"/>
                <a:gd name="connsiteX146" fmla="*/ 2024063 w 2543175"/>
                <a:gd name="connsiteY146" fmla="*/ 1490662 h 1890712"/>
                <a:gd name="connsiteX147" fmla="*/ 2033588 w 2543175"/>
                <a:gd name="connsiteY147" fmla="*/ 1495425 h 1890712"/>
                <a:gd name="connsiteX148" fmla="*/ 2040732 w 2543175"/>
                <a:gd name="connsiteY148" fmla="*/ 1502569 h 1890712"/>
                <a:gd name="connsiteX149" fmla="*/ 2047875 w 2543175"/>
                <a:gd name="connsiteY149" fmla="*/ 1507331 h 1890712"/>
                <a:gd name="connsiteX150" fmla="*/ 2057400 w 2543175"/>
                <a:gd name="connsiteY150" fmla="*/ 1514475 h 1890712"/>
                <a:gd name="connsiteX151" fmla="*/ 2064544 w 2543175"/>
                <a:gd name="connsiteY151" fmla="*/ 1519237 h 1890712"/>
                <a:gd name="connsiteX152" fmla="*/ 2071688 w 2543175"/>
                <a:gd name="connsiteY152" fmla="*/ 1526381 h 1890712"/>
                <a:gd name="connsiteX153" fmla="*/ 2081213 w 2543175"/>
                <a:gd name="connsiteY153" fmla="*/ 1531144 h 1890712"/>
                <a:gd name="connsiteX154" fmla="*/ 2090738 w 2543175"/>
                <a:gd name="connsiteY154" fmla="*/ 1538287 h 1890712"/>
                <a:gd name="connsiteX155" fmla="*/ 2109788 w 2543175"/>
                <a:gd name="connsiteY155" fmla="*/ 1547812 h 1890712"/>
                <a:gd name="connsiteX156" fmla="*/ 2131219 w 2543175"/>
                <a:gd name="connsiteY156" fmla="*/ 1562100 h 1890712"/>
                <a:gd name="connsiteX157" fmla="*/ 2140744 w 2543175"/>
                <a:gd name="connsiteY157" fmla="*/ 1566862 h 1890712"/>
                <a:gd name="connsiteX158" fmla="*/ 2152650 w 2543175"/>
                <a:gd name="connsiteY158" fmla="*/ 1576387 h 1890712"/>
                <a:gd name="connsiteX159" fmla="*/ 2181225 w 2543175"/>
                <a:gd name="connsiteY159" fmla="*/ 1590675 h 1890712"/>
                <a:gd name="connsiteX160" fmla="*/ 2200275 w 2543175"/>
                <a:gd name="connsiteY160" fmla="*/ 1607344 h 1890712"/>
                <a:gd name="connsiteX161" fmla="*/ 2207419 w 2543175"/>
                <a:gd name="connsiteY161" fmla="*/ 1612106 h 1890712"/>
                <a:gd name="connsiteX162" fmla="*/ 2216944 w 2543175"/>
                <a:gd name="connsiteY162" fmla="*/ 1619250 h 1890712"/>
                <a:gd name="connsiteX163" fmla="*/ 2224088 w 2543175"/>
                <a:gd name="connsiteY163" fmla="*/ 1624012 h 1890712"/>
                <a:gd name="connsiteX164" fmla="*/ 2247900 w 2543175"/>
                <a:gd name="connsiteY164" fmla="*/ 1643062 h 1890712"/>
                <a:gd name="connsiteX165" fmla="*/ 2255044 w 2543175"/>
                <a:gd name="connsiteY165" fmla="*/ 1650206 h 1890712"/>
                <a:gd name="connsiteX166" fmla="*/ 2281238 w 2543175"/>
                <a:gd name="connsiteY166" fmla="*/ 1664494 h 1890712"/>
                <a:gd name="connsiteX167" fmla="*/ 2297907 w 2543175"/>
                <a:gd name="connsiteY167" fmla="*/ 1674019 h 1890712"/>
                <a:gd name="connsiteX168" fmla="*/ 2312194 w 2543175"/>
                <a:gd name="connsiteY168" fmla="*/ 1685925 h 1890712"/>
                <a:gd name="connsiteX169" fmla="*/ 2328863 w 2543175"/>
                <a:gd name="connsiteY169" fmla="*/ 1697831 h 1890712"/>
                <a:gd name="connsiteX170" fmla="*/ 2350294 w 2543175"/>
                <a:gd name="connsiteY170" fmla="*/ 1712119 h 1890712"/>
                <a:gd name="connsiteX171" fmla="*/ 2369344 w 2543175"/>
                <a:gd name="connsiteY171" fmla="*/ 1724025 h 1890712"/>
                <a:gd name="connsiteX172" fmla="*/ 2428876 w 2543175"/>
                <a:gd name="connsiteY172" fmla="*/ 1785938 h 1890712"/>
                <a:gd name="connsiteX173" fmla="*/ 2466975 w 2543175"/>
                <a:gd name="connsiteY173" fmla="*/ 1783556 h 1890712"/>
                <a:gd name="connsiteX174" fmla="*/ 2481263 w 2543175"/>
                <a:gd name="connsiteY174" fmla="*/ 1795462 h 1890712"/>
                <a:gd name="connsiteX175" fmla="*/ 2486025 w 2543175"/>
                <a:gd name="connsiteY175" fmla="*/ 1802606 h 1890712"/>
                <a:gd name="connsiteX176" fmla="*/ 2514600 w 2543175"/>
                <a:gd name="connsiteY176" fmla="*/ 1850231 h 1890712"/>
                <a:gd name="connsiteX177" fmla="*/ 2519363 w 2543175"/>
                <a:gd name="connsiteY177" fmla="*/ 1857375 h 1890712"/>
                <a:gd name="connsiteX178" fmla="*/ 2540794 w 2543175"/>
                <a:gd name="connsiteY178" fmla="*/ 1883569 h 1890712"/>
                <a:gd name="connsiteX179" fmla="*/ 2543175 w 2543175"/>
                <a:gd name="connsiteY179" fmla="*/ 1890712 h 1890712"/>
                <a:gd name="connsiteX0" fmla="*/ 0 w 2543175"/>
                <a:gd name="connsiteY0" fmla="*/ 0 h 1890712"/>
                <a:gd name="connsiteX1" fmla="*/ 11907 w 2543175"/>
                <a:gd name="connsiteY1" fmla="*/ 11906 h 1890712"/>
                <a:gd name="connsiteX2" fmla="*/ 21432 w 2543175"/>
                <a:gd name="connsiteY2" fmla="*/ 16669 h 1890712"/>
                <a:gd name="connsiteX3" fmla="*/ 23813 w 2543175"/>
                <a:gd name="connsiteY3" fmla="*/ 23812 h 1890712"/>
                <a:gd name="connsiteX4" fmla="*/ 33338 w 2543175"/>
                <a:gd name="connsiteY4" fmla="*/ 33337 h 1890712"/>
                <a:gd name="connsiteX5" fmla="*/ 40482 w 2543175"/>
                <a:gd name="connsiteY5" fmla="*/ 42862 h 1890712"/>
                <a:gd name="connsiteX6" fmla="*/ 47625 w 2543175"/>
                <a:gd name="connsiteY6" fmla="*/ 47625 h 1890712"/>
                <a:gd name="connsiteX7" fmla="*/ 57150 w 2543175"/>
                <a:gd name="connsiteY7" fmla="*/ 54769 h 1890712"/>
                <a:gd name="connsiteX8" fmla="*/ 64294 w 2543175"/>
                <a:gd name="connsiteY8" fmla="*/ 59531 h 1890712"/>
                <a:gd name="connsiteX9" fmla="*/ 83344 w 2543175"/>
                <a:gd name="connsiteY9" fmla="*/ 73819 h 1890712"/>
                <a:gd name="connsiteX10" fmla="*/ 97632 w 2543175"/>
                <a:gd name="connsiteY10" fmla="*/ 80962 h 1890712"/>
                <a:gd name="connsiteX11" fmla="*/ 104775 w 2543175"/>
                <a:gd name="connsiteY11" fmla="*/ 85725 h 1890712"/>
                <a:gd name="connsiteX12" fmla="*/ 114300 w 2543175"/>
                <a:gd name="connsiteY12" fmla="*/ 95250 h 1890712"/>
                <a:gd name="connsiteX13" fmla="*/ 123825 w 2543175"/>
                <a:gd name="connsiteY13" fmla="*/ 97631 h 1890712"/>
                <a:gd name="connsiteX14" fmla="*/ 130969 w 2543175"/>
                <a:gd name="connsiteY14" fmla="*/ 104775 h 1890712"/>
                <a:gd name="connsiteX15" fmla="*/ 140494 w 2543175"/>
                <a:gd name="connsiteY15" fmla="*/ 111919 h 1890712"/>
                <a:gd name="connsiteX16" fmla="*/ 147638 w 2543175"/>
                <a:gd name="connsiteY16" fmla="*/ 116681 h 1890712"/>
                <a:gd name="connsiteX17" fmla="*/ 164307 w 2543175"/>
                <a:gd name="connsiteY17" fmla="*/ 128587 h 1890712"/>
                <a:gd name="connsiteX18" fmla="*/ 180975 w 2543175"/>
                <a:gd name="connsiteY18" fmla="*/ 140494 h 1890712"/>
                <a:gd name="connsiteX19" fmla="*/ 197644 w 2543175"/>
                <a:gd name="connsiteY19" fmla="*/ 152400 h 1890712"/>
                <a:gd name="connsiteX20" fmla="*/ 204788 w 2543175"/>
                <a:gd name="connsiteY20" fmla="*/ 157162 h 1890712"/>
                <a:gd name="connsiteX21" fmla="*/ 214313 w 2543175"/>
                <a:gd name="connsiteY21" fmla="*/ 164306 h 1890712"/>
                <a:gd name="connsiteX22" fmla="*/ 230982 w 2543175"/>
                <a:gd name="connsiteY22" fmla="*/ 180975 h 1890712"/>
                <a:gd name="connsiteX23" fmla="*/ 247650 w 2543175"/>
                <a:gd name="connsiteY23" fmla="*/ 185737 h 1890712"/>
                <a:gd name="connsiteX24" fmla="*/ 259557 w 2543175"/>
                <a:gd name="connsiteY24" fmla="*/ 188119 h 1890712"/>
                <a:gd name="connsiteX25" fmla="*/ 302419 w 2543175"/>
                <a:gd name="connsiteY25" fmla="*/ 204787 h 1890712"/>
                <a:gd name="connsiteX26" fmla="*/ 309563 w 2543175"/>
                <a:gd name="connsiteY26" fmla="*/ 209550 h 1890712"/>
                <a:gd name="connsiteX27" fmla="*/ 333375 w 2543175"/>
                <a:gd name="connsiteY27" fmla="*/ 228600 h 1890712"/>
                <a:gd name="connsiteX28" fmla="*/ 340519 w 2543175"/>
                <a:gd name="connsiteY28" fmla="*/ 233362 h 1890712"/>
                <a:gd name="connsiteX29" fmla="*/ 354807 w 2543175"/>
                <a:gd name="connsiteY29" fmla="*/ 247650 h 1890712"/>
                <a:gd name="connsiteX30" fmla="*/ 366713 w 2543175"/>
                <a:gd name="connsiteY30" fmla="*/ 264319 h 1890712"/>
                <a:gd name="connsiteX31" fmla="*/ 371475 w 2543175"/>
                <a:gd name="connsiteY31" fmla="*/ 271462 h 1890712"/>
                <a:gd name="connsiteX32" fmla="*/ 378619 w 2543175"/>
                <a:gd name="connsiteY32" fmla="*/ 276225 h 1890712"/>
                <a:gd name="connsiteX33" fmla="*/ 385763 w 2543175"/>
                <a:gd name="connsiteY33" fmla="*/ 283369 h 1890712"/>
                <a:gd name="connsiteX34" fmla="*/ 395288 w 2543175"/>
                <a:gd name="connsiteY34" fmla="*/ 288131 h 1890712"/>
                <a:gd name="connsiteX35" fmla="*/ 404813 w 2543175"/>
                <a:gd name="connsiteY35" fmla="*/ 295275 h 1890712"/>
                <a:gd name="connsiteX36" fmla="*/ 411957 w 2543175"/>
                <a:gd name="connsiteY36" fmla="*/ 297656 h 1890712"/>
                <a:gd name="connsiteX37" fmla="*/ 421482 w 2543175"/>
                <a:gd name="connsiteY37" fmla="*/ 302419 h 1890712"/>
                <a:gd name="connsiteX38" fmla="*/ 447675 w 2543175"/>
                <a:gd name="connsiteY38" fmla="*/ 307181 h 1890712"/>
                <a:gd name="connsiteX39" fmla="*/ 461963 w 2543175"/>
                <a:gd name="connsiteY39" fmla="*/ 321469 h 1890712"/>
                <a:gd name="connsiteX40" fmla="*/ 466725 w 2543175"/>
                <a:gd name="connsiteY40" fmla="*/ 328612 h 1890712"/>
                <a:gd name="connsiteX41" fmla="*/ 476250 w 2543175"/>
                <a:gd name="connsiteY41" fmla="*/ 335756 h 1890712"/>
                <a:gd name="connsiteX42" fmla="*/ 481013 w 2543175"/>
                <a:gd name="connsiteY42" fmla="*/ 342900 h 1890712"/>
                <a:gd name="connsiteX43" fmla="*/ 490538 w 2543175"/>
                <a:gd name="connsiteY43" fmla="*/ 352425 h 1890712"/>
                <a:gd name="connsiteX44" fmla="*/ 495300 w 2543175"/>
                <a:gd name="connsiteY44" fmla="*/ 359569 h 1890712"/>
                <a:gd name="connsiteX45" fmla="*/ 509588 w 2543175"/>
                <a:gd name="connsiteY45" fmla="*/ 376237 h 1890712"/>
                <a:gd name="connsiteX46" fmla="*/ 514350 w 2543175"/>
                <a:gd name="connsiteY46" fmla="*/ 383381 h 1890712"/>
                <a:gd name="connsiteX47" fmla="*/ 531019 w 2543175"/>
                <a:gd name="connsiteY47" fmla="*/ 397669 h 1890712"/>
                <a:gd name="connsiteX48" fmla="*/ 538163 w 2543175"/>
                <a:gd name="connsiteY48" fmla="*/ 407194 h 1890712"/>
                <a:gd name="connsiteX49" fmla="*/ 554832 w 2543175"/>
                <a:gd name="connsiteY49" fmla="*/ 421481 h 1890712"/>
                <a:gd name="connsiteX50" fmla="*/ 564357 w 2543175"/>
                <a:gd name="connsiteY50" fmla="*/ 431006 h 1890712"/>
                <a:gd name="connsiteX51" fmla="*/ 573882 w 2543175"/>
                <a:gd name="connsiteY51" fmla="*/ 438150 h 1890712"/>
                <a:gd name="connsiteX52" fmla="*/ 595313 w 2543175"/>
                <a:gd name="connsiteY52" fmla="*/ 454819 h 1890712"/>
                <a:gd name="connsiteX53" fmla="*/ 602457 w 2543175"/>
                <a:gd name="connsiteY53" fmla="*/ 457200 h 1890712"/>
                <a:gd name="connsiteX54" fmla="*/ 628650 w 2543175"/>
                <a:gd name="connsiteY54" fmla="*/ 469106 h 1890712"/>
                <a:gd name="connsiteX55" fmla="*/ 645319 w 2543175"/>
                <a:gd name="connsiteY55" fmla="*/ 483394 h 1890712"/>
                <a:gd name="connsiteX56" fmla="*/ 654844 w 2543175"/>
                <a:gd name="connsiteY56" fmla="*/ 488156 h 1890712"/>
                <a:gd name="connsiteX57" fmla="*/ 661988 w 2543175"/>
                <a:gd name="connsiteY57" fmla="*/ 497681 h 1890712"/>
                <a:gd name="connsiteX58" fmla="*/ 683419 w 2543175"/>
                <a:gd name="connsiteY58" fmla="*/ 514350 h 1890712"/>
                <a:gd name="connsiteX59" fmla="*/ 700088 w 2543175"/>
                <a:gd name="connsiteY59" fmla="*/ 526256 h 1890712"/>
                <a:gd name="connsiteX60" fmla="*/ 709613 w 2543175"/>
                <a:gd name="connsiteY60" fmla="*/ 535781 h 1890712"/>
                <a:gd name="connsiteX61" fmla="*/ 719138 w 2543175"/>
                <a:gd name="connsiteY61" fmla="*/ 542925 h 1890712"/>
                <a:gd name="connsiteX62" fmla="*/ 733425 w 2543175"/>
                <a:gd name="connsiteY62" fmla="*/ 557212 h 1890712"/>
                <a:gd name="connsiteX63" fmla="*/ 750094 w 2543175"/>
                <a:gd name="connsiteY63" fmla="*/ 569119 h 1890712"/>
                <a:gd name="connsiteX64" fmla="*/ 769144 w 2543175"/>
                <a:gd name="connsiteY64" fmla="*/ 581025 h 1890712"/>
                <a:gd name="connsiteX65" fmla="*/ 785813 w 2543175"/>
                <a:gd name="connsiteY65" fmla="*/ 590550 h 1890712"/>
                <a:gd name="connsiteX66" fmla="*/ 792957 w 2543175"/>
                <a:gd name="connsiteY66" fmla="*/ 600075 h 1890712"/>
                <a:gd name="connsiteX67" fmla="*/ 809625 w 2543175"/>
                <a:gd name="connsiteY67" fmla="*/ 611981 h 1890712"/>
                <a:gd name="connsiteX68" fmla="*/ 816769 w 2543175"/>
                <a:gd name="connsiteY68" fmla="*/ 619125 h 1890712"/>
                <a:gd name="connsiteX69" fmla="*/ 826294 w 2543175"/>
                <a:gd name="connsiteY69" fmla="*/ 626269 h 1890712"/>
                <a:gd name="connsiteX70" fmla="*/ 840582 w 2543175"/>
                <a:gd name="connsiteY70" fmla="*/ 638175 h 1890712"/>
                <a:gd name="connsiteX71" fmla="*/ 847725 w 2543175"/>
                <a:gd name="connsiteY71" fmla="*/ 645319 h 1890712"/>
                <a:gd name="connsiteX72" fmla="*/ 857250 w 2543175"/>
                <a:gd name="connsiteY72" fmla="*/ 652462 h 1890712"/>
                <a:gd name="connsiteX73" fmla="*/ 864394 w 2543175"/>
                <a:gd name="connsiteY73" fmla="*/ 657225 h 1890712"/>
                <a:gd name="connsiteX74" fmla="*/ 888207 w 2543175"/>
                <a:gd name="connsiteY74" fmla="*/ 676275 h 1890712"/>
                <a:gd name="connsiteX75" fmla="*/ 895350 w 2543175"/>
                <a:gd name="connsiteY75" fmla="*/ 681037 h 1890712"/>
                <a:gd name="connsiteX76" fmla="*/ 907257 w 2543175"/>
                <a:gd name="connsiteY76" fmla="*/ 683419 h 1890712"/>
                <a:gd name="connsiteX77" fmla="*/ 928688 w 2543175"/>
                <a:gd name="connsiteY77" fmla="*/ 695325 h 1890712"/>
                <a:gd name="connsiteX78" fmla="*/ 942975 w 2543175"/>
                <a:gd name="connsiteY78" fmla="*/ 700087 h 1890712"/>
                <a:gd name="connsiteX79" fmla="*/ 964407 w 2543175"/>
                <a:gd name="connsiteY79" fmla="*/ 716756 h 1890712"/>
                <a:gd name="connsiteX80" fmla="*/ 971550 w 2543175"/>
                <a:gd name="connsiteY80" fmla="*/ 723900 h 1890712"/>
                <a:gd name="connsiteX81" fmla="*/ 983457 w 2543175"/>
                <a:gd name="connsiteY81" fmla="*/ 733425 h 1890712"/>
                <a:gd name="connsiteX82" fmla="*/ 990600 w 2543175"/>
                <a:gd name="connsiteY82" fmla="*/ 738187 h 1890712"/>
                <a:gd name="connsiteX83" fmla="*/ 1007269 w 2543175"/>
                <a:gd name="connsiteY83" fmla="*/ 752475 h 1890712"/>
                <a:gd name="connsiteX84" fmla="*/ 1031082 w 2543175"/>
                <a:gd name="connsiteY84" fmla="*/ 766762 h 1890712"/>
                <a:gd name="connsiteX85" fmla="*/ 1042988 w 2543175"/>
                <a:gd name="connsiteY85" fmla="*/ 773906 h 1890712"/>
                <a:gd name="connsiteX86" fmla="*/ 1071563 w 2543175"/>
                <a:gd name="connsiteY86" fmla="*/ 785812 h 1890712"/>
                <a:gd name="connsiteX87" fmla="*/ 1097757 w 2543175"/>
                <a:gd name="connsiteY87" fmla="*/ 807244 h 1890712"/>
                <a:gd name="connsiteX88" fmla="*/ 1104900 w 2543175"/>
                <a:gd name="connsiteY88" fmla="*/ 814387 h 1890712"/>
                <a:gd name="connsiteX89" fmla="*/ 1121569 w 2543175"/>
                <a:gd name="connsiteY89" fmla="*/ 823912 h 1890712"/>
                <a:gd name="connsiteX90" fmla="*/ 1138238 w 2543175"/>
                <a:gd name="connsiteY90" fmla="*/ 835819 h 1890712"/>
                <a:gd name="connsiteX91" fmla="*/ 1147763 w 2543175"/>
                <a:gd name="connsiteY91" fmla="*/ 842962 h 1890712"/>
                <a:gd name="connsiteX92" fmla="*/ 1157288 w 2543175"/>
                <a:gd name="connsiteY92" fmla="*/ 847725 h 1890712"/>
                <a:gd name="connsiteX93" fmla="*/ 1178719 w 2543175"/>
                <a:gd name="connsiteY93" fmla="*/ 859631 h 1890712"/>
                <a:gd name="connsiteX94" fmla="*/ 1188244 w 2543175"/>
                <a:gd name="connsiteY94" fmla="*/ 866775 h 1890712"/>
                <a:gd name="connsiteX95" fmla="*/ 1195388 w 2543175"/>
                <a:gd name="connsiteY95" fmla="*/ 871537 h 1890712"/>
                <a:gd name="connsiteX96" fmla="*/ 1212057 w 2543175"/>
                <a:gd name="connsiteY96" fmla="*/ 883444 h 1890712"/>
                <a:gd name="connsiteX97" fmla="*/ 1226344 w 2543175"/>
                <a:gd name="connsiteY97" fmla="*/ 895350 h 1890712"/>
                <a:gd name="connsiteX98" fmla="*/ 1245394 w 2543175"/>
                <a:gd name="connsiteY98" fmla="*/ 907256 h 1890712"/>
                <a:gd name="connsiteX99" fmla="*/ 1254919 w 2543175"/>
                <a:gd name="connsiteY99" fmla="*/ 914400 h 1890712"/>
                <a:gd name="connsiteX100" fmla="*/ 1269207 w 2543175"/>
                <a:gd name="connsiteY100" fmla="*/ 921544 h 1890712"/>
                <a:gd name="connsiteX101" fmla="*/ 1290638 w 2543175"/>
                <a:gd name="connsiteY101" fmla="*/ 935831 h 1890712"/>
                <a:gd name="connsiteX102" fmla="*/ 1307307 w 2543175"/>
                <a:gd name="connsiteY102" fmla="*/ 952500 h 1890712"/>
                <a:gd name="connsiteX103" fmla="*/ 1333500 w 2543175"/>
                <a:gd name="connsiteY103" fmla="*/ 971550 h 1890712"/>
                <a:gd name="connsiteX104" fmla="*/ 1359694 w 2543175"/>
                <a:gd name="connsiteY104" fmla="*/ 990600 h 1890712"/>
                <a:gd name="connsiteX105" fmla="*/ 1373982 w 2543175"/>
                <a:gd name="connsiteY105" fmla="*/ 997744 h 1890712"/>
                <a:gd name="connsiteX106" fmla="*/ 1388269 w 2543175"/>
                <a:gd name="connsiteY106" fmla="*/ 1007269 h 1890712"/>
                <a:gd name="connsiteX107" fmla="*/ 1414463 w 2543175"/>
                <a:gd name="connsiteY107" fmla="*/ 1019175 h 1890712"/>
                <a:gd name="connsiteX108" fmla="*/ 1428750 w 2543175"/>
                <a:gd name="connsiteY108" fmla="*/ 1026319 h 1890712"/>
                <a:gd name="connsiteX109" fmla="*/ 1471613 w 2543175"/>
                <a:gd name="connsiteY109" fmla="*/ 1059656 h 1890712"/>
                <a:gd name="connsiteX110" fmla="*/ 1495425 w 2543175"/>
                <a:gd name="connsiteY110" fmla="*/ 1088231 h 1890712"/>
                <a:gd name="connsiteX111" fmla="*/ 1547812 w 2543175"/>
                <a:gd name="connsiteY111" fmla="*/ 1133475 h 1890712"/>
                <a:gd name="connsiteX112" fmla="*/ 1597819 w 2543175"/>
                <a:gd name="connsiteY112" fmla="*/ 1154906 h 1890712"/>
                <a:gd name="connsiteX113" fmla="*/ 1604963 w 2543175"/>
                <a:gd name="connsiteY113" fmla="*/ 1162050 h 1890712"/>
                <a:gd name="connsiteX114" fmla="*/ 1612107 w 2543175"/>
                <a:gd name="connsiteY114" fmla="*/ 1166812 h 1890712"/>
                <a:gd name="connsiteX115" fmla="*/ 1628775 w 2543175"/>
                <a:gd name="connsiteY115" fmla="*/ 1183481 h 1890712"/>
                <a:gd name="connsiteX116" fmla="*/ 1662113 w 2543175"/>
                <a:gd name="connsiteY116" fmla="*/ 1209675 h 1890712"/>
                <a:gd name="connsiteX117" fmla="*/ 1678782 w 2543175"/>
                <a:gd name="connsiteY117" fmla="*/ 1226344 h 1890712"/>
                <a:gd name="connsiteX118" fmla="*/ 1700213 w 2543175"/>
                <a:gd name="connsiteY118" fmla="*/ 1247775 h 1890712"/>
                <a:gd name="connsiteX119" fmla="*/ 1712119 w 2543175"/>
                <a:gd name="connsiteY119" fmla="*/ 1259681 h 1890712"/>
                <a:gd name="connsiteX120" fmla="*/ 1733550 w 2543175"/>
                <a:gd name="connsiteY120" fmla="*/ 1273969 h 1890712"/>
                <a:gd name="connsiteX121" fmla="*/ 1743075 w 2543175"/>
                <a:gd name="connsiteY121" fmla="*/ 1283494 h 1890712"/>
                <a:gd name="connsiteX122" fmla="*/ 1754982 w 2543175"/>
                <a:gd name="connsiteY122" fmla="*/ 1290637 h 1890712"/>
                <a:gd name="connsiteX123" fmla="*/ 1766888 w 2543175"/>
                <a:gd name="connsiteY123" fmla="*/ 1300162 h 1890712"/>
                <a:gd name="connsiteX124" fmla="*/ 1783557 w 2543175"/>
                <a:gd name="connsiteY124" fmla="*/ 1307306 h 1890712"/>
                <a:gd name="connsiteX125" fmla="*/ 1790700 w 2543175"/>
                <a:gd name="connsiteY125" fmla="*/ 1312069 h 1890712"/>
                <a:gd name="connsiteX126" fmla="*/ 1800225 w 2543175"/>
                <a:gd name="connsiteY126" fmla="*/ 1319212 h 1890712"/>
                <a:gd name="connsiteX127" fmla="*/ 1807369 w 2543175"/>
                <a:gd name="connsiteY127" fmla="*/ 1321594 h 1890712"/>
                <a:gd name="connsiteX128" fmla="*/ 1824038 w 2543175"/>
                <a:gd name="connsiteY128" fmla="*/ 1333500 h 1890712"/>
                <a:gd name="connsiteX129" fmla="*/ 1843088 w 2543175"/>
                <a:gd name="connsiteY129" fmla="*/ 1352550 h 1890712"/>
                <a:gd name="connsiteX130" fmla="*/ 1852613 w 2543175"/>
                <a:gd name="connsiteY130" fmla="*/ 1359694 h 1890712"/>
                <a:gd name="connsiteX131" fmla="*/ 1859757 w 2543175"/>
                <a:gd name="connsiteY131" fmla="*/ 1366837 h 1890712"/>
                <a:gd name="connsiteX132" fmla="*/ 1869282 w 2543175"/>
                <a:gd name="connsiteY132" fmla="*/ 1371600 h 1890712"/>
                <a:gd name="connsiteX133" fmla="*/ 1883569 w 2543175"/>
                <a:gd name="connsiteY133" fmla="*/ 1388269 h 1890712"/>
                <a:gd name="connsiteX134" fmla="*/ 1893094 w 2543175"/>
                <a:gd name="connsiteY134" fmla="*/ 1395412 h 1890712"/>
                <a:gd name="connsiteX135" fmla="*/ 1902619 w 2543175"/>
                <a:gd name="connsiteY135" fmla="*/ 1404937 h 1890712"/>
                <a:gd name="connsiteX136" fmla="*/ 1912144 w 2543175"/>
                <a:gd name="connsiteY136" fmla="*/ 1409700 h 1890712"/>
                <a:gd name="connsiteX137" fmla="*/ 1931194 w 2543175"/>
                <a:gd name="connsiteY137" fmla="*/ 1421606 h 1890712"/>
                <a:gd name="connsiteX138" fmla="*/ 1935957 w 2543175"/>
                <a:gd name="connsiteY138" fmla="*/ 1428750 h 1890712"/>
                <a:gd name="connsiteX139" fmla="*/ 1952625 w 2543175"/>
                <a:gd name="connsiteY139" fmla="*/ 1438275 h 1890712"/>
                <a:gd name="connsiteX140" fmla="*/ 1971675 w 2543175"/>
                <a:gd name="connsiteY140" fmla="*/ 1450181 h 1890712"/>
                <a:gd name="connsiteX141" fmla="*/ 1981200 w 2543175"/>
                <a:gd name="connsiteY141" fmla="*/ 1454944 h 1890712"/>
                <a:gd name="connsiteX142" fmla="*/ 1997869 w 2543175"/>
                <a:gd name="connsiteY142" fmla="*/ 1471612 h 1890712"/>
                <a:gd name="connsiteX143" fmla="*/ 2007394 w 2543175"/>
                <a:gd name="connsiteY143" fmla="*/ 1478756 h 1890712"/>
                <a:gd name="connsiteX144" fmla="*/ 2016919 w 2543175"/>
                <a:gd name="connsiteY144" fmla="*/ 1483519 h 1890712"/>
                <a:gd name="connsiteX145" fmla="*/ 2024063 w 2543175"/>
                <a:gd name="connsiteY145" fmla="*/ 1490662 h 1890712"/>
                <a:gd name="connsiteX146" fmla="*/ 2033588 w 2543175"/>
                <a:gd name="connsiteY146" fmla="*/ 1495425 h 1890712"/>
                <a:gd name="connsiteX147" fmla="*/ 2040732 w 2543175"/>
                <a:gd name="connsiteY147" fmla="*/ 1502569 h 1890712"/>
                <a:gd name="connsiteX148" fmla="*/ 2047875 w 2543175"/>
                <a:gd name="connsiteY148" fmla="*/ 1507331 h 1890712"/>
                <a:gd name="connsiteX149" fmla="*/ 2057400 w 2543175"/>
                <a:gd name="connsiteY149" fmla="*/ 1514475 h 1890712"/>
                <a:gd name="connsiteX150" fmla="*/ 2064544 w 2543175"/>
                <a:gd name="connsiteY150" fmla="*/ 1519237 h 1890712"/>
                <a:gd name="connsiteX151" fmla="*/ 2071688 w 2543175"/>
                <a:gd name="connsiteY151" fmla="*/ 1526381 h 1890712"/>
                <a:gd name="connsiteX152" fmla="*/ 2081213 w 2543175"/>
                <a:gd name="connsiteY152" fmla="*/ 1531144 h 1890712"/>
                <a:gd name="connsiteX153" fmla="*/ 2090738 w 2543175"/>
                <a:gd name="connsiteY153" fmla="*/ 1538287 h 1890712"/>
                <a:gd name="connsiteX154" fmla="*/ 2109788 w 2543175"/>
                <a:gd name="connsiteY154" fmla="*/ 1547812 h 1890712"/>
                <a:gd name="connsiteX155" fmla="*/ 2131219 w 2543175"/>
                <a:gd name="connsiteY155" fmla="*/ 1562100 h 1890712"/>
                <a:gd name="connsiteX156" fmla="*/ 2140744 w 2543175"/>
                <a:gd name="connsiteY156" fmla="*/ 1566862 h 1890712"/>
                <a:gd name="connsiteX157" fmla="*/ 2152650 w 2543175"/>
                <a:gd name="connsiteY157" fmla="*/ 1576387 h 1890712"/>
                <a:gd name="connsiteX158" fmla="*/ 2181225 w 2543175"/>
                <a:gd name="connsiteY158" fmla="*/ 1590675 h 1890712"/>
                <a:gd name="connsiteX159" fmla="*/ 2200275 w 2543175"/>
                <a:gd name="connsiteY159" fmla="*/ 1607344 h 1890712"/>
                <a:gd name="connsiteX160" fmla="*/ 2207419 w 2543175"/>
                <a:gd name="connsiteY160" fmla="*/ 1612106 h 1890712"/>
                <a:gd name="connsiteX161" fmla="*/ 2216944 w 2543175"/>
                <a:gd name="connsiteY161" fmla="*/ 1619250 h 1890712"/>
                <a:gd name="connsiteX162" fmla="*/ 2224088 w 2543175"/>
                <a:gd name="connsiteY162" fmla="*/ 1624012 h 1890712"/>
                <a:gd name="connsiteX163" fmla="*/ 2247900 w 2543175"/>
                <a:gd name="connsiteY163" fmla="*/ 1643062 h 1890712"/>
                <a:gd name="connsiteX164" fmla="*/ 2255044 w 2543175"/>
                <a:gd name="connsiteY164" fmla="*/ 1650206 h 1890712"/>
                <a:gd name="connsiteX165" fmla="*/ 2281238 w 2543175"/>
                <a:gd name="connsiteY165" fmla="*/ 1664494 h 1890712"/>
                <a:gd name="connsiteX166" fmla="*/ 2297907 w 2543175"/>
                <a:gd name="connsiteY166" fmla="*/ 1674019 h 1890712"/>
                <a:gd name="connsiteX167" fmla="*/ 2312194 w 2543175"/>
                <a:gd name="connsiteY167" fmla="*/ 1685925 h 1890712"/>
                <a:gd name="connsiteX168" fmla="*/ 2328863 w 2543175"/>
                <a:gd name="connsiteY168" fmla="*/ 1697831 h 1890712"/>
                <a:gd name="connsiteX169" fmla="*/ 2350294 w 2543175"/>
                <a:gd name="connsiteY169" fmla="*/ 1712119 h 1890712"/>
                <a:gd name="connsiteX170" fmla="*/ 2369344 w 2543175"/>
                <a:gd name="connsiteY170" fmla="*/ 1724025 h 1890712"/>
                <a:gd name="connsiteX171" fmla="*/ 2428876 w 2543175"/>
                <a:gd name="connsiteY171" fmla="*/ 1785938 h 1890712"/>
                <a:gd name="connsiteX172" fmla="*/ 2466975 w 2543175"/>
                <a:gd name="connsiteY172" fmla="*/ 1783556 h 1890712"/>
                <a:gd name="connsiteX173" fmla="*/ 2481263 w 2543175"/>
                <a:gd name="connsiteY173" fmla="*/ 1795462 h 1890712"/>
                <a:gd name="connsiteX174" fmla="*/ 2486025 w 2543175"/>
                <a:gd name="connsiteY174" fmla="*/ 1802606 h 1890712"/>
                <a:gd name="connsiteX175" fmla="*/ 2514600 w 2543175"/>
                <a:gd name="connsiteY175" fmla="*/ 1850231 h 1890712"/>
                <a:gd name="connsiteX176" fmla="*/ 2519363 w 2543175"/>
                <a:gd name="connsiteY176" fmla="*/ 1857375 h 1890712"/>
                <a:gd name="connsiteX177" fmla="*/ 2540794 w 2543175"/>
                <a:gd name="connsiteY177" fmla="*/ 1883569 h 1890712"/>
                <a:gd name="connsiteX178" fmla="*/ 2543175 w 2543175"/>
                <a:gd name="connsiteY178" fmla="*/ 1890712 h 1890712"/>
                <a:gd name="connsiteX0" fmla="*/ 0 w 2543175"/>
                <a:gd name="connsiteY0" fmla="*/ 0 h 1890712"/>
                <a:gd name="connsiteX1" fmla="*/ 11907 w 2543175"/>
                <a:gd name="connsiteY1" fmla="*/ 11906 h 1890712"/>
                <a:gd name="connsiteX2" fmla="*/ 21432 w 2543175"/>
                <a:gd name="connsiteY2" fmla="*/ 16669 h 1890712"/>
                <a:gd name="connsiteX3" fmla="*/ 23813 w 2543175"/>
                <a:gd name="connsiteY3" fmla="*/ 23812 h 1890712"/>
                <a:gd name="connsiteX4" fmla="*/ 33338 w 2543175"/>
                <a:gd name="connsiteY4" fmla="*/ 33337 h 1890712"/>
                <a:gd name="connsiteX5" fmla="*/ 40482 w 2543175"/>
                <a:gd name="connsiteY5" fmla="*/ 42862 h 1890712"/>
                <a:gd name="connsiteX6" fmla="*/ 47625 w 2543175"/>
                <a:gd name="connsiteY6" fmla="*/ 47625 h 1890712"/>
                <a:gd name="connsiteX7" fmla="*/ 57150 w 2543175"/>
                <a:gd name="connsiteY7" fmla="*/ 54769 h 1890712"/>
                <a:gd name="connsiteX8" fmla="*/ 64294 w 2543175"/>
                <a:gd name="connsiteY8" fmla="*/ 59531 h 1890712"/>
                <a:gd name="connsiteX9" fmla="*/ 83344 w 2543175"/>
                <a:gd name="connsiteY9" fmla="*/ 73819 h 1890712"/>
                <a:gd name="connsiteX10" fmla="*/ 97632 w 2543175"/>
                <a:gd name="connsiteY10" fmla="*/ 80962 h 1890712"/>
                <a:gd name="connsiteX11" fmla="*/ 104775 w 2543175"/>
                <a:gd name="connsiteY11" fmla="*/ 85725 h 1890712"/>
                <a:gd name="connsiteX12" fmla="*/ 114300 w 2543175"/>
                <a:gd name="connsiteY12" fmla="*/ 95250 h 1890712"/>
                <a:gd name="connsiteX13" fmla="*/ 123825 w 2543175"/>
                <a:gd name="connsiteY13" fmla="*/ 97631 h 1890712"/>
                <a:gd name="connsiteX14" fmla="*/ 130969 w 2543175"/>
                <a:gd name="connsiteY14" fmla="*/ 104775 h 1890712"/>
                <a:gd name="connsiteX15" fmla="*/ 140494 w 2543175"/>
                <a:gd name="connsiteY15" fmla="*/ 111919 h 1890712"/>
                <a:gd name="connsiteX16" fmla="*/ 147638 w 2543175"/>
                <a:gd name="connsiteY16" fmla="*/ 116681 h 1890712"/>
                <a:gd name="connsiteX17" fmla="*/ 164307 w 2543175"/>
                <a:gd name="connsiteY17" fmla="*/ 128587 h 1890712"/>
                <a:gd name="connsiteX18" fmla="*/ 180975 w 2543175"/>
                <a:gd name="connsiteY18" fmla="*/ 140494 h 1890712"/>
                <a:gd name="connsiteX19" fmla="*/ 197644 w 2543175"/>
                <a:gd name="connsiteY19" fmla="*/ 152400 h 1890712"/>
                <a:gd name="connsiteX20" fmla="*/ 204788 w 2543175"/>
                <a:gd name="connsiteY20" fmla="*/ 157162 h 1890712"/>
                <a:gd name="connsiteX21" fmla="*/ 214313 w 2543175"/>
                <a:gd name="connsiteY21" fmla="*/ 164306 h 1890712"/>
                <a:gd name="connsiteX22" fmla="*/ 230982 w 2543175"/>
                <a:gd name="connsiteY22" fmla="*/ 180975 h 1890712"/>
                <a:gd name="connsiteX23" fmla="*/ 247650 w 2543175"/>
                <a:gd name="connsiteY23" fmla="*/ 185737 h 1890712"/>
                <a:gd name="connsiteX24" fmla="*/ 302419 w 2543175"/>
                <a:gd name="connsiteY24" fmla="*/ 204787 h 1890712"/>
                <a:gd name="connsiteX25" fmla="*/ 309563 w 2543175"/>
                <a:gd name="connsiteY25" fmla="*/ 209550 h 1890712"/>
                <a:gd name="connsiteX26" fmla="*/ 333375 w 2543175"/>
                <a:gd name="connsiteY26" fmla="*/ 228600 h 1890712"/>
                <a:gd name="connsiteX27" fmla="*/ 340519 w 2543175"/>
                <a:gd name="connsiteY27" fmla="*/ 233362 h 1890712"/>
                <a:gd name="connsiteX28" fmla="*/ 354807 w 2543175"/>
                <a:gd name="connsiteY28" fmla="*/ 247650 h 1890712"/>
                <a:gd name="connsiteX29" fmla="*/ 366713 w 2543175"/>
                <a:gd name="connsiteY29" fmla="*/ 264319 h 1890712"/>
                <a:gd name="connsiteX30" fmla="*/ 371475 w 2543175"/>
                <a:gd name="connsiteY30" fmla="*/ 271462 h 1890712"/>
                <a:gd name="connsiteX31" fmla="*/ 378619 w 2543175"/>
                <a:gd name="connsiteY31" fmla="*/ 276225 h 1890712"/>
                <a:gd name="connsiteX32" fmla="*/ 385763 w 2543175"/>
                <a:gd name="connsiteY32" fmla="*/ 283369 h 1890712"/>
                <a:gd name="connsiteX33" fmla="*/ 395288 w 2543175"/>
                <a:gd name="connsiteY33" fmla="*/ 288131 h 1890712"/>
                <a:gd name="connsiteX34" fmla="*/ 404813 w 2543175"/>
                <a:gd name="connsiteY34" fmla="*/ 295275 h 1890712"/>
                <a:gd name="connsiteX35" fmla="*/ 411957 w 2543175"/>
                <a:gd name="connsiteY35" fmla="*/ 297656 h 1890712"/>
                <a:gd name="connsiteX36" fmla="*/ 421482 w 2543175"/>
                <a:gd name="connsiteY36" fmla="*/ 302419 h 1890712"/>
                <a:gd name="connsiteX37" fmla="*/ 447675 w 2543175"/>
                <a:gd name="connsiteY37" fmla="*/ 307181 h 1890712"/>
                <a:gd name="connsiteX38" fmla="*/ 461963 w 2543175"/>
                <a:gd name="connsiteY38" fmla="*/ 321469 h 1890712"/>
                <a:gd name="connsiteX39" fmla="*/ 466725 w 2543175"/>
                <a:gd name="connsiteY39" fmla="*/ 328612 h 1890712"/>
                <a:gd name="connsiteX40" fmla="*/ 476250 w 2543175"/>
                <a:gd name="connsiteY40" fmla="*/ 335756 h 1890712"/>
                <a:gd name="connsiteX41" fmla="*/ 481013 w 2543175"/>
                <a:gd name="connsiteY41" fmla="*/ 342900 h 1890712"/>
                <a:gd name="connsiteX42" fmla="*/ 490538 w 2543175"/>
                <a:gd name="connsiteY42" fmla="*/ 352425 h 1890712"/>
                <a:gd name="connsiteX43" fmla="*/ 495300 w 2543175"/>
                <a:gd name="connsiteY43" fmla="*/ 359569 h 1890712"/>
                <a:gd name="connsiteX44" fmla="*/ 509588 w 2543175"/>
                <a:gd name="connsiteY44" fmla="*/ 376237 h 1890712"/>
                <a:gd name="connsiteX45" fmla="*/ 514350 w 2543175"/>
                <a:gd name="connsiteY45" fmla="*/ 383381 h 1890712"/>
                <a:gd name="connsiteX46" fmla="*/ 531019 w 2543175"/>
                <a:gd name="connsiteY46" fmla="*/ 397669 h 1890712"/>
                <a:gd name="connsiteX47" fmla="*/ 538163 w 2543175"/>
                <a:gd name="connsiteY47" fmla="*/ 407194 h 1890712"/>
                <a:gd name="connsiteX48" fmla="*/ 554832 w 2543175"/>
                <a:gd name="connsiteY48" fmla="*/ 421481 h 1890712"/>
                <a:gd name="connsiteX49" fmla="*/ 564357 w 2543175"/>
                <a:gd name="connsiteY49" fmla="*/ 431006 h 1890712"/>
                <a:gd name="connsiteX50" fmla="*/ 573882 w 2543175"/>
                <a:gd name="connsiteY50" fmla="*/ 438150 h 1890712"/>
                <a:gd name="connsiteX51" fmla="*/ 595313 w 2543175"/>
                <a:gd name="connsiteY51" fmla="*/ 454819 h 1890712"/>
                <a:gd name="connsiteX52" fmla="*/ 602457 w 2543175"/>
                <a:gd name="connsiteY52" fmla="*/ 457200 h 1890712"/>
                <a:gd name="connsiteX53" fmla="*/ 628650 w 2543175"/>
                <a:gd name="connsiteY53" fmla="*/ 469106 h 1890712"/>
                <a:gd name="connsiteX54" fmla="*/ 645319 w 2543175"/>
                <a:gd name="connsiteY54" fmla="*/ 483394 h 1890712"/>
                <a:gd name="connsiteX55" fmla="*/ 654844 w 2543175"/>
                <a:gd name="connsiteY55" fmla="*/ 488156 h 1890712"/>
                <a:gd name="connsiteX56" fmla="*/ 661988 w 2543175"/>
                <a:gd name="connsiteY56" fmla="*/ 497681 h 1890712"/>
                <a:gd name="connsiteX57" fmla="*/ 683419 w 2543175"/>
                <a:gd name="connsiteY57" fmla="*/ 514350 h 1890712"/>
                <a:gd name="connsiteX58" fmla="*/ 700088 w 2543175"/>
                <a:gd name="connsiteY58" fmla="*/ 526256 h 1890712"/>
                <a:gd name="connsiteX59" fmla="*/ 709613 w 2543175"/>
                <a:gd name="connsiteY59" fmla="*/ 535781 h 1890712"/>
                <a:gd name="connsiteX60" fmla="*/ 719138 w 2543175"/>
                <a:gd name="connsiteY60" fmla="*/ 542925 h 1890712"/>
                <a:gd name="connsiteX61" fmla="*/ 733425 w 2543175"/>
                <a:gd name="connsiteY61" fmla="*/ 557212 h 1890712"/>
                <a:gd name="connsiteX62" fmla="*/ 750094 w 2543175"/>
                <a:gd name="connsiteY62" fmla="*/ 569119 h 1890712"/>
                <a:gd name="connsiteX63" fmla="*/ 769144 w 2543175"/>
                <a:gd name="connsiteY63" fmla="*/ 581025 h 1890712"/>
                <a:gd name="connsiteX64" fmla="*/ 785813 w 2543175"/>
                <a:gd name="connsiteY64" fmla="*/ 590550 h 1890712"/>
                <a:gd name="connsiteX65" fmla="*/ 792957 w 2543175"/>
                <a:gd name="connsiteY65" fmla="*/ 600075 h 1890712"/>
                <a:gd name="connsiteX66" fmla="*/ 809625 w 2543175"/>
                <a:gd name="connsiteY66" fmla="*/ 611981 h 1890712"/>
                <a:gd name="connsiteX67" fmla="*/ 816769 w 2543175"/>
                <a:gd name="connsiteY67" fmla="*/ 619125 h 1890712"/>
                <a:gd name="connsiteX68" fmla="*/ 826294 w 2543175"/>
                <a:gd name="connsiteY68" fmla="*/ 626269 h 1890712"/>
                <a:gd name="connsiteX69" fmla="*/ 840582 w 2543175"/>
                <a:gd name="connsiteY69" fmla="*/ 638175 h 1890712"/>
                <a:gd name="connsiteX70" fmla="*/ 847725 w 2543175"/>
                <a:gd name="connsiteY70" fmla="*/ 645319 h 1890712"/>
                <a:gd name="connsiteX71" fmla="*/ 857250 w 2543175"/>
                <a:gd name="connsiteY71" fmla="*/ 652462 h 1890712"/>
                <a:gd name="connsiteX72" fmla="*/ 864394 w 2543175"/>
                <a:gd name="connsiteY72" fmla="*/ 657225 h 1890712"/>
                <a:gd name="connsiteX73" fmla="*/ 888207 w 2543175"/>
                <a:gd name="connsiteY73" fmla="*/ 676275 h 1890712"/>
                <a:gd name="connsiteX74" fmla="*/ 895350 w 2543175"/>
                <a:gd name="connsiteY74" fmla="*/ 681037 h 1890712"/>
                <a:gd name="connsiteX75" fmla="*/ 907257 w 2543175"/>
                <a:gd name="connsiteY75" fmla="*/ 683419 h 1890712"/>
                <a:gd name="connsiteX76" fmla="*/ 928688 w 2543175"/>
                <a:gd name="connsiteY76" fmla="*/ 695325 h 1890712"/>
                <a:gd name="connsiteX77" fmla="*/ 942975 w 2543175"/>
                <a:gd name="connsiteY77" fmla="*/ 700087 h 1890712"/>
                <a:gd name="connsiteX78" fmla="*/ 964407 w 2543175"/>
                <a:gd name="connsiteY78" fmla="*/ 716756 h 1890712"/>
                <a:gd name="connsiteX79" fmla="*/ 971550 w 2543175"/>
                <a:gd name="connsiteY79" fmla="*/ 723900 h 1890712"/>
                <a:gd name="connsiteX80" fmla="*/ 983457 w 2543175"/>
                <a:gd name="connsiteY80" fmla="*/ 733425 h 1890712"/>
                <a:gd name="connsiteX81" fmla="*/ 990600 w 2543175"/>
                <a:gd name="connsiteY81" fmla="*/ 738187 h 1890712"/>
                <a:gd name="connsiteX82" fmla="*/ 1007269 w 2543175"/>
                <a:gd name="connsiteY82" fmla="*/ 752475 h 1890712"/>
                <a:gd name="connsiteX83" fmla="*/ 1031082 w 2543175"/>
                <a:gd name="connsiteY83" fmla="*/ 766762 h 1890712"/>
                <a:gd name="connsiteX84" fmla="*/ 1042988 w 2543175"/>
                <a:gd name="connsiteY84" fmla="*/ 773906 h 1890712"/>
                <a:gd name="connsiteX85" fmla="*/ 1071563 w 2543175"/>
                <a:gd name="connsiteY85" fmla="*/ 785812 h 1890712"/>
                <a:gd name="connsiteX86" fmla="*/ 1097757 w 2543175"/>
                <a:gd name="connsiteY86" fmla="*/ 807244 h 1890712"/>
                <a:gd name="connsiteX87" fmla="*/ 1104900 w 2543175"/>
                <a:gd name="connsiteY87" fmla="*/ 814387 h 1890712"/>
                <a:gd name="connsiteX88" fmla="*/ 1121569 w 2543175"/>
                <a:gd name="connsiteY88" fmla="*/ 823912 h 1890712"/>
                <a:gd name="connsiteX89" fmla="*/ 1138238 w 2543175"/>
                <a:gd name="connsiteY89" fmla="*/ 835819 h 1890712"/>
                <a:gd name="connsiteX90" fmla="*/ 1147763 w 2543175"/>
                <a:gd name="connsiteY90" fmla="*/ 842962 h 1890712"/>
                <a:gd name="connsiteX91" fmla="*/ 1157288 w 2543175"/>
                <a:gd name="connsiteY91" fmla="*/ 847725 h 1890712"/>
                <a:gd name="connsiteX92" fmla="*/ 1178719 w 2543175"/>
                <a:gd name="connsiteY92" fmla="*/ 859631 h 1890712"/>
                <a:gd name="connsiteX93" fmla="*/ 1188244 w 2543175"/>
                <a:gd name="connsiteY93" fmla="*/ 866775 h 1890712"/>
                <a:gd name="connsiteX94" fmla="*/ 1195388 w 2543175"/>
                <a:gd name="connsiteY94" fmla="*/ 871537 h 1890712"/>
                <a:gd name="connsiteX95" fmla="*/ 1212057 w 2543175"/>
                <a:gd name="connsiteY95" fmla="*/ 883444 h 1890712"/>
                <a:gd name="connsiteX96" fmla="*/ 1226344 w 2543175"/>
                <a:gd name="connsiteY96" fmla="*/ 895350 h 1890712"/>
                <a:gd name="connsiteX97" fmla="*/ 1245394 w 2543175"/>
                <a:gd name="connsiteY97" fmla="*/ 907256 h 1890712"/>
                <a:gd name="connsiteX98" fmla="*/ 1254919 w 2543175"/>
                <a:gd name="connsiteY98" fmla="*/ 914400 h 1890712"/>
                <a:gd name="connsiteX99" fmla="*/ 1269207 w 2543175"/>
                <a:gd name="connsiteY99" fmla="*/ 921544 h 1890712"/>
                <a:gd name="connsiteX100" fmla="*/ 1290638 w 2543175"/>
                <a:gd name="connsiteY100" fmla="*/ 935831 h 1890712"/>
                <a:gd name="connsiteX101" fmla="*/ 1307307 w 2543175"/>
                <a:gd name="connsiteY101" fmla="*/ 952500 h 1890712"/>
                <a:gd name="connsiteX102" fmla="*/ 1333500 w 2543175"/>
                <a:gd name="connsiteY102" fmla="*/ 971550 h 1890712"/>
                <a:gd name="connsiteX103" fmla="*/ 1359694 w 2543175"/>
                <a:gd name="connsiteY103" fmla="*/ 990600 h 1890712"/>
                <a:gd name="connsiteX104" fmla="*/ 1373982 w 2543175"/>
                <a:gd name="connsiteY104" fmla="*/ 997744 h 1890712"/>
                <a:gd name="connsiteX105" fmla="*/ 1388269 w 2543175"/>
                <a:gd name="connsiteY105" fmla="*/ 1007269 h 1890712"/>
                <a:gd name="connsiteX106" fmla="*/ 1414463 w 2543175"/>
                <a:gd name="connsiteY106" fmla="*/ 1019175 h 1890712"/>
                <a:gd name="connsiteX107" fmla="*/ 1428750 w 2543175"/>
                <a:gd name="connsiteY107" fmla="*/ 1026319 h 1890712"/>
                <a:gd name="connsiteX108" fmla="*/ 1471613 w 2543175"/>
                <a:gd name="connsiteY108" fmla="*/ 1059656 h 1890712"/>
                <a:gd name="connsiteX109" fmla="*/ 1495425 w 2543175"/>
                <a:gd name="connsiteY109" fmla="*/ 1088231 h 1890712"/>
                <a:gd name="connsiteX110" fmla="*/ 1547812 w 2543175"/>
                <a:gd name="connsiteY110" fmla="*/ 1133475 h 1890712"/>
                <a:gd name="connsiteX111" fmla="*/ 1597819 w 2543175"/>
                <a:gd name="connsiteY111" fmla="*/ 1154906 h 1890712"/>
                <a:gd name="connsiteX112" fmla="*/ 1604963 w 2543175"/>
                <a:gd name="connsiteY112" fmla="*/ 1162050 h 1890712"/>
                <a:gd name="connsiteX113" fmla="*/ 1612107 w 2543175"/>
                <a:gd name="connsiteY113" fmla="*/ 1166812 h 1890712"/>
                <a:gd name="connsiteX114" fmla="*/ 1628775 w 2543175"/>
                <a:gd name="connsiteY114" fmla="*/ 1183481 h 1890712"/>
                <a:gd name="connsiteX115" fmla="*/ 1662113 w 2543175"/>
                <a:gd name="connsiteY115" fmla="*/ 1209675 h 1890712"/>
                <a:gd name="connsiteX116" fmla="*/ 1678782 w 2543175"/>
                <a:gd name="connsiteY116" fmla="*/ 1226344 h 1890712"/>
                <a:gd name="connsiteX117" fmla="*/ 1700213 w 2543175"/>
                <a:gd name="connsiteY117" fmla="*/ 1247775 h 1890712"/>
                <a:gd name="connsiteX118" fmla="*/ 1712119 w 2543175"/>
                <a:gd name="connsiteY118" fmla="*/ 1259681 h 1890712"/>
                <a:gd name="connsiteX119" fmla="*/ 1733550 w 2543175"/>
                <a:gd name="connsiteY119" fmla="*/ 1273969 h 1890712"/>
                <a:gd name="connsiteX120" fmla="*/ 1743075 w 2543175"/>
                <a:gd name="connsiteY120" fmla="*/ 1283494 h 1890712"/>
                <a:gd name="connsiteX121" fmla="*/ 1754982 w 2543175"/>
                <a:gd name="connsiteY121" fmla="*/ 1290637 h 1890712"/>
                <a:gd name="connsiteX122" fmla="*/ 1766888 w 2543175"/>
                <a:gd name="connsiteY122" fmla="*/ 1300162 h 1890712"/>
                <a:gd name="connsiteX123" fmla="*/ 1783557 w 2543175"/>
                <a:gd name="connsiteY123" fmla="*/ 1307306 h 1890712"/>
                <a:gd name="connsiteX124" fmla="*/ 1790700 w 2543175"/>
                <a:gd name="connsiteY124" fmla="*/ 1312069 h 1890712"/>
                <a:gd name="connsiteX125" fmla="*/ 1800225 w 2543175"/>
                <a:gd name="connsiteY125" fmla="*/ 1319212 h 1890712"/>
                <a:gd name="connsiteX126" fmla="*/ 1807369 w 2543175"/>
                <a:gd name="connsiteY126" fmla="*/ 1321594 h 1890712"/>
                <a:gd name="connsiteX127" fmla="*/ 1824038 w 2543175"/>
                <a:gd name="connsiteY127" fmla="*/ 1333500 h 1890712"/>
                <a:gd name="connsiteX128" fmla="*/ 1843088 w 2543175"/>
                <a:gd name="connsiteY128" fmla="*/ 1352550 h 1890712"/>
                <a:gd name="connsiteX129" fmla="*/ 1852613 w 2543175"/>
                <a:gd name="connsiteY129" fmla="*/ 1359694 h 1890712"/>
                <a:gd name="connsiteX130" fmla="*/ 1859757 w 2543175"/>
                <a:gd name="connsiteY130" fmla="*/ 1366837 h 1890712"/>
                <a:gd name="connsiteX131" fmla="*/ 1869282 w 2543175"/>
                <a:gd name="connsiteY131" fmla="*/ 1371600 h 1890712"/>
                <a:gd name="connsiteX132" fmla="*/ 1883569 w 2543175"/>
                <a:gd name="connsiteY132" fmla="*/ 1388269 h 1890712"/>
                <a:gd name="connsiteX133" fmla="*/ 1893094 w 2543175"/>
                <a:gd name="connsiteY133" fmla="*/ 1395412 h 1890712"/>
                <a:gd name="connsiteX134" fmla="*/ 1902619 w 2543175"/>
                <a:gd name="connsiteY134" fmla="*/ 1404937 h 1890712"/>
                <a:gd name="connsiteX135" fmla="*/ 1912144 w 2543175"/>
                <a:gd name="connsiteY135" fmla="*/ 1409700 h 1890712"/>
                <a:gd name="connsiteX136" fmla="*/ 1931194 w 2543175"/>
                <a:gd name="connsiteY136" fmla="*/ 1421606 h 1890712"/>
                <a:gd name="connsiteX137" fmla="*/ 1935957 w 2543175"/>
                <a:gd name="connsiteY137" fmla="*/ 1428750 h 1890712"/>
                <a:gd name="connsiteX138" fmla="*/ 1952625 w 2543175"/>
                <a:gd name="connsiteY138" fmla="*/ 1438275 h 1890712"/>
                <a:gd name="connsiteX139" fmla="*/ 1971675 w 2543175"/>
                <a:gd name="connsiteY139" fmla="*/ 1450181 h 1890712"/>
                <a:gd name="connsiteX140" fmla="*/ 1981200 w 2543175"/>
                <a:gd name="connsiteY140" fmla="*/ 1454944 h 1890712"/>
                <a:gd name="connsiteX141" fmla="*/ 1997869 w 2543175"/>
                <a:gd name="connsiteY141" fmla="*/ 1471612 h 1890712"/>
                <a:gd name="connsiteX142" fmla="*/ 2007394 w 2543175"/>
                <a:gd name="connsiteY142" fmla="*/ 1478756 h 1890712"/>
                <a:gd name="connsiteX143" fmla="*/ 2016919 w 2543175"/>
                <a:gd name="connsiteY143" fmla="*/ 1483519 h 1890712"/>
                <a:gd name="connsiteX144" fmla="*/ 2024063 w 2543175"/>
                <a:gd name="connsiteY144" fmla="*/ 1490662 h 1890712"/>
                <a:gd name="connsiteX145" fmla="*/ 2033588 w 2543175"/>
                <a:gd name="connsiteY145" fmla="*/ 1495425 h 1890712"/>
                <a:gd name="connsiteX146" fmla="*/ 2040732 w 2543175"/>
                <a:gd name="connsiteY146" fmla="*/ 1502569 h 1890712"/>
                <a:gd name="connsiteX147" fmla="*/ 2047875 w 2543175"/>
                <a:gd name="connsiteY147" fmla="*/ 1507331 h 1890712"/>
                <a:gd name="connsiteX148" fmla="*/ 2057400 w 2543175"/>
                <a:gd name="connsiteY148" fmla="*/ 1514475 h 1890712"/>
                <a:gd name="connsiteX149" fmla="*/ 2064544 w 2543175"/>
                <a:gd name="connsiteY149" fmla="*/ 1519237 h 1890712"/>
                <a:gd name="connsiteX150" fmla="*/ 2071688 w 2543175"/>
                <a:gd name="connsiteY150" fmla="*/ 1526381 h 1890712"/>
                <a:gd name="connsiteX151" fmla="*/ 2081213 w 2543175"/>
                <a:gd name="connsiteY151" fmla="*/ 1531144 h 1890712"/>
                <a:gd name="connsiteX152" fmla="*/ 2090738 w 2543175"/>
                <a:gd name="connsiteY152" fmla="*/ 1538287 h 1890712"/>
                <a:gd name="connsiteX153" fmla="*/ 2109788 w 2543175"/>
                <a:gd name="connsiteY153" fmla="*/ 1547812 h 1890712"/>
                <a:gd name="connsiteX154" fmla="*/ 2131219 w 2543175"/>
                <a:gd name="connsiteY154" fmla="*/ 1562100 h 1890712"/>
                <a:gd name="connsiteX155" fmla="*/ 2140744 w 2543175"/>
                <a:gd name="connsiteY155" fmla="*/ 1566862 h 1890712"/>
                <a:gd name="connsiteX156" fmla="*/ 2152650 w 2543175"/>
                <a:gd name="connsiteY156" fmla="*/ 1576387 h 1890712"/>
                <a:gd name="connsiteX157" fmla="*/ 2181225 w 2543175"/>
                <a:gd name="connsiteY157" fmla="*/ 1590675 h 1890712"/>
                <a:gd name="connsiteX158" fmla="*/ 2200275 w 2543175"/>
                <a:gd name="connsiteY158" fmla="*/ 1607344 h 1890712"/>
                <a:gd name="connsiteX159" fmla="*/ 2207419 w 2543175"/>
                <a:gd name="connsiteY159" fmla="*/ 1612106 h 1890712"/>
                <a:gd name="connsiteX160" fmla="*/ 2216944 w 2543175"/>
                <a:gd name="connsiteY160" fmla="*/ 1619250 h 1890712"/>
                <a:gd name="connsiteX161" fmla="*/ 2224088 w 2543175"/>
                <a:gd name="connsiteY161" fmla="*/ 1624012 h 1890712"/>
                <a:gd name="connsiteX162" fmla="*/ 2247900 w 2543175"/>
                <a:gd name="connsiteY162" fmla="*/ 1643062 h 1890712"/>
                <a:gd name="connsiteX163" fmla="*/ 2255044 w 2543175"/>
                <a:gd name="connsiteY163" fmla="*/ 1650206 h 1890712"/>
                <a:gd name="connsiteX164" fmla="*/ 2281238 w 2543175"/>
                <a:gd name="connsiteY164" fmla="*/ 1664494 h 1890712"/>
                <a:gd name="connsiteX165" fmla="*/ 2297907 w 2543175"/>
                <a:gd name="connsiteY165" fmla="*/ 1674019 h 1890712"/>
                <a:gd name="connsiteX166" fmla="*/ 2312194 w 2543175"/>
                <a:gd name="connsiteY166" fmla="*/ 1685925 h 1890712"/>
                <a:gd name="connsiteX167" fmla="*/ 2328863 w 2543175"/>
                <a:gd name="connsiteY167" fmla="*/ 1697831 h 1890712"/>
                <a:gd name="connsiteX168" fmla="*/ 2350294 w 2543175"/>
                <a:gd name="connsiteY168" fmla="*/ 1712119 h 1890712"/>
                <a:gd name="connsiteX169" fmla="*/ 2369344 w 2543175"/>
                <a:gd name="connsiteY169" fmla="*/ 1724025 h 1890712"/>
                <a:gd name="connsiteX170" fmla="*/ 2428876 w 2543175"/>
                <a:gd name="connsiteY170" fmla="*/ 1785938 h 1890712"/>
                <a:gd name="connsiteX171" fmla="*/ 2466975 w 2543175"/>
                <a:gd name="connsiteY171" fmla="*/ 1783556 h 1890712"/>
                <a:gd name="connsiteX172" fmla="*/ 2481263 w 2543175"/>
                <a:gd name="connsiteY172" fmla="*/ 1795462 h 1890712"/>
                <a:gd name="connsiteX173" fmla="*/ 2486025 w 2543175"/>
                <a:gd name="connsiteY173" fmla="*/ 1802606 h 1890712"/>
                <a:gd name="connsiteX174" fmla="*/ 2514600 w 2543175"/>
                <a:gd name="connsiteY174" fmla="*/ 1850231 h 1890712"/>
                <a:gd name="connsiteX175" fmla="*/ 2519363 w 2543175"/>
                <a:gd name="connsiteY175" fmla="*/ 1857375 h 1890712"/>
                <a:gd name="connsiteX176" fmla="*/ 2540794 w 2543175"/>
                <a:gd name="connsiteY176" fmla="*/ 1883569 h 1890712"/>
                <a:gd name="connsiteX177" fmla="*/ 2543175 w 2543175"/>
                <a:gd name="connsiteY177" fmla="*/ 1890712 h 1890712"/>
                <a:gd name="connsiteX0" fmla="*/ 0 w 2543175"/>
                <a:gd name="connsiteY0" fmla="*/ 0 h 1890712"/>
                <a:gd name="connsiteX1" fmla="*/ 11907 w 2543175"/>
                <a:gd name="connsiteY1" fmla="*/ 11906 h 1890712"/>
                <a:gd name="connsiteX2" fmla="*/ 21432 w 2543175"/>
                <a:gd name="connsiteY2" fmla="*/ 16669 h 1890712"/>
                <a:gd name="connsiteX3" fmla="*/ 23813 w 2543175"/>
                <a:gd name="connsiteY3" fmla="*/ 23812 h 1890712"/>
                <a:gd name="connsiteX4" fmla="*/ 33338 w 2543175"/>
                <a:gd name="connsiteY4" fmla="*/ 33337 h 1890712"/>
                <a:gd name="connsiteX5" fmla="*/ 40482 w 2543175"/>
                <a:gd name="connsiteY5" fmla="*/ 42862 h 1890712"/>
                <a:gd name="connsiteX6" fmla="*/ 47625 w 2543175"/>
                <a:gd name="connsiteY6" fmla="*/ 47625 h 1890712"/>
                <a:gd name="connsiteX7" fmla="*/ 57150 w 2543175"/>
                <a:gd name="connsiteY7" fmla="*/ 54769 h 1890712"/>
                <a:gd name="connsiteX8" fmla="*/ 64294 w 2543175"/>
                <a:gd name="connsiteY8" fmla="*/ 59531 h 1890712"/>
                <a:gd name="connsiteX9" fmla="*/ 83344 w 2543175"/>
                <a:gd name="connsiteY9" fmla="*/ 73819 h 1890712"/>
                <a:gd name="connsiteX10" fmla="*/ 97632 w 2543175"/>
                <a:gd name="connsiteY10" fmla="*/ 80962 h 1890712"/>
                <a:gd name="connsiteX11" fmla="*/ 104775 w 2543175"/>
                <a:gd name="connsiteY11" fmla="*/ 85725 h 1890712"/>
                <a:gd name="connsiteX12" fmla="*/ 114300 w 2543175"/>
                <a:gd name="connsiteY12" fmla="*/ 95250 h 1890712"/>
                <a:gd name="connsiteX13" fmla="*/ 123825 w 2543175"/>
                <a:gd name="connsiteY13" fmla="*/ 97631 h 1890712"/>
                <a:gd name="connsiteX14" fmla="*/ 130969 w 2543175"/>
                <a:gd name="connsiteY14" fmla="*/ 104775 h 1890712"/>
                <a:gd name="connsiteX15" fmla="*/ 140494 w 2543175"/>
                <a:gd name="connsiteY15" fmla="*/ 111919 h 1890712"/>
                <a:gd name="connsiteX16" fmla="*/ 147638 w 2543175"/>
                <a:gd name="connsiteY16" fmla="*/ 116681 h 1890712"/>
                <a:gd name="connsiteX17" fmla="*/ 164307 w 2543175"/>
                <a:gd name="connsiteY17" fmla="*/ 128587 h 1890712"/>
                <a:gd name="connsiteX18" fmla="*/ 180975 w 2543175"/>
                <a:gd name="connsiteY18" fmla="*/ 140494 h 1890712"/>
                <a:gd name="connsiteX19" fmla="*/ 197644 w 2543175"/>
                <a:gd name="connsiteY19" fmla="*/ 152400 h 1890712"/>
                <a:gd name="connsiteX20" fmla="*/ 204788 w 2543175"/>
                <a:gd name="connsiteY20" fmla="*/ 157162 h 1890712"/>
                <a:gd name="connsiteX21" fmla="*/ 214313 w 2543175"/>
                <a:gd name="connsiteY21" fmla="*/ 164306 h 1890712"/>
                <a:gd name="connsiteX22" fmla="*/ 230982 w 2543175"/>
                <a:gd name="connsiteY22" fmla="*/ 180975 h 1890712"/>
                <a:gd name="connsiteX23" fmla="*/ 247650 w 2543175"/>
                <a:gd name="connsiteY23" fmla="*/ 185737 h 1890712"/>
                <a:gd name="connsiteX24" fmla="*/ 302419 w 2543175"/>
                <a:gd name="connsiteY24" fmla="*/ 204787 h 1890712"/>
                <a:gd name="connsiteX25" fmla="*/ 333375 w 2543175"/>
                <a:gd name="connsiteY25" fmla="*/ 228600 h 1890712"/>
                <a:gd name="connsiteX26" fmla="*/ 340519 w 2543175"/>
                <a:gd name="connsiteY26" fmla="*/ 233362 h 1890712"/>
                <a:gd name="connsiteX27" fmla="*/ 354807 w 2543175"/>
                <a:gd name="connsiteY27" fmla="*/ 247650 h 1890712"/>
                <a:gd name="connsiteX28" fmla="*/ 366713 w 2543175"/>
                <a:gd name="connsiteY28" fmla="*/ 264319 h 1890712"/>
                <a:gd name="connsiteX29" fmla="*/ 371475 w 2543175"/>
                <a:gd name="connsiteY29" fmla="*/ 271462 h 1890712"/>
                <a:gd name="connsiteX30" fmla="*/ 378619 w 2543175"/>
                <a:gd name="connsiteY30" fmla="*/ 276225 h 1890712"/>
                <a:gd name="connsiteX31" fmla="*/ 385763 w 2543175"/>
                <a:gd name="connsiteY31" fmla="*/ 283369 h 1890712"/>
                <a:gd name="connsiteX32" fmla="*/ 395288 w 2543175"/>
                <a:gd name="connsiteY32" fmla="*/ 288131 h 1890712"/>
                <a:gd name="connsiteX33" fmla="*/ 404813 w 2543175"/>
                <a:gd name="connsiteY33" fmla="*/ 295275 h 1890712"/>
                <a:gd name="connsiteX34" fmla="*/ 411957 w 2543175"/>
                <a:gd name="connsiteY34" fmla="*/ 297656 h 1890712"/>
                <a:gd name="connsiteX35" fmla="*/ 421482 w 2543175"/>
                <a:gd name="connsiteY35" fmla="*/ 302419 h 1890712"/>
                <a:gd name="connsiteX36" fmla="*/ 447675 w 2543175"/>
                <a:gd name="connsiteY36" fmla="*/ 307181 h 1890712"/>
                <a:gd name="connsiteX37" fmla="*/ 461963 w 2543175"/>
                <a:gd name="connsiteY37" fmla="*/ 321469 h 1890712"/>
                <a:gd name="connsiteX38" fmla="*/ 466725 w 2543175"/>
                <a:gd name="connsiteY38" fmla="*/ 328612 h 1890712"/>
                <a:gd name="connsiteX39" fmla="*/ 476250 w 2543175"/>
                <a:gd name="connsiteY39" fmla="*/ 335756 h 1890712"/>
                <a:gd name="connsiteX40" fmla="*/ 481013 w 2543175"/>
                <a:gd name="connsiteY40" fmla="*/ 342900 h 1890712"/>
                <a:gd name="connsiteX41" fmla="*/ 490538 w 2543175"/>
                <a:gd name="connsiteY41" fmla="*/ 352425 h 1890712"/>
                <a:gd name="connsiteX42" fmla="*/ 495300 w 2543175"/>
                <a:gd name="connsiteY42" fmla="*/ 359569 h 1890712"/>
                <a:gd name="connsiteX43" fmla="*/ 509588 w 2543175"/>
                <a:gd name="connsiteY43" fmla="*/ 376237 h 1890712"/>
                <a:gd name="connsiteX44" fmla="*/ 514350 w 2543175"/>
                <a:gd name="connsiteY44" fmla="*/ 383381 h 1890712"/>
                <a:gd name="connsiteX45" fmla="*/ 531019 w 2543175"/>
                <a:gd name="connsiteY45" fmla="*/ 397669 h 1890712"/>
                <a:gd name="connsiteX46" fmla="*/ 538163 w 2543175"/>
                <a:gd name="connsiteY46" fmla="*/ 407194 h 1890712"/>
                <a:gd name="connsiteX47" fmla="*/ 554832 w 2543175"/>
                <a:gd name="connsiteY47" fmla="*/ 421481 h 1890712"/>
                <a:gd name="connsiteX48" fmla="*/ 564357 w 2543175"/>
                <a:gd name="connsiteY48" fmla="*/ 431006 h 1890712"/>
                <a:gd name="connsiteX49" fmla="*/ 573882 w 2543175"/>
                <a:gd name="connsiteY49" fmla="*/ 438150 h 1890712"/>
                <a:gd name="connsiteX50" fmla="*/ 595313 w 2543175"/>
                <a:gd name="connsiteY50" fmla="*/ 454819 h 1890712"/>
                <a:gd name="connsiteX51" fmla="*/ 602457 w 2543175"/>
                <a:gd name="connsiteY51" fmla="*/ 457200 h 1890712"/>
                <a:gd name="connsiteX52" fmla="*/ 628650 w 2543175"/>
                <a:gd name="connsiteY52" fmla="*/ 469106 h 1890712"/>
                <a:gd name="connsiteX53" fmla="*/ 645319 w 2543175"/>
                <a:gd name="connsiteY53" fmla="*/ 483394 h 1890712"/>
                <a:gd name="connsiteX54" fmla="*/ 654844 w 2543175"/>
                <a:gd name="connsiteY54" fmla="*/ 488156 h 1890712"/>
                <a:gd name="connsiteX55" fmla="*/ 661988 w 2543175"/>
                <a:gd name="connsiteY55" fmla="*/ 497681 h 1890712"/>
                <a:gd name="connsiteX56" fmla="*/ 683419 w 2543175"/>
                <a:gd name="connsiteY56" fmla="*/ 514350 h 1890712"/>
                <a:gd name="connsiteX57" fmla="*/ 700088 w 2543175"/>
                <a:gd name="connsiteY57" fmla="*/ 526256 h 1890712"/>
                <a:gd name="connsiteX58" fmla="*/ 709613 w 2543175"/>
                <a:gd name="connsiteY58" fmla="*/ 535781 h 1890712"/>
                <a:gd name="connsiteX59" fmla="*/ 719138 w 2543175"/>
                <a:gd name="connsiteY59" fmla="*/ 542925 h 1890712"/>
                <a:gd name="connsiteX60" fmla="*/ 733425 w 2543175"/>
                <a:gd name="connsiteY60" fmla="*/ 557212 h 1890712"/>
                <a:gd name="connsiteX61" fmla="*/ 750094 w 2543175"/>
                <a:gd name="connsiteY61" fmla="*/ 569119 h 1890712"/>
                <a:gd name="connsiteX62" fmla="*/ 769144 w 2543175"/>
                <a:gd name="connsiteY62" fmla="*/ 581025 h 1890712"/>
                <a:gd name="connsiteX63" fmla="*/ 785813 w 2543175"/>
                <a:gd name="connsiteY63" fmla="*/ 590550 h 1890712"/>
                <a:gd name="connsiteX64" fmla="*/ 792957 w 2543175"/>
                <a:gd name="connsiteY64" fmla="*/ 600075 h 1890712"/>
                <a:gd name="connsiteX65" fmla="*/ 809625 w 2543175"/>
                <a:gd name="connsiteY65" fmla="*/ 611981 h 1890712"/>
                <a:gd name="connsiteX66" fmla="*/ 816769 w 2543175"/>
                <a:gd name="connsiteY66" fmla="*/ 619125 h 1890712"/>
                <a:gd name="connsiteX67" fmla="*/ 826294 w 2543175"/>
                <a:gd name="connsiteY67" fmla="*/ 626269 h 1890712"/>
                <a:gd name="connsiteX68" fmla="*/ 840582 w 2543175"/>
                <a:gd name="connsiteY68" fmla="*/ 638175 h 1890712"/>
                <a:gd name="connsiteX69" fmla="*/ 847725 w 2543175"/>
                <a:gd name="connsiteY69" fmla="*/ 645319 h 1890712"/>
                <a:gd name="connsiteX70" fmla="*/ 857250 w 2543175"/>
                <a:gd name="connsiteY70" fmla="*/ 652462 h 1890712"/>
                <a:gd name="connsiteX71" fmla="*/ 864394 w 2543175"/>
                <a:gd name="connsiteY71" fmla="*/ 657225 h 1890712"/>
                <a:gd name="connsiteX72" fmla="*/ 888207 w 2543175"/>
                <a:gd name="connsiteY72" fmla="*/ 676275 h 1890712"/>
                <a:gd name="connsiteX73" fmla="*/ 895350 w 2543175"/>
                <a:gd name="connsiteY73" fmla="*/ 681037 h 1890712"/>
                <a:gd name="connsiteX74" fmla="*/ 907257 w 2543175"/>
                <a:gd name="connsiteY74" fmla="*/ 683419 h 1890712"/>
                <a:gd name="connsiteX75" fmla="*/ 928688 w 2543175"/>
                <a:gd name="connsiteY75" fmla="*/ 695325 h 1890712"/>
                <a:gd name="connsiteX76" fmla="*/ 942975 w 2543175"/>
                <a:gd name="connsiteY76" fmla="*/ 700087 h 1890712"/>
                <a:gd name="connsiteX77" fmla="*/ 964407 w 2543175"/>
                <a:gd name="connsiteY77" fmla="*/ 716756 h 1890712"/>
                <a:gd name="connsiteX78" fmla="*/ 971550 w 2543175"/>
                <a:gd name="connsiteY78" fmla="*/ 723900 h 1890712"/>
                <a:gd name="connsiteX79" fmla="*/ 983457 w 2543175"/>
                <a:gd name="connsiteY79" fmla="*/ 733425 h 1890712"/>
                <a:gd name="connsiteX80" fmla="*/ 990600 w 2543175"/>
                <a:gd name="connsiteY80" fmla="*/ 738187 h 1890712"/>
                <a:gd name="connsiteX81" fmla="*/ 1007269 w 2543175"/>
                <a:gd name="connsiteY81" fmla="*/ 752475 h 1890712"/>
                <a:gd name="connsiteX82" fmla="*/ 1031082 w 2543175"/>
                <a:gd name="connsiteY82" fmla="*/ 766762 h 1890712"/>
                <a:gd name="connsiteX83" fmla="*/ 1042988 w 2543175"/>
                <a:gd name="connsiteY83" fmla="*/ 773906 h 1890712"/>
                <a:gd name="connsiteX84" fmla="*/ 1071563 w 2543175"/>
                <a:gd name="connsiteY84" fmla="*/ 785812 h 1890712"/>
                <a:gd name="connsiteX85" fmla="*/ 1097757 w 2543175"/>
                <a:gd name="connsiteY85" fmla="*/ 807244 h 1890712"/>
                <a:gd name="connsiteX86" fmla="*/ 1104900 w 2543175"/>
                <a:gd name="connsiteY86" fmla="*/ 814387 h 1890712"/>
                <a:gd name="connsiteX87" fmla="*/ 1121569 w 2543175"/>
                <a:gd name="connsiteY87" fmla="*/ 823912 h 1890712"/>
                <a:gd name="connsiteX88" fmla="*/ 1138238 w 2543175"/>
                <a:gd name="connsiteY88" fmla="*/ 835819 h 1890712"/>
                <a:gd name="connsiteX89" fmla="*/ 1147763 w 2543175"/>
                <a:gd name="connsiteY89" fmla="*/ 842962 h 1890712"/>
                <a:gd name="connsiteX90" fmla="*/ 1157288 w 2543175"/>
                <a:gd name="connsiteY90" fmla="*/ 847725 h 1890712"/>
                <a:gd name="connsiteX91" fmla="*/ 1178719 w 2543175"/>
                <a:gd name="connsiteY91" fmla="*/ 859631 h 1890712"/>
                <a:gd name="connsiteX92" fmla="*/ 1188244 w 2543175"/>
                <a:gd name="connsiteY92" fmla="*/ 866775 h 1890712"/>
                <a:gd name="connsiteX93" fmla="*/ 1195388 w 2543175"/>
                <a:gd name="connsiteY93" fmla="*/ 871537 h 1890712"/>
                <a:gd name="connsiteX94" fmla="*/ 1212057 w 2543175"/>
                <a:gd name="connsiteY94" fmla="*/ 883444 h 1890712"/>
                <a:gd name="connsiteX95" fmla="*/ 1226344 w 2543175"/>
                <a:gd name="connsiteY95" fmla="*/ 895350 h 1890712"/>
                <a:gd name="connsiteX96" fmla="*/ 1245394 w 2543175"/>
                <a:gd name="connsiteY96" fmla="*/ 907256 h 1890712"/>
                <a:gd name="connsiteX97" fmla="*/ 1254919 w 2543175"/>
                <a:gd name="connsiteY97" fmla="*/ 914400 h 1890712"/>
                <a:gd name="connsiteX98" fmla="*/ 1269207 w 2543175"/>
                <a:gd name="connsiteY98" fmla="*/ 921544 h 1890712"/>
                <a:gd name="connsiteX99" fmla="*/ 1290638 w 2543175"/>
                <a:gd name="connsiteY99" fmla="*/ 935831 h 1890712"/>
                <a:gd name="connsiteX100" fmla="*/ 1307307 w 2543175"/>
                <a:gd name="connsiteY100" fmla="*/ 952500 h 1890712"/>
                <a:gd name="connsiteX101" fmla="*/ 1333500 w 2543175"/>
                <a:gd name="connsiteY101" fmla="*/ 971550 h 1890712"/>
                <a:gd name="connsiteX102" fmla="*/ 1359694 w 2543175"/>
                <a:gd name="connsiteY102" fmla="*/ 990600 h 1890712"/>
                <a:gd name="connsiteX103" fmla="*/ 1373982 w 2543175"/>
                <a:gd name="connsiteY103" fmla="*/ 997744 h 1890712"/>
                <a:gd name="connsiteX104" fmla="*/ 1388269 w 2543175"/>
                <a:gd name="connsiteY104" fmla="*/ 1007269 h 1890712"/>
                <a:gd name="connsiteX105" fmla="*/ 1414463 w 2543175"/>
                <a:gd name="connsiteY105" fmla="*/ 1019175 h 1890712"/>
                <a:gd name="connsiteX106" fmla="*/ 1428750 w 2543175"/>
                <a:gd name="connsiteY106" fmla="*/ 1026319 h 1890712"/>
                <a:gd name="connsiteX107" fmla="*/ 1471613 w 2543175"/>
                <a:gd name="connsiteY107" fmla="*/ 1059656 h 1890712"/>
                <a:gd name="connsiteX108" fmla="*/ 1495425 w 2543175"/>
                <a:gd name="connsiteY108" fmla="*/ 1088231 h 1890712"/>
                <a:gd name="connsiteX109" fmla="*/ 1547812 w 2543175"/>
                <a:gd name="connsiteY109" fmla="*/ 1133475 h 1890712"/>
                <a:gd name="connsiteX110" fmla="*/ 1597819 w 2543175"/>
                <a:gd name="connsiteY110" fmla="*/ 1154906 h 1890712"/>
                <a:gd name="connsiteX111" fmla="*/ 1604963 w 2543175"/>
                <a:gd name="connsiteY111" fmla="*/ 1162050 h 1890712"/>
                <a:gd name="connsiteX112" fmla="*/ 1612107 w 2543175"/>
                <a:gd name="connsiteY112" fmla="*/ 1166812 h 1890712"/>
                <a:gd name="connsiteX113" fmla="*/ 1628775 w 2543175"/>
                <a:gd name="connsiteY113" fmla="*/ 1183481 h 1890712"/>
                <a:gd name="connsiteX114" fmla="*/ 1662113 w 2543175"/>
                <a:gd name="connsiteY114" fmla="*/ 1209675 h 1890712"/>
                <a:gd name="connsiteX115" fmla="*/ 1678782 w 2543175"/>
                <a:gd name="connsiteY115" fmla="*/ 1226344 h 1890712"/>
                <a:gd name="connsiteX116" fmla="*/ 1700213 w 2543175"/>
                <a:gd name="connsiteY116" fmla="*/ 1247775 h 1890712"/>
                <a:gd name="connsiteX117" fmla="*/ 1712119 w 2543175"/>
                <a:gd name="connsiteY117" fmla="*/ 1259681 h 1890712"/>
                <a:gd name="connsiteX118" fmla="*/ 1733550 w 2543175"/>
                <a:gd name="connsiteY118" fmla="*/ 1273969 h 1890712"/>
                <a:gd name="connsiteX119" fmla="*/ 1743075 w 2543175"/>
                <a:gd name="connsiteY119" fmla="*/ 1283494 h 1890712"/>
                <a:gd name="connsiteX120" fmla="*/ 1754982 w 2543175"/>
                <a:gd name="connsiteY120" fmla="*/ 1290637 h 1890712"/>
                <a:gd name="connsiteX121" fmla="*/ 1766888 w 2543175"/>
                <a:gd name="connsiteY121" fmla="*/ 1300162 h 1890712"/>
                <a:gd name="connsiteX122" fmla="*/ 1783557 w 2543175"/>
                <a:gd name="connsiteY122" fmla="*/ 1307306 h 1890712"/>
                <a:gd name="connsiteX123" fmla="*/ 1790700 w 2543175"/>
                <a:gd name="connsiteY123" fmla="*/ 1312069 h 1890712"/>
                <a:gd name="connsiteX124" fmla="*/ 1800225 w 2543175"/>
                <a:gd name="connsiteY124" fmla="*/ 1319212 h 1890712"/>
                <a:gd name="connsiteX125" fmla="*/ 1807369 w 2543175"/>
                <a:gd name="connsiteY125" fmla="*/ 1321594 h 1890712"/>
                <a:gd name="connsiteX126" fmla="*/ 1824038 w 2543175"/>
                <a:gd name="connsiteY126" fmla="*/ 1333500 h 1890712"/>
                <a:gd name="connsiteX127" fmla="*/ 1843088 w 2543175"/>
                <a:gd name="connsiteY127" fmla="*/ 1352550 h 1890712"/>
                <a:gd name="connsiteX128" fmla="*/ 1852613 w 2543175"/>
                <a:gd name="connsiteY128" fmla="*/ 1359694 h 1890712"/>
                <a:gd name="connsiteX129" fmla="*/ 1859757 w 2543175"/>
                <a:gd name="connsiteY129" fmla="*/ 1366837 h 1890712"/>
                <a:gd name="connsiteX130" fmla="*/ 1869282 w 2543175"/>
                <a:gd name="connsiteY130" fmla="*/ 1371600 h 1890712"/>
                <a:gd name="connsiteX131" fmla="*/ 1883569 w 2543175"/>
                <a:gd name="connsiteY131" fmla="*/ 1388269 h 1890712"/>
                <a:gd name="connsiteX132" fmla="*/ 1893094 w 2543175"/>
                <a:gd name="connsiteY132" fmla="*/ 1395412 h 1890712"/>
                <a:gd name="connsiteX133" fmla="*/ 1902619 w 2543175"/>
                <a:gd name="connsiteY133" fmla="*/ 1404937 h 1890712"/>
                <a:gd name="connsiteX134" fmla="*/ 1912144 w 2543175"/>
                <a:gd name="connsiteY134" fmla="*/ 1409700 h 1890712"/>
                <a:gd name="connsiteX135" fmla="*/ 1931194 w 2543175"/>
                <a:gd name="connsiteY135" fmla="*/ 1421606 h 1890712"/>
                <a:gd name="connsiteX136" fmla="*/ 1935957 w 2543175"/>
                <a:gd name="connsiteY136" fmla="*/ 1428750 h 1890712"/>
                <a:gd name="connsiteX137" fmla="*/ 1952625 w 2543175"/>
                <a:gd name="connsiteY137" fmla="*/ 1438275 h 1890712"/>
                <a:gd name="connsiteX138" fmla="*/ 1971675 w 2543175"/>
                <a:gd name="connsiteY138" fmla="*/ 1450181 h 1890712"/>
                <a:gd name="connsiteX139" fmla="*/ 1981200 w 2543175"/>
                <a:gd name="connsiteY139" fmla="*/ 1454944 h 1890712"/>
                <a:gd name="connsiteX140" fmla="*/ 1997869 w 2543175"/>
                <a:gd name="connsiteY140" fmla="*/ 1471612 h 1890712"/>
                <a:gd name="connsiteX141" fmla="*/ 2007394 w 2543175"/>
                <a:gd name="connsiteY141" fmla="*/ 1478756 h 1890712"/>
                <a:gd name="connsiteX142" fmla="*/ 2016919 w 2543175"/>
                <a:gd name="connsiteY142" fmla="*/ 1483519 h 1890712"/>
                <a:gd name="connsiteX143" fmla="*/ 2024063 w 2543175"/>
                <a:gd name="connsiteY143" fmla="*/ 1490662 h 1890712"/>
                <a:gd name="connsiteX144" fmla="*/ 2033588 w 2543175"/>
                <a:gd name="connsiteY144" fmla="*/ 1495425 h 1890712"/>
                <a:gd name="connsiteX145" fmla="*/ 2040732 w 2543175"/>
                <a:gd name="connsiteY145" fmla="*/ 1502569 h 1890712"/>
                <a:gd name="connsiteX146" fmla="*/ 2047875 w 2543175"/>
                <a:gd name="connsiteY146" fmla="*/ 1507331 h 1890712"/>
                <a:gd name="connsiteX147" fmla="*/ 2057400 w 2543175"/>
                <a:gd name="connsiteY147" fmla="*/ 1514475 h 1890712"/>
                <a:gd name="connsiteX148" fmla="*/ 2064544 w 2543175"/>
                <a:gd name="connsiteY148" fmla="*/ 1519237 h 1890712"/>
                <a:gd name="connsiteX149" fmla="*/ 2071688 w 2543175"/>
                <a:gd name="connsiteY149" fmla="*/ 1526381 h 1890712"/>
                <a:gd name="connsiteX150" fmla="*/ 2081213 w 2543175"/>
                <a:gd name="connsiteY150" fmla="*/ 1531144 h 1890712"/>
                <a:gd name="connsiteX151" fmla="*/ 2090738 w 2543175"/>
                <a:gd name="connsiteY151" fmla="*/ 1538287 h 1890712"/>
                <a:gd name="connsiteX152" fmla="*/ 2109788 w 2543175"/>
                <a:gd name="connsiteY152" fmla="*/ 1547812 h 1890712"/>
                <a:gd name="connsiteX153" fmla="*/ 2131219 w 2543175"/>
                <a:gd name="connsiteY153" fmla="*/ 1562100 h 1890712"/>
                <a:gd name="connsiteX154" fmla="*/ 2140744 w 2543175"/>
                <a:gd name="connsiteY154" fmla="*/ 1566862 h 1890712"/>
                <a:gd name="connsiteX155" fmla="*/ 2152650 w 2543175"/>
                <a:gd name="connsiteY155" fmla="*/ 1576387 h 1890712"/>
                <a:gd name="connsiteX156" fmla="*/ 2181225 w 2543175"/>
                <a:gd name="connsiteY156" fmla="*/ 1590675 h 1890712"/>
                <a:gd name="connsiteX157" fmla="*/ 2200275 w 2543175"/>
                <a:gd name="connsiteY157" fmla="*/ 1607344 h 1890712"/>
                <a:gd name="connsiteX158" fmla="*/ 2207419 w 2543175"/>
                <a:gd name="connsiteY158" fmla="*/ 1612106 h 1890712"/>
                <a:gd name="connsiteX159" fmla="*/ 2216944 w 2543175"/>
                <a:gd name="connsiteY159" fmla="*/ 1619250 h 1890712"/>
                <a:gd name="connsiteX160" fmla="*/ 2224088 w 2543175"/>
                <a:gd name="connsiteY160" fmla="*/ 1624012 h 1890712"/>
                <a:gd name="connsiteX161" fmla="*/ 2247900 w 2543175"/>
                <a:gd name="connsiteY161" fmla="*/ 1643062 h 1890712"/>
                <a:gd name="connsiteX162" fmla="*/ 2255044 w 2543175"/>
                <a:gd name="connsiteY162" fmla="*/ 1650206 h 1890712"/>
                <a:gd name="connsiteX163" fmla="*/ 2281238 w 2543175"/>
                <a:gd name="connsiteY163" fmla="*/ 1664494 h 1890712"/>
                <a:gd name="connsiteX164" fmla="*/ 2297907 w 2543175"/>
                <a:gd name="connsiteY164" fmla="*/ 1674019 h 1890712"/>
                <a:gd name="connsiteX165" fmla="*/ 2312194 w 2543175"/>
                <a:gd name="connsiteY165" fmla="*/ 1685925 h 1890712"/>
                <a:gd name="connsiteX166" fmla="*/ 2328863 w 2543175"/>
                <a:gd name="connsiteY166" fmla="*/ 1697831 h 1890712"/>
                <a:gd name="connsiteX167" fmla="*/ 2350294 w 2543175"/>
                <a:gd name="connsiteY167" fmla="*/ 1712119 h 1890712"/>
                <a:gd name="connsiteX168" fmla="*/ 2369344 w 2543175"/>
                <a:gd name="connsiteY168" fmla="*/ 1724025 h 1890712"/>
                <a:gd name="connsiteX169" fmla="*/ 2428876 w 2543175"/>
                <a:gd name="connsiteY169" fmla="*/ 1785938 h 1890712"/>
                <a:gd name="connsiteX170" fmla="*/ 2466975 w 2543175"/>
                <a:gd name="connsiteY170" fmla="*/ 1783556 h 1890712"/>
                <a:gd name="connsiteX171" fmla="*/ 2481263 w 2543175"/>
                <a:gd name="connsiteY171" fmla="*/ 1795462 h 1890712"/>
                <a:gd name="connsiteX172" fmla="*/ 2486025 w 2543175"/>
                <a:gd name="connsiteY172" fmla="*/ 1802606 h 1890712"/>
                <a:gd name="connsiteX173" fmla="*/ 2514600 w 2543175"/>
                <a:gd name="connsiteY173" fmla="*/ 1850231 h 1890712"/>
                <a:gd name="connsiteX174" fmla="*/ 2519363 w 2543175"/>
                <a:gd name="connsiteY174" fmla="*/ 1857375 h 1890712"/>
                <a:gd name="connsiteX175" fmla="*/ 2540794 w 2543175"/>
                <a:gd name="connsiteY175" fmla="*/ 1883569 h 1890712"/>
                <a:gd name="connsiteX176" fmla="*/ 2543175 w 2543175"/>
                <a:gd name="connsiteY176" fmla="*/ 1890712 h 1890712"/>
                <a:gd name="connsiteX0" fmla="*/ 0 w 2543175"/>
                <a:gd name="connsiteY0" fmla="*/ 0 h 1890712"/>
                <a:gd name="connsiteX1" fmla="*/ 11907 w 2543175"/>
                <a:gd name="connsiteY1" fmla="*/ 11906 h 1890712"/>
                <a:gd name="connsiteX2" fmla="*/ 21432 w 2543175"/>
                <a:gd name="connsiteY2" fmla="*/ 16669 h 1890712"/>
                <a:gd name="connsiteX3" fmla="*/ 23813 w 2543175"/>
                <a:gd name="connsiteY3" fmla="*/ 23812 h 1890712"/>
                <a:gd name="connsiteX4" fmla="*/ 33338 w 2543175"/>
                <a:gd name="connsiteY4" fmla="*/ 33337 h 1890712"/>
                <a:gd name="connsiteX5" fmla="*/ 40482 w 2543175"/>
                <a:gd name="connsiteY5" fmla="*/ 42862 h 1890712"/>
                <a:gd name="connsiteX6" fmla="*/ 47625 w 2543175"/>
                <a:gd name="connsiteY6" fmla="*/ 47625 h 1890712"/>
                <a:gd name="connsiteX7" fmla="*/ 57150 w 2543175"/>
                <a:gd name="connsiteY7" fmla="*/ 54769 h 1890712"/>
                <a:gd name="connsiteX8" fmla="*/ 64294 w 2543175"/>
                <a:gd name="connsiteY8" fmla="*/ 59531 h 1890712"/>
                <a:gd name="connsiteX9" fmla="*/ 83344 w 2543175"/>
                <a:gd name="connsiteY9" fmla="*/ 73819 h 1890712"/>
                <a:gd name="connsiteX10" fmla="*/ 97632 w 2543175"/>
                <a:gd name="connsiteY10" fmla="*/ 80962 h 1890712"/>
                <a:gd name="connsiteX11" fmla="*/ 104775 w 2543175"/>
                <a:gd name="connsiteY11" fmla="*/ 85725 h 1890712"/>
                <a:gd name="connsiteX12" fmla="*/ 114300 w 2543175"/>
                <a:gd name="connsiteY12" fmla="*/ 95250 h 1890712"/>
                <a:gd name="connsiteX13" fmla="*/ 123825 w 2543175"/>
                <a:gd name="connsiteY13" fmla="*/ 97631 h 1890712"/>
                <a:gd name="connsiteX14" fmla="*/ 130969 w 2543175"/>
                <a:gd name="connsiteY14" fmla="*/ 104775 h 1890712"/>
                <a:gd name="connsiteX15" fmla="*/ 140494 w 2543175"/>
                <a:gd name="connsiteY15" fmla="*/ 111919 h 1890712"/>
                <a:gd name="connsiteX16" fmla="*/ 147638 w 2543175"/>
                <a:gd name="connsiteY16" fmla="*/ 116681 h 1890712"/>
                <a:gd name="connsiteX17" fmla="*/ 164307 w 2543175"/>
                <a:gd name="connsiteY17" fmla="*/ 128587 h 1890712"/>
                <a:gd name="connsiteX18" fmla="*/ 180975 w 2543175"/>
                <a:gd name="connsiteY18" fmla="*/ 140494 h 1890712"/>
                <a:gd name="connsiteX19" fmla="*/ 197644 w 2543175"/>
                <a:gd name="connsiteY19" fmla="*/ 152400 h 1890712"/>
                <a:gd name="connsiteX20" fmla="*/ 204788 w 2543175"/>
                <a:gd name="connsiteY20" fmla="*/ 157162 h 1890712"/>
                <a:gd name="connsiteX21" fmla="*/ 214313 w 2543175"/>
                <a:gd name="connsiteY21" fmla="*/ 164306 h 1890712"/>
                <a:gd name="connsiteX22" fmla="*/ 230982 w 2543175"/>
                <a:gd name="connsiteY22" fmla="*/ 180975 h 1890712"/>
                <a:gd name="connsiteX23" fmla="*/ 247650 w 2543175"/>
                <a:gd name="connsiteY23" fmla="*/ 185737 h 1890712"/>
                <a:gd name="connsiteX24" fmla="*/ 302419 w 2543175"/>
                <a:gd name="connsiteY24" fmla="*/ 204787 h 1890712"/>
                <a:gd name="connsiteX25" fmla="*/ 333375 w 2543175"/>
                <a:gd name="connsiteY25" fmla="*/ 228600 h 1890712"/>
                <a:gd name="connsiteX26" fmla="*/ 340519 w 2543175"/>
                <a:gd name="connsiteY26" fmla="*/ 233362 h 1890712"/>
                <a:gd name="connsiteX27" fmla="*/ 354807 w 2543175"/>
                <a:gd name="connsiteY27" fmla="*/ 247650 h 1890712"/>
                <a:gd name="connsiteX28" fmla="*/ 366713 w 2543175"/>
                <a:gd name="connsiteY28" fmla="*/ 264319 h 1890712"/>
                <a:gd name="connsiteX29" fmla="*/ 371475 w 2543175"/>
                <a:gd name="connsiteY29" fmla="*/ 271462 h 1890712"/>
                <a:gd name="connsiteX30" fmla="*/ 378619 w 2543175"/>
                <a:gd name="connsiteY30" fmla="*/ 276225 h 1890712"/>
                <a:gd name="connsiteX31" fmla="*/ 385763 w 2543175"/>
                <a:gd name="connsiteY31" fmla="*/ 283369 h 1890712"/>
                <a:gd name="connsiteX32" fmla="*/ 395288 w 2543175"/>
                <a:gd name="connsiteY32" fmla="*/ 288131 h 1890712"/>
                <a:gd name="connsiteX33" fmla="*/ 404813 w 2543175"/>
                <a:gd name="connsiteY33" fmla="*/ 295275 h 1890712"/>
                <a:gd name="connsiteX34" fmla="*/ 411957 w 2543175"/>
                <a:gd name="connsiteY34" fmla="*/ 297656 h 1890712"/>
                <a:gd name="connsiteX35" fmla="*/ 421482 w 2543175"/>
                <a:gd name="connsiteY35" fmla="*/ 302419 h 1890712"/>
                <a:gd name="connsiteX36" fmla="*/ 447675 w 2543175"/>
                <a:gd name="connsiteY36" fmla="*/ 307181 h 1890712"/>
                <a:gd name="connsiteX37" fmla="*/ 466725 w 2543175"/>
                <a:gd name="connsiteY37" fmla="*/ 328612 h 1890712"/>
                <a:gd name="connsiteX38" fmla="*/ 476250 w 2543175"/>
                <a:gd name="connsiteY38" fmla="*/ 335756 h 1890712"/>
                <a:gd name="connsiteX39" fmla="*/ 481013 w 2543175"/>
                <a:gd name="connsiteY39" fmla="*/ 342900 h 1890712"/>
                <a:gd name="connsiteX40" fmla="*/ 490538 w 2543175"/>
                <a:gd name="connsiteY40" fmla="*/ 352425 h 1890712"/>
                <a:gd name="connsiteX41" fmla="*/ 495300 w 2543175"/>
                <a:gd name="connsiteY41" fmla="*/ 359569 h 1890712"/>
                <a:gd name="connsiteX42" fmla="*/ 509588 w 2543175"/>
                <a:gd name="connsiteY42" fmla="*/ 376237 h 1890712"/>
                <a:gd name="connsiteX43" fmla="*/ 514350 w 2543175"/>
                <a:gd name="connsiteY43" fmla="*/ 383381 h 1890712"/>
                <a:gd name="connsiteX44" fmla="*/ 531019 w 2543175"/>
                <a:gd name="connsiteY44" fmla="*/ 397669 h 1890712"/>
                <a:gd name="connsiteX45" fmla="*/ 538163 w 2543175"/>
                <a:gd name="connsiteY45" fmla="*/ 407194 h 1890712"/>
                <a:gd name="connsiteX46" fmla="*/ 554832 w 2543175"/>
                <a:gd name="connsiteY46" fmla="*/ 421481 h 1890712"/>
                <a:gd name="connsiteX47" fmla="*/ 564357 w 2543175"/>
                <a:gd name="connsiteY47" fmla="*/ 431006 h 1890712"/>
                <a:gd name="connsiteX48" fmla="*/ 573882 w 2543175"/>
                <a:gd name="connsiteY48" fmla="*/ 438150 h 1890712"/>
                <a:gd name="connsiteX49" fmla="*/ 595313 w 2543175"/>
                <a:gd name="connsiteY49" fmla="*/ 454819 h 1890712"/>
                <a:gd name="connsiteX50" fmla="*/ 602457 w 2543175"/>
                <a:gd name="connsiteY50" fmla="*/ 457200 h 1890712"/>
                <a:gd name="connsiteX51" fmla="*/ 628650 w 2543175"/>
                <a:gd name="connsiteY51" fmla="*/ 469106 h 1890712"/>
                <a:gd name="connsiteX52" fmla="*/ 645319 w 2543175"/>
                <a:gd name="connsiteY52" fmla="*/ 483394 h 1890712"/>
                <a:gd name="connsiteX53" fmla="*/ 654844 w 2543175"/>
                <a:gd name="connsiteY53" fmla="*/ 488156 h 1890712"/>
                <a:gd name="connsiteX54" fmla="*/ 661988 w 2543175"/>
                <a:gd name="connsiteY54" fmla="*/ 497681 h 1890712"/>
                <a:gd name="connsiteX55" fmla="*/ 683419 w 2543175"/>
                <a:gd name="connsiteY55" fmla="*/ 514350 h 1890712"/>
                <a:gd name="connsiteX56" fmla="*/ 700088 w 2543175"/>
                <a:gd name="connsiteY56" fmla="*/ 526256 h 1890712"/>
                <a:gd name="connsiteX57" fmla="*/ 709613 w 2543175"/>
                <a:gd name="connsiteY57" fmla="*/ 535781 h 1890712"/>
                <a:gd name="connsiteX58" fmla="*/ 719138 w 2543175"/>
                <a:gd name="connsiteY58" fmla="*/ 542925 h 1890712"/>
                <a:gd name="connsiteX59" fmla="*/ 733425 w 2543175"/>
                <a:gd name="connsiteY59" fmla="*/ 557212 h 1890712"/>
                <a:gd name="connsiteX60" fmla="*/ 750094 w 2543175"/>
                <a:gd name="connsiteY60" fmla="*/ 569119 h 1890712"/>
                <a:gd name="connsiteX61" fmla="*/ 769144 w 2543175"/>
                <a:gd name="connsiteY61" fmla="*/ 581025 h 1890712"/>
                <a:gd name="connsiteX62" fmla="*/ 785813 w 2543175"/>
                <a:gd name="connsiteY62" fmla="*/ 590550 h 1890712"/>
                <a:gd name="connsiteX63" fmla="*/ 792957 w 2543175"/>
                <a:gd name="connsiteY63" fmla="*/ 600075 h 1890712"/>
                <a:gd name="connsiteX64" fmla="*/ 809625 w 2543175"/>
                <a:gd name="connsiteY64" fmla="*/ 611981 h 1890712"/>
                <a:gd name="connsiteX65" fmla="*/ 816769 w 2543175"/>
                <a:gd name="connsiteY65" fmla="*/ 619125 h 1890712"/>
                <a:gd name="connsiteX66" fmla="*/ 826294 w 2543175"/>
                <a:gd name="connsiteY66" fmla="*/ 626269 h 1890712"/>
                <a:gd name="connsiteX67" fmla="*/ 840582 w 2543175"/>
                <a:gd name="connsiteY67" fmla="*/ 638175 h 1890712"/>
                <a:gd name="connsiteX68" fmla="*/ 847725 w 2543175"/>
                <a:gd name="connsiteY68" fmla="*/ 645319 h 1890712"/>
                <a:gd name="connsiteX69" fmla="*/ 857250 w 2543175"/>
                <a:gd name="connsiteY69" fmla="*/ 652462 h 1890712"/>
                <a:gd name="connsiteX70" fmla="*/ 864394 w 2543175"/>
                <a:gd name="connsiteY70" fmla="*/ 657225 h 1890712"/>
                <a:gd name="connsiteX71" fmla="*/ 888207 w 2543175"/>
                <a:gd name="connsiteY71" fmla="*/ 676275 h 1890712"/>
                <a:gd name="connsiteX72" fmla="*/ 895350 w 2543175"/>
                <a:gd name="connsiteY72" fmla="*/ 681037 h 1890712"/>
                <a:gd name="connsiteX73" fmla="*/ 907257 w 2543175"/>
                <a:gd name="connsiteY73" fmla="*/ 683419 h 1890712"/>
                <a:gd name="connsiteX74" fmla="*/ 928688 w 2543175"/>
                <a:gd name="connsiteY74" fmla="*/ 695325 h 1890712"/>
                <a:gd name="connsiteX75" fmla="*/ 942975 w 2543175"/>
                <a:gd name="connsiteY75" fmla="*/ 700087 h 1890712"/>
                <a:gd name="connsiteX76" fmla="*/ 964407 w 2543175"/>
                <a:gd name="connsiteY76" fmla="*/ 716756 h 1890712"/>
                <a:gd name="connsiteX77" fmla="*/ 971550 w 2543175"/>
                <a:gd name="connsiteY77" fmla="*/ 723900 h 1890712"/>
                <a:gd name="connsiteX78" fmla="*/ 983457 w 2543175"/>
                <a:gd name="connsiteY78" fmla="*/ 733425 h 1890712"/>
                <a:gd name="connsiteX79" fmla="*/ 990600 w 2543175"/>
                <a:gd name="connsiteY79" fmla="*/ 738187 h 1890712"/>
                <a:gd name="connsiteX80" fmla="*/ 1007269 w 2543175"/>
                <a:gd name="connsiteY80" fmla="*/ 752475 h 1890712"/>
                <a:gd name="connsiteX81" fmla="*/ 1031082 w 2543175"/>
                <a:gd name="connsiteY81" fmla="*/ 766762 h 1890712"/>
                <a:gd name="connsiteX82" fmla="*/ 1042988 w 2543175"/>
                <a:gd name="connsiteY82" fmla="*/ 773906 h 1890712"/>
                <a:gd name="connsiteX83" fmla="*/ 1071563 w 2543175"/>
                <a:gd name="connsiteY83" fmla="*/ 785812 h 1890712"/>
                <a:gd name="connsiteX84" fmla="*/ 1097757 w 2543175"/>
                <a:gd name="connsiteY84" fmla="*/ 807244 h 1890712"/>
                <a:gd name="connsiteX85" fmla="*/ 1104900 w 2543175"/>
                <a:gd name="connsiteY85" fmla="*/ 814387 h 1890712"/>
                <a:gd name="connsiteX86" fmla="*/ 1121569 w 2543175"/>
                <a:gd name="connsiteY86" fmla="*/ 823912 h 1890712"/>
                <a:gd name="connsiteX87" fmla="*/ 1138238 w 2543175"/>
                <a:gd name="connsiteY87" fmla="*/ 835819 h 1890712"/>
                <a:gd name="connsiteX88" fmla="*/ 1147763 w 2543175"/>
                <a:gd name="connsiteY88" fmla="*/ 842962 h 1890712"/>
                <a:gd name="connsiteX89" fmla="*/ 1157288 w 2543175"/>
                <a:gd name="connsiteY89" fmla="*/ 847725 h 1890712"/>
                <a:gd name="connsiteX90" fmla="*/ 1178719 w 2543175"/>
                <a:gd name="connsiteY90" fmla="*/ 859631 h 1890712"/>
                <a:gd name="connsiteX91" fmla="*/ 1188244 w 2543175"/>
                <a:gd name="connsiteY91" fmla="*/ 866775 h 1890712"/>
                <a:gd name="connsiteX92" fmla="*/ 1195388 w 2543175"/>
                <a:gd name="connsiteY92" fmla="*/ 871537 h 1890712"/>
                <a:gd name="connsiteX93" fmla="*/ 1212057 w 2543175"/>
                <a:gd name="connsiteY93" fmla="*/ 883444 h 1890712"/>
                <a:gd name="connsiteX94" fmla="*/ 1226344 w 2543175"/>
                <a:gd name="connsiteY94" fmla="*/ 895350 h 1890712"/>
                <a:gd name="connsiteX95" fmla="*/ 1245394 w 2543175"/>
                <a:gd name="connsiteY95" fmla="*/ 907256 h 1890712"/>
                <a:gd name="connsiteX96" fmla="*/ 1254919 w 2543175"/>
                <a:gd name="connsiteY96" fmla="*/ 914400 h 1890712"/>
                <a:gd name="connsiteX97" fmla="*/ 1269207 w 2543175"/>
                <a:gd name="connsiteY97" fmla="*/ 921544 h 1890712"/>
                <a:gd name="connsiteX98" fmla="*/ 1290638 w 2543175"/>
                <a:gd name="connsiteY98" fmla="*/ 935831 h 1890712"/>
                <a:gd name="connsiteX99" fmla="*/ 1307307 w 2543175"/>
                <a:gd name="connsiteY99" fmla="*/ 952500 h 1890712"/>
                <a:gd name="connsiteX100" fmla="*/ 1333500 w 2543175"/>
                <a:gd name="connsiteY100" fmla="*/ 971550 h 1890712"/>
                <a:gd name="connsiteX101" fmla="*/ 1359694 w 2543175"/>
                <a:gd name="connsiteY101" fmla="*/ 990600 h 1890712"/>
                <a:gd name="connsiteX102" fmla="*/ 1373982 w 2543175"/>
                <a:gd name="connsiteY102" fmla="*/ 997744 h 1890712"/>
                <a:gd name="connsiteX103" fmla="*/ 1388269 w 2543175"/>
                <a:gd name="connsiteY103" fmla="*/ 1007269 h 1890712"/>
                <a:gd name="connsiteX104" fmla="*/ 1414463 w 2543175"/>
                <a:gd name="connsiteY104" fmla="*/ 1019175 h 1890712"/>
                <a:gd name="connsiteX105" fmla="*/ 1428750 w 2543175"/>
                <a:gd name="connsiteY105" fmla="*/ 1026319 h 1890712"/>
                <a:gd name="connsiteX106" fmla="*/ 1471613 w 2543175"/>
                <a:gd name="connsiteY106" fmla="*/ 1059656 h 1890712"/>
                <a:gd name="connsiteX107" fmla="*/ 1495425 w 2543175"/>
                <a:gd name="connsiteY107" fmla="*/ 1088231 h 1890712"/>
                <a:gd name="connsiteX108" fmla="*/ 1547812 w 2543175"/>
                <a:gd name="connsiteY108" fmla="*/ 1133475 h 1890712"/>
                <a:gd name="connsiteX109" fmla="*/ 1597819 w 2543175"/>
                <a:gd name="connsiteY109" fmla="*/ 1154906 h 1890712"/>
                <a:gd name="connsiteX110" fmla="*/ 1604963 w 2543175"/>
                <a:gd name="connsiteY110" fmla="*/ 1162050 h 1890712"/>
                <a:gd name="connsiteX111" fmla="*/ 1612107 w 2543175"/>
                <a:gd name="connsiteY111" fmla="*/ 1166812 h 1890712"/>
                <a:gd name="connsiteX112" fmla="*/ 1628775 w 2543175"/>
                <a:gd name="connsiteY112" fmla="*/ 1183481 h 1890712"/>
                <a:gd name="connsiteX113" fmla="*/ 1662113 w 2543175"/>
                <a:gd name="connsiteY113" fmla="*/ 1209675 h 1890712"/>
                <a:gd name="connsiteX114" fmla="*/ 1678782 w 2543175"/>
                <a:gd name="connsiteY114" fmla="*/ 1226344 h 1890712"/>
                <a:gd name="connsiteX115" fmla="*/ 1700213 w 2543175"/>
                <a:gd name="connsiteY115" fmla="*/ 1247775 h 1890712"/>
                <a:gd name="connsiteX116" fmla="*/ 1712119 w 2543175"/>
                <a:gd name="connsiteY116" fmla="*/ 1259681 h 1890712"/>
                <a:gd name="connsiteX117" fmla="*/ 1733550 w 2543175"/>
                <a:gd name="connsiteY117" fmla="*/ 1273969 h 1890712"/>
                <a:gd name="connsiteX118" fmla="*/ 1743075 w 2543175"/>
                <a:gd name="connsiteY118" fmla="*/ 1283494 h 1890712"/>
                <a:gd name="connsiteX119" fmla="*/ 1754982 w 2543175"/>
                <a:gd name="connsiteY119" fmla="*/ 1290637 h 1890712"/>
                <a:gd name="connsiteX120" fmla="*/ 1766888 w 2543175"/>
                <a:gd name="connsiteY120" fmla="*/ 1300162 h 1890712"/>
                <a:gd name="connsiteX121" fmla="*/ 1783557 w 2543175"/>
                <a:gd name="connsiteY121" fmla="*/ 1307306 h 1890712"/>
                <a:gd name="connsiteX122" fmla="*/ 1790700 w 2543175"/>
                <a:gd name="connsiteY122" fmla="*/ 1312069 h 1890712"/>
                <a:gd name="connsiteX123" fmla="*/ 1800225 w 2543175"/>
                <a:gd name="connsiteY123" fmla="*/ 1319212 h 1890712"/>
                <a:gd name="connsiteX124" fmla="*/ 1807369 w 2543175"/>
                <a:gd name="connsiteY124" fmla="*/ 1321594 h 1890712"/>
                <a:gd name="connsiteX125" fmla="*/ 1824038 w 2543175"/>
                <a:gd name="connsiteY125" fmla="*/ 1333500 h 1890712"/>
                <a:gd name="connsiteX126" fmla="*/ 1843088 w 2543175"/>
                <a:gd name="connsiteY126" fmla="*/ 1352550 h 1890712"/>
                <a:gd name="connsiteX127" fmla="*/ 1852613 w 2543175"/>
                <a:gd name="connsiteY127" fmla="*/ 1359694 h 1890712"/>
                <a:gd name="connsiteX128" fmla="*/ 1859757 w 2543175"/>
                <a:gd name="connsiteY128" fmla="*/ 1366837 h 1890712"/>
                <a:gd name="connsiteX129" fmla="*/ 1869282 w 2543175"/>
                <a:gd name="connsiteY129" fmla="*/ 1371600 h 1890712"/>
                <a:gd name="connsiteX130" fmla="*/ 1883569 w 2543175"/>
                <a:gd name="connsiteY130" fmla="*/ 1388269 h 1890712"/>
                <a:gd name="connsiteX131" fmla="*/ 1893094 w 2543175"/>
                <a:gd name="connsiteY131" fmla="*/ 1395412 h 1890712"/>
                <a:gd name="connsiteX132" fmla="*/ 1902619 w 2543175"/>
                <a:gd name="connsiteY132" fmla="*/ 1404937 h 1890712"/>
                <a:gd name="connsiteX133" fmla="*/ 1912144 w 2543175"/>
                <a:gd name="connsiteY133" fmla="*/ 1409700 h 1890712"/>
                <a:gd name="connsiteX134" fmla="*/ 1931194 w 2543175"/>
                <a:gd name="connsiteY134" fmla="*/ 1421606 h 1890712"/>
                <a:gd name="connsiteX135" fmla="*/ 1935957 w 2543175"/>
                <a:gd name="connsiteY135" fmla="*/ 1428750 h 1890712"/>
                <a:gd name="connsiteX136" fmla="*/ 1952625 w 2543175"/>
                <a:gd name="connsiteY136" fmla="*/ 1438275 h 1890712"/>
                <a:gd name="connsiteX137" fmla="*/ 1971675 w 2543175"/>
                <a:gd name="connsiteY137" fmla="*/ 1450181 h 1890712"/>
                <a:gd name="connsiteX138" fmla="*/ 1981200 w 2543175"/>
                <a:gd name="connsiteY138" fmla="*/ 1454944 h 1890712"/>
                <a:gd name="connsiteX139" fmla="*/ 1997869 w 2543175"/>
                <a:gd name="connsiteY139" fmla="*/ 1471612 h 1890712"/>
                <a:gd name="connsiteX140" fmla="*/ 2007394 w 2543175"/>
                <a:gd name="connsiteY140" fmla="*/ 1478756 h 1890712"/>
                <a:gd name="connsiteX141" fmla="*/ 2016919 w 2543175"/>
                <a:gd name="connsiteY141" fmla="*/ 1483519 h 1890712"/>
                <a:gd name="connsiteX142" fmla="*/ 2024063 w 2543175"/>
                <a:gd name="connsiteY142" fmla="*/ 1490662 h 1890712"/>
                <a:gd name="connsiteX143" fmla="*/ 2033588 w 2543175"/>
                <a:gd name="connsiteY143" fmla="*/ 1495425 h 1890712"/>
                <a:gd name="connsiteX144" fmla="*/ 2040732 w 2543175"/>
                <a:gd name="connsiteY144" fmla="*/ 1502569 h 1890712"/>
                <a:gd name="connsiteX145" fmla="*/ 2047875 w 2543175"/>
                <a:gd name="connsiteY145" fmla="*/ 1507331 h 1890712"/>
                <a:gd name="connsiteX146" fmla="*/ 2057400 w 2543175"/>
                <a:gd name="connsiteY146" fmla="*/ 1514475 h 1890712"/>
                <a:gd name="connsiteX147" fmla="*/ 2064544 w 2543175"/>
                <a:gd name="connsiteY147" fmla="*/ 1519237 h 1890712"/>
                <a:gd name="connsiteX148" fmla="*/ 2071688 w 2543175"/>
                <a:gd name="connsiteY148" fmla="*/ 1526381 h 1890712"/>
                <a:gd name="connsiteX149" fmla="*/ 2081213 w 2543175"/>
                <a:gd name="connsiteY149" fmla="*/ 1531144 h 1890712"/>
                <a:gd name="connsiteX150" fmla="*/ 2090738 w 2543175"/>
                <a:gd name="connsiteY150" fmla="*/ 1538287 h 1890712"/>
                <a:gd name="connsiteX151" fmla="*/ 2109788 w 2543175"/>
                <a:gd name="connsiteY151" fmla="*/ 1547812 h 1890712"/>
                <a:gd name="connsiteX152" fmla="*/ 2131219 w 2543175"/>
                <a:gd name="connsiteY152" fmla="*/ 1562100 h 1890712"/>
                <a:gd name="connsiteX153" fmla="*/ 2140744 w 2543175"/>
                <a:gd name="connsiteY153" fmla="*/ 1566862 h 1890712"/>
                <a:gd name="connsiteX154" fmla="*/ 2152650 w 2543175"/>
                <a:gd name="connsiteY154" fmla="*/ 1576387 h 1890712"/>
                <a:gd name="connsiteX155" fmla="*/ 2181225 w 2543175"/>
                <a:gd name="connsiteY155" fmla="*/ 1590675 h 1890712"/>
                <a:gd name="connsiteX156" fmla="*/ 2200275 w 2543175"/>
                <a:gd name="connsiteY156" fmla="*/ 1607344 h 1890712"/>
                <a:gd name="connsiteX157" fmla="*/ 2207419 w 2543175"/>
                <a:gd name="connsiteY157" fmla="*/ 1612106 h 1890712"/>
                <a:gd name="connsiteX158" fmla="*/ 2216944 w 2543175"/>
                <a:gd name="connsiteY158" fmla="*/ 1619250 h 1890712"/>
                <a:gd name="connsiteX159" fmla="*/ 2224088 w 2543175"/>
                <a:gd name="connsiteY159" fmla="*/ 1624012 h 1890712"/>
                <a:gd name="connsiteX160" fmla="*/ 2247900 w 2543175"/>
                <a:gd name="connsiteY160" fmla="*/ 1643062 h 1890712"/>
                <a:gd name="connsiteX161" fmla="*/ 2255044 w 2543175"/>
                <a:gd name="connsiteY161" fmla="*/ 1650206 h 1890712"/>
                <a:gd name="connsiteX162" fmla="*/ 2281238 w 2543175"/>
                <a:gd name="connsiteY162" fmla="*/ 1664494 h 1890712"/>
                <a:gd name="connsiteX163" fmla="*/ 2297907 w 2543175"/>
                <a:gd name="connsiteY163" fmla="*/ 1674019 h 1890712"/>
                <a:gd name="connsiteX164" fmla="*/ 2312194 w 2543175"/>
                <a:gd name="connsiteY164" fmla="*/ 1685925 h 1890712"/>
                <a:gd name="connsiteX165" fmla="*/ 2328863 w 2543175"/>
                <a:gd name="connsiteY165" fmla="*/ 1697831 h 1890712"/>
                <a:gd name="connsiteX166" fmla="*/ 2350294 w 2543175"/>
                <a:gd name="connsiteY166" fmla="*/ 1712119 h 1890712"/>
                <a:gd name="connsiteX167" fmla="*/ 2369344 w 2543175"/>
                <a:gd name="connsiteY167" fmla="*/ 1724025 h 1890712"/>
                <a:gd name="connsiteX168" fmla="*/ 2428876 w 2543175"/>
                <a:gd name="connsiteY168" fmla="*/ 1785938 h 1890712"/>
                <a:gd name="connsiteX169" fmla="*/ 2466975 w 2543175"/>
                <a:gd name="connsiteY169" fmla="*/ 1783556 h 1890712"/>
                <a:gd name="connsiteX170" fmla="*/ 2481263 w 2543175"/>
                <a:gd name="connsiteY170" fmla="*/ 1795462 h 1890712"/>
                <a:gd name="connsiteX171" fmla="*/ 2486025 w 2543175"/>
                <a:gd name="connsiteY171" fmla="*/ 1802606 h 1890712"/>
                <a:gd name="connsiteX172" fmla="*/ 2514600 w 2543175"/>
                <a:gd name="connsiteY172" fmla="*/ 1850231 h 1890712"/>
                <a:gd name="connsiteX173" fmla="*/ 2519363 w 2543175"/>
                <a:gd name="connsiteY173" fmla="*/ 1857375 h 1890712"/>
                <a:gd name="connsiteX174" fmla="*/ 2540794 w 2543175"/>
                <a:gd name="connsiteY174" fmla="*/ 1883569 h 1890712"/>
                <a:gd name="connsiteX175" fmla="*/ 2543175 w 2543175"/>
                <a:gd name="connsiteY175" fmla="*/ 1890712 h 1890712"/>
                <a:gd name="connsiteX0" fmla="*/ 0 w 2543175"/>
                <a:gd name="connsiteY0" fmla="*/ 0 h 1890712"/>
                <a:gd name="connsiteX1" fmla="*/ 11907 w 2543175"/>
                <a:gd name="connsiteY1" fmla="*/ 11906 h 1890712"/>
                <a:gd name="connsiteX2" fmla="*/ 21432 w 2543175"/>
                <a:gd name="connsiteY2" fmla="*/ 16669 h 1890712"/>
                <a:gd name="connsiteX3" fmla="*/ 23813 w 2543175"/>
                <a:gd name="connsiteY3" fmla="*/ 23812 h 1890712"/>
                <a:gd name="connsiteX4" fmla="*/ 33338 w 2543175"/>
                <a:gd name="connsiteY4" fmla="*/ 33337 h 1890712"/>
                <a:gd name="connsiteX5" fmla="*/ 40482 w 2543175"/>
                <a:gd name="connsiteY5" fmla="*/ 42862 h 1890712"/>
                <a:gd name="connsiteX6" fmla="*/ 47625 w 2543175"/>
                <a:gd name="connsiteY6" fmla="*/ 47625 h 1890712"/>
                <a:gd name="connsiteX7" fmla="*/ 57150 w 2543175"/>
                <a:gd name="connsiteY7" fmla="*/ 54769 h 1890712"/>
                <a:gd name="connsiteX8" fmla="*/ 64294 w 2543175"/>
                <a:gd name="connsiteY8" fmla="*/ 59531 h 1890712"/>
                <a:gd name="connsiteX9" fmla="*/ 83344 w 2543175"/>
                <a:gd name="connsiteY9" fmla="*/ 73819 h 1890712"/>
                <a:gd name="connsiteX10" fmla="*/ 97632 w 2543175"/>
                <a:gd name="connsiteY10" fmla="*/ 80962 h 1890712"/>
                <a:gd name="connsiteX11" fmla="*/ 104775 w 2543175"/>
                <a:gd name="connsiteY11" fmla="*/ 85725 h 1890712"/>
                <a:gd name="connsiteX12" fmla="*/ 114300 w 2543175"/>
                <a:gd name="connsiteY12" fmla="*/ 95250 h 1890712"/>
                <a:gd name="connsiteX13" fmla="*/ 123825 w 2543175"/>
                <a:gd name="connsiteY13" fmla="*/ 97631 h 1890712"/>
                <a:gd name="connsiteX14" fmla="*/ 130969 w 2543175"/>
                <a:gd name="connsiteY14" fmla="*/ 104775 h 1890712"/>
                <a:gd name="connsiteX15" fmla="*/ 140494 w 2543175"/>
                <a:gd name="connsiteY15" fmla="*/ 111919 h 1890712"/>
                <a:gd name="connsiteX16" fmla="*/ 147638 w 2543175"/>
                <a:gd name="connsiteY16" fmla="*/ 116681 h 1890712"/>
                <a:gd name="connsiteX17" fmla="*/ 164307 w 2543175"/>
                <a:gd name="connsiteY17" fmla="*/ 128587 h 1890712"/>
                <a:gd name="connsiteX18" fmla="*/ 180975 w 2543175"/>
                <a:gd name="connsiteY18" fmla="*/ 140494 h 1890712"/>
                <a:gd name="connsiteX19" fmla="*/ 197644 w 2543175"/>
                <a:gd name="connsiteY19" fmla="*/ 152400 h 1890712"/>
                <a:gd name="connsiteX20" fmla="*/ 204788 w 2543175"/>
                <a:gd name="connsiteY20" fmla="*/ 157162 h 1890712"/>
                <a:gd name="connsiteX21" fmla="*/ 214313 w 2543175"/>
                <a:gd name="connsiteY21" fmla="*/ 164306 h 1890712"/>
                <a:gd name="connsiteX22" fmla="*/ 230982 w 2543175"/>
                <a:gd name="connsiteY22" fmla="*/ 180975 h 1890712"/>
                <a:gd name="connsiteX23" fmla="*/ 247650 w 2543175"/>
                <a:gd name="connsiteY23" fmla="*/ 185737 h 1890712"/>
                <a:gd name="connsiteX24" fmla="*/ 302419 w 2543175"/>
                <a:gd name="connsiteY24" fmla="*/ 204787 h 1890712"/>
                <a:gd name="connsiteX25" fmla="*/ 333375 w 2543175"/>
                <a:gd name="connsiteY25" fmla="*/ 228600 h 1890712"/>
                <a:gd name="connsiteX26" fmla="*/ 340519 w 2543175"/>
                <a:gd name="connsiteY26" fmla="*/ 233362 h 1890712"/>
                <a:gd name="connsiteX27" fmla="*/ 354807 w 2543175"/>
                <a:gd name="connsiteY27" fmla="*/ 247650 h 1890712"/>
                <a:gd name="connsiteX28" fmla="*/ 366713 w 2543175"/>
                <a:gd name="connsiteY28" fmla="*/ 264319 h 1890712"/>
                <a:gd name="connsiteX29" fmla="*/ 371475 w 2543175"/>
                <a:gd name="connsiteY29" fmla="*/ 271462 h 1890712"/>
                <a:gd name="connsiteX30" fmla="*/ 378619 w 2543175"/>
                <a:gd name="connsiteY30" fmla="*/ 276225 h 1890712"/>
                <a:gd name="connsiteX31" fmla="*/ 385763 w 2543175"/>
                <a:gd name="connsiteY31" fmla="*/ 283369 h 1890712"/>
                <a:gd name="connsiteX32" fmla="*/ 395288 w 2543175"/>
                <a:gd name="connsiteY32" fmla="*/ 288131 h 1890712"/>
                <a:gd name="connsiteX33" fmla="*/ 404813 w 2543175"/>
                <a:gd name="connsiteY33" fmla="*/ 295275 h 1890712"/>
                <a:gd name="connsiteX34" fmla="*/ 411957 w 2543175"/>
                <a:gd name="connsiteY34" fmla="*/ 297656 h 1890712"/>
                <a:gd name="connsiteX35" fmla="*/ 421482 w 2543175"/>
                <a:gd name="connsiteY35" fmla="*/ 302419 h 1890712"/>
                <a:gd name="connsiteX36" fmla="*/ 466725 w 2543175"/>
                <a:gd name="connsiteY36" fmla="*/ 328612 h 1890712"/>
                <a:gd name="connsiteX37" fmla="*/ 476250 w 2543175"/>
                <a:gd name="connsiteY37" fmla="*/ 335756 h 1890712"/>
                <a:gd name="connsiteX38" fmla="*/ 481013 w 2543175"/>
                <a:gd name="connsiteY38" fmla="*/ 342900 h 1890712"/>
                <a:gd name="connsiteX39" fmla="*/ 490538 w 2543175"/>
                <a:gd name="connsiteY39" fmla="*/ 352425 h 1890712"/>
                <a:gd name="connsiteX40" fmla="*/ 495300 w 2543175"/>
                <a:gd name="connsiteY40" fmla="*/ 359569 h 1890712"/>
                <a:gd name="connsiteX41" fmla="*/ 509588 w 2543175"/>
                <a:gd name="connsiteY41" fmla="*/ 376237 h 1890712"/>
                <a:gd name="connsiteX42" fmla="*/ 514350 w 2543175"/>
                <a:gd name="connsiteY42" fmla="*/ 383381 h 1890712"/>
                <a:gd name="connsiteX43" fmla="*/ 531019 w 2543175"/>
                <a:gd name="connsiteY43" fmla="*/ 397669 h 1890712"/>
                <a:gd name="connsiteX44" fmla="*/ 538163 w 2543175"/>
                <a:gd name="connsiteY44" fmla="*/ 407194 h 1890712"/>
                <a:gd name="connsiteX45" fmla="*/ 554832 w 2543175"/>
                <a:gd name="connsiteY45" fmla="*/ 421481 h 1890712"/>
                <a:gd name="connsiteX46" fmla="*/ 564357 w 2543175"/>
                <a:gd name="connsiteY46" fmla="*/ 431006 h 1890712"/>
                <a:gd name="connsiteX47" fmla="*/ 573882 w 2543175"/>
                <a:gd name="connsiteY47" fmla="*/ 438150 h 1890712"/>
                <a:gd name="connsiteX48" fmla="*/ 595313 w 2543175"/>
                <a:gd name="connsiteY48" fmla="*/ 454819 h 1890712"/>
                <a:gd name="connsiteX49" fmla="*/ 602457 w 2543175"/>
                <a:gd name="connsiteY49" fmla="*/ 457200 h 1890712"/>
                <a:gd name="connsiteX50" fmla="*/ 628650 w 2543175"/>
                <a:gd name="connsiteY50" fmla="*/ 469106 h 1890712"/>
                <a:gd name="connsiteX51" fmla="*/ 645319 w 2543175"/>
                <a:gd name="connsiteY51" fmla="*/ 483394 h 1890712"/>
                <a:gd name="connsiteX52" fmla="*/ 654844 w 2543175"/>
                <a:gd name="connsiteY52" fmla="*/ 488156 h 1890712"/>
                <a:gd name="connsiteX53" fmla="*/ 661988 w 2543175"/>
                <a:gd name="connsiteY53" fmla="*/ 497681 h 1890712"/>
                <a:gd name="connsiteX54" fmla="*/ 683419 w 2543175"/>
                <a:gd name="connsiteY54" fmla="*/ 514350 h 1890712"/>
                <a:gd name="connsiteX55" fmla="*/ 700088 w 2543175"/>
                <a:gd name="connsiteY55" fmla="*/ 526256 h 1890712"/>
                <a:gd name="connsiteX56" fmla="*/ 709613 w 2543175"/>
                <a:gd name="connsiteY56" fmla="*/ 535781 h 1890712"/>
                <a:gd name="connsiteX57" fmla="*/ 719138 w 2543175"/>
                <a:gd name="connsiteY57" fmla="*/ 542925 h 1890712"/>
                <a:gd name="connsiteX58" fmla="*/ 733425 w 2543175"/>
                <a:gd name="connsiteY58" fmla="*/ 557212 h 1890712"/>
                <a:gd name="connsiteX59" fmla="*/ 750094 w 2543175"/>
                <a:gd name="connsiteY59" fmla="*/ 569119 h 1890712"/>
                <a:gd name="connsiteX60" fmla="*/ 769144 w 2543175"/>
                <a:gd name="connsiteY60" fmla="*/ 581025 h 1890712"/>
                <a:gd name="connsiteX61" fmla="*/ 785813 w 2543175"/>
                <a:gd name="connsiteY61" fmla="*/ 590550 h 1890712"/>
                <a:gd name="connsiteX62" fmla="*/ 792957 w 2543175"/>
                <a:gd name="connsiteY62" fmla="*/ 600075 h 1890712"/>
                <a:gd name="connsiteX63" fmla="*/ 809625 w 2543175"/>
                <a:gd name="connsiteY63" fmla="*/ 611981 h 1890712"/>
                <a:gd name="connsiteX64" fmla="*/ 816769 w 2543175"/>
                <a:gd name="connsiteY64" fmla="*/ 619125 h 1890712"/>
                <a:gd name="connsiteX65" fmla="*/ 826294 w 2543175"/>
                <a:gd name="connsiteY65" fmla="*/ 626269 h 1890712"/>
                <a:gd name="connsiteX66" fmla="*/ 840582 w 2543175"/>
                <a:gd name="connsiteY66" fmla="*/ 638175 h 1890712"/>
                <a:gd name="connsiteX67" fmla="*/ 847725 w 2543175"/>
                <a:gd name="connsiteY67" fmla="*/ 645319 h 1890712"/>
                <a:gd name="connsiteX68" fmla="*/ 857250 w 2543175"/>
                <a:gd name="connsiteY68" fmla="*/ 652462 h 1890712"/>
                <a:gd name="connsiteX69" fmla="*/ 864394 w 2543175"/>
                <a:gd name="connsiteY69" fmla="*/ 657225 h 1890712"/>
                <a:gd name="connsiteX70" fmla="*/ 888207 w 2543175"/>
                <a:gd name="connsiteY70" fmla="*/ 676275 h 1890712"/>
                <a:gd name="connsiteX71" fmla="*/ 895350 w 2543175"/>
                <a:gd name="connsiteY71" fmla="*/ 681037 h 1890712"/>
                <a:gd name="connsiteX72" fmla="*/ 907257 w 2543175"/>
                <a:gd name="connsiteY72" fmla="*/ 683419 h 1890712"/>
                <a:gd name="connsiteX73" fmla="*/ 928688 w 2543175"/>
                <a:gd name="connsiteY73" fmla="*/ 695325 h 1890712"/>
                <a:gd name="connsiteX74" fmla="*/ 942975 w 2543175"/>
                <a:gd name="connsiteY74" fmla="*/ 700087 h 1890712"/>
                <a:gd name="connsiteX75" fmla="*/ 964407 w 2543175"/>
                <a:gd name="connsiteY75" fmla="*/ 716756 h 1890712"/>
                <a:gd name="connsiteX76" fmla="*/ 971550 w 2543175"/>
                <a:gd name="connsiteY76" fmla="*/ 723900 h 1890712"/>
                <a:gd name="connsiteX77" fmla="*/ 983457 w 2543175"/>
                <a:gd name="connsiteY77" fmla="*/ 733425 h 1890712"/>
                <a:gd name="connsiteX78" fmla="*/ 990600 w 2543175"/>
                <a:gd name="connsiteY78" fmla="*/ 738187 h 1890712"/>
                <a:gd name="connsiteX79" fmla="*/ 1007269 w 2543175"/>
                <a:gd name="connsiteY79" fmla="*/ 752475 h 1890712"/>
                <a:gd name="connsiteX80" fmla="*/ 1031082 w 2543175"/>
                <a:gd name="connsiteY80" fmla="*/ 766762 h 1890712"/>
                <a:gd name="connsiteX81" fmla="*/ 1042988 w 2543175"/>
                <a:gd name="connsiteY81" fmla="*/ 773906 h 1890712"/>
                <a:gd name="connsiteX82" fmla="*/ 1071563 w 2543175"/>
                <a:gd name="connsiteY82" fmla="*/ 785812 h 1890712"/>
                <a:gd name="connsiteX83" fmla="*/ 1097757 w 2543175"/>
                <a:gd name="connsiteY83" fmla="*/ 807244 h 1890712"/>
                <a:gd name="connsiteX84" fmla="*/ 1104900 w 2543175"/>
                <a:gd name="connsiteY84" fmla="*/ 814387 h 1890712"/>
                <a:gd name="connsiteX85" fmla="*/ 1121569 w 2543175"/>
                <a:gd name="connsiteY85" fmla="*/ 823912 h 1890712"/>
                <a:gd name="connsiteX86" fmla="*/ 1138238 w 2543175"/>
                <a:gd name="connsiteY86" fmla="*/ 835819 h 1890712"/>
                <a:gd name="connsiteX87" fmla="*/ 1147763 w 2543175"/>
                <a:gd name="connsiteY87" fmla="*/ 842962 h 1890712"/>
                <a:gd name="connsiteX88" fmla="*/ 1157288 w 2543175"/>
                <a:gd name="connsiteY88" fmla="*/ 847725 h 1890712"/>
                <a:gd name="connsiteX89" fmla="*/ 1178719 w 2543175"/>
                <a:gd name="connsiteY89" fmla="*/ 859631 h 1890712"/>
                <a:gd name="connsiteX90" fmla="*/ 1188244 w 2543175"/>
                <a:gd name="connsiteY90" fmla="*/ 866775 h 1890712"/>
                <a:gd name="connsiteX91" fmla="*/ 1195388 w 2543175"/>
                <a:gd name="connsiteY91" fmla="*/ 871537 h 1890712"/>
                <a:gd name="connsiteX92" fmla="*/ 1212057 w 2543175"/>
                <a:gd name="connsiteY92" fmla="*/ 883444 h 1890712"/>
                <a:gd name="connsiteX93" fmla="*/ 1226344 w 2543175"/>
                <a:gd name="connsiteY93" fmla="*/ 895350 h 1890712"/>
                <a:gd name="connsiteX94" fmla="*/ 1245394 w 2543175"/>
                <a:gd name="connsiteY94" fmla="*/ 907256 h 1890712"/>
                <a:gd name="connsiteX95" fmla="*/ 1254919 w 2543175"/>
                <a:gd name="connsiteY95" fmla="*/ 914400 h 1890712"/>
                <a:gd name="connsiteX96" fmla="*/ 1269207 w 2543175"/>
                <a:gd name="connsiteY96" fmla="*/ 921544 h 1890712"/>
                <a:gd name="connsiteX97" fmla="*/ 1290638 w 2543175"/>
                <a:gd name="connsiteY97" fmla="*/ 935831 h 1890712"/>
                <a:gd name="connsiteX98" fmla="*/ 1307307 w 2543175"/>
                <a:gd name="connsiteY98" fmla="*/ 952500 h 1890712"/>
                <a:gd name="connsiteX99" fmla="*/ 1333500 w 2543175"/>
                <a:gd name="connsiteY99" fmla="*/ 971550 h 1890712"/>
                <a:gd name="connsiteX100" fmla="*/ 1359694 w 2543175"/>
                <a:gd name="connsiteY100" fmla="*/ 990600 h 1890712"/>
                <a:gd name="connsiteX101" fmla="*/ 1373982 w 2543175"/>
                <a:gd name="connsiteY101" fmla="*/ 997744 h 1890712"/>
                <a:gd name="connsiteX102" fmla="*/ 1388269 w 2543175"/>
                <a:gd name="connsiteY102" fmla="*/ 1007269 h 1890712"/>
                <a:gd name="connsiteX103" fmla="*/ 1414463 w 2543175"/>
                <a:gd name="connsiteY103" fmla="*/ 1019175 h 1890712"/>
                <a:gd name="connsiteX104" fmla="*/ 1428750 w 2543175"/>
                <a:gd name="connsiteY104" fmla="*/ 1026319 h 1890712"/>
                <a:gd name="connsiteX105" fmla="*/ 1471613 w 2543175"/>
                <a:gd name="connsiteY105" fmla="*/ 1059656 h 1890712"/>
                <a:gd name="connsiteX106" fmla="*/ 1495425 w 2543175"/>
                <a:gd name="connsiteY106" fmla="*/ 1088231 h 1890712"/>
                <a:gd name="connsiteX107" fmla="*/ 1547812 w 2543175"/>
                <a:gd name="connsiteY107" fmla="*/ 1133475 h 1890712"/>
                <a:gd name="connsiteX108" fmla="*/ 1597819 w 2543175"/>
                <a:gd name="connsiteY108" fmla="*/ 1154906 h 1890712"/>
                <a:gd name="connsiteX109" fmla="*/ 1604963 w 2543175"/>
                <a:gd name="connsiteY109" fmla="*/ 1162050 h 1890712"/>
                <a:gd name="connsiteX110" fmla="*/ 1612107 w 2543175"/>
                <a:gd name="connsiteY110" fmla="*/ 1166812 h 1890712"/>
                <a:gd name="connsiteX111" fmla="*/ 1628775 w 2543175"/>
                <a:gd name="connsiteY111" fmla="*/ 1183481 h 1890712"/>
                <a:gd name="connsiteX112" fmla="*/ 1662113 w 2543175"/>
                <a:gd name="connsiteY112" fmla="*/ 1209675 h 1890712"/>
                <a:gd name="connsiteX113" fmla="*/ 1678782 w 2543175"/>
                <a:gd name="connsiteY113" fmla="*/ 1226344 h 1890712"/>
                <a:gd name="connsiteX114" fmla="*/ 1700213 w 2543175"/>
                <a:gd name="connsiteY114" fmla="*/ 1247775 h 1890712"/>
                <a:gd name="connsiteX115" fmla="*/ 1712119 w 2543175"/>
                <a:gd name="connsiteY115" fmla="*/ 1259681 h 1890712"/>
                <a:gd name="connsiteX116" fmla="*/ 1733550 w 2543175"/>
                <a:gd name="connsiteY116" fmla="*/ 1273969 h 1890712"/>
                <a:gd name="connsiteX117" fmla="*/ 1743075 w 2543175"/>
                <a:gd name="connsiteY117" fmla="*/ 1283494 h 1890712"/>
                <a:gd name="connsiteX118" fmla="*/ 1754982 w 2543175"/>
                <a:gd name="connsiteY118" fmla="*/ 1290637 h 1890712"/>
                <a:gd name="connsiteX119" fmla="*/ 1766888 w 2543175"/>
                <a:gd name="connsiteY119" fmla="*/ 1300162 h 1890712"/>
                <a:gd name="connsiteX120" fmla="*/ 1783557 w 2543175"/>
                <a:gd name="connsiteY120" fmla="*/ 1307306 h 1890712"/>
                <a:gd name="connsiteX121" fmla="*/ 1790700 w 2543175"/>
                <a:gd name="connsiteY121" fmla="*/ 1312069 h 1890712"/>
                <a:gd name="connsiteX122" fmla="*/ 1800225 w 2543175"/>
                <a:gd name="connsiteY122" fmla="*/ 1319212 h 1890712"/>
                <a:gd name="connsiteX123" fmla="*/ 1807369 w 2543175"/>
                <a:gd name="connsiteY123" fmla="*/ 1321594 h 1890712"/>
                <a:gd name="connsiteX124" fmla="*/ 1824038 w 2543175"/>
                <a:gd name="connsiteY124" fmla="*/ 1333500 h 1890712"/>
                <a:gd name="connsiteX125" fmla="*/ 1843088 w 2543175"/>
                <a:gd name="connsiteY125" fmla="*/ 1352550 h 1890712"/>
                <a:gd name="connsiteX126" fmla="*/ 1852613 w 2543175"/>
                <a:gd name="connsiteY126" fmla="*/ 1359694 h 1890712"/>
                <a:gd name="connsiteX127" fmla="*/ 1859757 w 2543175"/>
                <a:gd name="connsiteY127" fmla="*/ 1366837 h 1890712"/>
                <a:gd name="connsiteX128" fmla="*/ 1869282 w 2543175"/>
                <a:gd name="connsiteY128" fmla="*/ 1371600 h 1890712"/>
                <a:gd name="connsiteX129" fmla="*/ 1883569 w 2543175"/>
                <a:gd name="connsiteY129" fmla="*/ 1388269 h 1890712"/>
                <a:gd name="connsiteX130" fmla="*/ 1893094 w 2543175"/>
                <a:gd name="connsiteY130" fmla="*/ 1395412 h 1890712"/>
                <a:gd name="connsiteX131" fmla="*/ 1902619 w 2543175"/>
                <a:gd name="connsiteY131" fmla="*/ 1404937 h 1890712"/>
                <a:gd name="connsiteX132" fmla="*/ 1912144 w 2543175"/>
                <a:gd name="connsiteY132" fmla="*/ 1409700 h 1890712"/>
                <a:gd name="connsiteX133" fmla="*/ 1931194 w 2543175"/>
                <a:gd name="connsiteY133" fmla="*/ 1421606 h 1890712"/>
                <a:gd name="connsiteX134" fmla="*/ 1935957 w 2543175"/>
                <a:gd name="connsiteY134" fmla="*/ 1428750 h 1890712"/>
                <a:gd name="connsiteX135" fmla="*/ 1952625 w 2543175"/>
                <a:gd name="connsiteY135" fmla="*/ 1438275 h 1890712"/>
                <a:gd name="connsiteX136" fmla="*/ 1971675 w 2543175"/>
                <a:gd name="connsiteY136" fmla="*/ 1450181 h 1890712"/>
                <a:gd name="connsiteX137" fmla="*/ 1981200 w 2543175"/>
                <a:gd name="connsiteY137" fmla="*/ 1454944 h 1890712"/>
                <a:gd name="connsiteX138" fmla="*/ 1997869 w 2543175"/>
                <a:gd name="connsiteY138" fmla="*/ 1471612 h 1890712"/>
                <a:gd name="connsiteX139" fmla="*/ 2007394 w 2543175"/>
                <a:gd name="connsiteY139" fmla="*/ 1478756 h 1890712"/>
                <a:gd name="connsiteX140" fmla="*/ 2016919 w 2543175"/>
                <a:gd name="connsiteY140" fmla="*/ 1483519 h 1890712"/>
                <a:gd name="connsiteX141" fmla="*/ 2024063 w 2543175"/>
                <a:gd name="connsiteY141" fmla="*/ 1490662 h 1890712"/>
                <a:gd name="connsiteX142" fmla="*/ 2033588 w 2543175"/>
                <a:gd name="connsiteY142" fmla="*/ 1495425 h 1890712"/>
                <a:gd name="connsiteX143" fmla="*/ 2040732 w 2543175"/>
                <a:gd name="connsiteY143" fmla="*/ 1502569 h 1890712"/>
                <a:gd name="connsiteX144" fmla="*/ 2047875 w 2543175"/>
                <a:gd name="connsiteY144" fmla="*/ 1507331 h 1890712"/>
                <a:gd name="connsiteX145" fmla="*/ 2057400 w 2543175"/>
                <a:gd name="connsiteY145" fmla="*/ 1514475 h 1890712"/>
                <a:gd name="connsiteX146" fmla="*/ 2064544 w 2543175"/>
                <a:gd name="connsiteY146" fmla="*/ 1519237 h 1890712"/>
                <a:gd name="connsiteX147" fmla="*/ 2071688 w 2543175"/>
                <a:gd name="connsiteY147" fmla="*/ 1526381 h 1890712"/>
                <a:gd name="connsiteX148" fmla="*/ 2081213 w 2543175"/>
                <a:gd name="connsiteY148" fmla="*/ 1531144 h 1890712"/>
                <a:gd name="connsiteX149" fmla="*/ 2090738 w 2543175"/>
                <a:gd name="connsiteY149" fmla="*/ 1538287 h 1890712"/>
                <a:gd name="connsiteX150" fmla="*/ 2109788 w 2543175"/>
                <a:gd name="connsiteY150" fmla="*/ 1547812 h 1890712"/>
                <a:gd name="connsiteX151" fmla="*/ 2131219 w 2543175"/>
                <a:gd name="connsiteY151" fmla="*/ 1562100 h 1890712"/>
                <a:gd name="connsiteX152" fmla="*/ 2140744 w 2543175"/>
                <a:gd name="connsiteY152" fmla="*/ 1566862 h 1890712"/>
                <a:gd name="connsiteX153" fmla="*/ 2152650 w 2543175"/>
                <a:gd name="connsiteY153" fmla="*/ 1576387 h 1890712"/>
                <a:gd name="connsiteX154" fmla="*/ 2181225 w 2543175"/>
                <a:gd name="connsiteY154" fmla="*/ 1590675 h 1890712"/>
                <a:gd name="connsiteX155" fmla="*/ 2200275 w 2543175"/>
                <a:gd name="connsiteY155" fmla="*/ 1607344 h 1890712"/>
                <a:gd name="connsiteX156" fmla="*/ 2207419 w 2543175"/>
                <a:gd name="connsiteY156" fmla="*/ 1612106 h 1890712"/>
                <a:gd name="connsiteX157" fmla="*/ 2216944 w 2543175"/>
                <a:gd name="connsiteY157" fmla="*/ 1619250 h 1890712"/>
                <a:gd name="connsiteX158" fmla="*/ 2224088 w 2543175"/>
                <a:gd name="connsiteY158" fmla="*/ 1624012 h 1890712"/>
                <a:gd name="connsiteX159" fmla="*/ 2247900 w 2543175"/>
                <a:gd name="connsiteY159" fmla="*/ 1643062 h 1890712"/>
                <a:gd name="connsiteX160" fmla="*/ 2255044 w 2543175"/>
                <a:gd name="connsiteY160" fmla="*/ 1650206 h 1890712"/>
                <a:gd name="connsiteX161" fmla="*/ 2281238 w 2543175"/>
                <a:gd name="connsiteY161" fmla="*/ 1664494 h 1890712"/>
                <a:gd name="connsiteX162" fmla="*/ 2297907 w 2543175"/>
                <a:gd name="connsiteY162" fmla="*/ 1674019 h 1890712"/>
                <a:gd name="connsiteX163" fmla="*/ 2312194 w 2543175"/>
                <a:gd name="connsiteY163" fmla="*/ 1685925 h 1890712"/>
                <a:gd name="connsiteX164" fmla="*/ 2328863 w 2543175"/>
                <a:gd name="connsiteY164" fmla="*/ 1697831 h 1890712"/>
                <a:gd name="connsiteX165" fmla="*/ 2350294 w 2543175"/>
                <a:gd name="connsiteY165" fmla="*/ 1712119 h 1890712"/>
                <a:gd name="connsiteX166" fmla="*/ 2369344 w 2543175"/>
                <a:gd name="connsiteY166" fmla="*/ 1724025 h 1890712"/>
                <a:gd name="connsiteX167" fmla="*/ 2428876 w 2543175"/>
                <a:gd name="connsiteY167" fmla="*/ 1785938 h 1890712"/>
                <a:gd name="connsiteX168" fmla="*/ 2466975 w 2543175"/>
                <a:gd name="connsiteY168" fmla="*/ 1783556 h 1890712"/>
                <a:gd name="connsiteX169" fmla="*/ 2481263 w 2543175"/>
                <a:gd name="connsiteY169" fmla="*/ 1795462 h 1890712"/>
                <a:gd name="connsiteX170" fmla="*/ 2486025 w 2543175"/>
                <a:gd name="connsiteY170" fmla="*/ 1802606 h 1890712"/>
                <a:gd name="connsiteX171" fmla="*/ 2514600 w 2543175"/>
                <a:gd name="connsiteY171" fmla="*/ 1850231 h 1890712"/>
                <a:gd name="connsiteX172" fmla="*/ 2519363 w 2543175"/>
                <a:gd name="connsiteY172" fmla="*/ 1857375 h 1890712"/>
                <a:gd name="connsiteX173" fmla="*/ 2540794 w 2543175"/>
                <a:gd name="connsiteY173" fmla="*/ 1883569 h 1890712"/>
                <a:gd name="connsiteX174" fmla="*/ 2543175 w 2543175"/>
                <a:gd name="connsiteY174" fmla="*/ 1890712 h 1890712"/>
                <a:gd name="connsiteX0" fmla="*/ 0 w 2543175"/>
                <a:gd name="connsiteY0" fmla="*/ 0 h 1890712"/>
                <a:gd name="connsiteX1" fmla="*/ 11907 w 2543175"/>
                <a:gd name="connsiteY1" fmla="*/ 11906 h 1890712"/>
                <a:gd name="connsiteX2" fmla="*/ 21432 w 2543175"/>
                <a:gd name="connsiteY2" fmla="*/ 16669 h 1890712"/>
                <a:gd name="connsiteX3" fmla="*/ 23813 w 2543175"/>
                <a:gd name="connsiteY3" fmla="*/ 23812 h 1890712"/>
                <a:gd name="connsiteX4" fmla="*/ 33338 w 2543175"/>
                <a:gd name="connsiteY4" fmla="*/ 33337 h 1890712"/>
                <a:gd name="connsiteX5" fmla="*/ 40482 w 2543175"/>
                <a:gd name="connsiteY5" fmla="*/ 42862 h 1890712"/>
                <a:gd name="connsiteX6" fmla="*/ 47625 w 2543175"/>
                <a:gd name="connsiteY6" fmla="*/ 47625 h 1890712"/>
                <a:gd name="connsiteX7" fmla="*/ 57150 w 2543175"/>
                <a:gd name="connsiteY7" fmla="*/ 54769 h 1890712"/>
                <a:gd name="connsiteX8" fmla="*/ 64294 w 2543175"/>
                <a:gd name="connsiteY8" fmla="*/ 59531 h 1890712"/>
                <a:gd name="connsiteX9" fmla="*/ 83344 w 2543175"/>
                <a:gd name="connsiteY9" fmla="*/ 73819 h 1890712"/>
                <a:gd name="connsiteX10" fmla="*/ 97632 w 2543175"/>
                <a:gd name="connsiteY10" fmla="*/ 80962 h 1890712"/>
                <a:gd name="connsiteX11" fmla="*/ 104775 w 2543175"/>
                <a:gd name="connsiteY11" fmla="*/ 85725 h 1890712"/>
                <a:gd name="connsiteX12" fmla="*/ 114300 w 2543175"/>
                <a:gd name="connsiteY12" fmla="*/ 95250 h 1890712"/>
                <a:gd name="connsiteX13" fmla="*/ 123825 w 2543175"/>
                <a:gd name="connsiteY13" fmla="*/ 97631 h 1890712"/>
                <a:gd name="connsiteX14" fmla="*/ 130969 w 2543175"/>
                <a:gd name="connsiteY14" fmla="*/ 104775 h 1890712"/>
                <a:gd name="connsiteX15" fmla="*/ 140494 w 2543175"/>
                <a:gd name="connsiteY15" fmla="*/ 111919 h 1890712"/>
                <a:gd name="connsiteX16" fmla="*/ 147638 w 2543175"/>
                <a:gd name="connsiteY16" fmla="*/ 116681 h 1890712"/>
                <a:gd name="connsiteX17" fmla="*/ 164307 w 2543175"/>
                <a:gd name="connsiteY17" fmla="*/ 128587 h 1890712"/>
                <a:gd name="connsiteX18" fmla="*/ 180975 w 2543175"/>
                <a:gd name="connsiteY18" fmla="*/ 140494 h 1890712"/>
                <a:gd name="connsiteX19" fmla="*/ 197644 w 2543175"/>
                <a:gd name="connsiteY19" fmla="*/ 152400 h 1890712"/>
                <a:gd name="connsiteX20" fmla="*/ 204788 w 2543175"/>
                <a:gd name="connsiteY20" fmla="*/ 157162 h 1890712"/>
                <a:gd name="connsiteX21" fmla="*/ 214313 w 2543175"/>
                <a:gd name="connsiteY21" fmla="*/ 164306 h 1890712"/>
                <a:gd name="connsiteX22" fmla="*/ 230982 w 2543175"/>
                <a:gd name="connsiteY22" fmla="*/ 180975 h 1890712"/>
                <a:gd name="connsiteX23" fmla="*/ 247650 w 2543175"/>
                <a:gd name="connsiteY23" fmla="*/ 185737 h 1890712"/>
                <a:gd name="connsiteX24" fmla="*/ 302419 w 2543175"/>
                <a:gd name="connsiteY24" fmla="*/ 204787 h 1890712"/>
                <a:gd name="connsiteX25" fmla="*/ 333375 w 2543175"/>
                <a:gd name="connsiteY25" fmla="*/ 228600 h 1890712"/>
                <a:gd name="connsiteX26" fmla="*/ 340519 w 2543175"/>
                <a:gd name="connsiteY26" fmla="*/ 233362 h 1890712"/>
                <a:gd name="connsiteX27" fmla="*/ 354807 w 2543175"/>
                <a:gd name="connsiteY27" fmla="*/ 247650 h 1890712"/>
                <a:gd name="connsiteX28" fmla="*/ 366713 w 2543175"/>
                <a:gd name="connsiteY28" fmla="*/ 264319 h 1890712"/>
                <a:gd name="connsiteX29" fmla="*/ 371475 w 2543175"/>
                <a:gd name="connsiteY29" fmla="*/ 271462 h 1890712"/>
                <a:gd name="connsiteX30" fmla="*/ 378619 w 2543175"/>
                <a:gd name="connsiteY30" fmla="*/ 276225 h 1890712"/>
                <a:gd name="connsiteX31" fmla="*/ 385763 w 2543175"/>
                <a:gd name="connsiteY31" fmla="*/ 283369 h 1890712"/>
                <a:gd name="connsiteX32" fmla="*/ 395288 w 2543175"/>
                <a:gd name="connsiteY32" fmla="*/ 288131 h 1890712"/>
                <a:gd name="connsiteX33" fmla="*/ 404813 w 2543175"/>
                <a:gd name="connsiteY33" fmla="*/ 295275 h 1890712"/>
                <a:gd name="connsiteX34" fmla="*/ 411957 w 2543175"/>
                <a:gd name="connsiteY34" fmla="*/ 297656 h 1890712"/>
                <a:gd name="connsiteX35" fmla="*/ 466725 w 2543175"/>
                <a:gd name="connsiteY35" fmla="*/ 328612 h 1890712"/>
                <a:gd name="connsiteX36" fmla="*/ 476250 w 2543175"/>
                <a:gd name="connsiteY36" fmla="*/ 335756 h 1890712"/>
                <a:gd name="connsiteX37" fmla="*/ 481013 w 2543175"/>
                <a:gd name="connsiteY37" fmla="*/ 342900 h 1890712"/>
                <a:gd name="connsiteX38" fmla="*/ 490538 w 2543175"/>
                <a:gd name="connsiteY38" fmla="*/ 352425 h 1890712"/>
                <a:gd name="connsiteX39" fmla="*/ 495300 w 2543175"/>
                <a:gd name="connsiteY39" fmla="*/ 359569 h 1890712"/>
                <a:gd name="connsiteX40" fmla="*/ 509588 w 2543175"/>
                <a:gd name="connsiteY40" fmla="*/ 376237 h 1890712"/>
                <a:gd name="connsiteX41" fmla="*/ 514350 w 2543175"/>
                <a:gd name="connsiteY41" fmla="*/ 383381 h 1890712"/>
                <a:gd name="connsiteX42" fmla="*/ 531019 w 2543175"/>
                <a:gd name="connsiteY42" fmla="*/ 397669 h 1890712"/>
                <a:gd name="connsiteX43" fmla="*/ 538163 w 2543175"/>
                <a:gd name="connsiteY43" fmla="*/ 407194 h 1890712"/>
                <a:gd name="connsiteX44" fmla="*/ 554832 w 2543175"/>
                <a:gd name="connsiteY44" fmla="*/ 421481 h 1890712"/>
                <a:gd name="connsiteX45" fmla="*/ 564357 w 2543175"/>
                <a:gd name="connsiteY45" fmla="*/ 431006 h 1890712"/>
                <a:gd name="connsiteX46" fmla="*/ 573882 w 2543175"/>
                <a:gd name="connsiteY46" fmla="*/ 438150 h 1890712"/>
                <a:gd name="connsiteX47" fmla="*/ 595313 w 2543175"/>
                <a:gd name="connsiteY47" fmla="*/ 454819 h 1890712"/>
                <a:gd name="connsiteX48" fmla="*/ 602457 w 2543175"/>
                <a:gd name="connsiteY48" fmla="*/ 457200 h 1890712"/>
                <a:gd name="connsiteX49" fmla="*/ 628650 w 2543175"/>
                <a:gd name="connsiteY49" fmla="*/ 469106 h 1890712"/>
                <a:gd name="connsiteX50" fmla="*/ 645319 w 2543175"/>
                <a:gd name="connsiteY50" fmla="*/ 483394 h 1890712"/>
                <a:gd name="connsiteX51" fmla="*/ 654844 w 2543175"/>
                <a:gd name="connsiteY51" fmla="*/ 488156 h 1890712"/>
                <a:gd name="connsiteX52" fmla="*/ 661988 w 2543175"/>
                <a:gd name="connsiteY52" fmla="*/ 497681 h 1890712"/>
                <a:gd name="connsiteX53" fmla="*/ 683419 w 2543175"/>
                <a:gd name="connsiteY53" fmla="*/ 514350 h 1890712"/>
                <a:gd name="connsiteX54" fmla="*/ 700088 w 2543175"/>
                <a:gd name="connsiteY54" fmla="*/ 526256 h 1890712"/>
                <a:gd name="connsiteX55" fmla="*/ 709613 w 2543175"/>
                <a:gd name="connsiteY55" fmla="*/ 535781 h 1890712"/>
                <a:gd name="connsiteX56" fmla="*/ 719138 w 2543175"/>
                <a:gd name="connsiteY56" fmla="*/ 542925 h 1890712"/>
                <a:gd name="connsiteX57" fmla="*/ 733425 w 2543175"/>
                <a:gd name="connsiteY57" fmla="*/ 557212 h 1890712"/>
                <a:gd name="connsiteX58" fmla="*/ 750094 w 2543175"/>
                <a:gd name="connsiteY58" fmla="*/ 569119 h 1890712"/>
                <a:gd name="connsiteX59" fmla="*/ 769144 w 2543175"/>
                <a:gd name="connsiteY59" fmla="*/ 581025 h 1890712"/>
                <a:gd name="connsiteX60" fmla="*/ 785813 w 2543175"/>
                <a:gd name="connsiteY60" fmla="*/ 590550 h 1890712"/>
                <a:gd name="connsiteX61" fmla="*/ 792957 w 2543175"/>
                <a:gd name="connsiteY61" fmla="*/ 600075 h 1890712"/>
                <a:gd name="connsiteX62" fmla="*/ 809625 w 2543175"/>
                <a:gd name="connsiteY62" fmla="*/ 611981 h 1890712"/>
                <a:gd name="connsiteX63" fmla="*/ 816769 w 2543175"/>
                <a:gd name="connsiteY63" fmla="*/ 619125 h 1890712"/>
                <a:gd name="connsiteX64" fmla="*/ 826294 w 2543175"/>
                <a:gd name="connsiteY64" fmla="*/ 626269 h 1890712"/>
                <a:gd name="connsiteX65" fmla="*/ 840582 w 2543175"/>
                <a:gd name="connsiteY65" fmla="*/ 638175 h 1890712"/>
                <a:gd name="connsiteX66" fmla="*/ 847725 w 2543175"/>
                <a:gd name="connsiteY66" fmla="*/ 645319 h 1890712"/>
                <a:gd name="connsiteX67" fmla="*/ 857250 w 2543175"/>
                <a:gd name="connsiteY67" fmla="*/ 652462 h 1890712"/>
                <a:gd name="connsiteX68" fmla="*/ 864394 w 2543175"/>
                <a:gd name="connsiteY68" fmla="*/ 657225 h 1890712"/>
                <a:gd name="connsiteX69" fmla="*/ 888207 w 2543175"/>
                <a:gd name="connsiteY69" fmla="*/ 676275 h 1890712"/>
                <a:gd name="connsiteX70" fmla="*/ 895350 w 2543175"/>
                <a:gd name="connsiteY70" fmla="*/ 681037 h 1890712"/>
                <a:gd name="connsiteX71" fmla="*/ 907257 w 2543175"/>
                <a:gd name="connsiteY71" fmla="*/ 683419 h 1890712"/>
                <a:gd name="connsiteX72" fmla="*/ 928688 w 2543175"/>
                <a:gd name="connsiteY72" fmla="*/ 695325 h 1890712"/>
                <a:gd name="connsiteX73" fmla="*/ 942975 w 2543175"/>
                <a:gd name="connsiteY73" fmla="*/ 700087 h 1890712"/>
                <a:gd name="connsiteX74" fmla="*/ 964407 w 2543175"/>
                <a:gd name="connsiteY74" fmla="*/ 716756 h 1890712"/>
                <a:gd name="connsiteX75" fmla="*/ 971550 w 2543175"/>
                <a:gd name="connsiteY75" fmla="*/ 723900 h 1890712"/>
                <a:gd name="connsiteX76" fmla="*/ 983457 w 2543175"/>
                <a:gd name="connsiteY76" fmla="*/ 733425 h 1890712"/>
                <a:gd name="connsiteX77" fmla="*/ 990600 w 2543175"/>
                <a:gd name="connsiteY77" fmla="*/ 738187 h 1890712"/>
                <a:gd name="connsiteX78" fmla="*/ 1007269 w 2543175"/>
                <a:gd name="connsiteY78" fmla="*/ 752475 h 1890712"/>
                <a:gd name="connsiteX79" fmla="*/ 1031082 w 2543175"/>
                <a:gd name="connsiteY79" fmla="*/ 766762 h 1890712"/>
                <a:gd name="connsiteX80" fmla="*/ 1042988 w 2543175"/>
                <a:gd name="connsiteY80" fmla="*/ 773906 h 1890712"/>
                <a:gd name="connsiteX81" fmla="*/ 1071563 w 2543175"/>
                <a:gd name="connsiteY81" fmla="*/ 785812 h 1890712"/>
                <a:gd name="connsiteX82" fmla="*/ 1097757 w 2543175"/>
                <a:gd name="connsiteY82" fmla="*/ 807244 h 1890712"/>
                <a:gd name="connsiteX83" fmla="*/ 1104900 w 2543175"/>
                <a:gd name="connsiteY83" fmla="*/ 814387 h 1890712"/>
                <a:gd name="connsiteX84" fmla="*/ 1121569 w 2543175"/>
                <a:gd name="connsiteY84" fmla="*/ 823912 h 1890712"/>
                <a:gd name="connsiteX85" fmla="*/ 1138238 w 2543175"/>
                <a:gd name="connsiteY85" fmla="*/ 835819 h 1890712"/>
                <a:gd name="connsiteX86" fmla="*/ 1147763 w 2543175"/>
                <a:gd name="connsiteY86" fmla="*/ 842962 h 1890712"/>
                <a:gd name="connsiteX87" fmla="*/ 1157288 w 2543175"/>
                <a:gd name="connsiteY87" fmla="*/ 847725 h 1890712"/>
                <a:gd name="connsiteX88" fmla="*/ 1178719 w 2543175"/>
                <a:gd name="connsiteY88" fmla="*/ 859631 h 1890712"/>
                <a:gd name="connsiteX89" fmla="*/ 1188244 w 2543175"/>
                <a:gd name="connsiteY89" fmla="*/ 866775 h 1890712"/>
                <a:gd name="connsiteX90" fmla="*/ 1195388 w 2543175"/>
                <a:gd name="connsiteY90" fmla="*/ 871537 h 1890712"/>
                <a:gd name="connsiteX91" fmla="*/ 1212057 w 2543175"/>
                <a:gd name="connsiteY91" fmla="*/ 883444 h 1890712"/>
                <a:gd name="connsiteX92" fmla="*/ 1226344 w 2543175"/>
                <a:gd name="connsiteY92" fmla="*/ 895350 h 1890712"/>
                <a:gd name="connsiteX93" fmla="*/ 1245394 w 2543175"/>
                <a:gd name="connsiteY93" fmla="*/ 907256 h 1890712"/>
                <a:gd name="connsiteX94" fmla="*/ 1254919 w 2543175"/>
                <a:gd name="connsiteY94" fmla="*/ 914400 h 1890712"/>
                <a:gd name="connsiteX95" fmla="*/ 1269207 w 2543175"/>
                <a:gd name="connsiteY95" fmla="*/ 921544 h 1890712"/>
                <a:gd name="connsiteX96" fmla="*/ 1290638 w 2543175"/>
                <a:gd name="connsiteY96" fmla="*/ 935831 h 1890712"/>
                <a:gd name="connsiteX97" fmla="*/ 1307307 w 2543175"/>
                <a:gd name="connsiteY97" fmla="*/ 952500 h 1890712"/>
                <a:gd name="connsiteX98" fmla="*/ 1333500 w 2543175"/>
                <a:gd name="connsiteY98" fmla="*/ 971550 h 1890712"/>
                <a:gd name="connsiteX99" fmla="*/ 1359694 w 2543175"/>
                <a:gd name="connsiteY99" fmla="*/ 990600 h 1890712"/>
                <a:gd name="connsiteX100" fmla="*/ 1373982 w 2543175"/>
                <a:gd name="connsiteY100" fmla="*/ 997744 h 1890712"/>
                <a:gd name="connsiteX101" fmla="*/ 1388269 w 2543175"/>
                <a:gd name="connsiteY101" fmla="*/ 1007269 h 1890712"/>
                <a:gd name="connsiteX102" fmla="*/ 1414463 w 2543175"/>
                <a:gd name="connsiteY102" fmla="*/ 1019175 h 1890712"/>
                <a:gd name="connsiteX103" fmla="*/ 1428750 w 2543175"/>
                <a:gd name="connsiteY103" fmla="*/ 1026319 h 1890712"/>
                <a:gd name="connsiteX104" fmla="*/ 1471613 w 2543175"/>
                <a:gd name="connsiteY104" fmla="*/ 1059656 h 1890712"/>
                <a:gd name="connsiteX105" fmla="*/ 1495425 w 2543175"/>
                <a:gd name="connsiteY105" fmla="*/ 1088231 h 1890712"/>
                <a:gd name="connsiteX106" fmla="*/ 1547812 w 2543175"/>
                <a:gd name="connsiteY106" fmla="*/ 1133475 h 1890712"/>
                <a:gd name="connsiteX107" fmla="*/ 1597819 w 2543175"/>
                <a:gd name="connsiteY107" fmla="*/ 1154906 h 1890712"/>
                <a:gd name="connsiteX108" fmla="*/ 1604963 w 2543175"/>
                <a:gd name="connsiteY108" fmla="*/ 1162050 h 1890712"/>
                <a:gd name="connsiteX109" fmla="*/ 1612107 w 2543175"/>
                <a:gd name="connsiteY109" fmla="*/ 1166812 h 1890712"/>
                <a:gd name="connsiteX110" fmla="*/ 1628775 w 2543175"/>
                <a:gd name="connsiteY110" fmla="*/ 1183481 h 1890712"/>
                <a:gd name="connsiteX111" fmla="*/ 1662113 w 2543175"/>
                <a:gd name="connsiteY111" fmla="*/ 1209675 h 1890712"/>
                <a:gd name="connsiteX112" fmla="*/ 1678782 w 2543175"/>
                <a:gd name="connsiteY112" fmla="*/ 1226344 h 1890712"/>
                <a:gd name="connsiteX113" fmla="*/ 1700213 w 2543175"/>
                <a:gd name="connsiteY113" fmla="*/ 1247775 h 1890712"/>
                <a:gd name="connsiteX114" fmla="*/ 1712119 w 2543175"/>
                <a:gd name="connsiteY114" fmla="*/ 1259681 h 1890712"/>
                <a:gd name="connsiteX115" fmla="*/ 1733550 w 2543175"/>
                <a:gd name="connsiteY115" fmla="*/ 1273969 h 1890712"/>
                <a:gd name="connsiteX116" fmla="*/ 1743075 w 2543175"/>
                <a:gd name="connsiteY116" fmla="*/ 1283494 h 1890712"/>
                <a:gd name="connsiteX117" fmla="*/ 1754982 w 2543175"/>
                <a:gd name="connsiteY117" fmla="*/ 1290637 h 1890712"/>
                <a:gd name="connsiteX118" fmla="*/ 1766888 w 2543175"/>
                <a:gd name="connsiteY118" fmla="*/ 1300162 h 1890712"/>
                <a:gd name="connsiteX119" fmla="*/ 1783557 w 2543175"/>
                <a:gd name="connsiteY119" fmla="*/ 1307306 h 1890712"/>
                <a:gd name="connsiteX120" fmla="*/ 1790700 w 2543175"/>
                <a:gd name="connsiteY120" fmla="*/ 1312069 h 1890712"/>
                <a:gd name="connsiteX121" fmla="*/ 1800225 w 2543175"/>
                <a:gd name="connsiteY121" fmla="*/ 1319212 h 1890712"/>
                <a:gd name="connsiteX122" fmla="*/ 1807369 w 2543175"/>
                <a:gd name="connsiteY122" fmla="*/ 1321594 h 1890712"/>
                <a:gd name="connsiteX123" fmla="*/ 1824038 w 2543175"/>
                <a:gd name="connsiteY123" fmla="*/ 1333500 h 1890712"/>
                <a:gd name="connsiteX124" fmla="*/ 1843088 w 2543175"/>
                <a:gd name="connsiteY124" fmla="*/ 1352550 h 1890712"/>
                <a:gd name="connsiteX125" fmla="*/ 1852613 w 2543175"/>
                <a:gd name="connsiteY125" fmla="*/ 1359694 h 1890712"/>
                <a:gd name="connsiteX126" fmla="*/ 1859757 w 2543175"/>
                <a:gd name="connsiteY126" fmla="*/ 1366837 h 1890712"/>
                <a:gd name="connsiteX127" fmla="*/ 1869282 w 2543175"/>
                <a:gd name="connsiteY127" fmla="*/ 1371600 h 1890712"/>
                <a:gd name="connsiteX128" fmla="*/ 1883569 w 2543175"/>
                <a:gd name="connsiteY128" fmla="*/ 1388269 h 1890712"/>
                <a:gd name="connsiteX129" fmla="*/ 1893094 w 2543175"/>
                <a:gd name="connsiteY129" fmla="*/ 1395412 h 1890712"/>
                <a:gd name="connsiteX130" fmla="*/ 1902619 w 2543175"/>
                <a:gd name="connsiteY130" fmla="*/ 1404937 h 1890712"/>
                <a:gd name="connsiteX131" fmla="*/ 1912144 w 2543175"/>
                <a:gd name="connsiteY131" fmla="*/ 1409700 h 1890712"/>
                <a:gd name="connsiteX132" fmla="*/ 1931194 w 2543175"/>
                <a:gd name="connsiteY132" fmla="*/ 1421606 h 1890712"/>
                <a:gd name="connsiteX133" fmla="*/ 1935957 w 2543175"/>
                <a:gd name="connsiteY133" fmla="*/ 1428750 h 1890712"/>
                <a:gd name="connsiteX134" fmla="*/ 1952625 w 2543175"/>
                <a:gd name="connsiteY134" fmla="*/ 1438275 h 1890712"/>
                <a:gd name="connsiteX135" fmla="*/ 1971675 w 2543175"/>
                <a:gd name="connsiteY135" fmla="*/ 1450181 h 1890712"/>
                <a:gd name="connsiteX136" fmla="*/ 1981200 w 2543175"/>
                <a:gd name="connsiteY136" fmla="*/ 1454944 h 1890712"/>
                <a:gd name="connsiteX137" fmla="*/ 1997869 w 2543175"/>
                <a:gd name="connsiteY137" fmla="*/ 1471612 h 1890712"/>
                <a:gd name="connsiteX138" fmla="*/ 2007394 w 2543175"/>
                <a:gd name="connsiteY138" fmla="*/ 1478756 h 1890712"/>
                <a:gd name="connsiteX139" fmla="*/ 2016919 w 2543175"/>
                <a:gd name="connsiteY139" fmla="*/ 1483519 h 1890712"/>
                <a:gd name="connsiteX140" fmla="*/ 2024063 w 2543175"/>
                <a:gd name="connsiteY140" fmla="*/ 1490662 h 1890712"/>
                <a:gd name="connsiteX141" fmla="*/ 2033588 w 2543175"/>
                <a:gd name="connsiteY141" fmla="*/ 1495425 h 1890712"/>
                <a:gd name="connsiteX142" fmla="*/ 2040732 w 2543175"/>
                <a:gd name="connsiteY142" fmla="*/ 1502569 h 1890712"/>
                <a:gd name="connsiteX143" fmla="*/ 2047875 w 2543175"/>
                <a:gd name="connsiteY143" fmla="*/ 1507331 h 1890712"/>
                <a:gd name="connsiteX144" fmla="*/ 2057400 w 2543175"/>
                <a:gd name="connsiteY144" fmla="*/ 1514475 h 1890712"/>
                <a:gd name="connsiteX145" fmla="*/ 2064544 w 2543175"/>
                <a:gd name="connsiteY145" fmla="*/ 1519237 h 1890712"/>
                <a:gd name="connsiteX146" fmla="*/ 2071688 w 2543175"/>
                <a:gd name="connsiteY146" fmla="*/ 1526381 h 1890712"/>
                <a:gd name="connsiteX147" fmla="*/ 2081213 w 2543175"/>
                <a:gd name="connsiteY147" fmla="*/ 1531144 h 1890712"/>
                <a:gd name="connsiteX148" fmla="*/ 2090738 w 2543175"/>
                <a:gd name="connsiteY148" fmla="*/ 1538287 h 1890712"/>
                <a:gd name="connsiteX149" fmla="*/ 2109788 w 2543175"/>
                <a:gd name="connsiteY149" fmla="*/ 1547812 h 1890712"/>
                <a:gd name="connsiteX150" fmla="*/ 2131219 w 2543175"/>
                <a:gd name="connsiteY150" fmla="*/ 1562100 h 1890712"/>
                <a:gd name="connsiteX151" fmla="*/ 2140744 w 2543175"/>
                <a:gd name="connsiteY151" fmla="*/ 1566862 h 1890712"/>
                <a:gd name="connsiteX152" fmla="*/ 2152650 w 2543175"/>
                <a:gd name="connsiteY152" fmla="*/ 1576387 h 1890712"/>
                <a:gd name="connsiteX153" fmla="*/ 2181225 w 2543175"/>
                <a:gd name="connsiteY153" fmla="*/ 1590675 h 1890712"/>
                <a:gd name="connsiteX154" fmla="*/ 2200275 w 2543175"/>
                <a:gd name="connsiteY154" fmla="*/ 1607344 h 1890712"/>
                <a:gd name="connsiteX155" fmla="*/ 2207419 w 2543175"/>
                <a:gd name="connsiteY155" fmla="*/ 1612106 h 1890712"/>
                <a:gd name="connsiteX156" fmla="*/ 2216944 w 2543175"/>
                <a:gd name="connsiteY156" fmla="*/ 1619250 h 1890712"/>
                <a:gd name="connsiteX157" fmla="*/ 2224088 w 2543175"/>
                <a:gd name="connsiteY157" fmla="*/ 1624012 h 1890712"/>
                <a:gd name="connsiteX158" fmla="*/ 2247900 w 2543175"/>
                <a:gd name="connsiteY158" fmla="*/ 1643062 h 1890712"/>
                <a:gd name="connsiteX159" fmla="*/ 2255044 w 2543175"/>
                <a:gd name="connsiteY159" fmla="*/ 1650206 h 1890712"/>
                <a:gd name="connsiteX160" fmla="*/ 2281238 w 2543175"/>
                <a:gd name="connsiteY160" fmla="*/ 1664494 h 1890712"/>
                <a:gd name="connsiteX161" fmla="*/ 2297907 w 2543175"/>
                <a:gd name="connsiteY161" fmla="*/ 1674019 h 1890712"/>
                <a:gd name="connsiteX162" fmla="*/ 2312194 w 2543175"/>
                <a:gd name="connsiteY162" fmla="*/ 1685925 h 1890712"/>
                <a:gd name="connsiteX163" fmla="*/ 2328863 w 2543175"/>
                <a:gd name="connsiteY163" fmla="*/ 1697831 h 1890712"/>
                <a:gd name="connsiteX164" fmla="*/ 2350294 w 2543175"/>
                <a:gd name="connsiteY164" fmla="*/ 1712119 h 1890712"/>
                <a:gd name="connsiteX165" fmla="*/ 2369344 w 2543175"/>
                <a:gd name="connsiteY165" fmla="*/ 1724025 h 1890712"/>
                <a:gd name="connsiteX166" fmla="*/ 2428876 w 2543175"/>
                <a:gd name="connsiteY166" fmla="*/ 1785938 h 1890712"/>
                <a:gd name="connsiteX167" fmla="*/ 2466975 w 2543175"/>
                <a:gd name="connsiteY167" fmla="*/ 1783556 h 1890712"/>
                <a:gd name="connsiteX168" fmla="*/ 2481263 w 2543175"/>
                <a:gd name="connsiteY168" fmla="*/ 1795462 h 1890712"/>
                <a:gd name="connsiteX169" fmla="*/ 2486025 w 2543175"/>
                <a:gd name="connsiteY169" fmla="*/ 1802606 h 1890712"/>
                <a:gd name="connsiteX170" fmla="*/ 2514600 w 2543175"/>
                <a:gd name="connsiteY170" fmla="*/ 1850231 h 1890712"/>
                <a:gd name="connsiteX171" fmla="*/ 2519363 w 2543175"/>
                <a:gd name="connsiteY171" fmla="*/ 1857375 h 1890712"/>
                <a:gd name="connsiteX172" fmla="*/ 2540794 w 2543175"/>
                <a:gd name="connsiteY172" fmla="*/ 1883569 h 1890712"/>
                <a:gd name="connsiteX173" fmla="*/ 2543175 w 2543175"/>
                <a:gd name="connsiteY173" fmla="*/ 1890712 h 1890712"/>
                <a:gd name="connsiteX0" fmla="*/ 0 w 2543175"/>
                <a:gd name="connsiteY0" fmla="*/ 0 h 1890712"/>
                <a:gd name="connsiteX1" fmla="*/ 11907 w 2543175"/>
                <a:gd name="connsiteY1" fmla="*/ 11906 h 1890712"/>
                <a:gd name="connsiteX2" fmla="*/ 21432 w 2543175"/>
                <a:gd name="connsiteY2" fmla="*/ 16669 h 1890712"/>
                <a:gd name="connsiteX3" fmla="*/ 23813 w 2543175"/>
                <a:gd name="connsiteY3" fmla="*/ 23812 h 1890712"/>
                <a:gd name="connsiteX4" fmla="*/ 33338 w 2543175"/>
                <a:gd name="connsiteY4" fmla="*/ 33337 h 1890712"/>
                <a:gd name="connsiteX5" fmla="*/ 40482 w 2543175"/>
                <a:gd name="connsiteY5" fmla="*/ 42862 h 1890712"/>
                <a:gd name="connsiteX6" fmla="*/ 47625 w 2543175"/>
                <a:gd name="connsiteY6" fmla="*/ 47625 h 1890712"/>
                <a:gd name="connsiteX7" fmla="*/ 57150 w 2543175"/>
                <a:gd name="connsiteY7" fmla="*/ 54769 h 1890712"/>
                <a:gd name="connsiteX8" fmla="*/ 64294 w 2543175"/>
                <a:gd name="connsiteY8" fmla="*/ 59531 h 1890712"/>
                <a:gd name="connsiteX9" fmla="*/ 83344 w 2543175"/>
                <a:gd name="connsiteY9" fmla="*/ 73819 h 1890712"/>
                <a:gd name="connsiteX10" fmla="*/ 97632 w 2543175"/>
                <a:gd name="connsiteY10" fmla="*/ 80962 h 1890712"/>
                <a:gd name="connsiteX11" fmla="*/ 104775 w 2543175"/>
                <a:gd name="connsiteY11" fmla="*/ 85725 h 1890712"/>
                <a:gd name="connsiteX12" fmla="*/ 114300 w 2543175"/>
                <a:gd name="connsiteY12" fmla="*/ 95250 h 1890712"/>
                <a:gd name="connsiteX13" fmla="*/ 123825 w 2543175"/>
                <a:gd name="connsiteY13" fmla="*/ 97631 h 1890712"/>
                <a:gd name="connsiteX14" fmla="*/ 130969 w 2543175"/>
                <a:gd name="connsiteY14" fmla="*/ 104775 h 1890712"/>
                <a:gd name="connsiteX15" fmla="*/ 140494 w 2543175"/>
                <a:gd name="connsiteY15" fmla="*/ 111919 h 1890712"/>
                <a:gd name="connsiteX16" fmla="*/ 147638 w 2543175"/>
                <a:gd name="connsiteY16" fmla="*/ 116681 h 1890712"/>
                <a:gd name="connsiteX17" fmla="*/ 164307 w 2543175"/>
                <a:gd name="connsiteY17" fmla="*/ 128587 h 1890712"/>
                <a:gd name="connsiteX18" fmla="*/ 180975 w 2543175"/>
                <a:gd name="connsiteY18" fmla="*/ 140494 h 1890712"/>
                <a:gd name="connsiteX19" fmla="*/ 197644 w 2543175"/>
                <a:gd name="connsiteY19" fmla="*/ 152400 h 1890712"/>
                <a:gd name="connsiteX20" fmla="*/ 204788 w 2543175"/>
                <a:gd name="connsiteY20" fmla="*/ 157162 h 1890712"/>
                <a:gd name="connsiteX21" fmla="*/ 214313 w 2543175"/>
                <a:gd name="connsiteY21" fmla="*/ 164306 h 1890712"/>
                <a:gd name="connsiteX22" fmla="*/ 230982 w 2543175"/>
                <a:gd name="connsiteY22" fmla="*/ 180975 h 1890712"/>
                <a:gd name="connsiteX23" fmla="*/ 247650 w 2543175"/>
                <a:gd name="connsiteY23" fmla="*/ 185737 h 1890712"/>
                <a:gd name="connsiteX24" fmla="*/ 302419 w 2543175"/>
                <a:gd name="connsiteY24" fmla="*/ 204787 h 1890712"/>
                <a:gd name="connsiteX25" fmla="*/ 333375 w 2543175"/>
                <a:gd name="connsiteY25" fmla="*/ 228600 h 1890712"/>
                <a:gd name="connsiteX26" fmla="*/ 340519 w 2543175"/>
                <a:gd name="connsiteY26" fmla="*/ 233362 h 1890712"/>
                <a:gd name="connsiteX27" fmla="*/ 354807 w 2543175"/>
                <a:gd name="connsiteY27" fmla="*/ 247650 h 1890712"/>
                <a:gd name="connsiteX28" fmla="*/ 366713 w 2543175"/>
                <a:gd name="connsiteY28" fmla="*/ 264319 h 1890712"/>
                <a:gd name="connsiteX29" fmla="*/ 371475 w 2543175"/>
                <a:gd name="connsiteY29" fmla="*/ 271462 h 1890712"/>
                <a:gd name="connsiteX30" fmla="*/ 378619 w 2543175"/>
                <a:gd name="connsiteY30" fmla="*/ 276225 h 1890712"/>
                <a:gd name="connsiteX31" fmla="*/ 385763 w 2543175"/>
                <a:gd name="connsiteY31" fmla="*/ 283369 h 1890712"/>
                <a:gd name="connsiteX32" fmla="*/ 404813 w 2543175"/>
                <a:gd name="connsiteY32" fmla="*/ 295275 h 1890712"/>
                <a:gd name="connsiteX33" fmla="*/ 411957 w 2543175"/>
                <a:gd name="connsiteY33" fmla="*/ 297656 h 1890712"/>
                <a:gd name="connsiteX34" fmla="*/ 466725 w 2543175"/>
                <a:gd name="connsiteY34" fmla="*/ 328612 h 1890712"/>
                <a:gd name="connsiteX35" fmla="*/ 476250 w 2543175"/>
                <a:gd name="connsiteY35" fmla="*/ 335756 h 1890712"/>
                <a:gd name="connsiteX36" fmla="*/ 481013 w 2543175"/>
                <a:gd name="connsiteY36" fmla="*/ 342900 h 1890712"/>
                <a:gd name="connsiteX37" fmla="*/ 490538 w 2543175"/>
                <a:gd name="connsiteY37" fmla="*/ 352425 h 1890712"/>
                <a:gd name="connsiteX38" fmla="*/ 495300 w 2543175"/>
                <a:gd name="connsiteY38" fmla="*/ 359569 h 1890712"/>
                <a:gd name="connsiteX39" fmla="*/ 509588 w 2543175"/>
                <a:gd name="connsiteY39" fmla="*/ 376237 h 1890712"/>
                <a:gd name="connsiteX40" fmla="*/ 514350 w 2543175"/>
                <a:gd name="connsiteY40" fmla="*/ 383381 h 1890712"/>
                <a:gd name="connsiteX41" fmla="*/ 531019 w 2543175"/>
                <a:gd name="connsiteY41" fmla="*/ 397669 h 1890712"/>
                <a:gd name="connsiteX42" fmla="*/ 538163 w 2543175"/>
                <a:gd name="connsiteY42" fmla="*/ 407194 h 1890712"/>
                <a:gd name="connsiteX43" fmla="*/ 554832 w 2543175"/>
                <a:gd name="connsiteY43" fmla="*/ 421481 h 1890712"/>
                <a:gd name="connsiteX44" fmla="*/ 564357 w 2543175"/>
                <a:gd name="connsiteY44" fmla="*/ 431006 h 1890712"/>
                <a:gd name="connsiteX45" fmla="*/ 573882 w 2543175"/>
                <a:gd name="connsiteY45" fmla="*/ 438150 h 1890712"/>
                <a:gd name="connsiteX46" fmla="*/ 595313 w 2543175"/>
                <a:gd name="connsiteY46" fmla="*/ 454819 h 1890712"/>
                <a:gd name="connsiteX47" fmla="*/ 602457 w 2543175"/>
                <a:gd name="connsiteY47" fmla="*/ 457200 h 1890712"/>
                <a:gd name="connsiteX48" fmla="*/ 628650 w 2543175"/>
                <a:gd name="connsiteY48" fmla="*/ 469106 h 1890712"/>
                <a:gd name="connsiteX49" fmla="*/ 645319 w 2543175"/>
                <a:gd name="connsiteY49" fmla="*/ 483394 h 1890712"/>
                <a:gd name="connsiteX50" fmla="*/ 654844 w 2543175"/>
                <a:gd name="connsiteY50" fmla="*/ 488156 h 1890712"/>
                <a:gd name="connsiteX51" fmla="*/ 661988 w 2543175"/>
                <a:gd name="connsiteY51" fmla="*/ 497681 h 1890712"/>
                <a:gd name="connsiteX52" fmla="*/ 683419 w 2543175"/>
                <a:gd name="connsiteY52" fmla="*/ 514350 h 1890712"/>
                <a:gd name="connsiteX53" fmla="*/ 700088 w 2543175"/>
                <a:gd name="connsiteY53" fmla="*/ 526256 h 1890712"/>
                <a:gd name="connsiteX54" fmla="*/ 709613 w 2543175"/>
                <a:gd name="connsiteY54" fmla="*/ 535781 h 1890712"/>
                <a:gd name="connsiteX55" fmla="*/ 719138 w 2543175"/>
                <a:gd name="connsiteY55" fmla="*/ 542925 h 1890712"/>
                <a:gd name="connsiteX56" fmla="*/ 733425 w 2543175"/>
                <a:gd name="connsiteY56" fmla="*/ 557212 h 1890712"/>
                <a:gd name="connsiteX57" fmla="*/ 750094 w 2543175"/>
                <a:gd name="connsiteY57" fmla="*/ 569119 h 1890712"/>
                <a:gd name="connsiteX58" fmla="*/ 769144 w 2543175"/>
                <a:gd name="connsiteY58" fmla="*/ 581025 h 1890712"/>
                <a:gd name="connsiteX59" fmla="*/ 785813 w 2543175"/>
                <a:gd name="connsiteY59" fmla="*/ 590550 h 1890712"/>
                <a:gd name="connsiteX60" fmla="*/ 792957 w 2543175"/>
                <a:gd name="connsiteY60" fmla="*/ 600075 h 1890712"/>
                <a:gd name="connsiteX61" fmla="*/ 809625 w 2543175"/>
                <a:gd name="connsiteY61" fmla="*/ 611981 h 1890712"/>
                <a:gd name="connsiteX62" fmla="*/ 816769 w 2543175"/>
                <a:gd name="connsiteY62" fmla="*/ 619125 h 1890712"/>
                <a:gd name="connsiteX63" fmla="*/ 826294 w 2543175"/>
                <a:gd name="connsiteY63" fmla="*/ 626269 h 1890712"/>
                <a:gd name="connsiteX64" fmla="*/ 840582 w 2543175"/>
                <a:gd name="connsiteY64" fmla="*/ 638175 h 1890712"/>
                <a:gd name="connsiteX65" fmla="*/ 847725 w 2543175"/>
                <a:gd name="connsiteY65" fmla="*/ 645319 h 1890712"/>
                <a:gd name="connsiteX66" fmla="*/ 857250 w 2543175"/>
                <a:gd name="connsiteY66" fmla="*/ 652462 h 1890712"/>
                <a:gd name="connsiteX67" fmla="*/ 864394 w 2543175"/>
                <a:gd name="connsiteY67" fmla="*/ 657225 h 1890712"/>
                <a:gd name="connsiteX68" fmla="*/ 888207 w 2543175"/>
                <a:gd name="connsiteY68" fmla="*/ 676275 h 1890712"/>
                <a:gd name="connsiteX69" fmla="*/ 895350 w 2543175"/>
                <a:gd name="connsiteY69" fmla="*/ 681037 h 1890712"/>
                <a:gd name="connsiteX70" fmla="*/ 907257 w 2543175"/>
                <a:gd name="connsiteY70" fmla="*/ 683419 h 1890712"/>
                <a:gd name="connsiteX71" fmla="*/ 928688 w 2543175"/>
                <a:gd name="connsiteY71" fmla="*/ 695325 h 1890712"/>
                <a:gd name="connsiteX72" fmla="*/ 942975 w 2543175"/>
                <a:gd name="connsiteY72" fmla="*/ 700087 h 1890712"/>
                <a:gd name="connsiteX73" fmla="*/ 964407 w 2543175"/>
                <a:gd name="connsiteY73" fmla="*/ 716756 h 1890712"/>
                <a:gd name="connsiteX74" fmla="*/ 971550 w 2543175"/>
                <a:gd name="connsiteY74" fmla="*/ 723900 h 1890712"/>
                <a:gd name="connsiteX75" fmla="*/ 983457 w 2543175"/>
                <a:gd name="connsiteY75" fmla="*/ 733425 h 1890712"/>
                <a:gd name="connsiteX76" fmla="*/ 990600 w 2543175"/>
                <a:gd name="connsiteY76" fmla="*/ 738187 h 1890712"/>
                <a:gd name="connsiteX77" fmla="*/ 1007269 w 2543175"/>
                <a:gd name="connsiteY77" fmla="*/ 752475 h 1890712"/>
                <a:gd name="connsiteX78" fmla="*/ 1031082 w 2543175"/>
                <a:gd name="connsiteY78" fmla="*/ 766762 h 1890712"/>
                <a:gd name="connsiteX79" fmla="*/ 1042988 w 2543175"/>
                <a:gd name="connsiteY79" fmla="*/ 773906 h 1890712"/>
                <a:gd name="connsiteX80" fmla="*/ 1071563 w 2543175"/>
                <a:gd name="connsiteY80" fmla="*/ 785812 h 1890712"/>
                <a:gd name="connsiteX81" fmla="*/ 1097757 w 2543175"/>
                <a:gd name="connsiteY81" fmla="*/ 807244 h 1890712"/>
                <a:gd name="connsiteX82" fmla="*/ 1104900 w 2543175"/>
                <a:gd name="connsiteY82" fmla="*/ 814387 h 1890712"/>
                <a:gd name="connsiteX83" fmla="*/ 1121569 w 2543175"/>
                <a:gd name="connsiteY83" fmla="*/ 823912 h 1890712"/>
                <a:gd name="connsiteX84" fmla="*/ 1138238 w 2543175"/>
                <a:gd name="connsiteY84" fmla="*/ 835819 h 1890712"/>
                <a:gd name="connsiteX85" fmla="*/ 1147763 w 2543175"/>
                <a:gd name="connsiteY85" fmla="*/ 842962 h 1890712"/>
                <a:gd name="connsiteX86" fmla="*/ 1157288 w 2543175"/>
                <a:gd name="connsiteY86" fmla="*/ 847725 h 1890712"/>
                <a:gd name="connsiteX87" fmla="*/ 1178719 w 2543175"/>
                <a:gd name="connsiteY87" fmla="*/ 859631 h 1890712"/>
                <a:gd name="connsiteX88" fmla="*/ 1188244 w 2543175"/>
                <a:gd name="connsiteY88" fmla="*/ 866775 h 1890712"/>
                <a:gd name="connsiteX89" fmla="*/ 1195388 w 2543175"/>
                <a:gd name="connsiteY89" fmla="*/ 871537 h 1890712"/>
                <a:gd name="connsiteX90" fmla="*/ 1212057 w 2543175"/>
                <a:gd name="connsiteY90" fmla="*/ 883444 h 1890712"/>
                <a:gd name="connsiteX91" fmla="*/ 1226344 w 2543175"/>
                <a:gd name="connsiteY91" fmla="*/ 895350 h 1890712"/>
                <a:gd name="connsiteX92" fmla="*/ 1245394 w 2543175"/>
                <a:gd name="connsiteY92" fmla="*/ 907256 h 1890712"/>
                <a:gd name="connsiteX93" fmla="*/ 1254919 w 2543175"/>
                <a:gd name="connsiteY93" fmla="*/ 914400 h 1890712"/>
                <a:gd name="connsiteX94" fmla="*/ 1269207 w 2543175"/>
                <a:gd name="connsiteY94" fmla="*/ 921544 h 1890712"/>
                <a:gd name="connsiteX95" fmla="*/ 1290638 w 2543175"/>
                <a:gd name="connsiteY95" fmla="*/ 935831 h 1890712"/>
                <a:gd name="connsiteX96" fmla="*/ 1307307 w 2543175"/>
                <a:gd name="connsiteY96" fmla="*/ 952500 h 1890712"/>
                <a:gd name="connsiteX97" fmla="*/ 1333500 w 2543175"/>
                <a:gd name="connsiteY97" fmla="*/ 971550 h 1890712"/>
                <a:gd name="connsiteX98" fmla="*/ 1359694 w 2543175"/>
                <a:gd name="connsiteY98" fmla="*/ 990600 h 1890712"/>
                <a:gd name="connsiteX99" fmla="*/ 1373982 w 2543175"/>
                <a:gd name="connsiteY99" fmla="*/ 997744 h 1890712"/>
                <a:gd name="connsiteX100" fmla="*/ 1388269 w 2543175"/>
                <a:gd name="connsiteY100" fmla="*/ 1007269 h 1890712"/>
                <a:gd name="connsiteX101" fmla="*/ 1414463 w 2543175"/>
                <a:gd name="connsiteY101" fmla="*/ 1019175 h 1890712"/>
                <a:gd name="connsiteX102" fmla="*/ 1428750 w 2543175"/>
                <a:gd name="connsiteY102" fmla="*/ 1026319 h 1890712"/>
                <a:gd name="connsiteX103" fmla="*/ 1471613 w 2543175"/>
                <a:gd name="connsiteY103" fmla="*/ 1059656 h 1890712"/>
                <a:gd name="connsiteX104" fmla="*/ 1495425 w 2543175"/>
                <a:gd name="connsiteY104" fmla="*/ 1088231 h 1890712"/>
                <a:gd name="connsiteX105" fmla="*/ 1547812 w 2543175"/>
                <a:gd name="connsiteY105" fmla="*/ 1133475 h 1890712"/>
                <a:gd name="connsiteX106" fmla="*/ 1597819 w 2543175"/>
                <a:gd name="connsiteY106" fmla="*/ 1154906 h 1890712"/>
                <a:gd name="connsiteX107" fmla="*/ 1604963 w 2543175"/>
                <a:gd name="connsiteY107" fmla="*/ 1162050 h 1890712"/>
                <a:gd name="connsiteX108" fmla="*/ 1612107 w 2543175"/>
                <a:gd name="connsiteY108" fmla="*/ 1166812 h 1890712"/>
                <a:gd name="connsiteX109" fmla="*/ 1628775 w 2543175"/>
                <a:gd name="connsiteY109" fmla="*/ 1183481 h 1890712"/>
                <a:gd name="connsiteX110" fmla="*/ 1662113 w 2543175"/>
                <a:gd name="connsiteY110" fmla="*/ 1209675 h 1890712"/>
                <a:gd name="connsiteX111" fmla="*/ 1678782 w 2543175"/>
                <a:gd name="connsiteY111" fmla="*/ 1226344 h 1890712"/>
                <a:gd name="connsiteX112" fmla="*/ 1700213 w 2543175"/>
                <a:gd name="connsiteY112" fmla="*/ 1247775 h 1890712"/>
                <a:gd name="connsiteX113" fmla="*/ 1712119 w 2543175"/>
                <a:gd name="connsiteY113" fmla="*/ 1259681 h 1890712"/>
                <a:gd name="connsiteX114" fmla="*/ 1733550 w 2543175"/>
                <a:gd name="connsiteY114" fmla="*/ 1273969 h 1890712"/>
                <a:gd name="connsiteX115" fmla="*/ 1743075 w 2543175"/>
                <a:gd name="connsiteY115" fmla="*/ 1283494 h 1890712"/>
                <a:gd name="connsiteX116" fmla="*/ 1754982 w 2543175"/>
                <a:gd name="connsiteY116" fmla="*/ 1290637 h 1890712"/>
                <a:gd name="connsiteX117" fmla="*/ 1766888 w 2543175"/>
                <a:gd name="connsiteY117" fmla="*/ 1300162 h 1890712"/>
                <a:gd name="connsiteX118" fmla="*/ 1783557 w 2543175"/>
                <a:gd name="connsiteY118" fmla="*/ 1307306 h 1890712"/>
                <a:gd name="connsiteX119" fmla="*/ 1790700 w 2543175"/>
                <a:gd name="connsiteY119" fmla="*/ 1312069 h 1890712"/>
                <a:gd name="connsiteX120" fmla="*/ 1800225 w 2543175"/>
                <a:gd name="connsiteY120" fmla="*/ 1319212 h 1890712"/>
                <a:gd name="connsiteX121" fmla="*/ 1807369 w 2543175"/>
                <a:gd name="connsiteY121" fmla="*/ 1321594 h 1890712"/>
                <a:gd name="connsiteX122" fmla="*/ 1824038 w 2543175"/>
                <a:gd name="connsiteY122" fmla="*/ 1333500 h 1890712"/>
                <a:gd name="connsiteX123" fmla="*/ 1843088 w 2543175"/>
                <a:gd name="connsiteY123" fmla="*/ 1352550 h 1890712"/>
                <a:gd name="connsiteX124" fmla="*/ 1852613 w 2543175"/>
                <a:gd name="connsiteY124" fmla="*/ 1359694 h 1890712"/>
                <a:gd name="connsiteX125" fmla="*/ 1859757 w 2543175"/>
                <a:gd name="connsiteY125" fmla="*/ 1366837 h 1890712"/>
                <a:gd name="connsiteX126" fmla="*/ 1869282 w 2543175"/>
                <a:gd name="connsiteY126" fmla="*/ 1371600 h 1890712"/>
                <a:gd name="connsiteX127" fmla="*/ 1883569 w 2543175"/>
                <a:gd name="connsiteY127" fmla="*/ 1388269 h 1890712"/>
                <a:gd name="connsiteX128" fmla="*/ 1893094 w 2543175"/>
                <a:gd name="connsiteY128" fmla="*/ 1395412 h 1890712"/>
                <a:gd name="connsiteX129" fmla="*/ 1902619 w 2543175"/>
                <a:gd name="connsiteY129" fmla="*/ 1404937 h 1890712"/>
                <a:gd name="connsiteX130" fmla="*/ 1912144 w 2543175"/>
                <a:gd name="connsiteY130" fmla="*/ 1409700 h 1890712"/>
                <a:gd name="connsiteX131" fmla="*/ 1931194 w 2543175"/>
                <a:gd name="connsiteY131" fmla="*/ 1421606 h 1890712"/>
                <a:gd name="connsiteX132" fmla="*/ 1935957 w 2543175"/>
                <a:gd name="connsiteY132" fmla="*/ 1428750 h 1890712"/>
                <a:gd name="connsiteX133" fmla="*/ 1952625 w 2543175"/>
                <a:gd name="connsiteY133" fmla="*/ 1438275 h 1890712"/>
                <a:gd name="connsiteX134" fmla="*/ 1971675 w 2543175"/>
                <a:gd name="connsiteY134" fmla="*/ 1450181 h 1890712"/>
                <a:gd name="connsiteX135" fmla="*/ 1981200 w 2543175"/>
                <a:gd name="connsiteY135" fmla="*/ 1454944 h 1890712"/>
                <a:gd name="connsiteX136" fmla="*/ 1997869 w 2543175"/>
                <a:gd name="connsiteY136" fmla="*/ 1471612 h 1890712"/>
                <a:gd name="connsiteX137" fmla="*/ 2007394 w 2543175"/>
                <a:gd name="connsiteY137" fmla="*/ 1478756 h 1890712"/>
                <a:gd name="connsiteX138" fmla="*/ 2016919 w 2543175"/>
                <a:gd name="connsiteY138" fmla="*/ 1483519 h 1890712"/>
                <a:gd name="connsiteX139" fmla="*/ 2024063 w 2543175"/>
                <a:gd name="connsiteY139" fmla="*/ 1490662 h 1890712"/>
                <a:gd name="connsiteX140" fmla="*/ 2033588 w 2543175"/>
                <a:gd name="connsiteY140" fmla="*/ 1495425 h 1890712"/>
                <a:gd name="connsiteX141" fmla="*/ 2040732 w 2543175"/>
                <a:gd name="connsiteY141" fmla="*/ 1502569 h 1890712"/>
                <a:gd name="connsiteX142" fmla="*/ 2047875 w 2543175"/>
                <a:gd name="connsiteY142" fmla="*/ 1507331 h 1890712"/>
                <a:gd name="connsiteX143" fmla="*/ 2057400 w 2543175"/>
                <a:gd name="connsiteY143" fmla="*/ 1514475 h 1890712"/>
                <a:gd name="connsiteX144" fmla="*/ 2064544 w 2543175"/>
                <a:gd name="connsiteY144" fmla="*/ 1519237 h 1890712"/>
                <a:gd name="connsiteX145" fmla="*/ 2071688 w 2543175"/>
                <a:gd name="connsiteY145" fmla="*/ 1526381 h 1890712"/>
                <a:gd name="connsiteX146" fmla="*/ 2081213 w 2543175"/>
                <a:gd name="connsiteY146" fmla="*/ 1531144 h 1890712"/>
                <a:gd name="connsiteX147" fmla="*/ 2090738 w 2543175"/>
                <a:gd name="connsiteY147" fmla="*/ 1538287 h 1890712"/>
                <a:gd name="connsiteX148" fmla="*/ 2109788 w 2543175"/>
                <a:gd name="connsiteY148" fmla="*/ 1547812 h 1890712"/>
                <a:gd name="connsiteX149" fmla="*/ 2131219 w 2543175"/>
                <a:gd name="connsiteY149" fmla="*/ 1562100 h 1890712"/>
                <a:gd name="connsiteX150" fmla="*/ 2140744 w 2543175"/>
                <a:gd name="connsiteY150" fmla="*/ 1566862 h 1890712"/>
                <a:gd name="connsiteX151" fmla="*/ 2152650 w 2543175"/>
                <a:gd name="connsiteY151" fmla="*/ 1576387 h 1890712"/>
                <a:gd name="connsiteX152" fmla="*/ 2181225 w 2543175"/>
                <a:gd name="connsiteY152" fmla="*/ 1590675 h 1890712"/>
                <a:gd name="connsiteX153" fmla="*/ 2200275 w 2543175"/>
                <a:gd name="connsiteY153" fmla="*/ 1607344 h 1890712"/>
                <a:gd name="connsiteX154" fmla="*/ 2207419 w 2543175"/>
                <a:gd name="connsiteY154" fmla="*/ 1612106 h 1890712"/>
                <a:gd name="connsiteX155" fmla="*/ 2216944 w 2543175"/>
                <a:gd name="connsiteY155" fmla="*/ 1619250 h 1890712"/>
                <a:gd name="connsiteX156" fmla="*/ 2224088 w 2543175"/>
                <a:gd name="connsiteY156" fmla="*/ 1624012 h 1890712"/>
                <a:gd name="connsiteX157" fmla="*/ 2247900 w 2543175"/>
                <a:gd name="connsiteY157" fmla="*/ 1643062 h 1890712"/>
                <a:gd name="connsiteX158" fmla="*/ 2255044 w 2543175"/>
                <a:gd name="connsiteY158" fmla="*/ 1650206 h 1890712"/>
                <a:gd name="connsiteX159" fmla="*/ 2281238 w 2543175"/>
                <a:gd name="connsiteY159" fmla="*/ 1664494 h 1890712"/>
                <a:gd name="connsiteX160" fmla="*/ 2297907 w 2543175"/>
                <a:gd name="connsiteY160" fmla="*/ 1674019 h 1890712"/>
                <a:gd name="connsiteX161" fmla="*/ 2312194 w 2543175"/>
                <a:gd name="connsiteY161" fmla="*/ 1685925 h 1890712"/>
                <a:gd name="connsiteX162" fmla="*/ 2328863 w 2543175"/>
                <a:gd name="connsiteY162" fmla="*/ 1697831 h 1890712"/>
                <a:gd name="connsiteX163" fmla="*/ 2350294 w 2543175"/>
                <a:gd name="connsiteY163" fmla="*/ 1712119 h 1890712"/>
                <a:gd name="connsiteX164" fmla="*/ 2369344 w 2543175"/>
                <a:gd name="connsiteY164" fmla="*/ 1724025 h 1890712"/>
                <a:gd name="connsiteX165" fmla="*/ 2428876 w 2543175"/>
                <a:gd name="connsiteY165" fmla="*/ 1785938 h 1890712"/>
                <a:gd name="connsiteX166" fmla="*/ 2466975 w 2543175"/>
                <a:gd name="connsiteY166" fmla="*/ 1783556 h 1890712"/>
                <a:gd name="connsiteX167" fmla="*/ 2481263 w 2543175"/>
                <a:gd name="connsiteY167" fmla="*/ 1795462 h 1890712"/>
                <a:gd name="connsiteX168" fmla="*/ 2486025 w 2543175"/>
                <a:gd name="connsiteY168" fmla="*/ 1802606 h 1890712"/>
                <a:gd name="connsiteX169" fmla="*/ 2514600 w 2543175"/>
                <a:gd name="connsiteY169" fmla="*/ 1850231 h 1890712"/>
                <a:gd name="connsiteX170" fmla="*/ 2519363 w 2543175"/>
                <a:gd name="connsiteY170" fmla="*/ 1857375 h 1890712"/>
                <a:gd name="connsiteX171" fmla="*/ 2540794 w 2543175"/>
                <a:gd name="connsiteY171" fmla="*/ 1883569 h 1890712"/>
                <a:gd name="connsiteX172" fmla="*/ 2543175 w 2543175"/>
                <a:gd name="connsiteY172" fmla="*/ 1890712 h 1890712"/>
                <a:gd name="connsiteX0" fmla="*/ 0 w 2543175"/>
                <a:gd name="connsiteY0" fmla="*/ 0 h 1890712"/>
                <a:gd name="connsiteX1" fmla="*/ 11907 w 2543175"/>
                <a:gd name="connsiteY1" fmla="*/ 11906 h 1890712"/>
                <a:gd name="connsiteX2" fmla="*/ 21432 w 2543175"/>
                <a:gd name="connsiteY2" fmla="*/ 16669 h 1890712"/>
                <a:gd name="connsiteX3" fmla="*/ 23813 w 2543175"/>
                <a:gd name="connsiteY3" fmla="*/ 23812 h 1890712"/>
                <a:gd name="connsiteX4" fmla="*/ 33338 w 2543175"/>
                <a:gd name="connsiteY4" fmla="*/ 33337 h 1890712"/>
                <a:gd name="connsiteX5" fmla="*/ 40482 w 2543175"/>
                <a:gd name="connsiteY5" fmla="*/ 42862 h 1890712"/>
                <a:gd name="connsiteX6" fmla="*/ 47625 w 2543175"/>
                <a:gd name="connsiteY6" fmla="*/ 47625 h 1890712"/>
                <a:gd name="connsiteX7" fmla="*/ 57150 w 2543175"/>
                <a:gd name="connsiteY7" fmla="*/ 54769 h 1890712"/>
                <a:gd name="connsiteX8" fmla="*/ 64294 w 2543175"/>
                <a:gd name="connsiteY8" fmla="*/ 59531 h 1890712"/>
                <a:gd name="connsiteX9" fmla="*/ 83344 w 2543175"/>
                <a:gd name="connsiteY9" fmla="*/ 73819 h 1890712"/>
                <a:gd name="connsiteX10" fmla="*/ 97632 w 2543175"/>
                <a:gd name="connsiteY10" fmla="*/ 80962 h 1890712"/>
                <a:gd name="connsiteX11" fmla="*/ 104775 w 2543175"/>
                <a:gd name="connsiteY11" fmla="*/ 85725 h 1890712"/>
                <a:gd name="connsiteX12" fmla="*/ 114300 w 2543175"/>
                <a:gd name="connsiteY12" fmla="*/ 95250 h 1890712"/>
                <a:gd name="connsiteX13" fmla="*/ 123825 w 2543175"/>
                <a:gd name="connsiteY13" fmla="*/ 97631 h 1890712"/>
                <a:gd name="connsiteX14" fmla="*/ 130969 w 2543175"/>
                <a:gd name="connsiteY14" fmla="*/ 104775 h 1890712"/>
                <a:gd name="connsiteX15" fmla="*/ 140494 w 2543175"/>
                <a:gd name="connsiteY15" fmla="*/ 111919 h 1890712"/>
                <a:gd name="connsiteX16" fmla="*/ 147638 w 2543175"/>
                <a:gd name="connsiteY16" fmla="*/ 116681 h 1890712"/>
                <a:gd name="connsiteX17" fmla="*/ 164307 w 2543175"/>
                <a:gd name="connsiteY17" fmla="*/ 128587 h 1890712"/>
                <a:gd name="connsiteX18" fmla="*/ 180975 w 2543175"/>
                <a:gd name="connsiteY18" fmla="*/ 140494 h 1890712"/>
                <a:gd name="connsiteX19" fmla="*/ 197644 w 2543175"/>
                <a:gd name="connsiteY19" fmla="*/ 152400 h 1890712"/>
                <a:gd name="connsiteX20" fmla="*/ 204788 w 2543175"/>
                <a:gd name="connsiteY20" fmla="*/ 157162 h 1890712"/>
                <a:gd name="connsiteX21" fmla="*/ 214313 w 2543175"/>
                <a:gd name="connsiteY21" fmla="*/ 164306 h 1890712"/>
                <a:gd name="connsiteX22" fmla="*/ 230982 w 2543175"/>
                <a:gd name="connsiteY22" fmla="*/ 180975 h 1890712"/>
                <a:gd name="connsiteX23" fmla="*/ 247650 w 2543175"/>
                <a:gd name="connsiteY23" fmla="*/ 185737 h 1890712"/>
                <a:gd name="connsiteX24" fmla="*/ 302419 w 2543175"/>
                <a:gd name="connsiteY24" fmla="*/ 204787 h 1890712"/>
                <a:gd name="connsiteX25" fmla="*/ 333375 w 2543175"/>
                <a:gd name="connsiteY25" fmla="*/ 228600 h 1890712"/>
                <a:gd name="connsiteX26" fmla="*/ 340519 w 2543175"/>
                <a:gd name="connsiteY26" fmla="*/ 233362 h 1890712"/>
                <a:gd name="connsiteX27" fmla="*/ 354807 w 2543175"/>
                <a:gd name="connsiteY27" fmla="*/ 247650 h 1890712"/>
                <a:gd name="connsiteX28" fmla="*/ 366713 w 2543175"/>
                <a:gd name="connsiteY28" fmla="*/ 264319 h 1890712"/>
                <a:gd name="connsiteX29" fmla="*/ 371475 w 2543175"/>
                <a:gd name="connsiteY29" fmla="*/ 271462 h 1890712"/>
                <a:gd name="connsiteX30" fmla="*/ 385763 w 2543175"/>
                <a:gd name="connsiteY30" fmla="*/ 283369 h 1890712"/>
                <a:gd name="connsiteX31" fmla="*/ 404813 w 2543175"/>
                <a:gd name="connsiteY31" fmla="*/ 295275 h 1890712"/>
                <a:gd name="connsiteX32" fmla="*/ 411957 w 2543175"/>
                <a:gd name="connsiteY32" fmla="*/ 297656 h 1890712"/>
                <a:gd name="connsiteX33" fmla="*/ 466725 w 2543175"/>
                <a:gd name="connsiteY33" fmla="*/ 328612 h 1890712"/>
                <a:gd name="connsiteX34" fmla="*/ 476250 w 2543175"/>
                <a:gd name="connsiteY34" fmla="*/ 335756 h 1890712"/>
                <a:gd name="connsiteX35" fmla="*/ 481013 w 2543175"/>
                <a:gd name="connsiteY35" fmla="*/ 342900 h 1890712"/>
                <a:gd name="connsiteX36" fmla="*/ 490538 w 2543175"/>
                <a:gd name="connsiteY36" fmla="*/ 352425 h 1890712"/>
                <a:gd name="connsiteX37" fmla="*/ 495300 w 2543175"/>
                <a:gd name="connsiteY37" fmla="*/ 359569 h 1890712"/>
                <a:gd name="connsiteX38" fmla="*/ 509588 w 2543175"/>
                <a:gd name="connsiteY38" fmla="*/ 376237 h 1890712"/>
                <a:gd name="connsiteX39" fmla="*/ 514350 w 2543175"/>
                <a:gd name="connsiteY39" fmla="*/ 383381 h 1890712"/>
                <a:gd name="connsiteX40" fmla="*/ 531019 w 2543175"/>
                <a:gd name="connsiteY40" fmla="*/ 397669 h 1890712"/>
                <a:gd name="connsiteX41" fmla="*/ 538163 w 2543175"/>
                <a:gd name="connsiteY41" fmla="*/ 407194 h 1890712"/>
                <a:gd name="connsiteX42" fmla="*/ 554832 w 2543175"/>
                <a:gd name="connsiteY42" fmla="*/ 421481 h 1890712"/>
                <a:gd name="connsiteX43" fmla="*/ 564357 w 2543175"/>
                <a:gd name="connsiteY43" fmla="*/ 431006 h 1890712"/>
                <a:gd name="connsiteX44" fmla="*/ 573882 w 2543175"/>
                <a:gd name="connsiteY44" fmla="*/ 438150 h 1890712"/>
                <a:gd name="connsiteX45" fmla="*/ 595313 w 2543175"/>
                <a:gd name="connsiteY45" fmla="*/ 454819 h 1890712"/>
                <a:gd name="connsiteX46" fmla="*/ 602457 w 2543175"/>
                <a:gd name="connsiteY46" fmla="*/ 457200 h 1890712"/>
                <a:gd name="connsiteX47" fmla="*/ 628650 w 2543175"/>
                <a:gd name="connsiteY47" fmla="*/ 469106 h 1890712"/>
                <a:gd name="connsiteX48" fmla="*/ 645319 w 2543175"/>
                <a:gd name="connsiteY48" fmla="*/ 483394 h 1890712"/>
                <a:gd name="connsiteX49" fmla="*/ 654844 w 2543175"/>
                <a:gd name="connsiteY49" fmla="*/ 488156 h 1890712"/>
                <a:gd name="connsiteX50" fmla="*/ 661988 w 2543175"/>
                <a:gd name="connsiteY50" fmla="*/ 497681 h 1890712"/>
                <a:gd name="connsiteX51" fmla="*/ 683419 w 2543175"/>
                <a:gd name="connsiteY51" fmla="*/ 514350 h 1890712"/>
                <a:gd name="connsiteX52" fmla="*/ 700088 w 2543175"/>
                <a:gd name="connsiteY52" fmla="*/ 526256 h 1890712"/>
                <a:gd name="connsiteX53" fmla="*/ 709613 w 2543175"/>
                <a:gd name="connsiteY53" fmla="*/ 535781 h 1890712"/>
                <a:gd name="connsiteX54" fmla="*/ 719138 w 2543175"/>
                <a:gd name="connsiteY54" fmla="*/ 542925 h 1890712"/>
                <a:gd name="connsiteX55" fmla="*/ 733425 w 2543175"/>
                <a:gd name="connsiteY55" fmla="*/ 557212 h 1890712"/>
                <a:gd name="connsiteX56" fmla="*/ 750094 w 2543175"/>
                <a:gd name="connsiteY56" fmla="*/ 569119 h 1890712"/>
                <a:gd name="connsiteX57" fmla="*/ 769144 w 2543175"/>
                <a:gd name="connsiteY57" fmla="*/ 581025 h 1890712"/>
                <a:gd name="connsiteX58" fmla="*/ 785813 w 2543175"/>
                <a:gd name="connsiteY58" fmla="*/ 590550 h 1890712"/>
                <a:gd name="connsiteX59" fmla="*/ 792957 w 2543175"/>
                <a:gd name="connsiteY59" fmla="*/ 600075 h 1890712"/>
                <a:gd name="connsiteX60" fmla="*/ 809625 w 2543175"/>
                <a:gd name="connsiteY60" fmla="*/ 611981 h 1890712"/>
                <a:gd name="connsiteX61" fmla="*/ 816769 w 2543175"/>
                <a:gd name="connsiteY61" fmla="*/ 619125 h 1890712"/>
                <a:gd name="connsiteX62" fmla="*/ 826294 w 2543175"/>
                <a:gd name="connsiteY62" fmla="*/ 626269 h 1890712"/>
                <a:gd name="connsiteX63" fmla="*/ 840582 w 2543175"/>
                <a:gd name="connsiteY63" fmla="*/ 638175 h 1890712"/>
                <a:gd name="connsiteX64" fmla="*/ 847725 w 2543175"/>
                <a:gd name="connsiteY64" fmla="*/ 645319 h 1890712"/>
                <a:gd name="connsiteX65" fmla="*/ 857250 w 2543175"/>
                <a:gd name="connsiteY65" fmla="*/ 652462 h 1890712"/>
                <a:gd name="connsiteX66" fmla="*/ 864394 w 2543175"/>
                <a:gd name="connsiteY66" fmla="*/ 657225 h 1890712"/>
                <a:gd name="connsiteX67" fmla="*/ 888207 w 2543175"/>
                <a:gd name="connsiteY67" fmla="*/ 676275 h 1890712"/>
                <a:gd name="connsiteX68" fmla="*/ 895350 w 2543175"/>
                <a:gd name="connsiteY68" fmla="*/ 681037 h 1890712"/>
                <a:gd name="connsiteX69" fmla="*/ 907257 w 2543175"/>
                <a:gd name="connsiteY69" fmla="*/ 683419 h 1890712"/>
                <a:gd name="connsiteX70" fmla="*/ 928688 w 2543175"/>
                <a:gd name="connsiteY70" fmla="*/ 695325 h 1890712"/>
                <a:gd name="connsiteX71" fmla="*/ 942975 w 2543175"/>
                <a:gd name="connsiteY71" fmla="*/ 700087 h 1890712"/>
                <a:gd name="connsiteX72" fmla="*/ 964407 w 2543175"/>
                <a:gd name="connsiteY72" fmla="*/ 716756 h 1890712"/>
                <a:gd name="connsiteX73" fmla="*/ 971550 w 2543175"/>
                <a:gd name="connsiteY73" fmla="*/ 723900 h 1890712"/>
                <a:gd name="connsiteX74" fmla="*/ 983457 w 2543175"/>
                <a:gd name="connsiteY74" fmla="*/ 733425 h 1890712"/>
                <a:gd name="connsiteX75" fmla="*/ 990600 w 2543175"/>
                <a:gd name="connsiteY75" fmla="*/ 738187 h 1890712"/>
                <a:gd name="connsiteX76" fmla="*/ 1007269 w 2543175"/>
                <a:gd name="connsiteY76" fmla="*/ 752475 h 1890712"/>
                <a:gd name="connsiteX77" fmla="*/ 1031082 w 2543175"/>
                <a:gd name="connsiteY77" fmla="*/ 766762 h 1890712"/>
                <a:gd name="connsiteX78" fmla="*/ 1042988 w 2543175"/>
                <a:gd name="connsiteY78" fmla="*/ 773906 h 1890712"/>
                <a:gd name="connsiteX79" fmla="*/ 1071563 w 2543175"/>
                <a:gd name="connsiteY79" fmla="*/ 785812 h 1890712"/>
                <a:gd name="connsiteX80" fmla="*/ 1097757 w 2543175"/>
                <a:gd name="connsiteY80" fmla="*/ 807244 h 1890712"/>
                <a:gd name="connsiteX81" fmla="*/ 1104900 w 2543175"/>
                <a:gd name="connsiteY81" fmla="*/ 814387 h 1890712"/>
                <a:gd name="connsiteX82" fmla="*/ 1121569 w 2543175"/>
                <a:gd name="connsiteY82" fmla="*/ 823912 h 1890712"/>
                <a:gd name="connsiteX83" fmla="*/ 1138238 w 2543175"/>
                <a:gd name="connsiteY83" fmla="*/ 835819 h 1890712"/>
                <a:gd name="connsiteX84" fmla="*/ 1147763 w 2543175"/>
                <a:gd name="connsiteY84" fmla="*/ 842962 h 1890712"/>
                <a:gd name="connsiteX85" fmla="*/ 1157288 w 2543175"/>
                <a:gd name="connsiteY85" fmla="*/ 847725 h 1890712"/>
                <a:gd name="connsiteX86" fmla="*/ 1178719 w 2543175"/>
                <a:gd name="connsiteY86" fmla="*/ 859631 h 1890712"/>
                <a:gd name="connsiteX87" fmla="*/ 1188244 w 2543175"/>
                <a:gd name="connsiteY87" fmla="*/ 866775 h 1890712"/>
                <a:gd name="connsiteX88" fmla="*/ 1195388 w 2543175"/>
                <a:gd name="connsiteY88" fmla="*/ 871537 h 1890712"/>
                <a:gd name="connsiteX89" fmla="*/ 1212057 w 2543175"/>
                <a:gd name="connsiteY89" fmla="*/ 883444 h 1890712"/>
                <a:gd name="connsiteX90" fmla="*/ 1226344 w 2543175"/>
                <a:gd name="connsiteY90" fmla="*/ 895350 h 1890712"/>
                <a:gd name="connsiteX91" fmla="*/ 1245394 w 2543175"/>
                <a:gd name="connsiteY91" fmla="*/ 907256 h 1890712"/>
                <a:gd name="connsiteX92" fmla="*/ 1254919 w 2543175"/>
                <a:gd name="connsiteY92" fmla="*/ 914400 h 1890712"/>
                <a:gd name="connsiteX93" fmla="*/ 1269207 w 2543175"/>
                <a:gd name="connsiteY93" fmla="*/ 921544 h 1890712"/>
                <a:gd name="connsiteX94" fmla="*/ 1290638 w 2543175"/>
                <a:gd name="connsiteY94" fmla="*/ 935831 h 1890712"/>
                <a:gd name="connsiteX95" fmla="*/ 1307307 w 2543175"/>
                <a:gd name="connsiteY95" fmla="*/ 952500 h 1890712"/>
                <a:gd name="connsiteX96" fmla="*/ 1333500 w 2543175"/>
                <a:gd name="connsiteY96" fmla="*/ 971550 h 1890712"/>
                <a:gd name="connsiteX97" fmla="*/ 1359694 w 2543175"/>
                <a:gd name="connsiteY97" fmla="*/ 990600 h 1890712"/>
                <a:gd name="connsiteX98" fmla="*/ 1373982 w 2543175"/>
                <a:gd name="connsiteY98" fmla="*/ 997744 h 1890712"/>
                <a:gd name="connsiteX99" fmla="*/ 1388269 w 2543175"/>
                <a:gd name="connsiteY99" fmla="*/ 1007269 h 1890712"/>
                <a:gd name="connsiteX100" fmla="*/ 1414463 w 2543175"/>
                <a:gd name="connsiteY100" fmla="*/ 1019175 h 1890712"/>
                <a:gd name="connsiteX101" fmla="*/ 1428750 w 2543175"/>
                <a:gd name="connsiteY101" fmla="*/ 1026319 h 1890712"/>
                <a:gd name="connsiteX102" fmla="*/ 1471613 w 2543175"/>
                <a:gd name="connsiteY102" fmla="*/ 1059656 h 1890712"/>
                <a:gd name="connsiteX103" fmla="*/ 1495425 w 2543175"/>
                <a:gd name="connsiteY103" fmla="*/ 1088231 h 1890712"/>
                <a:gd name="connsiteX104" fmla="*/ 1547812 w 2543175"/>
                <a:gd name="connsiteY104" fmla="*/ 1133475 h 1890712"/>
                <a:gd name="connsiteX105" fmla="*/ 1597819 w 2543175"/>
                <a:gd name="connsiteY105" fmla="*/ 1154906 h 1890712"/>
                <a:gd name="connsiteX106" fmla="*/ 1604963 w 2543175"/>
                <a:gd name="connsiteY106" fmla="*/ 1162050 h 1890712"/>
                <a:gd name="connsiteX107" fmla="*/ 1612107 w 2543175"/>
                <a:gd name="connsiteY107" fmla="*/ 1166812 h 1890712"/>
                <a:gd name="connsiteX108" fmla="*/ 1628775 w 2543175"/>
                <a:gd name="connsiteY108" fmla="*/ 1183481 h 1890712"/>
                <a:gd name="connsiteX109" fmla="*/ 1662113 w 2543175"/>
                <a:gd name="connsiteY109" fmla="*/ 1209675 h 1890712"/>
                <a:gd name="connsiteX110" fmla="*/ 1678782 w 2543175"/>
                <a:gd name="connsiteY110" fmla="*/ 1226344 h 1890712"/>
                <a:gd name="connsiteX111" fmla="*/ 1700213 w 2543175"/>
                <a:gd name="connsiteY111" fmla="*/ 1247775 h 1890712"/>
                <a:gd name="connsiteX112" fmla="*/ 1712119 w 2543175"/>
                <a:gd name="connsiteY112" fmla="*/ 1259681 h 1890712"/>
                <a:gd name="connsiteX113" fmla="*/ 1733550 w 2543175"/>
                <a:gd name="connsiteY113" fmla="*/ 1273969 h 1890712"/>
                <a:gd name="connsiteX114" fmla="*/ 1743075 w 2543175"/>
                <a:gd name="connsiteY114" fmla="*/ 1283494 h 1890712"/>
                <a:gd name="connsiteX115" fmla="*/ 1754982 w 2543175"/>
                <a:gd name="connsiteY115" fmla="*/ 1290637 h 1890712"/>
                <a:gd name="connsiteX116" fmla="*/ 1766888 w 2543175"/>
                <a:gd name="connsiteY116" fmla="*/ 1300162 h 1890712"/>
                <a:gd name="connsiteX117" fmla="*/ 1783557 w 2543175"/>
                <a:gd name="connsiteY117" fmla="*/ 1307306 h 1890712"/>
                <a:gd name="connsiteX118" fmla="*/ 1790700 w 2543175"/>
                <a:gd name="connsiteY118" fmla="*/ 1312069 h 1890712"/>
                <a:gd name="connsiteX119" fmla="*/ 1800225 w 2543175"/>
                <a:gd name="connsiteY119" fmla="*/ 1319212 h 1890712"/>
                <a:gd name="connsiteX120" fmla="*/ 1807369 w 2543175"/>
                <a:gd name="connsiteY120" fmla="*/ 1321594 h 1890712"/>
                <a:gd name="connsiteX121" fmla="*/ 1824038 w 2543175"/>
                <a:gd name="connsiteY121" fmla="*/ 1333500 h 1890712"/>
                <a:gd name="connsiteX122" fmla="*/ 1843088 w 2543175"/>
                <a:gd name="connsiteY122" fmla="*/ 1352550 h 1890712"/>
                <a:gd name="connsiteX123" fmla="*/ 1852613 w 2543175"/>
                <a:gd name="connsiteY123" fmla="*/ 1359694 h 1890712"/>
                <a:gd name="connsiteX124" fmla="*/ 1859757 w 2543175"/>
                <a:gd name="connsiteY124" fmla="*/ 1366837 h 1890712"/>
                <a:gd name="connsiteX125" fmla="*/ 1869282 w 2543175"/>
                <a:gd name="connsiteY125" fmla="*/ 1371600 h 1890712"/>
                <a:gd name="connsiteX126" fmla="*/ 1883569 w 2543175"/>
                <a:gd name="connsiteY126" fmla="*/ 1388269 h 1890712"/>
                <a:gd name="connsiteX127" fmla="*/ 1893094 w 2543175"/>
                <a:gd name="connsiteY127" fmla="*/ 1395412 h 1890712"/>
                <a:gd name="connsiteX128" fmla="*/ 1902619 w 2543175"/>
                <a:gd name="connsiteY128" fmla="*/ 1404937 h 1890712"/>
                <a:gd name="connsiteX129" fmla="*/ 1912144 w 2543175"/>
                <a:gd name="connsiteY129" fmla="*/ 1409700 h 1890712"/>
                <a:gd name="connsiteX130" fmla="*/ 1931194 w 2543175"/>
                <a:gd name="connsiteY130" fmla="*/ 1421606 h 1890712"/>
                <a:gd name="connsiteX131" fmla="*/ 1935957 w 2543175"/>
                <a:gd name="connsiteY131" fmla="*/ 1428750 h 1890712"/>
                <a:gd name="connsiteX132" fmla="*/ 1952625 w 2543175"/>
                <a:gd name="connsiteY132" fmla="*/ 1438275 h 1890712"/>
                <a:gd name="connsiteX133" fmla="*/ 1971675 w 2543175"/>
                <a:gd name="connsiteY133" fmla="*/ 1450181 h 1890712"/>
                <a:gd name="connsiteX134" fmla="*/ 1981200 w 2543175"/>
                <a:gd name="connsiteY134" fmla="*/ 1454944 h 1890712"/>
                <a:gd name="connsiteX135" fmla="*/ 1997869 w 2543175"/>
                <a:gd name="connsiteY135" fmla="*/ 1471612 h 1890712"/>
                <a:gd name="connsiteX136" fmla="*/ 2007394 w 2543175"/>
                <a:gd name="connsiteY136" fmla="*/ 1478756 h 1890712"/>
                <a:gd name="connsiteX137" fmla="*/ 2016919 w 2543175"/>
                <a:gd name="connsiteY137" fmla="*/ 1483519 h 1890712"/>
                <a:gd name="connsiteX138" fmla="*/ 2024063 w 2543175"/>
                <a:gd name="connsiteY138" fmla="*/ 1490662 h 1890712"/>
                <a:gd name="connsiteX139" fmla="*/ 2033588 w 2543175"/>
                <a:gd name="connsiteY139" fmla="*/ 1495425 h 1890712"/>
                <a:gd name="connsiteX140" fmla="*/ 2040732 w 2543175"/>
                <a:gd name="connsiteY140" fmla="*/ 1502569 h 1890712"/>
                <a:gd name="connsiteX141" fmla="*/ 2047875 w 2543175"/>
                <a:gd name="connsiteY141" fmla="*/ 1507331 h 1890712"/>
                <a:gd name="connsiteX142" fmla="*/ 2057400 w 2543175"/>
                <a:gd name="connsiteY142" fmla="*/ 1514475 h 1890712"/>
                <a:gd name="connsiteX143" fmla="*/ 2064544 w 2543175"/>
                <a:gd name="connsiteY143" fmla="*/ 1519237 h 1890712"/>
                <a:gd name="connsiteX144" fmla="*/ 2071688 w 2543175"/>
                <a:gd name="connsiteY144" fmla="*/ 1526381 h 1890712"/>
                <a:gd name="connsiteX145" fmla="*/ 2081213 w 2543175"/>
                <a:gd name="connsiteY145" fmla="*/ 1531144 h 1890712"/>
                <a:gd name="connsiteX146" fmla="*/ 2090738 w 2543175"/>
                <a:gd name="connsiteY146" fmla="*/ 1538287 h 1890712"/>
                <a:gd name="connsiteX147" fmla="*/ 2109788 w 2543175"/>
                <a:gd name="connsiteY147" fmla="*/ 1547812 h 1890712"/>
                <a:gd name="connsiteX148" fmla="*/ 2131219 w 2543175"/>
                <a:gd name="connsiteY148" fmla="*/ 1562100 h 1890712"/>
                <a:gd name="connsiteX149" fmla="*/ 2140744 w 2543175"/>
                <a:gd name="connsiteY149" fmla="*/ 1566862 h 1890712"/>
                <a:gd name="connsiteX150" fmla="*/ 2152650 w 2543175"/>
                <a:gd name="connsiteY150" fmla="*/ 1576387 h 1890712"/>
                <a:gd name="connsiteX151" fmla="*/ 2181225 w 2543175"/>
                <a:gd name="connsiteY151" fmla="*/ 1590675 h 1890712"/>
                <a:gd name="connsiteX152" fmla="*/ 2200275 w 2543175"/>
                <a:gd name="connsiteY152" fmla="*/ 1607344 h 1890712"/>
                <a:gd name="connsiteX153" fmla="*/ 2207419 w 2543175"/>
                <a:gd name="connsiteY153" fmla="*/ 1612106 h 1890712"/>
                <a:gd name="connsiteX154" fmla="*/ 2216944 w 2543175"/>
                <a:gd name="connsiteY154" fmla="*/ 1619250 h 1890712"/>
                <a:gd name="connsiteX155" fmla="*/ 2224088 w 2543175"/>
                <a:gd name="connsiteY155" fmla="*/ 1624012 h 1890712"/>
                <a:gd name="connsiteX156" fmla="*/ 2247900 w 2543175"/>
                <a:gd name="connsiteY156" fmla="*/ 1643062 h 1890712"/>
                <a:gd name="connsiteX157" fmla="*/ 2255044 w 2543175"/>
                <a:gd name="connsiteY157" fmla="*/ 1650206 h 1890712"/>
                <a:gd name="connsiteX158" fmla="*/ 2281238 w 2543175"/>
                <a:gd name="connsiteY158" fmla="*/ 1664494 h 1890712"/>
                <a:gd name="connsiteX159" fmla="*/ 2297907 w 2543175"/>
                <a:gd name="connsiteY159" fmla="*/ 1674019 h 1890712"/>
                <a:gd name="connsiteX160" fmla="*/ 2312194 w 2543175"/>
                <a:gd name="connsiteY160" fmla="*/ 1685925 h 1890712"/>
                <a:gd name="connsiteX161" fmla="*/ 2328863 w 2543175"/>
                <a:gd name="connsiteY161" fmla="*/ 1697831 h 1890712"/>
                <a:gd name="connsiteX162" fmla="*/ 2350294 w 2543175"/>
                <a:gd name="connsiteY162" fmla="*/ 1712119 h 1890712"/>
                <a:gd name="connsiteX163" fmla="*/ 2369344 w 2543175"/>
                <a:gd name="connsiteY163" fmla="*/ 1724025 h 1890712"/>
                <a:gd name="connsiteX164" fmla="*/ 2428876 w 2543175"/>
                <a:gd name="connsiteY164" fmla="*/ 1785938 h 1890712"/>
                <a:gd name="connsiteX165" fmla="*/ 2466975 w 2543175"/>
                <a:gd name="connsiteY165" fmla="*/ 1783556 h 1890712"/>
                <a:gd name="connsiteX166" fmla="*/ 2481263 w 2543175"/>
                <a:gd name="connsiteY166" fmla="*/ 1795462 h 1890712"/>
                <a:gd name="connsiteX167" fmla="*/ 2486025 w 2543175"/>
                <a:gd name="connsiteY167" fmla="*/ 1802606 h 1890712"/>
                <a:gd name="connsiteX168" fmla="*/ 2514600 w 2543175"/>
                <a:gd name="connsiteY168" fmla="*/ 1850231 h 1890712"/>
                <a:gd name="connsiteX169" fmla="*/ 2519363 w 2543175"/>
                <a:gd name="connsiteY169" fmla="*/ 1857375 h 1890712"/>
                <a:gd name="connsiteX170" fmla="*/ 2540794 w 2543175"/>
                <a:gd name="connsiteY170" fmla="*/ 1883569 h 1890712"/>
                <a:gd name="connsiteX171" fmla="*/ 2543175 w 2543175"/>
                <a:gd name="connsiteY171" fmla="*/ 1890712 h 1890712"/>
                <a:gd name="connsiteX0" fmla="*/ 0 w 2543175"/>
                <a:gd name="connsiteY0" fmla="*/ 0 h 1890712"/>
                <a:gd name="connsiteX1" fmla="*/ 11907 w 2543175"/>
                <a:gd name="connsiteY1" fmla="*/ 11906 h 1890712"/>
                <a:gd name="connsiteX2" fmla="*/ 21432 w 2543175"/>
                <a:gd name="connsiteY2" fmla="*/ 16669 h 1890712"/>
                <a:gd name="connsiteX3" fmla="*/ 23813 w 2543175"/>
                <a:gd name="connsiteY3" fmla="*/ 23812 h 1890712"/>
                <a:gd name="connsiteX4" fmla="*/ 33338 w 2543175"/>
                <a:gd name="connsiteY4" fmla="*/ 33337 h 1890712"/>
                <a:gd name="connsiteX5" fmla="*/ 40482 w 2543175"/>
                <a:gd name="connsiteY5" fmla="*/ 42862 h 1890712"/>
                <a:gd name="connsiteX6" fmla="*/ 47625 w 2543175"/>
                <a:gd name="connsiteY6" fmla="*/ 47625 h 1890712"/>
                <a:gd name="connsiteX7" fmla="*/ 57150 w 2543175"/>
                <a:gd name="connsiteY7" fmla="*/ 54769 h 1890712"/>
                <a:gd name="connsiteX8" fmla="*/ 64294 w 2543175"/>
                <a:gd name="connsiteY8" fmla="*/ 59531 h 1890712"/>
                <a:gd name="connsiteX9" fmla="*/ 83344 w 2543175"/>
                <a:gd name="connsiteY9" fmla="*/ 73819 h 1890712"/>
                <a:gd name="connsiteX10" fmla="*/ 97632 w 2543175"/>
                <a:gd name="connsiteY10" fmla="*/ 80962 h 1890712"/>
                <a:gd name="connsiteX11" fmla="*/ 104775 w 2543175"/>
                <a:gd name="connsiteY11" fmla="*/ 85725 h 1890712"/>
                <a:gd name="connsiteX12" fmla="*/ 114300 w 2543175"/>
                <a:gd name="connsiteY12" fmla="*/ 95250 h 1890712"/>
                <a:gd name="connsiteX13" fmla="*/ 123825 w 2543175"/>
                <a:gd name="connsiteY13" fmla="*/ 97631 h 1890712"/>
                <a:gd name="connsiteX14" fmla="*/ 130969 w 2543175"/>
                <a:gd name="connsiteY14" fmla="*/ 104775 h 1890712"/>
                <a:gd name="connsiteX15" fmla="*/ 140494 w 2543175"/>
                <a:gd name="connsiteY15" fmla="*/ 111919 h 1890712"/>
                <a:gd name="connsiteX16" fmla="*/ 147638 w 2543175"/>
                <a:gd name="connsiteY16" fmla="*/ 116681 h 1890712"/>
                <a:gd name="connsiteX17" fmla="*/ 164307 w 2543175"/>
                <a:gd name="connsiteY17" fmla="*/ 128587 h 1890712"/>
                <a:gd name="connsiteX18" fmla="*/ 180975 w 2543175"/>
                <a:gd name="connsiteY18" fmla="*/ 140494 h 1890712"/>
                <a:gd name="connsiteX19" fmla="*/ 197644 w 2543175"/>
                <a:gd name="connsiteY19" fmla="*/ 152400 h 1890712"/>
                <a:gd name="connsiteX20" fmla="*/ 204788 w 2543175"/>
                <a:gd name="connsiteY20" fmla="*/ 157162 h 1890712"/>
                <a:gd name="connsiteX21" fmla="*/ 214313 w 2543175"/>
                <a:gd name="connsiteY21" fmla="*/ 164306 h 1890712"/>
                <a:gd name="connsiteX22" fmla="*/ 230982 w 2543175"/>
                <a:gd name="connsiteY22" fmla="*/ 180975 h 1890712"/>
                <a:gd name="connsiteX23" fmla="*/ 247650 w 2543175"/>
                <a:gd name="connsiteY23" fmla="*/ 185737 h 1890712"/>
                <a:gd name="connsiteX24" fmla="*/ 302419 w 2543175"/>
                <a:gd name="connsiteY24" fmla="*/ 204787 h 1890712"/>
                <a:gd name="connsiteX25" fmla="*/ 333375 w 2543175"/>
                <a:gd name="connsiteY25" fmla="*/ 228600 h 1890712"/>
                <a:gd name="connsiteX26" fmla="*/ 354807 w 2543175"/>
                <a:gd name="connsiteY26" fmla="*/ 247650 h 1890712"/>
                <a:gd name="connsiteX27" fmla="*/ 366713 w 2543175"/>
                <a:gd name="connsiteY27" fmla="*/ 264319 h 1890712"/>
                <a:gd name="connsiteX28" fmla="*/ 371475 w 2543175"/>
                <a:gd name="connsiteY28" fmla="*/ 271462 h 1890712"/>
                <a:gd name="connsiteX29" fmla="*/ 385763 w 2543175"/>
                <a:gd name="connsiteY29" fmla="*/ 283369 h 1890712"/>
                <a:gd name="connsiteX30" fmla="*/ 404813 w 2543175"/>
                <a:gd name="connsiteY30" fmla="*/ 295275 h 1890712"/>
                <a:gd name="connsiteX31" fmla="*/ 411957 w 2543175"/>
                <a:gd name="connsiteY31" fmla="*/ 297656 h 1890712"/>
                <a:gd name="connsiteX32" fmla="*/ 466725 w 2543175"/>
                <a:gd name="connsiteY32" fmla="*/ 328612 h 1890712"/>
                <a:gd name="connsiteX33" fmla="*/ 476250 w 2543175"/>
                <a:gd name="connsiteY33" fmla="*/ 335756 h 1890712"/>
                <a:gd name="connsiteX34" fmla="*/ 481013 w 2543175"/>
                <a:gd name="connsiteY34" fmla="*/ 342900 h 1890712"/>
                <a:gd name="connsiteX35" fmla="*/ 490538 w 2543175"/>
                <a:gd name="connsiteY35" fmla="*/ 352425 h 1890712"/>
                <a:gd name="connsiteX36" fmla="*/ 495300 w 2543175"/>
                <a:gd name="connsiteY36" fmla="*/ 359569 h 1890712"/>
                <a:gd name="connsiteX37" fmla="*/ 509588 w 2543175"/>
                <a:gd name="connsiteY37" fmla="*/ 376237 h 1890712"/>
                <a:gd name="connsiteX38" fmla="*/ 514350 w 2543175"/>
                <a:gd name="connsiteY38" fmla="*/ 383381 h 1890712"/>
                <a:gd name="connsiteX39" fmla="*/ 531019 w 2543175"/>
                <a:gd name="connsiteY39" fmla="*/ 397669 h 1890712"/>
                <a:gd name="connsiteX40" fmla="*/ 538163 w 2543175"/>
                <a:gd name="connsiteY40" fmla="*/ 407194 h 1890712"/>
                <a:gd name="connsiteX41" fmla="*/ 554832 w 2543175"/>
                <a:gd name="connsiteY41" fmla="*/ 421481 h 1890712"/>
                <a:gd name="connsiteX42" fmla="*/ 564357 w 2543175"/>
                <a:gd name="connsiteY42" fmla="*/ 431006 h 1890712"/>
                <a:gd name="connsiteX43" fmla="*/ 573882 w 2543175"/>
                <a:gd name="connsiteY43" fmla="*/ 438150 h 1890712"/>
                <a:gd name="connsiteX44" fmla="*/ 595313 w 2543175"/>
                <a:gd name="connsiteY44" fmla="*/ 454819 h 1890712"/>
                <a:gd name="connsiteX45" fmla="*/ 602457 w 2543175"/>
                <a:gd name="connsiteY45" fmla="*/ 457200 h 1890712"/>
                <a:gd name="connsiteX46" fmla="*/ 628650 w 2543175"/>
                <a:gd name="connsiteY46" fmla="*/ 469106 h 1890712"/>
                <a:gd name="connsiteX47" fmla="*/ 645319 w 2543175"/>
                <a:gd name="connsiteY47" fmla="*/ 483394 h 1890712"/>
                <a:gd name="connsiteX48" fmla="*/ 654844 w 2543175"/>
                <a:gd name="connsiteY48" fmla="*/ 488156 h 1890712"/>
                <a:gd name="connsiteX49" fmla="*/ 661988 w 2543175"/>
                <a:gd name="connsiteY49" fmla="*/ 497681 h 1890712"/>
                <a:gd name="connsiteX50" fmla="*/ 683419 w 2543175"/>
                <a:gd name="connsiteY50" fmla="*/ 514350 h 1890712"/>
                <a:gd name="connsiteX51" fmla="*/ 700088 w 2543175"/>
                <a:gd name="connsiteY51" fmla="*/ 526256 h 1890712"/>
                <a:gd name="connsiteX52" fmla="*/ 709613 w 2543175"/>
                <a:gd name="connsiteY52" fmla="*/ 535781 h 1890712"/>
                <a:gd name="connsiteX53" fmla="*/ 719138 w 2543175"/>
                <a:gd name="connsiteY53" fmla="*/ 542925 h 1890712"/>
                <a:gd name="connsiteX54" fmla="*/ 733425 w 2543175"/>
                <a:gd name="connsiteY54" fmla="*/ 557212 h 1890712"/>
                <a:gd name="connsiteX55" fmla="*/ 750094 w 2543175"/>
                <a:gd name="connsiteY55" fmla="*/ 569119 h 1890712"/>
                <a:gd name="connsiteX56" fmla="*/ 769144 w 2543175"/>
                <a:gd name="connsiteY56" fmla="*/ 581025 h 1890712"/>
                <a:gd name="connsiteX57" fmla="*/ 785813 w 2543175"/>
                <a:gd name="connsiteY57" fmla="*/ 590550 h 1890712"/>
                <a:gd name="connsiteX58" fmla="*/ 792957 w 2543175"/>
                <a:gd name="connsiteY58" fmla="*/ 600075 h 1890712"/>
                <a:gd name="connsiteX59" fmla="*/ 809625 w 2543175"/>
                <a:gd name="connsiteY59" fmla="*/ 611981 h 1890712"/>
                <a:gd name="connsiteX60" fmla="*/ 816769 w 2543175"/>
                <a:gd name="connsiteY60" fmla="*/ 619125 h 1890712"/>
                <a:gd name="connsiteX61" fmla="*/ 826294 w 2543175"/>
                <a:gd name="connsiteY61" fmla="*/ 626269 h 1890712"/>
                <a:gd name="connsiteX62" fmla="*/ 840582 w 2543175"/>
                <a:gd name="connsiteY62" fmla="*/ 638175 h 1890712"/>
                <a:gd name="connsiteX63" fmla="*/ 847725 w 2543175"/>
                <a:gd name="connsiteY63" fmla="*/ 645319 h 1890712"/>
                <a:gd name="connsiteX64" fmla="*/ 857250 w 2543175"/>
                <a:gd name="connsiteY64" fmla="*/ 652462 h 1890712"/>
                <a:gd name="connsiteX65" fmla="*/ 864394 w 2543175"/>
                <a:gd name="connsiteY65" fmla="*/ 657225 h 1890712"/>
                <a:gd name="connsiteX66" fmla="*/ 888207 w 2543175"/>
                <a:gd name="connsiteY66" fmla="*/ 676275 h 1890712"/>
                <a:gd name="connsiteX67" fmla="*/ 895350 w 2543175"/>
                <a:gd name="connsiteY67" fmla="*/ 681037 h 1890712"/>
                <a:gd name="connsiteX68" fmla="*/ 907257 w 2543175"/>
                <a:gd name="connsiteY68" fmla="*/ 683419 h 1890712"/>
                <a:gd name="connsiteX69" fmla="*/ 928688 w 2543175"/>
                <a:gd name="connsiteY69" fmla="*/ 695325 h 1890712"/>
                <a:gd name="connsiteX70" fmla="*/ 942975 w 2543175"/>
                <a:gd name="connsiteY70" fmla="*/ 700087 h 1890712"/>
                <a:gd name="connsiteX71" fmla="*/ 964407 w 2543175"/>
                <a:gd name="connsiteY71" fmla="*/ 716756 h 1890712"/>
                <a:gd name="connsiteX72" fmla="*/ 971550 w 2543175"/>
                <a:gd name="connsiteY72" fmla="*/ 723900 h 1890712"/>
                <a:gd name="connsiteX73" fmla="*/ 983457 w 2543175"/>
                <a:gd name="connsiteY73" fmla="*/ 733425 h 1890712"/>
                <a:gd name="connsiteX74" fmla="*/ 990600 w 2543175"/>
                <a:gd name="connsiteY74" fmla="*/ 738187 h 1890712"/>
                <a:gd name="connsiteX75" fmla="*/ 1007269 w 2543175"/>
                <a:gd name="connsiteY75" fmla="*/ 752475 h 1890712"/>
                <a:gd name="connsiteX76" fmla="*/ 1031082 w 2543175"/>
                <a:gd name="connsiteY76" fmla="*/ 766762 h 1890712"/>
                <a:gd name="connsiteX77" fmla="*/ 1042988 w 2543175"/>
                <a:gd name="connsiteY77" fmla="*/ 773906 h 1890712"/>
                <a:gd name="connsiteX78" fmla="*/ 1071563 w 2543175"/>
                <a:gd name="connsiteY78" fmla="*/ 785812 h 1890712"/>
                <a:gd name="connsiteX79" fmla="*/ 1097757 w 2543175"/>
                <a:gd name="connsiteY79" fmla="*/ 807244 h 1890712"/>
                <a:gd name="connsiteX80" fmla="*/ 1104900 w 2543175"/>
                <a:gd name="connsiteY80" fmla="*/ 814387 h 1890712"/>
                <a:gd name="connsiteX81" fmla="*/ 1121569 w 2543175"/>
                <a:gd name="connsiteY81" fmla="*/ 823912 h 1890712"/>
                <a:gd name="connsiteX82" fmla="*/ 1138238 w 2543175"/>
                <a:gd name="connsiteY82" fmla="*/ 835819 h 1890712"/>
                <a:gd name="connsiteX83" fmla="*/ 1147763 w 2543175"/>
                <a:gd name="connsiteY83" fmla="*/ 842962 h 1890712"/>
                <a:gd name="connsiteX84" fmla="*/ 1157288 w 2543175"/>
                <a:gd name="connsiteY84" fmla="*/ 847725 h 1890712"/>
                <a:gd name="connsiteX85" fmla="*/ 1178719 w 2543175"/>
                <a:gd name="connsiteY85" fmla="*/ 859631 h 1890712"/>
                <a:gd name="connsiteX86" fmla="*/ 1188244 w 2543175"/>
                <a:gd name="connsiteY86" fmla="*/ 866775 h 1890712"/>
                <a:gd name="connsiteX87" fmla="*/ 1195388 w 2543175"/>
                <a:gd name="connsiteY87" fmla="*/ 871537 h 1890712"/>
                <a:gd name="connsiteX88" fmla="*/ 1212057 w 2543175"/>
                <a:gd name="connsiteY88" fmla="*/ 883444 h 1890712"/>
                <a:gd name="connsiteX89" fmla="*/ 1226344 w 2543175"/>
                <a:gd name="connsiteY89" fmla="*/ 895350 h 1890712"/>
                <a:gd name="connsiteX90" fmla="*/ 1245394 w 2543175"/>
                <a:gd name="connsiteY90" fmla="*/ 907256 h 1890712"/>
                <a:gd name="connsiteX91" fmla="*/ 1254919 w 2543175"/>
                <a:gd name="connsiteY91" fmla="*/ 914400 h 1890712"/>
                <a:gd name="connsiteX92" fmla="*/ 1269207 w 2543175"/>
                <a:gd name="connsiteY92" fmla="*/ 921544 h 1890712"/>
                <a:gd name="connsiteX93" fmla="*/ 1290638 w 2543175"/>
                <a:gd name="connsiteY93" fmla="*/ 935831 h 1890712"/>
                <a:gd name="connsiteX94" fmla="*/ 1307307 w 2543175"/>
                <a:gd name="connsiteY94" fmla="*/ 952500 h 1890712"/>
                <a:gd name="connsiteX95" fmla="*/ 1333500 w 2543175"/>
                <a:gd name="connsiteY95" fmla="*/ 971550 h 1890712"/>
                <a:gd name="connsiteX96" fmla="*/ 1359694 w 2543175"/>
                <a:gd name="connsiteY96" fmla="*/ 990600 h 1890712"/>
                <a:gd name="connsiteX97" fmla="*/ 1373982 w 2543175"/>
                <a:gd name="connsiteY97" fmla="*/ 997744 h 1890712"/>
                <a:gd name="connsiteX98" fmla="*/ 1388269 w 2543175"/>
                <a:gd name="connsiteY98" fmla="*/ 1007269 h 1890712"/>
                <a:gd name="connsiteX99" fmla="*/ 1414463 w 2543175"/>
                <a:gd name="connsiteY99" fmla="*/ 1019175 h 1890712"/>
                <a:gd name="connsiteX100" fmla="*/ 1428750 w 2543175"/>
                <a:gd name="connsiteY100" fmla="*/ 1026319 h 1890712"/>
                <a:gd name="connsiteX101" fmla="*/ 1471613 w 2543175"/>
                <a:gd name="connsiteY101" fmla="*/ 1059656 h 1890712"/>
                <a:gd name="connsiteX102" fmla="*/ 1495425 w 2543175"/>
                <a:gd name="connsiteY102" fmla="*/ 1088231 h 1890712"/>
                <a:gd name="connsiteX103" fmla="*/ 1547812 w 2543175"/>
                <a:gd name="connsiteY103" fmla="*/ 1133475 h 1890712"/>
                <a:gd name="connsiteX104" fmla="*/ 1597819 w 2543175"/>
                <a:gd name="connsiteY104" fmla="*/ 1154906 h 1890712"/>
                <a:gd name="connsiteX105" fmla="*/ 1604963 w 2543175"/>
                <a:gd name="connsiteY105" fmla="*/ 1162050 h 1890712"/>
                <a:gd name="connsiteX106" fmla="*/ 1612107 w 2543175"/>
                <a:gd name="connsiteY106" fmla="*/ 1166812 h 1890712"/>
                <a:gd name="connsiteX107" fmla="*/ 1628775 w 2543175"/>
                <a:gd name="connsiteY107" fmla="*/ 1183481 h 1890712"/>
                <a:gd name="connsiteX108" fmla="*/ 1662113 w 2543175"/>
                <a:gd name="connsiteY108" fmla="*/ 1209675 h 1890712"/>
                <a:gd name="connsiteX109" fmla="*/ 1678782 w 2543175"/>
                <a:gd name="connsiteY109" fmla="*/ 1226344 h 1890712"/>
                <a:gd name="connsiteX110" fmla="*/ 1700213 w 2543175"/>
                <a:gd name="connsiteY110" fmla="*/ 1247775 h 1890712"/>
                <a:gd name="connsiteX111" fmla="*/ 1712119 w 2543175"/>
                <a:gd name="connsiteY111" fmla="*/ 1259681 h 1890712"/>
                <a:gd name="connsiteX112" fmla="*/ 1733550 w 2543175"/>
                <a:gd name="connsiteY112" fmla="*/ 1273969 h 1890712"/>
                <a:gd name="connsiteX113" fmla="*/ 1743075 w 2543175"/>
                <a:gd name="connsiteY113" fmla="*/ 1283494 h 1890712"/>
                <a:gd name="connsiteX114" fmla="*/ 1754982 w 2543175"/>
                <a:gd name="connsiteY114" fmla="*/ 1290637 h 1890712"/>
                <a:gd name="connsiteX115" fmla="*/ 1766888 w 2543175"/>
                <a:gd name="connsiteY115" fmla="*/ 1300162 h 1890712"/>
                <a:gd name="connsiteX116" fmla="*/ 1783557 w 2543175"/>
                <a:gd name="connsiteY116" fmla="*/ 1307306 h 1890712"/>
                <a:gd name="connsiteX117" fmla="*/ 1790700 w 2543175"/>
                <a:gd name="connsiteY117" fmla="*/ 1312069 h 1890712"/>
                <a:gd name="connsiteX118" fmla="*/ 1800225 w 2543175"/>
                <a:gd name="connsiteY118" fmla="*/ 1319212 h 1890712"/>
                <a:gd name="connsiteX119" fmla="*/ 1807369 w 2543175"/>
                <a:gd name="connsiteY119" fmla="*/ 1321594 h 1890712"/>
                <a:gd name="connsiteX120" fmla="*/ 1824038 w 2543175"/>
                <a:gd name="connsiteY120" fmla="*/ 1333500 h 1890712"/>
                <a:gd name="connsiteX121" fmla="*/ 1843088 w 2543175"/>
                <a:gd name="connsiteY121" fmla="*/ 1352550 h 1890712"/>
                <a:gd name="connsiteX122" fmla="*/ 1852613 w 2543175"/>
                <a:gd name="connsiteY122" fmla="*/ 1359694 h 1890712"/>
                <a:gd name="connsiteX123" fmla="*/ 1859757 w 2543175"/>
                <a:gd name="connsiteY123" fmla="*/ 1366837 h 1890712"/>
                <a:gd name="connsiteX124" fmla="*/ 1869282 w 2543175"/>
                <a:gd name="connsiteY124" fmla="*/ 1371600 h 1890712"/>
                <a:gd name="connsiteX125" fmla="*/ 1883569 w 2543175"/>
                <a:gd name="connsiteY125" fmla="*/ 1388269 h 1890712"/>
                <a:gd name="connsiteX126" fmla="*/ 1893094 w 2543175"/>
                <a:gd name="connsiteY126" fmla="*/ 1395412 h 1890712"/>
                <a:gd name="connsiteX127" fmla="*/ 1902619 w 2543175"/>
                <a:gd name="connsiteY127" fmla="*/ 1404937 h 1890712"/>
                <a:gd name="connsiteX128" fmla="*/ 1912144 w 2543175"/>
                <a:gd name="connsiteY128" fmla="*/ 1409700 h 1890712"/>
                <a:gd name="connsiteX129" fmla="*/ 1931194 w 2543175"/>
                <a:gd name="connsiteY129" fmla="*/ 1421606 h 1890712"/>
                <a:gd name="connsiteX130" fmla="*/ 1935957 w 2543175"/>
                <a:gd name="connsiteY130" fmla="*/ 1428750 h 1890712"/>
                <a:gd name="connsiteX131" fmla="*/ 1952625 w 2543175"/>
                <a:gd name="connsiteY131" fmla="*/ 1438275 h 1890712"/>
                <a:gd name="connsiteX132" fmla="*/ 1971675 w 2543175"/>
                <a:gd name="connsiteY132" fmla="*/ 1450181 h 1890712"/>
                <a:gd name="connsiteX133" fmla="*/ 1981200 w 2543175"/>
                <a:gd name="connsiteY133" fmla="*/ 1454944 h 1890712"/>
                <a:gd name="connsiteX134" fmla="*/ 1997869 w 2543175"/>
                <a:gd name="connsiteY134" fmla="*/ 1471612 h 1890712"/>
                <a:gd name="connsiteX135" fmla="*/ 2007394 w 2543175"/>
                <a:gd name="connsiteY135" fmla="*/ 1478756 h 1890712"/>
                <a:gd name="connsiteX136" fmla="*/ 2016919 w 2543175"/>
                <a:gd name="connsiteY136" fmla="*/ 1483519 h 1890712"/>
                <a:gd name="connsiteX137" fmla="*/ 2024063 w 2543175"/>
                <a:gd name="connsiteY137" fmla="*/ 1490662 h 1890712"/>
                <a:gd name="connsiteX138" fmla="*/ 2033588 w 2543175"/>
                <a:gd name="connsiteY138" fmla="*/ 1495425 h 1890712"/>
                <a:gd name="connsiteX139" fmla="*/ 2040732 w 2543175"/>
                <a:gd name="connsiteY139" fmla="*/ 1502569 h 1890712"/>
                <a:gd name="connsiteX140" fmla="*/ 2047875 w 2543175"/>
                <a:gd name="connsiteY140" fmla="*/ 1507331 h 1890712"/>
                <a:gd name="connsiteX141" fmla="*/ 2057400 w 2543175"/>
                <a:gd name="connsiteY141" fmla="*/ 1514475 h 1890712"/>
                <a:gd name="connsiteX142" fmla="*/ 2064544 w 2543175"/>
                <a:gd name="connsiteY142" fmla="*/ 1519237 h 1890712"/>
                <a:gd name="connsiteX143" fmla="*/ 2071688 w 2543175"/>
                <a:gd name="connsiteY143" fmla="*/ 1526381 h 1890712"/>
                <a:gd name="connsiteX144" fmla="*/ 2081213 w 2543175"/>
                <a:gd name="connsiteY144" fmla="*/ 1531144 h 1890712"/>
                <a:gd name="connsiteX145" fmla="*/ 2090738 w 2543175"/>
                <a:gd name="connsiteY145" fmla="*/ 1538287 h 1890712"/>
                <a:gd name="connsiteX146" fmla="*/ 2109788 w 2543175"/>
                <a:gd name="connsiteY146" fmla="*/ 1547812 h 1890712"/>
                <a:gd name="connsiteX147" fmla="*/ 2131219 w 2543175"/>
                <a:gd name="connsiteY147" fmla="*/ 1562100 h 1890712"/>
                <a:gd name="connsiteX148" fmla="*/ 2140744 w 2543175"/>
                <a:gd name="connsiteY148" fmla="*/ 1566862 h 1890712"/>
                <a:gd name="connsiteX149" fmla="*/ 2152650 w 2543175"/>
                <a:gd name="connsiteY149" fmla="*/ 1576387 h 1890712"/>
                <a:gd name="connsiteX150" fmla="*/ 2181225 w 2543175"/>
                <a:gd name="connsiteY150" fmla="*/ 1590675 h 1890712"/>
                <a:gd name="connsiteX151" fmla="*/ 2200275 w 2543175"/>
                <a:gd name="connsiteY151" fmla="*/ 1607344 h 1890712"/>
                <a:gd name="connsiteX152" fmla="*/ 2207419 w 2543175"/>
                <a:gd name="connsiteY152" fmla="*/ 1612106 h 1890712"/>
                <a:gd name="connsiteX153" fmla="*/ 2216944 w 2543175"/>
                <a:gd name="connsiteY153" fmla="*/ 1619250 h 1890712"/>
                <a:gd name="connsiteX154" fmla="*/ 2224088 w 2543175"/>
                <a:gd name="connsiteY154" fmla="*/ 1624012 h 1890712"/>
                <a:gd name="connsiteX155" fmla="*/ 2247900 w 2543175"/>
                <a:gd name="connsiteY155" fmla="*/ 1643062 h 1890712"/>
                <a:gd name="connsiteX156" fmla="*/ 2255044 w 2543175"/>
                <a:gd name="connsiteY156" fmla="*/ 1650206 h 1890712"/>
                <a:gd name="connsiteX157" fmla="*/ 2281238 w 2543175"/>
                <a:gd name="connsiteY157" fmla="*/ 1664494 h 1890712"/>
                <a:gd name="connsiteX158" fmla="*/ 2297907 w 2543175"/>
                <a:gd name="connsiteY158" fmla="*/ 1674019 h 1890712"/>
                <a:gd name="connsiteX159" fmla="*/ 2312194 w 2543175"/>
                <a:gd name="connsiteY159" fmla="*/ 1685925 h 1890712"/>
                <a:gd name="connsiteX160" fmla="*/ 2328863 w 2543175"/>
                <a:gd name="connsiteY160" fmla="*/ 1697831 h 1890712"/>
                <a:gd name="connsiteX161" fmla="*/ 2350294 w 2543175"/>
                <a:gd name="connsiteY161" fmla="*/ 1712119 h 1890712"/>
                <a:gd name="connsiteX162" fmla="*/ 2369344 w 2543175"/>
                <a:gd name="connsiteY162" fmla="*/ 1724025 h 1890712"/>
                <a:gd name="connsiteX163" fmla="*/ 2428876 w 2543175"/>
                <a:gd name="connsiteY163" fmla="*/ 1785938 h 1890712"/>
                <a:gd name="connsiteX164" fmla="*/ 2466975 w 2543175"/>
                <a:gd name="connsiteY164" fmla="*/ 1783556 h 1890712"/>
                <a:gd name="connsiteX165" fmla="*/ 2481263 w 2543175"/>
                <a:gd name="connsiteY165" fmla="*/ 1795462 h 1890712"/>
                <a:gd name="connsiteX166" fmla="*/ 2486025 w 2543175"/>
                <a:gd name="connsiteY166" fmla="*/ 1802606 h 1890712"/>
                <a:gd name="connsiteX167" fmla="*/ 2514600 w 2543175"/>
                <a:gd name="connsiteY167" fmla="*/ 1850231 h 1890712"/>
                <a:gd name="connsiteX168" fmla="*/ 2519363 w 2543175"/>
                <a:gd name="connsiteY168" fmla="*/ 1857375 h 1890712"/>
                <a:gd name="connsiteX169" fmla="*/ 2540794 w 2543175"/>
                <a:gd name="connsiteY169" fmla="*/ 1883569 h 1890712"/>
                <a:gd name="connsiteX170" fmla="*/ 2543175 w 2543175"/>
                <a:gd name="connsiteY170" fmla="*/ 1890712 h 1890712"/>
                <a:gd name="connsiteX0" fmla="*/ 0 w 2543175"/>
                <a:gd name="connsiteY0" fmla="*/ 0 h 1890712"/>
                <a:gd name="connsiteX1" fmla="*/ 11907 w 2543175"/>
                <a:gd name="connsiteY1" fmla="*/ 11906 h 1890712"/>
                <a:gd name="connsiteX2" fmla="*/ 21432 w 2543175"/>
                <a:gd name="connsiteY2" fmla="*/ 16669 h 1890712"/>
                <a:gd name="connsiteX3" fmla="*/ 23813 w 2543175"/>
                <a:gd name="connsiteY3" fmla="*/ 23812 h 1890712"/>
                <a:gd name="connsiteX4" fmla="*/ 33338 w 2543175"/>
                <a:gd name="connsiteY4" fmla="*/ 33337 h 1890712"/>
                <a:gd name="connsiteX5" fmla="*/ 40482 w 2543175"/>
                <a:gd name="connsiteY5" fmla="*/ 42862 h 1890712"/>
                <a:gd name="connsiteX6" fmla="*/ 47625 w 2543175"/>
                <a:gd name="connsiteY6" fmla="*/ 47625 h 1890712"/>
                <a:gd name="connsiteX7" fmla="*/ 57150 w 2543175"/>
                <a:gd name="connsiteY7" fmla="*/ 54769 h 1890712"/>
                <a:gd name="connsiteX8" fmla="*/ 64294 w 2543175"/>
                <a:gd name="connsiteY8" fmla="*/ 59531 h 1890712"/>
                <a:gd name="connsiteX9" fmla="*/ 83344 w 2543175"/>
                <a:gd name="connsiteY9" fmla="*/ 73819 h 1890712"/>
                <a:gd name="connsiteX10" fmla="*/ 97632 w 2543175"/>
                <a:gd name="connsiteY10" fmla="*/ 80962 h 1890712"/>
                <a:gd name="connsiteX11" fmla="*/ 104775 w 2543175"/>
                <a:gd name="connsiteY11" fmla="*/ 85725 h 1890712"/>
                <a:gd name="connsiteX12" fmla="*/ 114300 w 2543175"/>
                <a:gd name="connsiteY12" fmla="*/ 95250 h 1890712"/>
                <a:gd name="connsiteX13" fmla="*/ 123825 w 2543175"/>
                <a:gd name="connsiteY13" fmla="*/ 97631 h 1890712"/>
                <a:gd name="connsiteX14" fmla="*/ 130969 w 2543175"/>
                <a:gd name="connsiteY14" fmla="*/ 104775 h 1890712"/>
                <a:gd name="connsiteX15" fmla="*/ 140494 w 2543175"/>
                <a:gd name="connsiteY15" fmla="*/ 111919 h 1890712"/>
                <a:gd name="connsiteX16" fmla="*/ 147638 w 2543175"/>
                <a:gd name="connsiteY16" fmla="*/ 116681 h 1890712"/>
                <a:gd name="connsiteX17" fmla="*/ 164307 w 2543175"/>
                <a:gd name="connsiteY17" fmla="*/ 128587 h 1890712"/>
                <a:gd name="connsiteX18" fmla="*/ 180975 w 2543175"/>
                <a:gd name="connsiteY18" fmla="*/ 140494 h 1890712"/>
                <a:gd name="connsiteX19" fmla="*/ 197644 w 2543175"/>
                <a:gd name="connsiteY19" fmla="*/ 152400 h 1890712"/>
                <a:gd name="connsiteX20" fmla="*/ 204788 w 2543175"/>
                <a:gd name="connsiteY20" fmla="*/ 157162 h 1890712"/>
                <a:gd name="connsiteX21" fmla="*/ 214313 w 2543175"/>
                <a:gd name="connsiteY21" fmla="*/ 164306 h 1890712"/>
                <a:gd name="connsiteX22" fmla="*/ 230982 w 2543175"/>
                <a:gd name="connsiteY22" fmla="*/ 180975 h 1890712"/>
                <a:gd name="connsiteX23" fmla="*/ 247650 w 2543175"/>
                <a:gd name="connsiteY23" fmla="*/ 185737 h 1890712"/>
                <a:gd name="connsiteX24" fmla="*/ 300038 w 2543175"/>
                <a:gd name="connsiteY24" fmla="*/ 219075 h 1890712"/>
                <a:gd name="connsiteX25" fmla="*/ 333375 w 2543175"/>
                <a:gd name="connsiteY25" fmla="*/ 228600 h 1890712"/>
                <a:gd name="connsiteX26" fmla="*/ 354807 w 2543175"/>
                <a:gd name="connsiteY26" fmla="*/ 247650 h 1890712"/>
                <a:gd name="connsiteX27" fmla="*/ 366713 w 2543175"/>
                <a:gd name="connsiteY27" fmla="*/ 264319 h 1890712"/>
                <a:gd name="connsiteX28" fmla="*/ 371475 w 2543175"/>
                <a:gd name="connsiteY28" fmla="*/ 271462 h 1890712"/>
                <a:gd name="connsiteX29" fmla="*/ 385763 w 2543175"/>
                <a:gd name="connsiteY29" fmla="*/ 283369 h 1890712"/>
                <a:gd name="connsiteX30" fmla="*/ 404813 w 2543175"/>
                <a:gd name="connsiteY30" fmla="*/ 295275 h 1890712"/>
                <a:gd name="connsiteX31" fmla="*/ 411957 w 2543175"/>
                <a:gd name="connsiteY31" fmla="*/ 297656 h 1890712"/>
                <a:gd name="connsiteX32" fmla="*/ 466725 w 2543175"/>
                <a:gd name="connsiteY32" fmla="*/ 328612 h 1890712"/>
                <a:gd name="connsiteX33" fmla="*/ 476250 w 2543175"/>
                <a:gd name="connsiteY33" fmla="*/ 335756 h 1890712"/>
                <a:gd name="connsiteX34" fmla="*/ 481013 w 2543175"/>
                <a:gd name="connsiteY34" fmla="*/ 342900 h 1890712"/>
                <a:gd name="connsiteX35" fmla="*/ 490538 w 2543175"/>
                <a:gd name="connsiteY35" fmla="*/ 352425 h 1890712"/>
                <a:gd name="connsiteX36" fmla="*/ 495300 w 2543175"/>
                <a:gd name="connsiteY36" fmla="*/ 359569 h 1890712"/>
                <a:gd name="connsiteX37" fmla="*/ 509588 w 2543175"/>
                <a:gd name="connsiteY37" fmla="*/ 376237 h 1890712"/>
                <a:gd name="connsiteX38" fmla="*/ 514350 w 2543175"/>
                <a:gd name="connsiteY38" fmla="*/ 383381 h 1890712"/>
                <a:gd name="connsiteX39" fmla="*/ 531019 w 2543175"/>
                <a:gd name="connsiteY39" fmla="*/ 397669 h 1890712"/>
                <a:gd name="connsiteX40" fmla="*/ 538163 w 2543175"/>
                <a:gd name="connsiteY40" fmla="*/ 407194 h 1890712"/>
                <a:gd name="connsiteX41" fmla="*/ 554832 w 2543175"/>
                <a:gd name="connsiteY41" fmla="*/ 421481 h 1890712"/>
                <a:gd name="connsiteX42" fmla="*/ 564357 w 2543175"/>
                <a:gd name="connsiteY42" fmla="*/ 431006 h 1890712"/>
                <a:gd name="connsiteX43" fmla="*/ 573882 w 2543175"/>
                <a:gd name="connsiteY43" fmla="*/ 438150 h 1890712"/>
                <a:gd name="connsiteX44" fmla="*/ 595313 w 2543175"/>
                <a:gd name="connsiteY44" fmla="*/ 454819 h 1890712"/>
                <a:gd name="connsiteX45" fmla="*/ 602457 w 2543175"/>
                <a:gd name="connsiteY45" fmla="*/ 457200 h 1890712"/>
                <a:gd name="connsiteX46" fmla="*/ 628650 w 2543175"/>
                <a:gd name="connsiteY46" fmla="*/ 469106 h 1890712"/>
                <a:gd name="connsiteX47" fmla="*/ 645319 w 2543175"/>
                <a:gd name="connsiteY47" fmla="*/ 483394 h 1890712"/>
                <a:gd name="connsiteX48" fmla="*/ 654844 w 2543175"/>
                <a:gd name="connsiteY48" fmla="*/ 488156 h 1890712"/>
                <a:gd name="connsiteX49" fmla="*/ 661988 w 2543175"/>
                <a:gd name="connsiteY49" fmla="*/ 497681 h 1890712"/>
                <a:gd name="connsiteX50" fmla="*/ 683419 w 2543175"/>
                <a:gd name="connsiteY50" fmla="*/ 514350 h 1890712"/>
                <a:gd name="connsiteX51" fmla="*/ 700088 w 2543175"/>
                <a:gd name="connsiteY51" fmla="*/ 526256 h 1890712"/>
                <a:gd name="connsiteX52" fmla="*/ 709613 w 2543175"/>
                <a:gd name="connsiteY52" fmla="*/ 535781 h 1890712"/>
                <a:gd name="connsiteX53" fmla="*/ 719138 w 2543175"/>
                <a:gd name="connsiteY53" fmla="*/ 542925 h 1890712"/>
                <a:gd name="connsiteX54" fmla="*/ 733425 w 2543175"/>
                <a:gd name="connsiteY54" fmla="*/ 557212 h 1890712"/>
                <a:gd name="connsiteX55" fmla="*/ 750094 w 2543175"/>
                <a:gd name="connsiteY55" fmla="*/ 569119 h 1890712"/>
                <a:gd name="connsiteX56" fmla="*/ 769144 w 2543175"/>
                <a:gd name="connsiteY56" fmla="*/ 581025 h 1890712"/>
                <a:gd name="connsiteX57" fmla="*/ 785813 w 2543175"/>
                <a:gd name="connsiteY57" fmla="*/ 590550 h 1890712"/>
                <a:gd name="connsiteX58" fmla="*/ 792957 w 2543175"/>
                <a:gd name="connsiteY58" fmla="*/ 600075 h 1890712"/>
                <a:gd name="connsiteX59" fmla="*/ 809625 w 2543175"/>
                <a:gd name="connsiteY59" fmla="*/ 611981 h 1890712"/>
                <a:gd name="connsiteX60" fmla="*/ 816769 w 2543175"/>
                <a:gd name="connsiteY60" fmla="*/ 619125 h 1890712"/>
                <a:gd name="connsiteX61" fmla="*/ 826294 w 2543175"/>
                <a:gd name="connsiteY61" fmla="*/ 626269 h 1890712"/>
                <a:gd name="connsiteX62" fmla="*/ 840582 w 2543175"/>
                <a:gd name="connsiteY62" fmla="*/ 638175 h 1890712"/>
                <a:gd name="connsiteX63" fmla="*/ 847725 w 2543175"/>
                <a:gd name="connsiteY63" fmla="*/ 645319 h 1890712"/>
                <a:gd name="connsiteX64" fmla="*/ 857250 w 2543175"/>
                <a:gd name="connsiteY64" fmla="*/ 652462 h 1890712"/>
                <a:gd name="connsiteX65" fmla="*/ 864394 w 2543175"/>
                <a:gd name="connsiteY65" fmla="*/ 657225 h 1890712"/>
                <a:gd name="connsiteX66" fmla="*/ 888207 w 2543175"/>
                <a:gd name="connsiteY66" fmla="*/ 676275 h 1890712"/>
                <a:gd name="connsiteX67" fmla="*/ 895350 w 2543175"/>
                <a:gd name="connsiteY67" fmla="*/ 681037 h 1890712"/>
                <a:gd name="connsiteX68" fmla="*/ 907257 w 2543175"/>
                <a:gd name="connsiteY68" fmla="*/ 683419 h 1890712"/>
                <a:gd name="connsiteX69" fmla="*/ 928688 w 2543175"/>
                <a:gd name="connsiteY69" fmla="*/ 695325 h 1890712"/>
                <a:gd name="connsiteX70" fmla="*/ 942975 w 2543175"/>
                <a:gd name="connsiteY70" fmla="*/ 700087 h 1890712"/>
                <a:gd name="connsiteX71" fmla="*/ 964407 w 2543175"/>
                <a:gd name="connsiteY71" fmla="*/ 716756 h 1890712"/>
                <a:gd name="connsiteX72" fmla="*/ 971550 w 2543175"/>
                <a:gd name="connsiteY72" fmla="*/ 723900 h 1890712"/>
                <a:gd name="connsiteX73" fmla="*/ 983457 w 2543175"/>
                <a:gd name="connsiteY73" fmla="*/ 733425 h 1890712"/>
                <a:gd name="connsiteX74" fmla="*/ 990600 w 2543175"/>
                <a:gd name="connsiteY74" fmla="*/ 738187 h 1890712"/>
                <a:gd name="connsiteX75" fmla="*/ 1007269 w 2543175"/>
                <a:gd name="connsiteY75" fmla="*/ 752475 h 1890712"/>
                <a:gd name="connsiteX76" fmla="*/ 1031082 w 2543175"/>
                <a:gd name="connsiteY76" fmla="*/ 766762 h 1890712"/>
                <a:gd name="connsiteX77" fmla="*/ 1042988 w 2543175"/>
                <a:gd name="connsiteY77" fmla="*/ 773906 h 1890712"/>
                <a:gd name="connsiteX78" fmla="*/ 1071563 w 2543175"/>
                <a:gd name="connsiteY78" fmla="*/ 785812 h 1890712"/>
                <a:gd name="connsiteX79" fmla="*/ 1097757 w 2543175"/>
                <a:gd name="connsiteY79" fmla="*/ 807244 h 1890712"/>
                <a:gd name="connsiteX80" fmla="*/ 1104900 w 2543175"/>
                <a:gd name="connsiteY80" fmla="*/ 814387 h 1890712"/>
                <a:gd name="connsiteX81" fmla="*/ 1121569 w 2543175"/>
                <a:gd name="connsiteY81" fmla="*/ 823912 h 1890712"/>
                <a:gd name="connsiteX82" fmla="*/ 1138238 w 2543175"/>
                <a:gd name="connsiteY82" fmla="*/ 835819 h 1890712"/>
                <a:gd name="connsiteX83" fmla="*/ 1147763 w 2543175"/>
                <a:gd name="connsiteY83" fmla="*/ 842962 h 1890712"/>
                <a:gd name="connsiteX84" fmla="*/ 1157288 w 2543175"/>
                <a:gd name="connsiteY84" fmla="*/ 847725 h 1890712"/>
                <a:gd name="connsiteX85" fmla="*/ 1178719 w 2543175"/>
                <a:gd name="connsiteY85" fmla="*/ 859631 h 1890712"/>
                <a:gd name="connsiteX86" fmla="*/ 1188244 w 2543175"/>
                <a:gd name="connsiteY86" fmla="*/ 866775 h 1890712"/>
                <a:gd name="connsiteX87" fmla="*/ 1195388 w 2543175"/>
                <a:gd name="connsiteY87" fmla="*/ 871537 h 1890712"/>
                <a:gd name="connsiteX88" fmla="*/ 1212057 w 2543175"/>
                <a:gd name="connsiteY88" fmla="*/ 883444 h 1890712"/>
                <a:gd name="connsiteX89" fmla="*/ 1226344 w 2543175"/>
                <a:gd name="connsiteY89" fmla="*/ 895350 h 1890712"/>
                <a:gd name="connsiteX90" fmla="*/ 1245394 w 2543175"/>
                <a:gd name="connsiteY90" fmla="*/ 907256 h 1890712"/>
                <a:gd name="connsiteX91" fmla="*/ 1254919 w 2543175"/>
                <a:gd name="connsiteY91" fmla="*/ 914400 h 1890712"/>
                <a:gd name="connsiteX92" fmla="*/ 1269207 w 2543175"/>
                <a:gd name="connsiteY92" fmla="*/ 921544 h 1890712"/>
                <a:gd name="connsiteX93" fmla="*/ 1290638 w 2543175"/>
                <a:gd name="connsiteY93" fmla="*/ 935831 h 1890712"/>
                <a:gd name="connsiteX94" fmla="*/ 1307307 w 2543175"/>
                <a:gd name="connsiteY94" fmla="*/ 952500 h 1890712"/>
                <a:gd name="connsiteX95" fmla="*/ 1333500 w 2543175"/>
                <a:gd name="connsiteY95" fmla="*/ 971550 h 1890712"/>
                <a:gd name="connsiteX96" fmla="*/ 1359694 w 2543175"/>
                <a:gd name="connsiteY96" fmla="*/ 990600 h 1890712"/>
                <a:gd name="connsiteX97" fmla="*/ 1373982 w 2543175"/>
                <a:gd name="connsiteY97" fmla="*/ 997744 h 1890712"/>
                <a:gd name="connsiteX98" fmla="*/ 1388269 w 2543175"/>
                <a:gd name="connsiteY98" fmla="*/ 1007269 h 1890712"/>
                <a:gd name="connsiteX99" fmla="*/ 1414463 w 2543175"/>
                <a:gd name="connsiteY99" fmla="*/ 1019175 h 1890712"/>
                <a:gd name="connsiteX100" fmla="*/ 1428750 w 2543175"/>
                <a:gd name="connsiteY100" fmla="*/ 1026319 h 1890712"/>
                <a:gd name="connsiteX101" fmla="*/ 1471613 w 2543175"/>
                <a:gd name="connsiteY101" fmla="*/ 1059656 h 1890712"/>
                <a:gd name="connsiteX102" fmla="*/ 1495425 w 2543175"/>
                <a:gd name="connsiteY102" fmla="*/ 1088231 h 1890712"/>
                <a:gd name="connsiteX103" fmla="*/ 1547812 w 2543175"/>
                <a:gd name="connsiteY103" fmla="*/ 1133475 h 1890712"/>
                <a:gd name="connsiteX104" fmla="*/ 1597819 w 2543175"/>
                <a:gd name="connsiteY104" fmla="*/ 1154906 h 1890712"/>
                <a:gd name="connsiteX105" fmla="*/ 1604963 w 2543175"/>
                <a:gd name="connsiteY105" fmla="*/ 1162050 h 1890712"/>
                <a:gd name="connsiteX106" fmla="*/ 1612107 w 2543175"/>
                <a:gd name="connsiteY106" fmla="*/ 1166812 h 1890712"/>
                <a:gd name="connsiteX107" fmla="*/ 1628775 w 2543175"/>
                <a:gd name="connsiteY107" fmla="*/ 1183481 h 1890712"/>
                <a:gd name="connsiteX108" fmla="*/ 1662113 w 2543175"/>
                <a:gd name="connsiteY108" fmla="*/ 1209675 h 1890712"/>
                <a:gd name="connsiteX109" fmla="*/ 1678782 w 2543175"/>
                <a:gd name="connsiteY109" fmla="*/ 1226344 h 1890712"/>
                <a:gd name="connsiteX110" fmla="*/ 1700213 w 2543175"/>
                <a:gd name="connsiteY110" fmla="*/ 1247775 h 1890712"/>
                <a:gd name="connsiteX111" fmla="*/ 1712119 w 2543175"/>
                <a:gd name="connsiteY111" fmla="*/ 1259681 h 1890712"/>
                <a:gd name="connsiteX112" fmla="*/ 1733550 w 2543175"/>
                <a:gd name="connsiteY112" fmla="*/ 1273969 h 1890712"/>
                <a:gd name="connsiteX113" fmla="*/ 1743075 w 2543175"/>
                <a:gd name="connsiteY113" fmla="*/ 1283494 h 1890712"/>
                <a:gd name="connsiteX114" fmla="*/ 1754982 w 2543175"/>
                <a:gd name="connsiteY114" fmla="*/ 1290637 h 1890712"/>
                <a:gd name="connsiteX115" fmla="*/ 1766888 w 2543175"/>
                <a:gd name="connsiteY115" fmla="*/ 1300162 h 1890712"/>
                <a:gd name="connsiteX116" fmla="*/ 1783557 w 2543175"/>
                <a:gd name="connsiteY116" fmla="*/ 1307306 h 1890712"/>
                <a:gd name="connsiteX117" fmla="*/ 1790700 w 2543175"/>
                <a:gd name="connsiteY117" fmla="*/ 1312069 h 1890712"/>
                <a:gd name="connsiteX118" fmla="*/ 1800225 w 2543175"/>
                <a:gd name="connsiteY118" fmla="*/ 1319212 h 1890712"/>
                <a:gd name="connsiteX119" fmla="*/ 1807369 w 2543175"/>
                <a:gd name="connsiteY119" fmla="*/ 1321594 h 1890712"/>
                <a:gd name="connsiteX120" fmla="*/ 1824038 w 2543175"/>
                <a:gd name="connsiteY120" fmla="*/ 1333500 h 1890712"/>
                <a:gd name="connsiteX121" fmla="*/ 1843088 w 2543175"/>
                <a:gd name="connsiteY121" fmla="*/ 1352550 h 1890712"/>
                <a:gd name="connsiteX122" fmla="*/ 1852613 w 2543175"/>
                <a:gd name="connsiteY122" fmla="*/ 1359694 h 1890712"/>
                <a:gd name="connsiteX123" fmla="*/ 1859757 w 2543175"/>
                <a:gd name="connsiteY123" fmla="*/ 1366837 h 1890712"/>
                <a:gd name="connsiteX124" fmla="*/ 1869282 w 2543175"/>
                <a:gd name="connsiteY124" fmla="*/ 1371600 h 1890712"/>
                <a:gd name="connsiteX125" fmla="*/ 1883569 w 2543175"/>
                <a:gd name="connsiteY125" fmla="*/ 1388269 h 1890712"/>
                <a:gd name="connsiteX126" fmla="*/ 1893094 w 2543175"/>
                <a:gd name="connsiteY126" fmla="*/ 1395412 h 1890712"/>
                <a:gd name="connsiteX127" fmla="*/ 1902619 w 2543175"/>
                <a:gd name="connsiteY127" fmla="*/ 1404937 h 1890712"/>
                <a:gd name="connsiteX128" fmla="*/ 1912144 w 2543175"/>
                <a:gd name="connsiteY128" fmla="*/ 1409700 h 1890712"/>
                <a:gd name="connsiteX129" fmla="*/ 1931194 w 2543175"/>
                <a:gd name="connsiteY129" fmla="*/ 1421606 h 1890712"/>
                <a:gd name="connsiteX130" fmla="*/ 1935957 w 2543175"/>
                <a:gd name="connsiteY130" fmla="*/ 1428750 h 1890712"/>
                <a:gd name="connsiteX131" fmla="*/ 1952625 w 2543175"/>
                <a:gd name="connsiteY131" fmla="*/ 1438275 h 1890712"/>
                <a:gd name="connsiteX132" fmla="*/ 1971675 w 2543175"/>
                <a:gd name="connsiteY132" fmla="*/ 1450181 h 1890712"/>
                <a:gd name="connsiteX133" fmla="*/ 1981200 w 2543175"/>
                <a:gd name="connsiteY133" fmla="*/ 1454944 h 1890712"/>
                <a:gd name="connsiteX134" fmla="*/ 1997869 w 2543175"/>
                <a:gd name="connsiteY134" fmla="*/ 1471612 h 1890712"/>
                <a:gd name="connsiteX135" fmla="*/ 2007394 w 2543175"/>
                <a:gd name="connsiteY135" fmla="*/ 1478756 h 1890712"/>
                <a:gd name="connsiteX136" fmla="*/ 2016919 w 2543175"/>
                <a:gd name="connsiteY136" fmla="*/ 1483519 h 1890712"/>
                <a:gd name="connsiteX137" fmla="*/ 2024063 w 2543175"/>
                <a:gd name="connsiteY137" fmla="*/ 1490662 h 1890712"/>
                <a:gd name="connsiteX138" fmla="*/ 2033588 w 2543175"/>
                <a:gd name="connsiteY138" fmla="*/ 1495425 h 1890712"/>
                <a:gd name="connsiteX139" fmla="*/ 2040732 w 2543175"/>
                <a:gd name="connsiteY139" fmla="*/ 1502569 h 1890712"/>
                <a:gd name="connsiteX140" fmla="*/ 2047875 w 2543175"/>
                <a:gd name="connsiteY140" fmla="*/ 1507331 h 1890712"/>
                <a:gd name="connsiteX141" fmla="*/ 2057400 w 2543175"/>
                <a:gd name="connsiteY141" fmla="*/ 1514475 h 1890712"/>
                <a:gd name="connsiteX142" fmla="*/ 2064544 w 2543175"/>
                <a:gd name="connsiteY142" fmla="*/ 1519237 h 1890712"/>
                <a:gd name="connsiteX143" fmla="*/ 2071688 w 2543175"/>
                <a:gd name="connsiteY143" fmla="*/ 1526381 h 1890712"/>
                <a:gd name="connsiteX144" fmla="*/ 2081213 w 2543175"/>
                <a:gd name="connsiteY144" fmla="*/ 1531144 h 1890712"/>
                <a:gd name="connsiteX145" fmla="*/ 2090738 w 2543175"/>
                <a:gd name="connsiteY145" fmla="*/ 1538287 h 1890712"/>
                <a:gd name="connsiteX146" fmla="*/ 2109788 w 2543175"/>
                <a:gd name="connsiteY146" fmla="*/ 1547812 h 1890712"/>
                <a:gd name="connsiteX147" fmla="*/ 2131219 w 2543175"/>
                <a:gd name="connsiteY147" fmla="*/ 1562100 h 1890712"/>
                <a:gd name="connsiteX148" fmla="*/ 2140744 w 2543175"/>
                <a:gd name="connsiteY148" fmla="*/ 1566862 h 1890712"/>
                <a:gd name="connsiteX149" fmla="*/ 2152650 w 2543175"/>
                <a:gd name="connsiteY149" fmla="*/ 1576387 h 1890712"/>
                <a:gd name="connsiteX150" fmla="*/ 2181225 w 2543175"/>
                <a:gd name="connsiteY150" fmla="*/ 1590675 h 1890712"/>
                <a:gd name="connsiteX151" fmla="*/ 2200275 w 2543175"/>
                <a:gd name="connsiteY151" fmla="*/ 1607344 h 1890712"/>
                <a:gd name="connsiteX152" fmla="*/ 2207419 w 2543175"/>
                <a:gd name="connsiteY152" fmla="*/ 1612106 h 1890712"/>
                <a:gd name="connsiteX153" fmla="*/ 2216944 w 2543175"/>
                <a:gd name="connsiteY153" fmla="*/ 1619250 h 1890712"/>
                <a:gd name="connsiteX154" fmla="*/ 2224088 w 2543175"/>
                <a:gd name="connsiteY154" fmla="*/ 1624012 h 1890712"/>
                <a:gd name="connsiteX155" fmla="*/ 2247900 w 2543175"/>
                <a:gd name="connsiteY155" fmla="*/ 1643062 h 1890712"/>
                <a:gd name="connsiteX156" fmla="*/ 2255044 w 2543175"/>
                <a:gd name="connsiteY156" fmla="*/ 1650206 h 1890712"/>
                <a:gd name="connsiteX157" fmla="*/ 2281238 w 2543175"/>
                <a:gd name="connsiteY157" fmla="*/ 1664494 h 1890712"/>
                <a:gd name="connsiteX158" fmla="*/ 2297907 w 2543175"/>
                <a:gd name="connsiteY158" fmla="*/ 1674019 h 1890712"/>
                <a:gd name="connsiteX159" fmla="*/ 2312194 w 2543175"/>
                <a:gd name="connsiteY159" fmla="*/ 1685925 h 1890712"/>
                <a:gd name="connsiteX160" fmla="*/ 2328863 w 2543175"/>
                <a:gd name="connsiteY160" fmla="*/ 1697831 h 1890712"/>
                <a:gd name="connsiteX161" fmla="*/ 2350294 w 2543175"/>
                <a:gd name="connsiteY161" fmla="*/ 1712119 h 1890712"/>
                <a:gd name="connsiteX162" fmla="*/ 2369344 w 2543175"/>
                <a:gd name="connsiteY162" fmla="*/ 1724025 h 1890712"/>
                <a:gd name="connsiteX163" fmla="*/ 2428876 w 2543175"/>
                <a:gd name="connsiteY163" fmla="*/ 1785938 h 1890712"/>
                <a:gd name="connsiteX164" fmla="*/ 2466975 w 2543175"/>
                <a:gd name="connsiteY164" fmla="*/ 1783556 h 1890712"/>
                <a:gd name="connsiteX165" fmla="*/ 2481263 w 2543175"/>
                <a:gd name="connsiteY165" fmla="*/ 1795462 h 1890712"/>
                <a:gd name="connsiteX166" fmla="*/ 2486025 w 2543175"/>
                <a:gd name="connsiteY166" fmla="*/ 1802606 h 1890712"/>
                <a:gd name="connsiteX167" fmla="*/ 2514600 w 2543175"/>
                <a:gd name="connsiteY167" fmla="*/ 1850231 h 1890712"/>
                <a:gd name="connsiteX168" fmla="*/ 2519363 w 2543175"/>
                <a:gd name="connsiteY168" fmla="*/ 1857375 h 1890712"/>
                <a:gd name="connsiteX169" fmla="*/ 2540794 w 2543175"/>
                <a:gd name="connsiteY169" fmla="*/ 1883569 h 1890712"/>
                <a:gd name="connsiteX170" fmla="*/ 2543175 w 2543175"/>
                <a:gd name="connsiteY170" fmla="*/ 1890712 h 1890712"/>
                <a:gd name="connsiteX0" fmla="*/ 0 w 2543175"/>
                <a:gd name="connsiteY0" fmla="*/ 0 h 1890712"/>
                <a:gd name="connsiteX1" fmla="*/ 11907 w 2543175"/>
                <a:gd name="connsiteY1" fmla="*/ 11906 h 1890712"/>
                <a:gd name="connsiteX2" fmla="*/ 21432 w 2543175"/>
                <a:gd name="connsiteY2" fmla="*/ 16669 h 1890712"/>
                <a:gd name="connsiteX3" fmla="*/ 23813 w 2543175"/>
                <a:gd name="connsiteY3" fmla="*/ 23812 h 1890712"/>
                <a:gd name="connsiteX4" fmla="*/ 33338 w 2543175"/>
                <a:gd name="connsiteY4" fmla="*/ 33337 h 1890712"/>
                <a:gd name="connsiteX5" fmla="*/ 40482 w 2543175"/>
                <a:gd name="connsiteY5" fmla="*/ 42862 h 1890712"/>
                <a:gd name="connsiteX6" fmla="*/ 47625 w 2543175"/>
                <a:gd name="connsiteY6" fmla="*/ 47625 h 1890712"/>
                <a:gd name="connsiteX7" fmla="*/ 57150 w 2543175"/>
                <a:gd name="connsiteY7" fmla="*/ 54769 h 1890712"/>
                <a:gd name="connsiteX8" fmla="*/ 64294 w 2543175"/>
                <a:gd name="connsiteY8" fmla="*/ 59531 h 1890712"/>
                <a:gd name="connsiteX9" fmla="*/ 83344 w 2543175"/>
                <a:gd name="connsiteY9" fmla="*/ 73819 h 1890712"/>
                <a:gd name="connsiteX10" fmla="*/ 97632 w 2543175"/>
                <a:gd name="connsiteY10" fmla="*/ 80962 h 1890712"/>
                <a:gd name="connsiteX11" fmla="*/ 104775 w 2543175"/>
                <a:gd name="connsiteY11" fmla="*/ 85725 h 1890712"/>
                <a:gd name="connsiteX12" fmla="*/ 114300 w 2543175"/>
                <a:gd name="connsiteY12" fmla="*/ 95250 h 1890712"/>
                <a:gd name="connsiteX13" fmla="*/ 123825 w 2543175"/>
                <a:gd name="connsiteY13" fmla="*/ 97631 h 1890712"/>
                <a:gd name="connsiteX14" fmla="*/ 130969 w 2543175"/>
                <a:gd name="connsiteY14" fmla="*/ 104775 h 1890712"/>
                <a:gd name="connsiteX15" fmla="*/ 140494 w 2543175"/>
                <a:gd name="connsiteY15" fmla="*/ 111919 h 1890712"/>
                <a:gd name="connsiteX16" fmla="*/ 147638 w 2543175"/>
                <a:gd name="connsiteY16" fmla="*/ 116681 h 1890712"/>
                <a:gd name="connsiteX17" fmla="*/ 164307 w 2543175"/>
                <a:gd name="connsiteY17" fmla="*/ 128587 h 1890712"/>
                <a:gd name="connsiteX18" fmla="*/ 180975 w 2543175"/>
                <a:gd name="connsiteY18" fmla="*/ 140494 h 1890712"/>
                <a:gd name="connsiteX19" fmla="*/ 197644 w 2543175"/>
                <a:gd name="connsiteY19" fmla="*/ 152400 h 1890712"/>
                <a:gd name="connsiteX20" fmla="*/ 204788 w 2543175"/>
                <a:gd name="connsiteY20" fmla="*/ 157162 h 1890712"/>
                <a:gd name="connsiteX21" fmla="*/ 214313 w 2543175"/>
                <a:gd name="connsiteY21" fmla="*/ 164306 h 1890712"/>
                <a:gd name="connsiteX22" fmla="*/ 230982 w 2543175"/>
                <a:gd name="connsiteY22" fmla="*/ 180975 h 1890712"/>
                <a:gd name="connsiteX23" fmla="*/ 247650 w 2543175"/>
                <a:gd name="connsiteY23" fmla="*/ 185737 h 1890712"/>
                <a:gd name="connsiteX24" fmla="*/ 300038 w 2543175"/>
                <a:gd name="connsiteY24" fmla="*/ 219075 h 1890712"/>
                <a:gd name="connsiteX25" fmla="*/ 354807 w 2543175"/>
                <a:gd name="connsiteY25" fmla="*/ 247650 h 1890712"/>
                <a:gd name="connsiteX26" fmla="*/ 366713 w 2543175"/>
                <a:gd name="connsiteY26" fmla="*/ 264319 h 1890712"/>
                <a:gd name="connsiteX27" fmla="*/ 371475 w 2543175"/>
                <a:gd name="connsiteY27" fmla="*/ 271462 h 1890712"/>
                <a:gd name="connsiteX28" fmla="*/ 385763 w 2543175"/>
                <a:gd name="connsiteY28" fmla="*/ 283369 h 1890712"/>
                <a:gd name="connsiteX29" fmla="*/ 404813 w 2543175"/>
                <a:gd name="connsiteY29" fmla="*/ 295275 h 1890712"/>
                <a:gd name="connsiteX30" fmla="*/ 411957 w 2543175"/>
                <a:gd name="connsiteY30" fmla="*/ 297656 h 1890712"/>
                <a:gd name="connsiteX31" fmla="*/ 466725 w 2543175"/>
                <a:gd name="connsiteY31" fmla="*/ 328612 h 1890712"/>
                <a:gd name="connsiteX32" fmla="*/ 476250 w 2543175"/>
                <a:gd name="connsiteY32" fmla="*/ 335756 h 1890712"/>
                <a:gd name="connsiteX33" fmla="*/ 481013 w 2543175"/>
                <a:gd name="connsiteY33" fmla="*/ 342900 h 1890712"/>
                <a:gd name="connsiteX34" fmla="*/ 490538 w 2543175"/>
                <a:gd name="connsiteY34" fmla="*/ 352425 h 1890712"/>
                <a:gd name="connsiteX35" fmla="*/ 495300 w 2543175"/>
                <a:gd name="connsiteY35" fmla="*/ 359569 h 1890712"/>
                <a:gd name="connsiteX36" fmla="*/ 509588 w 2543175"/>
                <a:gd name="connsiteY36" fmla="*/ 376237 h 1890712"/>
                <a:gd name="connsiteX37" fmla="*/ 514350 w 2543175"/>
                <a:gd name="connsiteY37" fmla="*/ 383381 h 1890712"/>
                <a:gd name="connsiteX38" fmla="*/ 531019 w 2543175"/>
                <a:gd name="connsiteY38" fmla="*/ 397669 h 1890712"/>
                <a:gd name="connsiteX39" fmla="*/ 538163 w 2543175"/>
                <a:gd name="connsiteY39" fmla="*/ 407194 h 1890712"/>
                <a:gd name="connsiteX40" fmla="*/ 554832 w 2543175"/>
                <a:gd name="connsiteY40" fmla="*/ 421481 h 1890712"/>
                <a:gd name="connsiteX41" fmla="*/ 564357 w 2543175"/>
                <a:gd name="connsiteY41" fmla="*/ 431006 h 1890712"/>
                <a:gd name="connsiteX42" fmla="*/ 573882 w 2543175"/>
                <a:gd name="connsiteY42" fmla="*/ 438150 h 1890712"/>
                <a:gd name="connsiteX43" fmla="*/ 595313 w 2543175"/>
                <a:gd name="connsiteY43" fmla="*/ 454819 h 1890712"/>
                <a:gd name="connsiteX44" fmla="*/ 602457 w 2543175"/>
                <a:gd name="connsiteY44" fmla="*/ 457200 h 1890712"/>
                <a:gd name="connsiteX45" fmla="*/ 628650 w 2543175"/>
                <a:gd name="connsiteY45" fmla="*/ 469106 h 1890712"/>
                <a:gd name="connsiteX46" fmla="*/ 645319 w 2543175"/>
                <a:gd name="connsiteY46" fmla="*/ 483394 h 1890712"/>
                <a:gd name="connsiteX47" fmla="*/ 654844 w 2543175"/>
                <a:gd name="connsiteY47" fmla="*/ 488156 h 1890712"/>
                <a:gd name="connsiteX48" fmla="*/ 661988 w 2543175"/>
                <a:gd name="connsiteY48" fmla="*/ 497681 h 1890712"/>
                <a:gd name="connsiteX49" fmla="*/ 683419 w 2543175"/>
                <a:gd name="connsiteY49" fmla="*/ 514350 h 1890712"/>
                <a:gd name="connsiteX50" fmla="*/ 700088 w 2543175"/>
                <a:gd name="connsiteY50" fmla="*/ 526256 h 1890712"/>
                <a:gd name="connsiteX51" fmla="*/ 709613 w 2543175"/>
                <a:gd name="connsiteY51" fmla="*/ 535781 h 1890712"/>
                <a:gd name="connsiteX52" fmla="*/ 719138 w 2543175"/>
                <a:gd name="connsiteY52" fmla="*/ 542925 h 1890712"/>
                <a:gd name="connsiteX53" fmla="*/ 733425 w 2543175"/>
                <a:gd name="connsiteY53" fmla="*/ 557212 h 1890712"/>
                <a:gd name="connsiteX54" fmla="*/ 750094 w 2543175"/>
                <a:gd name="connsiteY54" fmla="*/ 569119 h 1890712"/>
                <a:gd name="connsiteX55" fmla="*/ 769144 w 2543175"/>
                <a:gd name="connsiteY55" fmla="*/ 581025 h 1890712"/>
                <a:gd name="connsiteX56" fmla="*/ 785813 w 2543175"/>
                <a:gd name="connsiteY56" fmla="*/ 590550 h 1890712"/>
                <a:gd name="connsiteX57" fmla="*/ 792957 w 2543175"/>
                <a:gd name="connsiteY57" fmla="*/ 600075 h 1890712"/>
                <a:gd name="connsiteX58" fmla="*/ 809625 w 2543175"/>
                <a:gd name="connsiteY58" fmla="*/ 611981 h 1890712"/>
                <a:gd name="connsiteX59" fmla="*/ 816769 w 2543175"/>
                <a:gd name="connsiteY59" fmla="*/ 619125 h 1890712"/>
                <a:gd name="connsiteX60" fmla="*/ 826294 w 2543175"/>
                <a:gd name="connsiteY60" fmla="*/ 626269 h 1890712"/>
                <a:gd name="connsiteX61" fmla="*/ 840582 w 2543175"/>
                <a:gd name="connsiteY61" fmla="*/ 638175 h 1890712"/>
                <a:gd name="connsiteX62" fmla="*/ 847725 w 2543175"/>
                <a:gd name="connsiteY62" fmla="*/ 645319 h 1890712"/>
                <a:gd name="connsiteX63" fmla="*/ 857250 w 2543175"/>
                <a:gd name="connsiteY63" fmla="*/ 652462 h 1890712"/>
                <a:gd name="connsiteX64" fmla="*/ 864394 w 2543175"/>
                <a:gd name="connsiteY64" fmla="*/ 657225 h 1890712"/>
                <a:gd name="connsiteX65" fmla="*/ 888207 w 2543175"/>
                <a:gd name="connsiteY65" fmla="*/ 676275 h 1890712"/>
                <a:gd name="connsiteX66" fmla="*/ 895350 w 2543175"/>
                <a:gd name="connsiteY66" fmla="*/ 681037 h 1890712"/>
                <a:gd name="connsiteX67" fmla="*/ 907257 w 2543175"/>
                <a:gd name="connsiteY67" fmla="*/ 683419 h 1890712"/>
                <a:gd name="connsiteX68" fmla="*/ 928688 w 2543175"/>
                <a:gd name="connsiteY68" fmla="*/ 695325 h 1890712"/>
                <a:gd name="connsiteX69" fmla="*/ 942975 w 2543175"/>
                <a:gd name="connsiteY69" fmla="*/ 700087 h 1890712"/>
                <a:gd name="connsiteX70" fmla="*/ 964407 w 2543175"/>
                <a:gd name="connsiteY70" fmla="*/ 716756 h 1890712"/>
                <a:gd name="connsiteX71" fmla="*/ 971550 w 2543175"/>
                <a:gd name="connsiteY71" fmla="*/ 723900 h 1890712"/>
                <a:gd name="connsiteX72" fmla="*/ 983457 w 2543175"/>
                <a:gd name="connsiteY72" fmla="*/ 733425 h 1890712"/>
                <a:gd name="connsiteX73" fmla="*/ 990600 w 2543175"/>
                <a:gd name="connsiteY73" fmla="*/ 738187 h 1890712"/>
                <a:gd name="connsiteX74" fmla="*/ 1007269 w 2543175"/>
                <a:gd name="connsiteY74" fmla="*/ 752475 h 1890712"/>
                <a:gd name="connsiteX75" fmla="*/ 1031082 w 2543175"/>
                <a:gd name="connsiteY75" fmla="*/ 766762 h 1890712"/>
                <a:gd name="connsiteX76" fmla="*/ 1042988 w 2543175"/>
                <a:gd name="connsiteY76" fmla="*/ 773906 h 1890712"/>
                <a:gd name="connsiteX77" fmla="*/ 1071563 w 2543175"/>
                <a:gd name="connsiteY77" fmla="*/ 785812 h 1890712"/>
                <a:gd name="connsiteX78" fmla="*/ 1097757 w 2543175"/>
                <a:gd name="connsiteY78" fmla="*/ 807244 h 1890712"/>
                <a:gd name="connsiteX79" fmla="*/ 1104900 w 2543175"/>
                <a:gd name="connsiteY79" fmla="*/ 814387 h 1890712"/>
                <a:gd name="connsiteX80" fmla="*/ 1121569 w 2543175"/>
                <a:gd name="connsiteY80" fmla="*/ 823912 h 1890712"/>
                <a:gd name="connsiteX81" fmla="*/ 1138238 w 2543175"/>
                <a:gd name="connsiteY81" fmla="*/ 835819 h 1890712"/>
                <a:gd name="connsiteX82" fmla="*/ 1147763 w 2543175"/>
                <a:gd name="connsiteY82" fmla="*/ 842962 h 1890712"/>
                <a:gd name="connsiteX83" fmla="*/ 1157288 w 2543175"/>
                <a:gd name="connsiteY83" fmla="*/ 847725 h 1890712"/>
                <a:gd name="connsiteX84" fmla="*/ 1178719 w 2543175"/>
                <a:gd name="connsiteY84" fmla="*/ 859631 h 1890712"/>
                <a:gd name="connsiteX85" fmla="*/ 1188244 w 2543175"/>
                <a:gd name="connsiteY85" fmla="*/ 866775 h 1890712"/>
                <a:gd name="connsiteX86" fmla="*/ 1195388 w 2543175"/>
                <a:gd name="connsiteY86" fmla="*/ 871537 h 1890712"/>
                <a:gd name="connsiteX87" fmla="*/ 1212057 w 2543175"/>
                <a:gd name="connsiteY87" fmla="*/ 883444 h 1890712"/>
                <a:gd name="connsiteX88" fmla="*/ 1226344 w 2543175"/>
                <a:gd name="connsiteY88" fmla="*/ 895350 h 1890712"/>
                <a:gd name="connsiteX89" fmla="*/ 1245394 w 2543175"/>
                <a:gd name="connsiteY89" fmla="*/ 907256 h 1890712"/>
                <a:gd name="connsiteX90" fmla="*/ 1254919 w 2543175"/>
                <a:gd name="connsiteY90" fmla="*/ 914400 h 1890712"/>
                <a:gd name="connsiteX91" fmla="*/ 1269207 w 2543175"/>
                <a:gd name="connsiteY91" fmla="*/ 921544 h 1890712"/>
                <a:gd name="connsiteX92" fmla="*/ 1290638 w 2543175"/>
                <a:gd name="connsiteY92" fmla="*/ 935831 h 1890712"/>
                <a:gd name="connsiteX93" fmla="*/ 1307307 w 2543175"/>
                <a:gd name="connsiteY93" fmla="*/ 952500 h 1890712"/>
                <a:gd name="connsiteX94" fmla="*/ 1333500 w 2543175"/>
                <a:gd name="connsiteY94" fmla="*/ 971550 h 1890712"/>
                <a:gd name="connsiteX95" fmla="*/ 1359694 w 2543175"/>
                <a:gd name="connsiteY95" fmla="*/ 990600 h 1890712"/>
                <a:gd name="connsiteX96" fmla="*/ 1373982 w 2543175"/>
                <a:gd name="connsiteY96" fmla="*/ 997744 h 1890712"/>
                <a:gd name="connsiteX97" fmla="*/ 1388269 w 2543175"/>
                <a:gd name="connsiteY97" fmla="*/ 1007269 h 1890712"/>
                <a:gd name="connsiteX98" fmla="*/ 1414463 w 2543175"/>
                <a:gd name="connsiteY98" fmla="*/ 1019175 h 1890712"/>
                <a:gd name="connsiteX99" fmla="*/ 1428750 w 2543175"/>
                <a:gd name="connsiteY99" fmla="*/ 1026319 h 1890712"/>
                <a:gd name="connsiteX100" fmla="*/ 1471613 w 2543175"/>
                <a:gd name="connsiteY100" fmla="*/ 1059656 h 1890712"/>
                <a:gd name="connsiteX101" fmla="*/ 1495425 w 2543175"/>
                <a:gd name="connsiteY101" fmla="*/ 1088231 h 1890712"/>
                <a:gd name="connsiteX102" fmla="*/ 1547812 w 2543175"/>
                <a:gd name="connsiteY102" fmla="*/ 1133475 h 1890712"/>
                <a:gd name="connsiteX103" fmla="*/ 1597819 w 2543175"/>
                <a:gd name="connsiteY103" fmla="*/ 1154906 h 1890712"/>
                <a:gd name="connsiteX104" fmla="*/ 1604963 w 2543175"/>
                <a:gd name="connsiteY104" fmla="*/ 1162050 h 1890712"/>
                <a:gd name="connsiteX105" fmla="*/ 1612107 w 2543175"/>
                <a:gd name="connsiteY105" fmla="*/ 1166812 h 1890712"/>
                <a:gd name="connsiteX106" fmla="*/ 1628775 w 2543175"/>
                <a:gd name="connsiteY106" fmla="*/ 1183481 h 1890712"/>
                <a:gd name="connsiteX107" fmla="*/ 1662113 w 2543175"/>
                <a:gd name="connsiteY107" fmla="*/ 1209675 h 1890712"/>
                <a:gd name="connsiteX108" fmla="*/ 1678782 w 2543175"/>
                <a:gd name="connsiteY108" fmla="*/ 1226344 h 1890712"/>
                <a:gd name="connsiteX109" fmla="*/ 1700213 w 2543175"/>
                <a:gd name="connsiteY109" fmla="*/ 1247775 h 1890712"/>
                <a:gd name="connsiteX110" fmla="*/ 1712119 w 2543175"/>
                <a:gd name="connsiteY110" fmla="*/ 1259681 h 1890712"/>
                <a:gd name="connsiteX111" fmla="*/ 1733550 w 2543175"/>
                <a:gd name="connsiteY111" fmla="*/ 1273969 h 1890712"/>
                <a:gd name="connsiteX112" fmla="*/ 1743075 w 2543175"/>
                <a:gd name="connsiteY112" fmla="*/ 1283494 h 1890712"/>
                <a:gd name="connsiteX113" fmla="*/ 1754982 w 2543175"/>
                <a:gd name="connsiteY113" fmla="*/ 1290637 h 1890712"/>
                <a:gd name="connsiteX114" fmla="*/ 1766888 w 2543175"/>
                <a:gd name="connsiteY114" fmla="*/ 1300162 h 1890712"/>
                <a:gd name="connsiteX115" fmla="*/ 1783557 w 2543175"/>
                <a:gd name="connsiteY115" fmla="*/ 1307306 h 1890712"/>
                <a:gd name="connsiteX116" fmla="*/ 1790700 w 2543175"/>
                <a:gd name="connsiteY116" fmla="*/ 1312069 h 1890712"/>
                <a:gd name="connsiteX117" fmla="*/ 1800225 w 2543175"/>
                <a:gd name="connsiteY117" fmla="*/ 1319212 h 1890712"/>
                <a:gd name="connsiteX118" fmla="*/ 1807369 w 2543175"/>
                <a:gd name="connsiteY118" fmla="*/ 1321594 h 1890712"/>
                <a:gd name="connsiteX119" fmla="*/ 1824038 w 2543175"/>
                <a:gd name="connsiteY119" fmla="*/ 1333500 h 1890712"/>
                <a:gd name="connsiteX120" fmla="*/ 1843088 w 2543175"/>
                <a:gd name="connsiteY120" fmla="*/ 1352550 h 1890712"/>
                <a:gd name="connsiteX121" fmla="*/ 1852613 w 2543175"/>
                <a:gd name="connsiteY121" fmla="*/ 1359694 h 1890712"/>
                <a:gd name="connsiteX122" fmla="*/ 1859757 w 2543175"/>
                <a:gd name="connsiteY122" fmla="*/ 1366837 h 1890712"/>
                <a:gd name="connsiteX123" fmla="*/ 1869282 w 2543175"/>
                <a:gd name="connsiteY123" fmla="*/ 1371600 h 1890712"/>
                <a:gd name="connsiteX124" fmla="*/ 1883569 w 2543175"/>
                <a:gd name="connsiteY124" fmla="*/ 1388269 h 1890712"/>
                <a:gd name="connsiteX125" fmla="*/ 1893094 w 2543175"/>
                <a:gd name="connsiteY125" fmla="*/ 1395412 h 1890712"/>
                <a:gd name="connsiteX126" fmla="*/ 1902619 w 2543175"/>
                <a:gd name="connsiteY126" fmla="*/ 1404937 h 1890712"/>
                <a:gd name="connsiteX127" fmla="*/ 1912144 w 2543175"/>
                <a:gd name="connsiteY127" fmla="*/ 1409700 h 1890712"/>
                <a:gd name="connsiteX128" fmla="*/ 1931194 w 2543175"/>
                <a:gd name="connsiteY128" fmla="*/ 1421606 h 1890712"/>
                <a:gd name="connsiteX129" fmla="*/ 1935957 w 2543175"/>
                <a:gd name="connsiteY129" fmla="*/ 1428750 h 1890712"/>
                <a:gd name="connsiteX130" fmla="*/ 1952625 w 2543175"/>
                <a:gd name="connsiteY130" fmla="*/ 1438275 h 1890712"/>
                <a:gd name="connsiteX131" fmla="*/ 1971675 w 2543175"/>
                <a:gd name="connsiteY131" fmla="*/ 1450181 h 1890712"/>
                <a:gd name="connsiteX132" fmla="*/ 1981200 w 2543175"/>
                <a:gd name="connsiteY132" fmla="*/ 1454944 h 1890712"/>
                <a:gd name="connsiteX133" fmla="*/ 1997869 w 2543175"/>
                <a:gd name="connsiteY133" fmla="*/ 1471612 h 1890712"/>
                <a:gd name="connsiteX134" fmla="*/ 2007394 w 2543175"/>
                <a:gd name="connsiteY134" fmla="*/ 1478756 h 1890712"/>
                <a:gd name="connsiteX135" fmla="*/ 2016919 w 2543175"/>
                <a:gd name="connsiteY135" fmla="*/ 1483519 h 1890712"/>
                <a:gd name="connsiteX136" fmla="*/ 2024063 w 2543175"/>
                <a:gd name="connsiteY136" fmla="*/ 1490662 h 1890712"/>
                <a:gd name="connsiteX137" fmla="*/ 2033588 w 2543175"/>
                <a:gd name="connsiteY137" fmla="*/ 1495425 h 1890712"/>
                <a:gd name="connsiteX138" fmla="*/ 2040732 w 2543175"/>
                <a:gd name="connsiteY138" fmla="*/ 1502569 h 1890712"/>
                <a:gd name="connsiteX139" fmla="*/ 2047875 w 2543175"/>
                <a:gd name="connsiteY139" fmla="*/ 1507331 h 1890712"/>
                <a:gd name="connsiteX140" fmla="*/ 2057400 w 2543175"/>
                <a:gd name="connsiteY140" fmla="*/ 1514475 h 1890712"/>
                <a:gd name="connsiteX141" fmla="*/ 2064544 w 2543175"/>
                <a:gd name="connsiteY141" fmla="*/ 1519237 h 1890712"/>
                <a:gd name="connsiteX142" fmla="*/ 2071688 w 2543175"/>
                <a:gd name="connsiteY142" fmla="*/ 1526381 h 1890712"/>
                <a:gd name="connsiteX143" fmla="*/ 2081213 w 2543175"/>
                <a:gd name="connsiteY143" fmla="*/ 1531144 h 1890712"/>
                <a:gd name="connsiteX144" fmla="*/ 2090738 w 2543175"/>
                <a:gd name="connsiteY144" fmla="*/ 1538287 h 1890712"/>
                <a:gd name="connsiteX145" fmla="*/ 2109788 w 2543175"/>
                <a:gd name="connsiteY145" fmla="*/ 1547812 h 1890712"/>
                <a:gd name="connsiteX146" fmla="*/ 2131219 w 2543175"/>
                <a:gd name="connsiteY146" fmla="*/ 1562100 h 1890712"/>
                <a:gd name="connsiteX147" fmla="*/ 2140744 w 2543175"/>
                <a:gd name="connsiteY147" fmla="*/ 1566862 h 1890712"/>
                <a:gd name="connsiteX148" fmla="*/ 2152650 w 2543175"/>
                <a:gd name="connsiteY148" fmla="*/ 1576387 h 1890712"/>
                <a:gd name="connsiteX149" fmla="*/ 2181225 w 2543175"/>
                <a:gd name="connsiteY149" fmla="*/ 1590675 h 1890712"/>
                <a:gd name="connsiteX150" fmla="*/ 2200275 w 2543175"/>
                <a:gd name="connsiteY150" fmla="*/ 1607344 h 1890712"/>
                <a:gd name="connsiteX151" fmla="*/ 2207419 w 2543175"/>
                <a:gd name="connsiteY151" fmla="*/ 1612106 h 1890712"/>
                <a:gd name="connsiteX152" fmla="*/ 2216944 w 2543175"/>
                <a:gd name="connsiteY152" fmla="*/ 1619250 h 1890712"/>
                <a:gd name="connsiteX153" fmla="*/ 2224088 w 2543175"/>
                <a:gd name="connsiteY153" fmla="*/ 1624012 h 1890712"/>
                <a:gd name="connsiteX154" fmla="*/ 2247900 w 2543175"/>
                <a:gd name="connsiteY154" fmla="*/ 1643062 h 1890712"/>
                <a:gd name="connsiteX155" fmla="*/ 2255044 w 2543175"/>
                <a:gd name="connsiteY155" fmla="*/ 1650206 h 1890712"/>
                <a:gd name="connsiteX156" fmla="*/ 2281238 w 2543175"/>
                <a:gd name="connsiteY156" fmla="*/ 1664494 h 1890712"/>
                <a:gd name="connsiteX157" fmla="*/ 2297907 w 2543175"/>
                <a:gd name="connsiteY157" fmla="*/ 1674019 h 1890712"/>
                <a:gd name="connsiteX158" fmla="*/ 2312194 w 2543175"/>
                <a:gd name="connsiteY158" fmla="*/ 1685925 h 1890712"/>
                <a:gd name="connsiteX159" fmla="*/ 2328863 w 2543175"/>
                <a:gd name="connsiteY159" fmla="*/ 1697831 h 1890712"/>
                <a:gd name="connsiteX160" fmla="*/ 2350294 w 2543175"/>
                <a:gd name="connsiteY160" fmla="*/ 1712119 h 1890712"/>
                <a:gd name="connsiteX161" fmla="*/ 2369344 w 2543175"/>
                <a:gd name="connsiteY161" fmla="*/ 1724025 h 1890712"/>
                <a:gd name="connsiteX162" fmla="*/ 2428876 w 2543175"/>
                <a:gd name="connsiteY162" fmla="*/ 1785938 h 1890712"/>
                <a:gd name="connsiteX163" fmla="*/ 2466975 w 2543175"/>
                <a:gd name="connsiteY163" fmla="*/ 1783556 h 1890712"/>
                <a:gd name="connsiteX164" fmla="*/ 2481263 w 2543175"/>
                <a:gd name="connsiteY164" fmla="*/ 1795462 h 1890712"/>
                <a:gd name="connsiteX165" fmla="*/ 2486025 w 2543175"/>
                <a:gd name="connsiteY165" fmla="*/ 1802606 h 1890712"/>
                <a:gd name="connsiteX166" fmla="*/ 2514600 w 2543175"/>
                <a:gd name="connsiteY166" fmla="*/ 1850231 h 1890712"/>
                <a:gd name="connsiteX167" fmla="*/ 2519363 w 2543175"/>
                <a:gd name="connsiteY167" fmla="*/ 1857375 h 1890712"/>
                <a:gd name="connsiteX168" fmla="*/ 2540794 w 2543175"/>
                <a:gd name="connsiteY168" fmla="*/ 1883569 h 1890712"/>
                <a:gd name="connsiteX169" fmla="*/ 2543175 w 2543175"/>
                <a:gd name="connsiteY169" fmla="*/ 1890712 h 1890712"/>
                <a:gd name="connsiteX0" fmla="*/ 0 w 2543175"/>
                <a:gd name="connsiteY0" fmla="*/ 0 h 1890712"/>
                <a:gd name="connsiteX1" fmla="*/ 11907 w 2543175"/>
                <a:gd name="connsiteY1" fmla="*/ 11906 h 1890712"/>
                <a:gd name="connsiteX2" fmla="*/ 21432 w 2543175"/>
                <a:gd name="connsiteY2" fmla="*/ 16669 h 1890712"/>
                <a:gd name="connsiteX3" fmla="*/ 23813 w 2543175"/>
                <a:gd name="connsiteY3" fmla="*/ 23812 h 1890712"/>
                <a:gd name="connsiteX4" fmla="*/ 33338 w 2543175"/>
                <a:gd name="connsiteY4" fmla="*/ 33337 h 1890712"/>
                <a:gd name="connsiteX5" fmla="*/ 40482 w 2543175"/>
                <a:gd name="connsiteY5" fmla="*/ 42862 h 1890712"/>
                <a:gd name="connsiteX6" fmla="*/ 47625 w 2543175"/>
                <a:gd name="connsiteY6" fmla="*/ 47625 h 1890712"/>
                <a:gd name="connsiteX7" fmla="*/ 57150 w 2543175"/>
                <a:gd name="connsiteY7" fmla="*/ 54769 h 1890712"/>
                <a:gd name="connsiteX8" fmla="*/ 64294 w 2543175"/>
                <a:gd name="connsiteY8" fmla="*/ 59531 h 1890712"/>
                <a:gd name="connsiteX9" fmla="*/ 83344 w 2543175"/>
                <a:gd name="connsiteY9" fmla="*/ 73819 h 1890712"/>
                <a:gd name="connsiteX10" fmla="*/ 97632 w 2543175"/>
                <a:gd name="connsiteY10" fmla="*/ 80962 h 1890712"/>
                <a:gd name="connsiteX11" fmla="*/ 104775 w 2543175"/>
                <a:gd name="connsiteY11" fmla="*/ 85725 h 1890712"/>
                <a:gd name="connsiteX12" fmla="*/ 114300 w 2543175"/>
                <a:gd name="connsiteY12" fmla="*/ 95250 h 1890712"/>
                <a:gd name="connsiteX13" fmla="*/ 123825 w 2543175"/>
                <a:gd name="connsiteY13" fmla="*/ 97631 h 1890712"/>
                <a:gd name="connsiteX14" fmla="*/ 130969 w 2543175"/>
                <a:gd name="connsiteY14" fmla="*/ 104775 h 1890712"/>
                <a:gd name="connsiteX15" fmla="*/ 140494 w 2543175"/>
                <a:gd name="connsiteY15" fmla="*/ 111919 h 1890712"/>
                <a:gd name="connsiteX16" fmla="*/ 147638 w 2543175"/>
                <a:gd name="connsiteY16" fmla="*/ 116681 h 1890712"/>
                <a:gd name="connsiteX17" fmla="*/ 164307 w 2543175"/>
                <a:gd name="connsiteY17" fmla="*/ 128587 h 1890712"/>
                <a:gd name="connsiteX18" fmla="*/ 180975 w 2543175"/>
                <a:gd name="connsiteY18" fmla="*/ 140494 h 1890712"/>
                <a:gd name="connsiteX19" fmla="*/ 197644 w 2543175"/>
                <a:gd name="connsiteY19" fmla="*/ 152400 h 1890712"/>
                <a:gd name="connsiteX20" fmla="*/ 204788 w 2543175"/>
                <a:gd name="connsiteY20" fmla="*/ 157162 h 1890712"/>
                <a:gd name="connsiteX21" fmla="*/ 214313 w 2543175"/>
                <a:gd name="connsiteY21" fmla="*/ 164306 h 1890712"/>
                <a:gd name="connsiteX22" fmla="*/ 230982 w 2543175"/>
                <a:gd name="connsiteY22" fmla="*/ 180975 h 1890712"/>
                <a:gd name="connsiteX23" fmla="*/ 247650 w 2543175"/>
                <a:gd name="connsiteY23" fmla="*/ 185737 h 1890712"/>
                <a:gd name="connsiteX24" fmla="*/ 300038 w 2543175"/>
                <a:gd name="connsiteY24" fmla="*/ 219075 h 1890712"/>
                <a:gd name="connsiteX25" fmla="*/ 342900 w 2543175"/>
                <a:gd name="connsiteY25" fmla="*/ 254794 h 1890712"/>
                <a:gd name="connsiteX26" fmla="*/ 366713 w 2543175"/>
                <a:gd name="connsiteY26" fmla="*/ 264319 h 1890712"/>
                <a:gd name="connsiteX27" fmla="*/ 371475 w 2543175"/>
                <a:gd name="connsiteY27" fmla="*/ 271462 h 1890712"/>
                <a:gd name="connsiteX28" fmla="*/ 385763 w 2543175"/>
                <a:gd name="connsiteY28" fmla="*/ 283369 h 1890712"/>
                <a:gd name="connsiteX29" fmla="*/ 404813 w 2543175"/>
                <a:gd name="connsiteY29" fmla="*/ 295275 h 1890712"/>
                <a:gd name="connsiteX30" fmla="*/ 411957 w 2543175"/>
                <a:gd name="connsiteY30" fmla="*/ 297656 h 1890712"/>
                <a:gd name="connsiteX31" fmla="*/ 466725 w 2543175"/>
                <a:gd name="connsiteY31" fmla="*/ 328612 h 1890712"/>
                <a:gd name="connsiteX32" fmla="*/ 476250 w 2543175"/>
                <a:gd name="connsiteY32" fmla="*/ 335756 h 1890712"/>
                <a:gd name="connsiteX33" fmla="*/ 481013 w 2543175"/>
                <a:gd name="connsiteY33" fmla="*/ 342900 h 1890712"/>
                <a:gd name="connsiteX34" fmla="*/ 490538 w 2543175"/>
                <a:gd name="connsiteY34" fmla="*/ 352425 h 1890712"/>
                <a:gd name="connsiteX35" fmla="*/ 495300 w 2543175"/>
                <a:gd name="connsiteY35" fmla="*/ 359569 h 1890712"/>
                <a:gd name="connsiteX36" fmla="*/ 509588 w 2543175"/>
                <a:gd name="connsiteY36" fmla="*/ 376237 h 1890712"/>
                <a:gd name="connsiteX37" fmla="*/ 514350 w 2543175"/>
                <a:gd name="connsiteY37" fmla="*/ 383381 h 1890712"/>
                <a:gd name="connsiteX38" fmla="*/ 531019 w 2543175"/>
                <a:gd name="connsiteY38" fmla="*/ 397669 h 1890712"/>
                <a:gd name="connsiteX39" fmla="*/ 538163 w 2543175"/>
                <a:gd name="connsiteY39" fmla="*/ 407194 h 1890712"/>
                <a:gd name="connsiteX40" fmla="*/ 554832 w 2543175"/>
                <a:gd name="connsiteY40" fmla="*/ 421481 h 1890712"/>
                <a:gd name="connsiteX41" fmla="*/ 564357 w 2543175"/>
                <a:gd name="connsiteY41" fmla="*/ 431006 h 1890712"/>
                <a:gd name="connsiteX42" fmla="*/ 573882 w 2543175"/>
                <a:gd name="connsiteY42" fmla="*/ 438150 h 1890712"/>
                <a:gd name="connsiteX43" fmla="*/ 595313 w 2543175"/>
                <a:gd name="connsiteY43" fmla="*/ 454819 h 1890712"/>
                <a:gd name="connsiteX44" fmla="*/ 602457 w 2543175"/>
                <a:gd name="connsiteY44" fmla="*/ 457200 h 1890712"/>
                <a:gd name="connsiteX45" fmla="*/ 628650 w 2543175"/>
                <a:gd name="connsiteY45" fmla="*/ 469106 h 1890712"/>
                <a:gd name="connsiteX46" fmla="*/ 645319 w 2543175"/>
                <a:gd name="connsiteY46" fmla="*/ 483394 h 1890712"/>
                <a:gd name="connsiteX47" fmla="*/ 654844 w 2543175"/>
                <a:gd name="connsiteY47" fmla="*/ 488156 h 1890712"/>
                <a:gd name="connsiteX48" fmla="*/ 661988 w 2543175"/>
                <a:gd name="connsiteY48" fmla="*/ 497681 h 1890712"/>
                <a:gd name="connsiteX49" fmla="*/ 683419 w 2543175"/>
                <a:gd name="connsiteY49" fmla="*/ 514350 h 1890712"/>
                <a:gd name="connsiteX50" fmla="*/ 700088 w 2543175"/>
                <a:gd name="connsiteY50" fmla="*/ 526256 h 1890712"/>
                <a:gd name="connsiteX51" fmla="*/ 709613 w 2543175"/>
                <a:gd name="connsiteY51" fmla="*/ 535781 h 1890712"/>
                <a:gd name="connsiteX52" fmla="*/ 719138 w 2543175"/>
                <a:gd name="connsiteY52" fmla="*/ 542925 h 1890712"/>
                <a:gd name="connsiteX53" fmla="*/ 733425 w 2543175"/>
                <a:gd name="connsiteY53" fmla="*/ 557212 h 1890712"/>
                <a:gd name="connsiteX54" fmla="*/ 750094 w 2543175"/>
                <a:gd name="connsiteY54" fmla="*/ 569119 h 1890712"/>
                <a:gd name="connsiteX55" fmla="*/ 769144 w 2543175"/>
                <a:gd name="connsiteY55" fmla="*/ 581025 h 1890712"/>
                <a:gd name="connsiteX56" fmla="*/ 785813 w 2543175"/>
                <a:gd name="connsiteY56" fmla="*/ 590550 h 1890712"/>
                <a:gd name="connsiteX57" fmla="*/ 792957 w 2543175"/>
                <a:gd name="connsiteY57" fmla="*/ 600075 h 1890712"/>
                <a:gd name="connsiteX58" fmla="*/ 809625 w 2543175"/>
                <a:gd name="connsiteY58" fmla="*/ 611981 h 1890712"/>
                <a:gd name="connsiteX59" fmla="*/ 816769 w 2543175"/>
                <a:gd name="connsiteY59" fmla="*/ 619125 h 1890712"/>
                <a:gd name="connsiteX60" fmla="*/ 826294 w 2543175"/>
                <a:gd name="connsiteY60" fmla="*/ 626269 h 1890712"/>
                <a:gd name="connsiteX61" fmla="*/ 840582 w 2543175"/>
                <a:gd name="connsiteY61" fmla="*/ 638175 h 1890712"/>
                <a:gd name="connsiteX62" fmla="*/ 847725 w 2543175"/>
                <a:gd name="connsiteY62" fmla="*/ 645319 h 1890712"/>
                <a:gd name="connsiteX63" fmla="*/ 857250 w 2543175"/>
                <a:gd name="connsiteY63" fmla="*/ 652462 h 1890712"/>
                <a:gd name="connsiteX64" fmla="*/ 864394 w 2543175"/>
                <a:gd name="connsiteY64" fmla="*/ 657225 h 1890712"/>
                <a:gd name="connsiteX65" fmla="*/ 888207 w 2543175"/>
                <a:gd name="connsiteY65" fmla="*/ 676275 h 1890712"/>
                <a:gd name="connsiteX66" fmla="*/ 895350 w 2543175"/>
                <a:gd name="connsiteY66" fmla="*/ 681037 h 1890712"/>
                <a:gd name="connsiteX67" fmla="*/ 907257 w 2543175"/>
                <a:gd name="connsiteY67" fmla="*/ 683419 h 1890712"/>
                <a:gd name="connsiteX68" fmla="*/ 928688 w 2543175"/>
                <a:gd name="connsiteY68" fmla="*/ 695325 h 1890712"/>
                <a:gd name="connsiteX69" fmla="*/ 942975 w 2543175"/>
                <a:gd name="connsiteY69" fmla="*/ 700087 h 1890712"/>
                <a:gd name="connsiteX70" fmla="*/ 964407 w 2543175"/>
                <a:gd name="connsiteY70" fmla="*/ 716756 h 1890712"/>
                <a:gd name="connsiteX71" fmla="*/ 971550 w 2543175"/>
                <a:gd name="connsiteY71" fmla="*/ 723900 h 1890712"/>
                <a:gd name="connsiteX72" fmla="*/ 983457 w 2543175"/>
                <a:gd name="connsiteY72" fmla="*/ 733425 h 1890712"/>
                <a:gd name="connsiteX73" fmla="*/ 990600 w 2543175"/>
                <a:gd name="connsiteY73" fmla="*/ 738187 h 1890712"/>
                <a:gd name="connsiteX74" fmla="*/ 1007269 w 2543175"/>
                <a:gd name="connsiteY74" fmla="*/ 752475 h 1890712"/>
                <a:gd name="connsiteX75" fmla="*/ 1031082 w 2543175"/>
                <a:gd name="connsiteY75" fmla="*/ 766762 h 1890712"/>
                <a:gd name="connsiteX76" fmla="*/ 1042988 w 2543175"/>
                <a:gd name="connsiteY76" fmla="*/ 773906 h 1890712"/>
                <a:gd name="connsiteX77" fmla="*/ 1071563 w 2543175"/>
                <a:gd name="connsiteY77" fmla="*/ 785812 h 1890712"/>
                <a:gd name="connsiteX78" fmla="*/ 1097757 w 2543175"/>
                <a:gd name="connsiteY78" fmla="*/ 807244 h 1890712"/>
                <a:gd name="connsiteX79" fmla="*/ 1104900 w 2543175"/>
                <a:gd name="connsiteY79" fmla="*/ 814387 h 1890712"/>
                <a:gd name="connsiteX80" fmla="*/ 1121569 w 2543175"/>
                <a:gd name="connsiteY80" fmla="*/ 823912 h 1890712"/>
                <a:gd name="connsiteX81" fmla="*/ 1138238 w 2543175"/>
                <a:gd name="connsiteY81" fmla="*/ 835819 h 1890712"/>
                <a:gd name="connsiteX82" fmla="*/ 1147763 w 2543175"/>
                <a:gd name="connsiteY82" fmla="*/ 842962 h 1890712"/>
                <a:gd name="connsiteX83" fmla="*/ 1157288 w 2543175"/>
                <a:gd name="connsiteY83" fmla="*/ 847725 h 1890712"/>
                <a:gd name="connsiteX84" fmla="*/ 1178719 w 2543175"/>
                <a:gd name="connsiteY84" fmla="*/ 859631 h 1890712"/>
                <a:gd name="connsiteX85" fmla="*/ 1188244 w 2543175"/>
                <a:gd name="connsiteY85" fmla="*/ 866775 h 1890712"/>
                <a:gd name="connsiteX86" fmla="*/ 1195388 w 2543175"/>
                <a:gd name="connsiteY86" fmla="*/ 871537 h 1890712"/>
                <a:gd name="connsiteX87" fmla="*/ 1212057 w 2543175"/>
                <a:gd name="connsiteY87" fmla="*/ 883444 h 1890712"/>
                <a:gd name="connsiteX88" fmla="*/ 1226344 w 2543175"/>
                <a:gd name="connsiteY88" fmla="*/ 895350 h 1890712"/>
                <a:gd name="connsiteX89" fmla="*/ 1245394 w 2543175"/>
                <a:gd name="connsiteY89" fmla="*/ 907256 h 1890712"/>
                <a:gd name="connsiteX90" fmla="*/ 1254919 w 2543175"/>
                <a:gd name="connsiteY90" fmla="*/ 914400 h 1890712"/>
                <a:gd name="connsiteX91" fmla="*/ 1269207 w 2543175"/>
                <a:gd name="connsiteY91" fmla="*/ 921544 h 1890712"/>
                <a:gd name="connsiteX92" fmla="*/ 1290638 w 2543175"/>
                <a:gd name="connsiteY92" fmla="*/ 935831 h 1890712"/>
                <a:gd name="connsiteX93" fmla="*/ 1307307 w 2543175"/>
                <a:gd name="connsiteY93" fmla="*/ 952500 h 1890712"/>
                <a:gd name="connsiteX94" fmla="*/ 1333500 w 2543175"/>
                <a:gd name="connsiteY94" fmla="*/ 971550 h 1890712"/>
                <a:gd name="connsiteX95" fmla="*/ 1359694 w 2543175"/>
                <a:gd name="connsiteY95" fmla="*/ 990600 h 1890712"/>
                <a:gd name="connsiteX96" fmla="*/ 1373982 w 2543175"/>
                <a:gd name="connsiteY96" fmla="*/ 997744 h 1890712"/>
                <a:gd name="connsiteX97" fmla="*/ 1388269 w 2543175"/>
                <a:gd name="connsiteY97" fmla="*/ 1007269 h 1890712"/>
                <a:gd name="connsiteX98" fmla="*/ 1414463 w 2543175"/>
                <a:gd name="connsiteY98" fmla="*/ 1019175 h 1890712"/>
                <a:gd name="connsiteX99" fmla="*/ 1428750 w 2543175"/>
                <a:gd name="connsiteY99" fmla="*/ 1026319 h 1890712"/>
                <a:gd name="connsiteX100" fmla="*/ 1471613 w 2543175"/>
                <a:gd name="connsiteY100" fmla="*/ 1059656 h 1890712"/>
                <a:gd name="connsiteX101" fmla="*/ 1495425 w 2543175"/>
                <a:gd name="connsiteY101" fmla="*/ 1088231 h 1890712"/>
                <a:gd name="connsiteX102" fmla="*/ 1547812 w 2543175"/>
                <a:gd name="connsiteY102" fmla="*/ 1133475 h 1890712"/>
                <a:gd name="connsiteX103" fmla="*/ 1597819 w 2543175"/>
                <a:gd name="connsiteY103" fmla="*/ 1154906 h 1890712"/>
                <a:gd name="connsiteX104" fmla="*/ 1604963 w 2543175"/>
                <a:gd name="connsiteY104" fmla="*/ 1162050 h 1890712"/>
                <a:gd name="connsiteX105" fmla="*/ 1612107 w 2543175"/>
                <a:gd name="connsiteY105" fmla="*/ 1166812 h 1890712"/>
                <a:gd name="connsiteX106" fmla="*/ 1628775 w 2543175"/>
                <a:gd name="connsiteY106" fmla="*/ 1183481 h 1890712"/>
                <a:gd name="connsiteX107" fmla="*/ 1662113 w 2543175"/>
                <a:gd name="connsiteY107" fmla="*/ 1209675 h 1890712"/>
                <a:gd name="connsiteX108" fmla="*/ 1678782 w 2543175"/>
                <a:gd name="connsiteY108" fmla="*/ 1226344 h 1890712"/>
                <a:gd name="connsiteX109" fmla="*/ 1700213 w 2543175"/>
                <a:gd name="connsiteY109" fmla="*/ 1247775 h 1890712"/>
                <a:gd name="connsiteX110" fmla="*/ 1712119 w 2543175"/>
                <a:gd name="connsiteY110" fmla="*/ 1259681 h 1890712"/>
                <a:gd name="connsiteX111" fmla="*/ 1733550 w 2543175"/>
                <a:gd name="connsiteY111" fmla="*/ 1273969 h 1890712"/>
                <a:gd name="connsiteX112" fmla="*/ 1743075 w 2543175"/>
                <a:gd name="connsiteY112" fmla="*/ 1283494 h 1890712"/>
                <a:gd name="connsiteX113" fmla="*/ 1754982 w 2543175"/>
                <a:gd name="connsiteY113" fmla="*/ 1290637 h 1890712"/>
                <a:gd name="connsiteX114" fmla="*/ 1766888 w 2543175"/>
                <a:gd name="connsiteY114" fmla="*/ 1300162 h 1890712"/>
                <a:gd name="connsiteX115" fmla="*/ 1783557 w 2543175"/>
                <a:gd name="connsiteY115" fmla="*/ 1307306 h 1890712"/>
                <a:gd name="connsiteX116" fmla="*/ 1790700 w 2543175"/>
                <a:gd name="connsiteY116" fmla="*/ 1312069 h 1890712"/>
                <a:gd name="connsiteX117" fmla="*/ 1800225 w 2543175"/>
                <a:gd name="connsiteY117" fmla="*/ 1319212 h 1890712"/>
                <a:gd name="connsiteX118" fmla="*/ 1807369 w 2543175"/>
                <a:gd name="connsiteY118" fmla="*/ 1321594 h 1890712"/>
                <a:gd name="connsiteX119" fmla="*/ 1824038 w 2543175"/>
                <a:gd name="connsiteY119" fmla="*/ 1333500 h 1890712"/>
                <a:gd name="connsiteX120" fmla="*/ 1843088 w 2543175"/>
                <a:gd name="connsiteY120" fmla="*/ 1352550 h 1890712"/>
                <a:gd name="connsiteX121" fmla="*/ 1852613 w 2543175"/>
                <a:gd name="connsiteY121" fmla="*/ 1359694 h 1890712"/>
                <a:gd name="connsiteX122" fmla="*/ 1859757 w 2543175"/>
                <a:gd name="connsiteY122" fmla="*/ 1366837 h 1890712"/>
                <a:gd name="connsiteX123" fmla="*/ 1869282 w 2543175"/>
                <a:gd name="connsiteY123" fmla="*/ 1371600 h 1890712"/>
                <a:gd name="connsiteX124" fmla="*/ 1883569 w 2543175"/>
                <a:gd name="connsiteY124" fmla="*/ 1388269 h 1890712"/>
                <a:gd name="connsiteX125" fmla="*/ 1893094 w 2543175"/>
                <a:gd name="connsiteY125" fmla="*/ 1395412 h 1890712"/>
                <a:gd name="connsiteX126" fmla="*/ 1902619 w 2543175"/>
                <a:gd name="connsiteY126" fmla="*/ 1404937 h 1890712"/>
                <a:gd name="connsiteX127" fmla="*/ 1912144 w 2543175"/>
                <a:gd name="connsiteY127" fmla="*/ 1409700 h 1890712"/>
                <a:gd name="connsiteX128" fmla="*/ 1931194 w 2543175"/>
                <a:gd name="connsiteY128" fmla="*/ 1421606 h 1890712"/>
                <a:gd name="connsiteX129" fmla="*/ 1935957 w 2543175"/>
                <a:gd name="connsiteY129" fmla="*/ 1428750 h 1890712"/>
                <a:gd name="connsiteX130" fmla="*/ 1952625 w 2543175"/>
                <a:gd name="connsiteY130" fmla="*/ 1438275 h 1890712"/>
                <a:gd name="connsiteX131" fmla="*/ 1971675 w 2543175"/>
                <a:gd name="connsiteY131" fmla="*/ 1450181 h 1890712"/>
                <a:gd name="connsiteX132" fmla="*/ 1981200 w 2543175"/>
                <a:gd name="connsiteY132" fmla="*/ 1454944 h 1890712"/>
                <a:gd name="connsiteX133" fmla="*/ 1997869 w 2543175"/>
                <a:gd name="connsiteY133" fmla="*/ 1471612 h 1890712"/>
                <a:gd name="connsiteX134" fmla="*/ 2007394 w 2543175"/>
                <a:gd name="connsiteY134" fmla="*/ 1478756 h 1890712"/>
                <a:gd name="connsiteX135" fmla="*/ 2016919 w 2543175"/>
                <a:gd name="connsiteY135" fmla="*/ 1483519 h 1890712"/>
                <a:gd name="connsiteX136" fmla="*/ 2024063 w 2543175"/>
                <a:gd name="connsiteY136" fmla="*/ 1490662 h 1890712"/>
                <a:gd name="connsiteX137" fmla="*/ 2033588 w 2543175"/>
                <a:gd name="connsiteY137" fmla="*/ 1495425 h 1890712"/>
                <a:gd name="connsiteX138" fmla="*/ 2040732 w 2543175"/>
                <a:gd name="connsiteY138" fmla="*/ 1502569 h 1890712"/>
                <a:gd name="connsiteX139" fmla="*/ 2047875 w 2543175"/>
                <a:gd name="connsiteY139" fmla="*/ 1507331 h 1890712"/>
                <a:gd name="connsiteX140" fmla="*/ 2057400 w 2543175"/>
                <a:gd name="connsiteY140" fmla="*/ 1514475 h 1890712"/>
                <a:gd name="connsiteX141" fmla="*/ 2064544 w 2543175"/>
                <a:gd name="connsiteY141" fmla="*/ 1519237 h 1890712"/>
                <a:gd name="connsiteX142" fmla="*/ 2071688 w 2543175"/>
                <a:gd name="connsiteY142" fmla="*/ 1526381 h 1890712"/>
                <a:gd name="connsiteX143" fmla="*/ 2081213 w 2543175"/>
                <a:gd name="connsiteY143" fmla="*/ 1531144 h 1890712"/>
                <a:gd name="connsiteX144" fmla="*/ 2090738 w 2543175"/>
                <a:gd name="connsiteY144" fmla="*/ 1538287 h 1890712"/>
                <a:gd name="connsiteX145" fmla="*/ 2109788 w 2543175"/>
                <a:gd name="connsiteY145" fmla="*/ 1547812 h 1890712"/>
                <a:gd name="connsiteX146" fmla="*/ 2131219 w 2543175"/>
                <a:gd name="connsiteY146" fmla="*/ 1562100 h 1890712"/>
                <a:gd name="connsiteX147" fmla="*/ 2140744 w 2543175"/>
                <a:gd name="connsiteY147" fmla="*/ 1566862 h 1890712"/>
                <a:gd name="connsiteX148" fmla="*/ 2152650 w 2543175"/>
                <a:gd name="connsiteY148" fmla="*/ 1576387 h 1890712"/>
                <a:gd name="connsiteX149" fmla="*/ 2181225 w 2543175"/>
                <a:gd name="connsiteY149" fmla="*/ 1590675 h 1890712"/>
                <a:gd name="connsiteX150" fmla="*/ 2200275 w 2543175"/>
                <a:gd name="connsiteY150" fmla="*/ 1607344 h 1890712"/>
                <a:gd name="connsiteX151" fmla="*/ 2207419 w 2543175"/>
                <a:gd name="connsiteY151" fmla="*/ 1612106 h 1890712"/>
                <a:gd name="connsiteX152" fmla="*/ 2216944 w 2543175"/>
                <a:gd name="connsiteY152" fmla="*/ 1619250 h 1890712"/>
                <a:gd name="connsiteX153" fmla="*/ 2224088 w 2543175"/>
                <a:gd name="connsiteY153" fmla="*/ 1624012 h 1890712"/>
                <a:gd name="connsiteX154" fmla="*/ 2247900 w 2543175"/>
                <a:gd name="connsiteY154" fmla="*/ 1643062 h 1890712"/>
                <a:gd name="connsiteX155" fmla="*/ 2255044 w 2543175"/>
                <a:gd name="connsiteY155" fmla="*/ 1650206 h 1890712"/>
                <a:gd name="connsiteX156" fmla="*/ 2281238 w 2543175"/>
                <a:gd name="connsiteY156" fmla="*/ 1664494 h 1890712"/>
                <a:gd name="connsiteX157" fmla="*/ 2297907 w 2543175"/>
                <a:gd name="connsiteY157" fmla="*/ 1674019 h 1890712"/>
                <a:gd name="connsiteX158" fmla="*/ 2312194 w 2543175"/>
                <a:gd name="connsiteY158" fmla="*/ 1685925 h 1890712"/>
                <a:gd name="connsiteX159" fmla="*/ 2328863 w 2543175"/>
                <a:gd name="connsiteY159" fmla="*/ 1697831 h 1890712"/>
                <a:gd name="connsiteX160" fmla="*/ 2350294 w 2543175"/>
                <a:gd name="connsiteY160" fmla="*/ 1712119 h 1890712"/>
                <a:gd name="connsiteX161" fmla="*/ 2369344 w 2543175"/>
                <a:gd name="connsiteY161" fmla="*/ 1724025 h 1890712"/>
                <a:gd name="connsiteX162" fmla="*/ 2428876 w 2543175"/>
                <a:gd name="connsiteY162" fmla="*/ 1785938 h 1890712"/>
                <a:gd name="connsiteX163" fmla="*/ 2466975 w 2543175"/>
                <a:gd name="connsiteY163" fmla="*/ 1783556 h 1890712"/>
                <a:gd name="connsiteX164" fmla="*/ 2481263 w 2543175"/>
                <a:gd name="connsiteY164" fmla="*/ 1795462 h 1890712"/>
                <a:gd name="connsiteX165" fmla="*/ 2486025 w 2543175"/>
                <a:gd name="connsiteY165" fmla="*/ 1802606 h 1890712"/>
                <a:gd name="connsiteX166" fmla="*/ 2514600 w 2543175"/>
                <a:gd name="connsiteY166" fmla="*/ 1850231 h 1890712"/>
                <a:gd name="connsiteX167" fmla="*/ 2519363 w 2543175"/>
                <a:gd name="connsiteY167" fmla="*/ 1857375 h 1890712"/>
                <a:gd name="connsiteX168" fmla="*/ 2540794 w 2543175"/>
                <a:gd name="connsiteY168" fmla="*/ 1883569 h 1890712"/>
                <a:gd name="connsiteX169" fmla="*/ 2543175 w 2543175"/>
                <a:gd name="connsiteY169" fmla="*/ 1890712 h 1890712"/>
                <a:gd name="connsiteX0" fmla="*/ 0 w 2543175"/>
                <a:gd name="connsiteY0" fmla="*/ 0 h 1890712"/>
                <a:gd name="connsiteX1" fmla="*/ 11907 w 2543175"/>
                <a:gd name="connsiteY1" fmla="*/ 11906 h 1890712"/>
                <a:gd name="connsiteX2" fmla="*/ 21432 w 2543175"/>
                <a:gd name="connsiteY2" fmla="*/ 16669 h 1890712"/>
                <a:gd name="connsiteX3" fmla="*/ 23813 w 2543175"/>
                <a:gd name="connsiteY3" fmla="*/ 23812 h 1890712"/>
                <a:gd name="connsiteX4" fmla="*/ 33338 w 2543175"/>
                <a:gd name="connsiteY4" fmla="*/ 33337 h 1890712"/>
                <a:gd name="connsiteX5" fmla="*/ 40482 w 2543175"/>
                <a:gd name="connsiteY5" fmla="*/ 42862 h 1890712"/>
                <a:gd name="connsiteX6" fmla="*/ 47625 w 2543175"/>
                <a:gd name="connsiteY6" fmla="*/ 47625 h 1890712"/>
                <a:gd name="connsiteX7" fmla="*/ 57150 w 2543175"/>
                <a:gd name="connsiteY7" fmla="*/ 54769 h 1890712"/>
                <a:gd name="connsiteX8" fmla="*/ 64294 w 2543175"/>
                <a:gd name="connsiteY8" fmla="*/ 59531 h 1890712"/>
                <a:gd name="connsiteX9" fmla="*/ 83344 w 2543175"/>
                <a:gd name="connsiteY9" fmla="*/ 73819 h 1890712"/>
                <a:gd name="connsiteX10" fmla="*/ 97632 w 2543175"/>
                <a:gd name="connsiteY10" fmla="*/ 80962 h 1890712"/>
                <a:gd name="connsiteX11" fmla="*/ 104775 w 2543175"/>
                <a:gd name="connsiteY11" fmla="*/ 85725 h 1890712"/>
                <a:gd name="connsiteX12" fmla="*/ 114300 w 2543175"/>
                <a:gd name="connsiteY12" fmla="*/ 95250 h 1890712"/>
                <a:gd name="connsiteX13" fmla="*/ 123825 w 2543175"/>
                <a:gd name="connsiteY13" fmla="*/ 97631 h 1890712"/>
                <a:gd name="connsiteX14" fmla="*/ 130969 w 2543175"/>
                <a:gd name="connsiteY14" fmla="*/ 104775 h 1890712"/>
                <a:gd name="connsiteX15" fmla="*/ 140494 w 2543175"/>
                <a:gd name="connsiteY15" fmla="*/ 111919 h 1890712"/>
                <a:gd name="connsiteX16" fmla="*/ 147638 w 2543175"/>
                <a:gd name="connsiteY16" fmla="*/ 116681 h 1890712"/>
                <a:gd name="connsiteX17" fmla="*/ 164307 w 2543175"/>
                <a:gd name="connsiteY17" fmla="*/ 128587 h 1890712"/>
                <a:gd name="connsiteX18" fmla="*/ 180975 w 2543175"/>
                <a:gd name="connsiteY18" fmla="*/ 140494 h 1890712"/>
                <a:gd name="connsiteX19" fmla="*/ 197644 w 2543175"/>
                <a:gd name="connsiteY19" fmla="*/ 152400 h 1890712"/>
                <a:gd name="connsiteX20" fmla="*/ 204788 w 2543175"/>
                <a:gd name="connsiteY20" fmla="*/ 157162 h 1890712"/>
                <a:gd name="connsiteX21" fmla="*/ 214313 w 2543175"/>
                <a:gd name="connsiteY21" fmla="*/ 164306 h 1890712"/>
                <a:gd name="connsiteX22" fmla="*/ 230982 w 2543175"/>
                <a:gd name="connsiteY22" fmla="*/ 180975 h 1890712"/>
                <a:gd name="connsiteX23" fmla="*/ 247650 w 2543175"/>
                <a:gd name="connsiteY23" fmla="*/ 185737 h 1890712"/>
                <a:gd name="connsiteX24" fmla="*/ 300038 w 2543175"/>
                <a:gd name="connsiteY24" fmla="*/ 219075 h 1890712"/>
                <a:gd name="connsiteX25" fmla="*/ 342900 w 2543175"/>
                <a:gd name="connsiteY25" fmla="*/ 254794 h 1890712"/>
                <a:gd name="connsiteX26" fmla="*/ 366713 w 2543175"/>
                <a:gd name="connsiteY26" fmla="*/ 264319 h 1890712"/>
                <a:gd name="connsiteX27" fmla="*/ 371475 w 2543175"/>
                <a:gd name="connsiteY27" fmla="*/ 271462 h 1890712"/>
                <a:gd name="connsiteX28" fmla="*/ 385763 w 2543175"/>
                <a:gd name="connsiteY28" fmla="*/ 283369 h 1890712"/>
                <a:gd name="connsiteX29" fmla="*/ 404813 w 2543175"/>
                <a:gd name="connsiteY29" fmla="*/ 295275 h 1890712"/>
                <a:gd name="connsiteX30" fmla="*/ 411957 w 2543175"/>
                <a:gd name="connsiteY30" fmla="*/ 297656 h 1890712"/>
                <a:gd name="connsiteX31" fmla="*/ 466725 w 2543175"/>
                <a:gd name="connsiteY31" fmla="*/ 328612 h 1890712"/>
                <a:gd name="connsiteX32" fmla="*/ 476250 w 2543175"/>
                <a:gd name="connsiteY32" fmla="*/ 335756 h 1890712"/>
                <a:gd name="connsiteX33" fmla="*/ 481013 w 2543175"/>
                <a:gd name="connsiteY33" fmla="*/ 342900 h 1890712"/>
                <a:gd name="connsiteX34" fmla="*/ 490538 w 2543175"/>
                <a:gd name="connsiteY34" fmla="*/ 352425 h 1890712"/>
                <a:gd name="connsiteX35" fmla="*/ 495300 w 2543175"/>
                <a:gd name="connsiteY35" fmla="*/ 359569 h 1890712"/>
                <a:gd name="connsiteX36" fmla="*/ 509588 w 2543175"/>
                <a:gd name="connsiteY36" fmla="*/ 376237 h 1890712"/>
                <a:gd name="connsiteX37" fmla="*/ 514350 w 2543175"/>
                <a:gd name="connsiteY37" fmla="*/ 383381 h 1890712"/>
                <a:gd name="connsiteX38" fmla="*/ 531019 w 2543175"/>
                <a:gd name="connsiteY38" fmla="*/ 397669 h 1890712"/>
                <a:gd name="connsiteX39" fmla="*/ 538163 w 2543175"/>
                <a:gd name="connsiteY39" fmla="*/ 407194 h 1890712"/>
                <a:gd name="connsiteX40" fmla="*/ 554832 w 2543175"/>
                <a:gd name="connsiteY40" fmla="*/ 421481 h 1890712"/>
                <a:gd name="connsiteX41" fmla="*/ 564357 w 2543175"/>
                <a:gd name="connsiteY41" fmla="*/ 431006 h 1890712"/>
                <a:gd name="connsiteX42" fmla="*/ 573882 w 2543175"/>
                <a:gd name="connsiteY42" fmla="*/ 438150 h 1890712"/>
                <a:gd name="connsiteX43" fmla="*/ 595313 w 2543175"/>
                <a:gd name="connsiteY43" fmla="*/ 454819 h 1890712"/>
                <a:gd name="connsiteX44" fmla="*/ 602457 w 2543175"/>
                <a:gd name="connsiteY44" fmla="*/ 457200 h 1890712"/>
                <a:gd name="connsiteX45" fmla="*/ 628650 w 2543175"/>
                <a:gd name="connsiteY45" fmla="*/ 469106 h 1890712"/>
                <a:gd name="connsiteX46" fmla="*/ 645319 w 2543175"/>
                <a:gd name="connsiteY46" fmla="*/ 483394 h 1890712"/>
                <a:gd name="connsiteX47" fmla="*/ 654844 w 2543175"/>
                <a:gd name="connsiteY47" fmla="*/ 488156 h 1890712"/>
                <a:gd name="connsiteX48" fmla="*/ 661988 w 2543175"/>
                <a:gd name="connsiteY48" fmla="*/ 497681 h 1890712"/>
                <a:gd name="connsiteX49" fmla="*/ 683419 w 2543175"/>
                <a:gd name="connsiteY49" fmla="*/ 514350 h 1890712"/>
                <a:gd name="connsiteX50" fmla="*/ 700088 w 2543175"/>
                <a:gd name="connsiteY50" fmla="*/ 526256 h 1890712"/>
                <a:gd name="connsiteX51" fmla="*/ 709613 w 2543175"/>
                <a:gd name="connsiteY51" fmla="*/ 535781 h 1890712"/>
                <a:gd name="connsiteX52" fmla="*/ 719138 w 2543175"/>
                <a:gd name="connsiteY52" fmla="*/ 542925 h 1890712"/>
                <a:gd name="connsiteX53" fmla="*/ 733425 w 2543175"/>
                <a:gd name="connsiteY53" fmla="*/ 557212 h 1890712"/>
                <a:gd name="connsiteX54" fmla="*/ 750094 w 2543175"/>
                <a:gd name="connsiteY54" fmla="*/ 569119 h 1890712"/>
                <a:gd name="connsiteX55" fmla="*/ 769144 w 2543175"/>
                <a:gd name="connsiteY55" fmla="*/ 581025 h 1890712"/>
                <a:gd name="connsiteX56" fmla="*/ 785813 w 2543175"/>
                <a:gd name="connsiteY56" fmla="*/ 590550 h 1890712"/>
                <a:gd name="connsiteX57" fmla="*/ 792957 w 2543175"/>
                <a:gd name="connsiteY57" fmla="*/ 600075 h 1890712"/>
                <a:gd name="connsiteX58" fmla="*/ 809625 w 2543175"/>
                <a:gd name="connsiteY58" fmla="*/ 611981 h 1890712"/>
                <a:gd name="connsiteX59" fmla="*/ 816769 w 2543175"/>
                <a:gd name="connsiteY59" fmla="*/ 619125 h 1890712"/>
                <a:gd name="connsiteX60" fmla="*/ 826294 w 2543175"/>
                <a:gd name="connsiteY60" fmla="*/ 626269 h 1890712"/>
                <a:gd name="connsiteX61" fmla="*/ 840582 w 2543175"/>
                <a:gd name="connsiteY61" fmla="*/ 638175 h 1890712"/>
                <a:gd name="connsiteX62" fmla="*/ 847725 w 2543175"/>
                <a:gd name="connsiteY62" fmla="*/ 645319 h 1890712"/>
                <a:gd name="connsiteX63" fmla="*/ 857250 w 2543175"/>
                <a:gd name="connsiteY63" fmla="*/ 652462 h 1890712"/>
                <a:gd name="connsiteX64" fmla="*/ 864394 w 2543175"/>
                <a:gd name="connsiteY64" fmla="*/ 657225 h 1890712"/>
                <a:gd name="connsiteX65" fmla="*/ 888207 w 2543175"/>
                <a:gd name="connsiteY65" fmla="*/ 676275 h 1890712"/>
                <a:gd name="connsiteX66" fmla="*/ 895350 w 2543175"/>
                <a:gd name="connsiteY66" fmla="*/ 681037 h 1890712"/>
                <a:gd name="connsiteX67" fmla="*/ 907257 w 2543175"/>
                <a:gd name="connsiteY67" fmla="*/ 683419 h 1890712"/>
                <a:gd name="connsiteX68" fmla="*/ 928688 w 2543175"/>
                <a:gd name="connsiteY68" fmla="*/ 695325 h 1890712"/>
                <a:gd name="connsiteX69" fmla="*/ 942975 w 2543175"/>
                <a:gd name="connsiteY69" fmla="*/ 700087 h 1890712"/>
                <a:gd name="connsiteX70" fmla="*/ 964407 w 2543175"/>
                <a:gd name="connsiteY70" fmla="*/ 716756 h 1890712"/>
                <a:gd name="connsiteX71" fmla="*/ 971550 w 2543175"/>
                <a:gd name="connsiteY71" fmla="*/ 723900 h 1890712"/>
                <a:gd name="connsiteX72" fmla="*/ 983457 w 2543175"/>
                <a:gd name="connsiteY72" fmla="*/ 733425 h 1890712"/>
                <a:gd name="connsiteX73" fmla="*/ 990600 w 2543175"/>
                <a:gd name="connsiteY73" fmla="*/ 738187 h 1890712"/>
                <a:gd name="connsiteX74" fmla="*/ 1007269 w 2543175"/>
                <a:gd name="connsiteY74" fmla="*/ 752475 h 1890712"/>
                <a:gd name="connsiteX75" fmla="*/ 1031082 w 2543175"/>
                <a:gd name="connsiteY75" fmla="*/ 766762 h 1890712"/>
                <a:gd name="connsiteX76" fmla="*/ 1042988 w 2543175"/>
                <a:gd name="connsiteY76" fmla="*/ 773906 h 1890712"/>
                <a:gd name="connsiteX77" fmla="*/ 1071563 w 2543175"/>
                <a:gd name="connsiteY77" fmla="*/ 785812 h 1890712"/>
                <a:gd name="connsiteX78" fmla="*/ 1097757 w 2543175"/>
                <a:gd name="connsiteY78" fmla="*/ 807244 h 1890712"/>
                <a:gd name="connsiteX79" fmla="*/ 1104900 w 2543175"/>
                <a:gd name="connsiteY79" fmla="*/ 814387 h 1890712"/>
                <a:gd name="connsiteX80" fmla="*/ 1121569 w 2543175"/>
                <a:gd name="connsiteY80" fmla="*/ 823912 h 1890712"/>
                <a:gd name="connsiteX81" fmla="*/ 1138238 w 2543175"/>
                <a:gd name="connsiteY81" fmla="*/ 835819 h 1890712"/>
                <a:gd name="connsiteX82" fmla="*/ 1147763 w 2543175"/>
                <a:gd name="connsiteY82" fmla="*/ 842962 h 1890712"/>
                <a:gd name="connsiteX83" fmla="*/ 1157288 w 2543175"/>
                <a:gd name="connsiteY83" fmla="*/ 847725 h 1890712"/>
                <a:gd name="connsiteX84" fmla="*/ 1178719 w 2543175"/>
                <a:gd name="connsiteY84" fmla="*/ 859631 h 1890712"/>
                <a:gd name="connsiteX85" fmla="*/ 1188244 w 2543175"/>
                <a:gd name="connsiteY85" fmla="*/ 866775 h 1890712"/>
                <a:gd name="connsiteX86" fmla="*/ 1195388 w 2543175"/>
                <a:gd name="connsiteY86" fmla="*/ 871537 h 1890712"/>
                <a:gd name="connsiteX87" fmla="*/ 1212057 w 2543175"/>
                <a:gd name="connsiteY87" fmla="*/ 883444 h 1890712"/>
                <a:gd name="connsiteX88" fmla="*/ 1226344 w 2543175"/>
                <a:gd name="connsiteY88" fmla="*/ 895350 h 1890712"/>
                <a:gd name="connsiteX89" fmla="*/ 1245394 w 2543175"/>
                <a:gd name="connsiteY89" fmla="*/ 907256 h 1890712"/>
                <a:gd name="connsiteX90" fmla="*/ 1254919 w 2543175"/>
                <a:gd name="connsiteY90" fmla="*/ 914400 h 1890712"/>
                <a:gd name="connsiteX91" fmla="*/ 1269207 w 2543175"/>
                <a:gd name="connsiteY91" fmla="*/ 921544 h 1890712"/>
                <a:gd name="connsiteX92" fmla="*/ 1290638 w 2543175"/>
                <a:gd name="connsiteY92" fmla="*/ 935831 h 1890712"/>
                <a:gd name="connsiteX93" fmla="*/ 1307307 w 2543175"/>
                <a:gd name="connsiteY93" fmla="*/ 952500 h 1890712"/>
                <a:gd name="connsiteX94" fmla="*/ 1333500 w 2543175"/>
                <a:gd name="connsiteY94" fmla="*/ 971550 h 1890712"/>
                <a:gd name="connsiteX95" fmla="*/ 1359694 w 2543175"/>
                <a:gd name="connsiteY95" fmla="*/ 990600 h 1890712"/>
                <a:gd name="connsiteX96" fmla="*/ 1373982 w 2543175"/>
                <a:gd name="connsiteY96" fmla="*/ 997744 h 1890712"/>
                <a:gd name="connsiteX97" fmla="*/ 1388269 w 2543175"/>
                <a:gd name="connsiteY97" fmla="*/ 1007269 h 1890712"/>
                <a:gd name="connsiteX98" fmla="*/ 1414463 w 2543175"/>
                <a:gd name="connsiteY98" fmla="*/ 1019175 h 1890712"/>
                <a:gd name="connsiteX99" fmla="*/ 1435894 w 2543175"/>
                <a:gd name="connsiteY99" fmla="*/ 1054894 h 1890712"/>
                <a:gd name="connsiteX100" fmla="*/ 1471613 w 2543175"/>
                <a:gd name="connsiteY100" fmla="*/ 1059656 h 1890712"/>
                <a:gd name="connsiteX101" fmla="*/ 1495425 w 2543175"/>
                <a:gd name="connsiteY101" fmla="*/ 1088231 h 1890712"/>
                <a:gd name="connsiteX102" fmla="*/ 1547812 w 2543175"/>
                <a:gd name="connsiteY102" fmla="*/ 1133475 h 1890712"/>
                <a:gd name="connsiteX103" fmla="*/ 1597819 w 2543175"/>
                <a:gd name="connsiteY103" fmla="*/ 1154906 h 1890712"/>
                <a:gd name="connsiteX104" fmla="*/ 1604963 w 2543175"/>
                <a:gd name="connsiteY104" fmla="*/ 1162050 h 1890712"/>
                <a:gd name="connsiteX105" fmla="*/ 1612107 w 2543175"/>
                <a:gd name="connsiteY105" fmla="*/ 1166812 h 1890712"/>
                <a:gd name="connsiteX106" fmla="*/ 1628775 w 2543175"/>
                <a:gd name="connsiteY106" fmla="*/ 1183481 h 1890712"/>
                <a:gd name="connsiteX107" fmla="*/ 1662113 w 2543175"/>
                <a:gd name="connsiteY107" fmla="*/ 1209675 h 1890712"/>
                <a:gd name="connsiteX108" fmla="*/ 1678782 w 2543175"/>
                <a:gd name="connsiteY108" fmla="*/ 1226344 h 1890712"/>
                <a:gd name="connsiteX109" fmla="*/ 1700213 w 2543175"/>
                <a:gd name="connsiteY109" fmla="*/ 1247775 h 1890712"/>
                <a:gd name="connsiteX110" fmla="*/ 1712119 w 2543175"/>
                <a:gd name="connsiteY110" fmla="*/ 1259681 h 1890712"/>
                <a:gd name="connsiteX111" fmla="*/ 1733550 w 2543175"/>
                <a:gd name="connsiteY111" fmla="*/ 1273969 h 1890712"/>
                <a:gd name="connsiteX112" fmla="*/ 1743075 w 2543175"/>
                <a:gd name="connsiteY112" fmla="*/ 1283494 h 1890712"/>
                <a:gd name="connsiteX113" fmla="*/ 1754982 w 2543175"/>
                <a:gd name="connsiteY113" fmla="*/ 1290637 h 1890712"/>
                <a:gd name="connsiteX114" fmla="*/ 1766888 w 2543175"/>
                <a:gd name="connsiteY114" fmla="*/ 1300162 h 1890712"/>
                <a:gd name="connsiteX115" fmla="*/ 1783557 w 2543175"/>
                <a:gd name="connsiteY115" fmla="*/ 1307306 h 1890712"/>
                <a:gd name="connsiteX116" fmla="*/ 1790700 w 2543175"/>
                <a:gd name="connsiteY116" fmla="*/ 1312069 h 1890712"/>
                <a:gd name="connsiteX117" fmla="*/ 1800225 w 2543175"/>
                <a:gd name="connsiteY117" fmla="*/ 1319212 h 1890712"/>
                <a:gd name="connsiteX118" fmla="*/ 1807369 w 2543175"/>
                <a:gd name="connsiteY118" fmla="*/ 1321594 h 1890712"/>
                <a:gd name="connsiteX119" fmla="*/ 1824038 w 2543175"/>
                <a:gd name="connsiteY119" fmla="*/ 1333500 h 1890712"/>
                <a:gd name="connsiteX120" fmla="*/ 1843088 w 2543175"/>
                <a:gd name="connsiteY120" fmla="*/ 1352550 h 1890712"/>
                <a:gd name="connsiteX121" fmla="*/ 1852613 w 2543175"/>
                <a:gd name="connsiteY121" fmla="*/ 1359694 h 1890712"/>
                <a:gd name="connsiteX122" fmla="*/ 1859757 w 2543175"/>
                <a:gd name="connsiteY122" fmla="*/ 1366837 h 1890712"/>
                <a:gd name="connsiteX123" fmla="*/ 1869282 w 2543175"/>
                <a:gd name="connsiteY123" fmla="*/ 1371600 h 1890712"/>
                <a:gd name="connsiteX124" fmla="*/ 1883569 w 2543175"/>
                <a:gd name="connsiteY124" fmla="*/ 1388269 h 1890712"/>
                <a:gd name="connsiteX125" fmla="*/ 1893094 w 2543175"/>
                <a:gd name="connsiteY125" fmla="*/ 1395412 h 1890712"/>
                <a:gd name="connsiteX126" fmla="*/ 1902619 w 2543175"/>
                <a:gd name="connsiteY126" fmla="*/ 1404937 h 1890712"/>
                <a:gd name="connsiteX127" fmla="*/ 1912144 w 2543175"/>
                <a:gd name="connsiteY127" fmla="*/ 1409700 h 1890712"/>
                <a:gd name="connsiteX128" fmla="*/ 1931194 w 2543175"/>
                <a:gd name="connsiteY128" fmla="*/ 1421606 h 1890712"/>
                <a:gd name="connsiteX129" fmla="*/ 1935957 w 2543175"/>
                <a:gd name="connsiteY129" fmla="*/ 1428750 h 1890712"/>
                <a:gd name="connsiteX130" fmla="*/ 1952625 w 2543175"/>
                <a:gd name="connsiteY130" fmla="*/ 1438275 h 1890712"/>
                <a:gd name="connsiteX131" fmla="*/ 1971675 w 2543175"/>
                <a:gd name="connsiteY131" fmla="*/ 1450181 h 1890712"/>
                <a:gd name="connsiteX132" fmla="*/ 1981200 w 2543175"/>
                <a:gd name="connsiteY132" fmla="*/ 1454944 h 1890712"/>
                <a:gd name="connsiteX133" fmla="*/ 1997869 w 2543175"/>
                <a:gd name="connsiteY133" fmla="*/ 1471612 h 1890712"/>
                <a:gd name="connsiteX134" fmla="*/ 2007394 w 2543175"/>
                <a:gd name="connsiteY134" fmla="*/ 1478756 h 1890712"/>
                <a:gd name="connsiteX135" fmla="*/ 2016919 w 2543175"/>
                <a:gd name="connsiteY135" fmla="*/ 1483519 h 1890712"/>
                <a:gd name="connsiteX136" fmla="*/ 2024063 w 2543175"/>
                <a:gd name="connsiteY136" fmla="*/ 1490662 h 1890712"/>
                <a:gd name="connsiteX137" fmla="*/ 2033588 w 2543175"/>
                <a:gd name="connsiteY137" fmla="*/ 1495425 h 1890712"/>
                <a:gd name="connsiteX138" fmla="*/ 2040732 w 2543175"/>
                <a:gd name="connsiteY138" fmla="*/ 1502569 h 1890712"/>
                <a:gd name="connsiteX139" fmla="*/ 2047875 w 2543175"/>
                <a:gd name="connsiteY139" fmla="*/ 1507331 h 1890712"/>
                <a:gd name="connsiteX140" fmla="*/ 2057400 w 2543175"/>
                <a:gd name="connsiteY140" fmla="*/ 1514475 h 1890712"/>
                <a:gd name="connsiteX141" fmla="*/ 2064544 w 2543175"/>
                <a:gd name="connsiteY141" fmla="*/ 1519237 h 1890712"/>
                <a:gd name="connsiteX142" fmla="*/ 2071688 w 2543175"/>
                <a:gd name="connsiteY142" fmla="*/ 1526381 h 1890712"/>
                <a:gd name="connsiteX143" fmla="*/ 2081213 w 2543175"/>
                <a:gd name="connsiteY143" fmla="*/ 1531144 h 1890712"/>
                <a:gd name="connsiteX144" fmla="*/ 2090738 w 2543175"/>
                <a:gd name="connsiteY144" fmla="*/ 1538287 h 1890712"/>
                <a:gd name="connsiteX145" fmla="*/ 2109788 w 2543175"/>
                <a:gd name="connsiteY145" fmla="*/ 1547812 h 1890712"/>
                <a:gd name="connsiteX146" fmla="*/ 2131219 w 2543175"/>
                <a:gd name="connsiteY146" fmla="*/ 1562100 h 1890712"/>
                <a:gd name="connsiteX147" fmla="*/ 2140744 w 2543175"/>
                <a:gd name="connsiteY147" fmla="*/ 1566862 h 1890712"/>
                <a:gd name="connsiteX148" fmla="*/ 2152650 w 2543175"/>
                <a:gd name="connsiteY148" fmla="*/ 1576387 h 1890712"/>
                <a:gd name="connsiteX149" fmla="*/ 2181225 w 2543175"/>
                <a:gd name="connsiteY149" fmla="*/ 1590675 h 1890712"/>
                <a:gd name="connsiteX150" fmla="*/ 2200275 w 2543175"/>
                <a:gd name="connsiteY150" fmla="*/ 1607344 h 1890712"/>
                <a:gd name="connsiteX151" fmla="*/ 2207419 w 2543175"/>
                <a:gd name="connsiteY151" fmla="*/ 1612106 h 1890712"/>
                <a:gd name="connsiteX152" fmla="*/ 2216944 w 2543175"/>
                <a:gd name="connsiteY152" fmla="*/ 1619250 h 1890712"/>
                <a:gd name="connsiteX153" fmla="*/ 2224088 w 2543175"/>
                <a:gd name="connsiteY153" fmla="*/ 1624012 h 1890712"/>
                <a:gd name="connsiteX154" fmla="*/ 2247900 w 2543175"/>
                <a:gd name="connsiteY154" fmla="*/ 1643062 h 1890712"/>
                <a:gd name="connsiteX155" fmla="*/ 2255044 w 2543175"/>
                <a:gd name="connsiteY155" fmla="*/ 1650206 h 1890712"/>
                <a:gd name="connsiteX156" fmla="*/ 2281238 w 2543175"/>
                <a:gd name="connsiteY156" fmla="*/ 1664494 h 1890712"/>
                <a:gd name="connsiteX157" fmla="*/ 2297907 w 2543175"/>
                <a:gd name="connsiteY157" fmla="*/ 1674019 h 1890712"/>
                <a:gd name="connsiteX158" fmla="*/ 2312194 w 2543175"/>
                <a:gd name="connsiteY158" fmla="*/ 1685925 h 1890712"/>
                <a:gd name="connsiteX159" fmla="*/ 2328863 w 2543175"/>
                <a:gd name="connsiteY159" fmla="*/ 1697831 h 1890712"/>
                <a:gd name="connsiteX160" fmla="*/ 2350294 w 2543175"/>
                <a:gd name="connsiteY160" fmla="*/ 1712119 h 1890712"/>
                <a:gd name="connsiteX161" fmla="*/ 2369344 w 2543175"/>
                <a:gd name="connsiteY161" fmla="*/ 1724025 h 1890712"/>
                <a:gd name="connsiteX162" fmla="*/ 2428876 w 2543175"/>
                <a:gd name="connsiteY162" fmla="*/ 1785938 h 1890712"/>
                <a:gd name="connsiteX163" fmla="*/ 2466975 w 2543175"/>
                <a:gd name="connsiteY163" fmla="*/ 1783556 h 1890712"/>
                <a:gd name="connsiteX164" fmla="*/ 2481263 w 2543175"/>
                <a:gd name="connsiteY164" fmla="*/ 1795462 h 1890712"/>
                <a:gd name="connsiteX165" fmla="*/ 2486025 w 2543175"/>
                <a:gd name="connsiteY165" fmla="*/ 1802606 h 1890712"/>
                <a:gd name="connsiteX166" fmla="*/ 2514600 w 2543175"/>
                <a:gd name="connsiteY166" fmla="*/ 1850231 h 1890712"/>
                <a:gd name="connsiteX167" fmla="*/ 2519363 w 2543175"/>
                <a:gd name="connsiteY167" fmla="*/ 1857375 h 1890712"/>
                <a:gd name="connsiteX168" fmla="*/ 2540794 w 2543175"/>
                <a:gd name="connsiteY168" fmla="*/ 1883569 h 1890712"/>
                <a:gd name="connsiteX169" fmla="*/ 2543175 w 2543175"/>
                <a:gd name="connsiteY169" fmla="*/ 1890712 h 1890712"/>
                <a:gd name="connsiteX0" fmla="*/ 0 w 2543175"/>
                <a:gd name="connsiteY0" fmla="*/ 0 h 1890712"/>
                <a:gd name="connsiteX1" fmla="*/ 11907 w 2543175"/>
                <a:gd name="connsiteY1" fmla="*/ 11906 h 1890712"/>
                <a:gd name="connsiteX2" fmla="*/ 21432 w 2543175"/>
                <a:gd name="connsiteY2" fmla="*/ 16669 h 1890712"/>
                <a:gd name="connsiteX3" fmla="*/ 23813 w 2543175"/>
                <a:gd name="connsiteY3" fmla="*/ 23812 h 1890712"/>
                <a:gd name="connsiteX4" fmla="*/ 33338 w 2543175"/>
                <a:gd name="connsiteY4" fmla="*/ 33337 h 1890712"/>
                <a:gd name="connsiteX5" fmla="*/ 40482 w 2543175"/>
                <a:gd name="connsiteY5" fmla="*/ 42862 h 1890712"/>
                <a:gd name="connsiteX6" fmla="*/ 47625 w 2543175"/>
                <a:gd name="connsiteY6" fmla="*/ 47625 h 1890712"/>
                <a:gd name="connsiteX7" fmla="*/ 57150 w 2543175"/>
                <a:gd name="connsiteY7" fmla="*/ 54769 h 1890712"/>
                <a:gd name="connsiteX8" fmla="*/ 64294 w 2543175"/>
                <a:gd name="connsiteY8" fmla="*/ 59531 h 1890712"/>
                <a:gd name="connsiteX9" fmla="*/ 83344 w 2543175"/>
                <a:gd name="connsiteY9" fmla="*/ 73819 h 1890712"/>
                <a:gd name="connsiteX10" fmla="*/ 97632 w 2543175"/>
                <a:gd name="connsiteY10" fmla="*/ 80962 h 1890712"/>
                <a:gd name="connsiteX11" fmla="*/ 104775 w 2543175"/>
                <a:gd name="connsiteY11" fmla="*/ 85725 h 1890712"/>
                <a:gd name="connsiteX12" fmla="*/ 114300 w 2543175"/>
                <a:gd name="connsiteY12" fmla="*/ 95250 h 1890712"/>
                <a:gd name="connsiteX13" fmla="*/ 123825 w 2543175"/>
                <a:gd name="connsiteY13" fmla="*/ 97631 h 1890712"/>
                <a:gd name="connsiteX14" fmla="*/ 130969 w 2543175"/>
                <a:gd name="connsiteY14" fmla="*/ 104775 h 1890712"/>
                <a:gd name="connsiteX15" fmla="*/ 140494 w 2543175"/>
                <a:gd name="connsiteY15" fmla="*/ 111919 h 1890712"/>
                <a:gd name="connsiteX16" fmla="*/ 147638 w 2543175"/>
                <a:gd name="connsiteY16" fmla="*/ 116681 h 1890712"/>
                <a:gd name="connsiteX17" fmla="*/ 164307 w 2543175"/>
                <a:gd name="connsiteY17" fmla="*/ 128587 h 1890712"/>
                <a:gd name="connsiteX18" fmla="*/ 180975 w 2543175"/>
                <a:gd name="connsiteY18" fmla="*/ 140494 h 1890712"/>
                <a:gd name="connsiteX19" fmla="*/ 197644 w 2543175"/>
                <a:gd name="connsiteY19" fmla="*/ 152400 h 1890712"/>
                <a:gd name="connsiteX20" fmla="*/ 204788 w 2543175"/>
                <a:gd name="connsiteY20" fmla="*/ 157162 h 1890712"/>
                <a:gd name="connsiteX21" fmla="*/ 214313 w 2543175"/>
                <a:gd name="connsiteY21" fmla="*/ 164306 h 1890712"/>
                <a:gd name="connsiteX22" fmla="*/ 230982 w 2543175"/>
                <a:gd name="connsiteY22" fmla="*/ 180975 h 1890712"/>
                <a:gd name="connsiteX23" fmla="*/ 247650 w 2543175"/>
                <a:gd name="connsiteY23" fmla="*/ 185737 h 1890712"/>
                <a:gd name="connsiteX24" fmla="*/ 300038 w 2543175"/>
                <a:gd name="connsiteY24" fmla="*/ 219075 h 1890712"/>
                <a:gd name="connsiteX25" fmla="*/ 342900 w 2543175"/>
                <a:gd name="connsiteY25" fmla="*/ 254794 h 1890712"/>
                <a:gd name="connsiteX26" fmla="*/ 366713 w 2543175"/>
                <a:gd name="connsiteY26" fmla="*/ 264319 h 1890712"/>
                <a:gd name="connsiteX27" fmla="*/ 371475 w 2543175"/>
                <a:gd name="connsiteY27" fmla="*/ 271462 h 1890712"/>
                <a:gd name="connsiteX28" fmla="*/ 385763 w 2543175"/>
                <a:gd name="connsiteY28" fmla="*/ 283369 h 1890712"/>
                <a:gd name="connsiteX29" fmla="*/ 404813 w 2543175"/>
                <a:gd name="connsiteY29" fmla="*/ 295275 h 1890712"/>
                <a:gd name="connsiteX30" fmla="*/ 411957 w 2543175"/>
                <a:gd name="connsiteY30" fmla="*/ 297656 h 1890712"/>
                <a:gd name="connsiteX31" fmla="*/ 466725 w 2543175"/>
                <a:gd name="connsiteY31" fmla="*/ 328612 h 1890712"/>
                <a:gd name="connsiteX32" fmla="*/ 476250 w 2543175"/>
                <a:gd name="connsiteY32" fmla="*/ 335756 h 1890712"/>
                <a:gd name="connsiteX33" fmla="*/ 481013 w 2543175"/>
                <a:gd name="connsiteY33" fmla="*/ 342900 h 1890712"/>
                <a:gd name="connsiteX34" fmla="*/ 490538 w 2543175"/>
                <a:gd name="connsiteY34" fmla="*/ 352425 h 1890712"/>
                <a:gd name="connsiteX35" fmla="*/ 495300 w 2543175"/>
                <a:gd name="connsiteY35" fmla="*/ 359569 h 1890712"/>
                <a:gd name="connsiteX36" fmla="*/ 509588 w 2543175"/>
                <a:gd name="connsiteY36" fmla="*/ 376237 h 1890712"/>
                <a:gd name="connsiteX37" fmla="*/ 514350 w 2543175"/>
                <a:gd name="connsiteY37" fmla="*/ 383381 h 1890712"/>
                <a:gd name="connsiteX38" fmla="*/ 531019 w 2543175"/>
                <a:gd name="connsiteY38" fmla="*/ 397669 h 1890712"/>
                <a:gd name="connsiteX39" fmla="*/ 538163 w 2543175"/>
                <a:gd name="connsiteY39" fmla="*/ 407194 h 1890712"/>
                <a:gd name="connsiteX40" fmla="*/ 554832 w 2543175"/>
                <a:gd name="connsiteY40" fmla="*/ 421481 h 1890712"/>
                <a:gd name="connsiteX41" fmla="*/ 564357 w 2543175"/>
                <a:gd name="connsiteY41" fmla="*/ 431006 h 1890712"/>
                <a:gd name="connsiteX42" fmla="*/ 573882 w 2543175"/>
                <a:gd name="connsiteY42" fmla="*/ 438150 h 1890712"/>
                <a:gd name="connsiteX43" fmla="*/ 595313 w 2543175"/>
                <a:gd name="connsiteY43" fmla="*/ 454819 h 1890712"/>
                <a:gd name="connsiteX44" fmla="*/ 602457 w 2543175"/>
                <a:gd name="connsiteY44" fmla="*/ 457200 h 1890712"/>
                <a:gd name="connsiteX45" fmla="*/ 628650 w 2543175"/>
                <a:gd name="connsiteY45" fmla="*/ 469106 h 1890712"/>
                <a:gd name="connsiteX46" fmla="*/ 645319 w 2543175"/>
                <a:gd name="connsiteY46" fmla="*/ 483394 h 1890712"/>
                <a:gd name="connsiteX47" fmla="*/ 654844 w 2543175"/>
                <a:gd name="connsiteY47" fmla="*/ 488156 h 1890712"/>
                <a:gd name="connsiteX48" fmla="*/ 661988 w 2543175"/>
                <a:gd name="connsiteY48" fmla="*/ 497681 h 1890712"/>
                <a:gd name="connsiteX49" fmla="*/ 683419 w 2543175"/>
                <a:gd name="connsiteY49" fmla="*/ 514350 h 1890712"/>
                <a:gd name="connsiteX50" fmla="*/ 700088 w 2543175"/>
                <a:gd name="connsiteY50" fmla="*/ 526256 h 1890712"/>
                <a:gd name="connsiteX51" fmla="*/ 709613 w 2543175"/>
                <a:gd name="connsiteY51" fmla="*/ 535781 h 1890712"/>
                <a:gd name="connsiteX52" fmla="*/ 719138 w 2543175"/>
                <a:gd name="connsiteY52" fmla="*/ 542925 h 1890712"/>
                <a:gd name="connsiteX53" fmla="*/ 733425 w 2543175"/>
                <a:gd name="connsiteY53" fmla="*/ 557212 h 1890712"/>
                <a:gd name="connsiteX54" fmla="*/ 750094 w 2543175"/>
                <a:gd name="connsiteY54" fmla="*/ 569119 h 1890712"/>
                <a:gd name="connsiteX55" fmla="*/ 769144 w 2543175"/>
                <a:gd name="connsiteY55" fmla="*/ 581025 h 1890712"/>
                <a:gd name="connsiteX56" fmla="*/ 785813 w 2543175"/>
                <a:gd name="connsiteY56" fmla="*/ 590550 h 1890712"/>
                <a:gd name="connsiteX57" fmla="*/ 792957 w 2543175"/>
                <a:gd name="connsiteY57" fmla="*/ 600075 h 1890712"/>
                <a:gd name="connsiteX58" fmla="*/ 809625 w 2543175"/>
                <a:gd name="connsiteY58" fmla="*/ 611981 h 1890712"/>
                <a:gd name="connsiteX59" fmla="*/ 816769 w 2543175"/>
                <a:gd name="connsiteY59" fmla="*/ 619125 h 1890712"/>
                <a:gd name="connsiteX60" fmla="*/ 826294 w 2543175"/>
                <a:gd name="connsiteY60" fmla="*/ 626269 h 1890712"/>
                <a:gd name="connsiteX61" fmla="*/ 840582 w 2543175"/>
                <a:gd name="connsiteY61" fmla="*/ 638175 h 1890712"/>
                <a:gd name="connsiteX62" fmla="*/ 847725 w 2543175"/>
                <a:gd name="connsiteY62" fmla="*/ 645319 h 1890712"/>
                <a:gd name="connsiteX63" fmla="*/ 857250 w 2543175"/>
                <a:gd name="connsiteY63" fmla="*/ 652462 h 1890712"/>
                <a:gd name="connsiteX64" fmla="*/ 864394 w 2543175"/>
                <a:gd name="connsiteY64" fmla="*/ 657225 h 1890712"/>
                <a:gd name="connsiteX65" fmla="*/ 888207 w 2543175"/>
                <a:gd name="connsiteY65" fmla="*/ 676275 h 1890712"/>
                <a:gd name="connsiteX66" fmla="*/ 895350 w 2543175"/>
                <a:gd name="connsiteY66" fmla="*/ 681037 h 1890712"/>
                <a:gd name="connsiteX67" fmla="*/ 907257 w 2543175"/>
                <a:gd name="connsiteY67" fmla="*/ 683419 h 1890712"/>
                <a:gd name="connsiteX68" fmla="*/ 928688 w 2543175"/>
                <a:gd name="connsiteY68" fmla="*/ 695325 h 1890712"/>
                <a:gd name="connsiteX69" fmla="*/ 942975 w 2543175"/>
                <a:gd name="connsiteY69" fmla="*/ 700087 h 1890712"/>
                <a:gd name="connsiteX70" fmla="*/ 964407 w 2543175"/>
                <a:gd name="connsiteY70" fmla="*/ 716756 h 1890712"/>
                <a:gd name="connsiteX71" fmla="*/ 971550 w 2543175"/>
                <a:gd name="connsiteY71" fmla="*/ 723900 h 1890712"/>
                <a:gd name="connsiteX72" fmla="*/ 983457 w 2543175"/>
                <a:gd name="connsiteY72" fmla="*/ 733425 h 1890712"/>
                <a:gd name="connsiteX73" fmla="*/ 990600 w 2543175"/>
                <a:gd name="connsiteY73" fmla="*/ 738187 h 1890712"/>
                <a:gd name="connsiteX74" fmla="*/ 1007269 w 2543175"/>
                <a:gd name="connsiteY74" fmla="*/ 752475 h 1890712"/>
                <a:gd name="connsiteX75" fmla="*/ 1031082 w 2543175"/>
                <a:gd name="connsiteY75" fmla="*/ 766762 h 1890712"/>
                <a:gd name="connsiteX76" fmla="*/ 1042988 w 2543175"/>
                <a:gd name="connsiteY76" fmla="*/ 773906 h 1890712"/>
                <a:gd name="connsiteX77" fmla="*/ 1071563 w 2543175"/>
                <a:gd name="connsiteY77" fmla="*/ 785812 h 1890712"/>
                <a:gd name="connsiteX78" fmla="*/ 1097757 w 2543175"/>
                <a:gd name="connsiteY78" fmla="*/ 807244 h 1890712"/>
                <a:gd name="connsiteX79" fmla="*/ 1104900 w 2543175"/>
                <a:gd name="connsiteY79" fmla="*/ 814387 h 1890712"/>
                <a:gd name="connsiteX80" fmla="*/ 1121569 w 2543175"/>
                <a:gd name="connsiteY80" fmla="*/ 823912 h 1890712"/>
                <a:gd name="connsiteX81" fmla="*/ 1138238 w 2543175"/>
                <a:gd name="connsiteY81" fmla="*/ 835819 h 1890712"/>
                <a:gd name="connsiteX82" fmla="*/ 1147763 w 2543175"/>
                <a:gd name="connsiteY82" fmla="*/ 842962 h 1890712"/>
                <a:gd name="connsiteX83" fmla="*/ 1157288 w 2543175"/>
                <a:gd name="connsiteY83" fmla="*/ 847725 h 1890712"/>
                <a:gd name="connsiteX84" fmla="*/ 1178719 w 2543175"/>
                <a:gd name="connsiteY84" fmla="*/ 859631 h 1890712"/>
                <a:gd name="connsiteX85" fmla="*/ 1188244 w 2543175"/>
                <a:gd name="connsiteY85" fmla="*/ 866775 h 1890712"/>
                <a:gd name="connsiteX86" fmla="*/ 1195388 w 2543175"/>
                <a:gd name="connsiteY86" fmla="*/ 871537 h 1890712"/>
                <a:gd name="connsiteX87" fmla="*/ 1212057 w 2543175"/>
                <a:gd name="connsiteY87" fmla="*/ 883444 h 1890712"/>
                <a:gd name="connsiteX88" fmla="*/ 1226344 w 2543175"/>
                <a:gd name="connsiteY88" fmla="*/ 895350 h 1890712"/>
                <a:gd name="connsiteX89" fmla="*/ 1245394 w 2543175"/>
                <a:gd name="connsiteY89" fmla="*/ 907256 h 1890712"/>
                <a:gd name="connsiteX90" fmla="*/ 1254919 w 2543175"/>
                <a:gd name="connsiteY90" fmla="*/ 914400 h 1890712"/>
                <a:gd name="connsiteX91" fmla="*/ 1269207 w 2543175"/>
                <a:gd name="connsiteY91" fmla="*/ 921544 h 1890712"/>
                <a:gd name="connsiteX92" fmla="*/ 1290638 w 2543175"/>
                <a:gd name="connsiteY92" fmla="*/ 935831 h 1890712"/>
                <a:gd name="connsiteX93" fmla="*/ 1307307 w 2543175"/>
                <a:gd name="connsiteY93" fmla="*/ 952500 h 1890712"/>
                <a:gd name="connsiteX94" fmla="*/ 1333500 w 2543175"/>
                <a:gd name="connsiteY94" fmla="*/ 971550 h 1890712"/>
                <a:gd name="connsiteX95" fmla="*/ 1359694 w 2543175"/>
                <a:gd name="connsiteY95" fmla="*/ 990600 h 1890712"/>
                <a:gd name="connsiteX96" fmla="*/ 1373982 w 2543175"/>
                <a:gd name="connsiteY96" fmla="*/ 997744 h 1890712"/>
                <a:gd name="connsiteX97" fmla="*/ 1388269 w 2543175"/>
                <a:gd name="connsiteY97" fmla="*/ 1007269 h 1890712"/>
                <a:gd name="connsiteX98" fmla="*/ 1435894 w 2543175"/>
                <a:gd name="connsiteY98" fmla="*/ 1054894 h 1890712"/>
                <a:gd name="connsiteX99" fmla="*/ 1471613 w 2543175"/>
                <a:gd name="connsiteY99" fmla="*/ 1059656 h 1890712"/>
                <a:gd name="connsiteX100" fmla="*/ 1495425 w 2543175"/>
                <a:gd name="connsiteY100" fmla="*/ 1088231 h 1890712"/>
                <a:gd name="connsiteX101" fmla="*/ 1547812 w 2543175"/>
                <a:gd name="connsiteY101" fmla="*/ 1133475 h 1890712"/>
                <a:gd name="connsiteX102" fmla="*/ 1597819 w 2543175"/>
                <a:gd name="connsiteY102" fmla="*/ 1154906 h 1890712"/>
                <a:gd name="connsiteX103" fmla="*/ 1604963 w 2543175"/>
                <a:gd name="connsiteY103" fmla="*/ 1162050 h 1890712"/>
                <a:gd name="connsiteX104" fmla="*/ 1612107 w 2543175"/>
                <a:gd name="connsiteY104" fmla="*/ 1166812 h 1890712"/>
                <a:gd name="connsiteX105" fmla="*/ 1628775 w 2543175"/>
                <a:gd name="connsiteY105" fmla="*/ 1183481 h 1890712"/>
                <a:gd name="connsiteX106" fmla="*/ 1662113 w 2543175"/>
                <a:gd name="connsiteY106" fmla="*/ 1209675 h 1890712"/>
                <a:gd name="connsiteX107" fmla="*/ 1678782 w 2543175"/>
                <a:gd name="connsiteY107" fmla="*/ 1226344 h 1890712"/>
                <a:gd name="connsiteX108" fmla="*/ 1700213 w 2543175"/>
                <a:gd name="connsiteY108" fmla="*/ 1247775 h 1890712"/>
                <a:gd name="connsiteX109" fmla="*/ 1712119 w 2543175"/>
                <a:gd name="connsiteY109" fmla="*/ 1259681 h 1890712"/>
                <a:gd name="connsiteX110" fmla="*/ 1733550 w 2543175"/>
                <a:gd name="connsiteY110" fmla="*/ 1273969 h 1890712"/>
                <a:gd name="connsiteX111" fmla="*/ 1743075 w 2543175"/>
                <a:gd name="connsiteY111" fmla="*/ 1283494 h 1890712"/>
                <a:gd name="connsiteX112" fmla="*/ 1754982 w 2543175"/>
                <a:gd name="connsiteY112" fmla="*/ 1290637 h 1890712"/>
                <a:gd name="connsiteX113" fmla="*/ 1766888 w 2543175"/>
                <a:gd name="connsiteY113" fmla="*/ 1300162 h 1890712"/>
                <a:gd name="connsiteX114" fmla="*/ 1783557 w 2543175"/>
                <a:gd name="connsiteY114" fmla="*/ 1307306 h 1890712"/>
                <a:gd name="connsiteX115" fmla="*/ 1790700 w 2543175"/>
                <a:gd name="connsiteY115" fmla="*/ 1312069 h 1890712"/>
                <a:gd name="connsiteX116" fmla="*/ 1800225 w 2543175"/>
                <a:gd name="connsiteY116" fmla="*/ 1319212 h 1890712"/>
                <a:gd name="connsiteX117" fmla="*/ 1807369 w 2543175"/>
                <a:gd name="connsiteY117" fmla="*/ 1321594 h 1890712"/>
                <a:gd name="connsiteX118" fmla="*/ 1824038 w 2543175"/>
                <a:gd name="connsiteY118" fmla="*/ 1333500 h 1890712"/>
                <a:gd name="connsiteX119" fmla="*/ 1843088 w 2543175"/>
                <a:gd name="connsiteY119" fmla="*/ 1352550 h 1890712"/>
                <a:gd name="connsiteX120" fmla="*/ 1852613 w 2543175"/>
                <a:gd name="connsiteY120" fmla="*/ 1359694 h 1890712"/>
                <a:gd name="connsiteX121" fmla="*/ 1859757 w 2543175"/>
                <a:gd name="connsiteY121" fmla="*/ 1366837 h 1890712"/>
                <a:gd name="connsiteX122" fmla="*/ 1869282 w 2543175"/>
                <a:gd name="connsiteY122" fmla="*/ 1371600 h 1890712"/>
                <a:gd name="connsiteX123" fmla="*/ 1883569 w 2543175"/>
                <a:gd name="connsiteY123" fmla="*/ 1388269 h 1890712"/>
                <a:gd name="connsiteX124" fmla="*/ 1893094 w 2543175"/>
                <a:gd name="connsiteY124" fmla="*/ 1395412 h 1890712"/>
                <a:gd name="connsiteX125" fmla="*/ 1902619 w 2543175"/>
                <a:gd name="connsiteY125" fmla="*/ 1404937 h 1890712"/>
                <a:gd name="connsiteX126" fmla="*/ 1912144 w 2543175"/>
                <a:gd name="connsiteY126" fmla="*/ 1409700 h 1890712"/>
                <a:gd name="connsiteX127" fmla="*/ 1931194 w 2543175"/>
                <a:gd name="connsiteY127" fmla="*/ 1421606 h 1890712"/>
                <a:gd name="connsiteX128" fmla="*/ 1935957 w 2543175"/>
                <a:gd name="connsiteY128" fmla="*/ 1428750 h 1890712"/>
                <a:gd name="connsiteX129" fmla="*/ 1952625 w 2543175"/>
                <a:gd name="connsiteY129" fmla="*/ 1438275 h 1890712"/>
                <a:gd name="connsiteX130" fmla="*/ 1971675 w 2543175"/>
                <a:gd name="connsiteY130" fmla="*/ 1450181 h 1890712"/>
                <a:gd name="connsiteX131" fmla="*/ 1981200 w 2543175"/>
                <a:gd name="connsiteY131" fmla="*/ 1454944 h 1890712"/>
                <a:gd name="connsiteX132" fmla="*/ 1997869 w 2543175"/>
                <a:gd name="connsiteY132" fmla="*/ 1471612 h 1890712"/>
                <a:gd name="connsiteX133" fmla="*/ 2007394 w 2543175"/>
                <a:gd name="connsiteY133" fmla="*/ 1478756 h 1890712"/>
                <a:gd name="connsiteX134" fmla="*/ 2016919 w 2543175"/>
                <a:gd name="connsiteY134" fmla="*/ 1483519 h 1890712"/>
                <a:gd name="connsiteX135" fmla="*/ 2024063 w 2543175"/>
                <a:gd name="connsiteY135" fmla="*/ 1490662 h 1890712"/>
                <a:gd name="connsiteX136" fmla="*/ 2033588 w 2543175"/>
                <a:gd name="connsiteY136" fmla="*/ 1495425 h 1890712"/>
                <a:gd name="connsiteX137" fmla="*/ 2040732 w 2543175"/>
                <a:gd name="connsiteY137" fmla="*/ 1502569 h 1890712"/>
                <a:gd name="connsiteX138" fmla="*/ 2047875 w 2543175"/>
                <a:gd name="connsiteY138" fmla="*/ 1507331 h 1890712"/>
                <a:gd name="connsiteX139" fmla="*/ 2057400 w 2543175"/>
                <a:gd name="connsiteY139" fmla="*/ 1514475 h 1890712"/>
                <a:gd name="connsiteX140" fmla="*/ 2064544 w 2543175"/>
                <a:gd name="connsiteY140" fmla="*/ 1519237 h 1890712"/>
                <a:gd name="connsiteX141" fmla="*/ 2071688 w 2543175"/>
                <a:gd name="connsiteY141" fmla="*/ 1526381 h 1890712"/>
                <a:gd name="connsiteX142" fmla="*/ 2081213 w 2543175"/>
                <a:gd name="connsiteY142" fmla="*/ 1531144 h 1890712"/>
                <a:gd name="connsiteX143" fmla="*/ 2090738 w 2543175"/>
                <a:gd name="connsiteY143" fmla="*/ 1538287 h 1890712"/>
                <a:gd name="connsiteX144" fmla="*/ 2109788 w 2543175"/>
                <a:gd name="connsiteY144" fmla="*/ 1547812 h 1890712"/>
                <a:gd name="connsiteX145" fmla="*/ 2131219 w 2543175"/>
                <a:gd name="connsiteY145" fmla="*/ 1562100 h 1890712"/>
                <a:gd name="connsiteX146" fmla="*/ 2140744 w 2543175"/>
                <a:gd name="connsiteY146" fmla="*/ 1566862 h 1890712"/>
                <a:gd name="connsiteX147" fmla="*/ 2152650 w 2543175"/>
                <a:gd name="connsiteY147" fmla="*/ 1576387 h 1890712"/>
                <a:gd name="connsiteX148" fmla="*/ 2181225 w 2543175"/>
                <a:gd name="connsiteY148" fmla="*/ 1590675 h 1890712"/>
                <a:gd name="connsiteX149" fmla="*/ 2200275 w 2543175"/>
                <a:gd name="connsiteY149" fmla="*/ 1607344 h 1890712"/>
                <a:gd name="connsiteX150" fmla="*/ 2207419 w 2543175"/>
                <a:gd name="connsiteY150" fmla="*/ 1612106 h 1890712"/>
                <a:gd name="connsiteX151" fmla="*/ 2216944 w 2543175"/>
                <a:gd name="connsiteY151" fmla="*/ 1619250 h 1890712"/>
                <a:gd name="connsiteX152" fmla="*/ 2224088 w 2543175"/>
                <a:gd name="connsiteY152" fmla="*/ 1624012 h 1890712"/>
                <a:gd name="connsiteX153" fmla="*/ 2247900 w 2543175"/>
                <a:gd name="connsiteY153" fmla="*/ 1643062 h 1890712"/>
                <a:gd name="connsiteX154" fmla="*/ 2255044 w 2543175"/>
                <a:gd name="connsiteY154" fmla="*/ 1650206 h 1890712"/>
                <a:gd name="connsiteX155" fmla="*/ 2281238 w 2543175"/>
                <a:gd name="connsiteY155" fmla="*/ 1664494 h 1890712"/>
                <a:gd name="connsiteX156" fmla="*/ 2297907 w 2543175"/>
                <a:gd name="connsiteY156" fmla="*/ 1674019 h 1890712"/>
                <a:gd name="connsiteX157" fmla="*/ 2312194 w 2543175"/>
                <a:gd name="connsiteY157" fmla="*/ 1685925 h 1890712"/>
                <a:gd name="connsiteX158" fmla="*/ 2328863 w 2543175"/>
                <a:gd name="connsiteY158" fmla="*/ 1697831 h 1890712"/>
                <a:gd name="connsiteX159" fmla="*/ 2350294 w 2543175"/>
                <a:gd name="connsiteY159" fmla="*/ 1712119 h 1890712"/>
                <a:gd name="connsiteX160" fmla="*/ 2369344 w 2543175"/>
                <a:gd name="connsiteY160" fmla="*/ 1724025 h 1890712"/>
                <a:gd name="connsiteX161" fmla="*/ 2428876 w 2543175"/>
                <a:gd name="connsiteY161" fmla="*/ 1785938 h 1890712"/>
                <a:gd name="connsiteX162" fmla="*/ 2466975 w 2543175"/>
                <a:gd name="connsiteY162" fmla="*/ 1783556 h 1890712"/>
                <a:gd name="connsiteX163" fmla="*/ 2481263 w 2543175"/>
                <a:gd name="connsiteY163" fmla="*/ 1795462 h 1890712"/>
                <a:gd name="connsiteX164" fmla="*/ 2486025 w 2543175"/>
                <a:gd name="connsiteY164" fmla="*/ 1802606 h 1890712"/>
                <a:gd name="connsiteX165" fmla="*/ 2514600 w 2543175"/>
                <a:gd name="connsiteY165" fmla="*/ 1850231 h 1890712"/>
                <a:gd name="connsiteX166" fmla="*/ 2519363 w 2543175"/>
                <a:gd name="connsiteY166" fmla="*/ 1857375 h 1890712"/>
                <a:gd name="connsiteX167" fmla="*/ 2540794 w 2543175"/>
                <a:gd name="connsiteY167" fmla="*/ 1883569 h 1890712"/>
                <a:gd name="connsiteX168" fmla="*/ 2543175 w 2543175"/>
                <a:gd name="connsiteY168" fmla="*/ 1890712 h 1890712"/>
                <a:gd name="connsiteX0" fmla="*/ 0 w 2543175"/>
                <a:gd name="connsiteY0" fmla="*/ 0 h 1890712"/>
                <a:gd name="connsiteX1" fmla="*/ 11907 w 2543175"/>
                <a:gd name="connsiteY1" fmla="*/ 11906 h 1890712"/>
                <a:gd name="connsiteX2" fmla="*/ 21432 w 2543175"/>
                <a:gd name="connsiteY2" fmla="*/ 16669 h 1890712"/>
                <a:gd name="connsiteX3" fmla="*/ 23813 w 2543175"/>
                <a:gd name="connsiteY3" fmla="*/ 23812 h 1890712"/>
                <a:gd name="connsiteX4" fmla="*/ 33338 w 2543175"/>
                <a:gd name="connsiteY4" fmla="*/ 33337 h 1890712"/>
                <a:gd name="connsiteX5" fmla="*/ 40482 w 2543175"/>
                <a:gd name="connsiteY5" fmla="*/ 42862 h 1890712"/>
                <a:gd name="connsiteX6" fmla="*/ 47625 w 2543175"/>
                <a:gd name="connsiteY6" fmla="*/ 47625 h 1890712"/>
                <a:gd name="connsiteX7" fmla="*/ 57150 w 2543175"/>
                <a:gd name="connsiteY7" fmla="*/ 54769 h 1890712"/>
                <a:gd name="connsiteX8" fmla="*/ 64294 w 2543175"/>
                <a:gd name="connsiteY8" fmla="*/ 59531 h 1890712"/>
                <a:gd name="connsiteX9" fmla="*/ 83344 w 2543175"/>
                <a:gd name="connsiteY9" fmla="*/ 73819 h 1890712"/>
                <a:gd name="connsiteX10" fmla="*/ 97632 w 2543175"/>
                <a:gd name="connsiteY10" fmla="*/ 80962 h 1890712"/>
                <a:gd name="connsiteX11" fmla="*/ 104775 w 2543175"/>
                <a:gd name="connsiteY11" fmla="*/ 85725 h 1890712"/>
                <a:gd name="connsiteX12" fmla="*/ 114300 w 2543175"/>
                <a:gd name="connsiteY12" fmla="*/ 95250 h 1890712"/>
                <a:gd name="connsiteX13" fmla="*/ 123825 w 2543175"/>
                <a:gd name="connsiteY13" fmla="*/ 97631 h 1890712"/>
                <a:gd name="connsiteX14" fmla="*/ 130969 w 2543175"/>
                <a:gd name="connsiteY14" fmla="*/ 104775 h 1890712"/>
                <a:gd name="connsiteX15" fmla="*/ 140494 w 2543175"/>
                <a:gd name="connsiteY15" fmla="*/ 111919 h 1890712"/>
                <a:gd name="connsiteX16" fmla="*/ 147638 w 2543175"/>
                <a:gd name="connsiteY16" fmla="*/ 116681 h 1890712"/>
                <a:gd name="connsiteX17" fmla="*/ 164307 w 2543175"/>
                <a:gd name="connsiteY17" fmla="*/ 128587 h 1890712"/>
                <a:gd name="connsiteX18" fmla="*/ 180975 w 2543175"/>
                <a:gd name="connsiteY18" fmla="*/ 140494 h 1890712"/>
                <a:gd name="connsiteX19" fmla="*/ 197644 w 2543175"/>
                <a:gd name="connsiteY19" fmla="*/ 152400 h 1890712"/>
                <a:gd name="connsiteX20" fmla="*/ 204788 w 2543175"/>
                <a:gd name="connsiteY20" fmla="*/ 157162 h 1890712"/>
                <a:gd name="connsiteX21" fmla="*/ 214313 w 2543175"/>
                <a:gd name="connsiteY21" fmla="*/ 164306 h 1890712"/>
                <a:gd name="connsiteX22" fmla="*/ 230982 w 2543175"/>
                <a:gd name="connsiteY22" fmla="*/ 180975 h 1890712"/>
                <a:gd name="connsiteX23" fmla="*/ 247650 w 2543175"/>
                <a:gd name="connsiteY23" fmla="*/ 185737 h 1890712"/>
                <a:gd name="connsiteX24" fmla="*/ 300038 w 2543175"/>
                <a:gd name="connsiteY24" fmla="*/ 219075 h 1890712"/>
                <a:gd name="connsiteX25" fmla="*/ 342900 w 2543175"/>
                <a:gd name="connsiteY25" fmla="*/ 254794 h 1890712"/>
                <a:gd name="connsiteX26" fmla="*/ 366713 w 2543175"/>
                <a:gd name="connsiteY26" fmla="*/ 264319 h 1890712"/>
                <a:gd name="connsiteX27" fmla="*/ 371475 w 2543175"/>
                <a:gd name="connsiteY27" fmla="*/ 271462 h 1890712"/>
                <a:gd name="connsiteX28" fmla="*/ 385763 w 2543175"/>
                <a:gd name="connsiteY28" fmla="*/ 283369 h 1890712"/>
                <a:gd name="connsiteX29" fmla="*/ 404813 w 2543175"/>
                <a:gd name="connsiteY29" fmla="*/ 295275 h 1890712"/>
                <a:gd name="connsiteX30" fmla="*/ 411957 w 2543175"/>
                <a:gd name="connsiteY30" fmla="*/ 297656 h 1890712"/>
                <a:gd name="connsiteX31" fmla="*/ 466725 w 2543175"/>
                <a:gd name="connsiteY31" fmla="*/ 328612 h 1890712"/>
                <a:gd name="connsiteX32" fmla="*/ 476250 w 2543175"/>
                <a:gd name="connsiteY32" fmla="*/ 335756 h 1890712"/>
                <a:gd name="connsiteX33" fmla="*/ 481013 w 2543175"/>
                <a:gd name="connsiteY33" fmla="*/ 342900 h 1890712"/>
                <a:gd name="connsiteX34" fmla="*/ 490538 w 2543175"/>
                <a:gd name="connsiteY34" fmla="*/ 352425 h 1890712"/>
                <a:gd name="connsiteX35" fmla="*/ 495300 w 2543175"/>
                <a:gd name="connsiteY35" fmla="*/ 359569 h 1890712"/>
                <a:gd name="connsiteX36" fmla="*/ 509588 w 2543175"/>
                <a:gd name="connsiteY36" fmla="*/ 376237 h 1890712"/>
                <a:gd name="connsiteX37" fmla="*/ 514350 w 2543175"/>
                <a:gd name="connsiteY37" fmla="*/ 383381 h 1890712"/>
                <a:gd name="connsiteX38" fmla="*/ 531019 w 2543175"/>
                <a:gd name="connsiteY38" fmla="*/ 397669 h 1890712"/>
                <a:gd name="connsiteX39" fmla="*/ 538163 w 2543175"/>
                <a:gd name="connsiteY39" fmla="*/ 407194 h 1890712"/>
                <a:gd name="connsiteX40" fmla="*/ 554832 w 2543175"/>
                <a:gd name="connsiteY40" fmla="*/ 421481 h 1890712"/>
                <a:gd name="connsiteX41" fmla="*/ 564357 w 2543175"/>
                <a:gd name="connsiteY41" fmla="*/ 431006 h 1890712"/>
                <a:gd name="connsiteX42" fmla="*/ 573882 w 2543175"/>
                <a:gd name="connsiteY42" fmla="*/ 438150 h 1890712"/>
                <a:gd name="connsiteX43" fmla="*/ 595313 w 2543175"/>
                <a:gd name="connsiteY43" fmla="*/ 454819 h 1890712"/>
                <a:gd name="connsiteX44" fmla="*/ 602457 w 2543175"/>
                <a:gd name="connsiteY44" fmla="*/ 457200 h 1890712"/>
                <a:gd name="connsiteX45" fmla="*/ 628650 w 2543175"/>
                <a:gd name="connsiteY45" fmla="*/ 469106 h 1890712"/>
                <a:gd name="connsiteX46" fmla="*/ 645319 w 2543175"/>
                <a:gd name="connsiteY46" fmla="*/ 483394 h 1890712"/>
                <a:gd name="connsiteX47" fmla="*/ 654844 w 2543175"/>
                <a:gd name="connsiteY47" fmla="*/ 488156 h 1890712"/>
                <a:gd name="connsiteX48" fmla="*/ 661988 w 2543175"/>
                <a:gd name="connsiteY48" fmla="*/ 497681 h 1890712"/>
                <a:gd name="connsiteX49" fmla="*/ 683419 w 2543175"/>
                <a:gd name="connsiteY49" fmla="*/ 514350 h 1890712"/>
                <a:gd name="connsiteX50" fmla="*/ 700088 w 2543175"/>
                <a:gd name="connsiteY50" fmla="*/ 526256 h 1890712"/>
                <a:gd name="connsiteX51" fmla="*/ 709613 w 2543175"/>
                <a:gd name="connsiteY51" fmla="*/ 535781 h 1890712"/>
                <a:gd name="connsiteX52" fmla="*/ 719138 w 2543175"/>
                <a:gd name="connsiteY52" fmla="*/ 542925 h 1890712"/>
                <a:gd name="connsiteX53" fmla="*/ 733425 w 2543175"/>
                <a:gd name="connsiteY53" fmla="*/ 557212 h 1890712"/>
                <a:gd name="connsiteX54" fmla="*/ 750094 w 2543175"/>
                <a:gd name="connsiteY54" fmla="*/ 569119 h 1890712"/>
                <a:gd name="connsiteX55" fmla="*/ 769144 w 2543175"/>
                <a:gd name="connsiteY55" fmla="*/ 581025 h 1890712"/>
                <a:gd name="connsiteX56" fmla="*/ 785813 w 2543175"/>
                <a:gd name="connsiteY56" fmla="*/ 590550 h 1890712"/>
                <a:gd name="connsiteX57" fmla="*/ 792957 w 2543175"/>
                <a:gd name="connsiteY57" fmla="*/ 600075 h 1890712"/>
                <a:gd name="connsiteX58" fmla="*/ 809625 w 2543175"/>
                <a:gd name="connsiteY58" fmla="*/ 611981 h 1890712"/>
                <a:gd name="connsiteX59" fmla="*/ 816769 w 2543175"/>
                <a:gd name="connsiteY59" fmla="*/ 619125 h 1890712"/>
                <a:gd name="connsiteX60" fmla="*/ 826294 w 2543175"/>
                <a:gd name="connsiteY60" fmla="*/ 626269 h 1890712"/>
                <a:gd name="connsiteX61" fmla="*/ 840582 w 2543175"/>
                <a:gd name="connsiteY61" fmla="*/ 638175 h 1890712"/>
                <a:gd name="connsiteX62" fmla="*/ 847725 w 2543175"/>
                <a:gd name="connsiteY62" fmla="*/ 645319 h 1890712"/>
                <a:gd name="connsiteX63" fmla="*/ 857250 w 2543175"/>
                <a:gd name="connsiteY63" fmla="*/ 652462 h 1890712"/>
                <a:gd name="connsiteX64" fmla="*/ 864394 w 2543175"/>
                <a:gd name="connsiteY64" fmla="*/ 657225 h 1890712"/>
                <a:gd name="connsiteX65" fmla="*/ 888207 w 2543175"/>
                <a:gd name="connsiteY65" fmla="*/ 676275 h 1890712"/>
                <a:gd name="connsiteX66" fmla="*/ 895350 w 2543175"/>
                <a:gd name="connsiteY66" fmla="*/ 681037 h 1890712"/>
                <a:gd name="connsiteX67" fmla="*/ 907257 w 2543175"/>
                <a:gd name="connsiteY67" fmla="*/ 683419 h 1890712"/>
                <a:gd name="connsiteX68" fmla="*/ 928688 w 2543175"/>
                <a:gd name="connsiteY68" fmla="*/ 695325 h 1890712"/>
                <a:gd name="connsiteX69" fmla="*/ 942975 w 2543175"/>
                <a:gd name="connsiteY69" fmla="*/ 700087 h 1890712"/>
                <a:gd name="connsiteX70" fmla="*/ 964407 w 2543175"/>
                <a:gd name="connsiteY70" fmla="*/ 716756 h 1890712"/>
                <a:gd name="connsiteX71" fmla="*/ 971550 w 2543175"/>
                <a:gd name="connsiteY71" fmla="*/ 723900 h 1890712"/>
                <a:gd name="connsiteX72" fmla="*/ 983457 w 2543175"/>
                <a:gd name="connsiteY72" fmla="*/ 733425 h 1890712"/>
                <a:gd name="connsiteX73" fmla="*/ 990600 w 2543175"/>
                <a:gd name="connsiteY73" fmla="*/ 738187 h 1890712"/>
                <a:gd name="connsiteX74" fmla="*/ 1007269 w 2543175"/>
                <a:gd name="connsiteY74" fmla="*/ 752475 h 1890712"/>
                <a:gd name="connsiteX75" fmla="*/ 1031082 w 2543175"/>
                <a:gd name="connsiteY75" fmla="*/ 766762 h 1890712"/>
                <a:gd name="connsiteX76" fmla="*/ 1042988 w 2543175"/>
                <a:gd name="connsiteY76" fmla="*/ 773906 h 1890712"/>
                <a:gd name="connsiteX77" fmla="*/ 1071563 w 2543175"/>
                <a:gd name="connsiteY77" fmla="*/ 785812 h 1890712"/>
                <a:gd name="connsiteX78" fmla="*/ 1097757 w 2543175"/>
                <a:gd name="connsiteY78" fmla="*/ 807244 h 1890712"/>
                <a:gd name="connsiteX79" fmla="*/ 1104900 w 2543175"/>
                <a:gd name="connsiteY79" fmla="*/ 814387 h 1890712"/>
                <a:gd name="connsiteX80" fmla="*/ 1121569 w 2543175"/>
                <a:gd name="connsiteY80" fmla="*/ 823912 h 1890712"/>
                <a:gd name="connsiteX81" fmla="*/ 1138238 w 2543175"/>
                <a:gd name="connsiteY81" fmla="*/ 835819 h 1890712"/>
                <a:gd name="connsiteX82" fmla="*/ 1147763 w 2543175"/>
                <a:gd name="connsiteY82" fmla="*/ 842962 h 1890712"/>
                <a:gd name="connsiteX83" fmla="*/ 1157288 w 2543175"/>
                <a:gd name="connsiteY83" fmla="*/ 847725 h 1890712"/>
                <a:gd name="connsiteX84" fmla="*/ 1178719 w 2543175"/>
                <a:gd name="connsiteY84" fmla="*/ 859631 h 1890712"/>
                <a:gd name="connsiteX85" fmla="*/ 1188244 w 2543175"/>
                <a:gd name="connsiteY85" fmla="*/ 866775 h 1890712"/>
                <a:gd name="connsiteX86" fmla="*/ 1195388 w 2543175"/>
                <a:gd name="connsiteY86" fmla="*/ 871537 h 1890712"/>
                <a:gd name="connsiteX87" fmla="*/ 1212057 w 2543175"/>
                <a:gd name="connsiteY87" fmla="*/ 883444 h 1890712"/>
                <a:gd name="connsiteX88" fmla="*/ 1226344 w 2543175"/>
                <a:gd name="connsiteY88" fmla="*/ 895350 h 1890712"/>
                <a:gd name="connsiteX89" fmla="*/ 1245394 w 2543175"/>
                <a:gd name="connsiteY89" fmla="*/ 907256 h 1890712"/>
                <a:gd name="connsiteX90" fmla="*/ 1254919 w 2543175"/>
                <a:gd name="connsiteY90" fmla="*/ 914400 h 1890712"/>
                <a:gd name="connsiteX91" fmla="*/ 1269207 w 2543175"/>
                <a:gd name="connsiteY91" fmla="*/ 921544 h 1890712"/>
                <a:gd name="connsiteX92" fmla="*/ 1290638 w 2543175"/>
                <a:gd name="connsiteY92" fmla="*/ 935831 h 1890712"/>
                <a:gd name="connsiteX93" fmla="*/ 1307307 w 2543175"/>
                <a:gd name="connsiteY93" fmla="*/ 952500 h 1890712"/>
                <a:gd name="connsiteX94" fmla="*/ 1333500 w 2543175"/>
                <a:gd name="connsiteY94" fmla="*/ 971550 h 1890712"/>
                <a:gd name="connsiteX95" fmla="*/ 1359694 w 2543175"/>
                <a:gd name="connsiteY95" fmla="*/ 990600 h 1890712"/>
                <a:gd name="connsiteX96" fmla="*/ 1373982 w 2543175"/>
                <a:gd name="connsiteY96" fmla="*/ 997744 h 1890712"/>
                <a:gd name="connsiteX97" fmla="*/ 1435894 w 2543175"/>
                <a:gd name="connsiteY97" fmla="*/ 1054894 h 1890712"/>
                <a:gd name="connsiteX98" fmla="*/ 1471613 w 2543175"/>
                <a:gd name="connsiteY98" fmla="*/ 1059656 h 1890712"/>
                <a:gd name="connsiteX99" fmla="*/ 1495425 w 2543175"/>
                <a:gd name="connsiteY99" fmla="*/ 1088231 h 1890712"/>
                <a:gd name="connsiteX100" fmla="*/ 1547812 w 2543175"/>
                <a:gd name="connsiteY100" fmla="*/ 1133475 h 1890712"/>
                <a:gd name="connsiteX101" fmla="*/ 1597819 w 2543175"/>
                <a:gd name="connsiteY101" fmla="*/ 1154906 h 1890712"/>
                <a:gd name="connsiteX102" fmla="*/ 1604963 w 2543175"/>
                <a:gd name="connsiteY102" fmla="*/ 1162050 h 1890712"/>
                <a:gd name="connsiteX103" fmla="*/ 1612107 w 2543175"/>
                <a:gd name="connsiteY103" fmla="*/ 1166812 h 1890712"/>
                <a:gd name="connsiteX104" fmla="*/ 1628775 w 2543175"/>
                <a:gd name="connsiteY104" fmla="*/ 1183481 h 1890712"/>
                <a:gd name="connsiteX105" fmla="*/ 1662113 w 2543175"/>
                <a:gd name="connsiteY105" fmla="*/ 1209675 h 1890712"/>
                <a:gd name="connsiteX106" fmla="*/ 1678782 w 2543175"/>
                <a:gd name="connsiteY106" fmla="*/ 1226344 h 1890712"/>
                <a:gd name="connsiteX107" fmla="*/ 1700213 w 2543175"/>
                <a:gd name="connsiteY107" fmla="*/ 1247775 h 1890712"/>
                <a:gd name="connsiteX108" fmla="*/ 1712119 w 2543175"/>
                <a:gd name="connsiteY108" fmla="*/ 1259681 h 1890712"/>
                <a:gd name="connsiteX109" fmla="*/ 1733550 w 2543175"/>
                <a:gd name="connsiteY109" fmla="*/ 1273969 h 1890712"/>
                <a:gd name="connsiteX110" fmla="*/ 1743075 w 2543175"/>
                <a:gd name="connsiteY110" fmla="*/ 1283494 h 1890712"/>
                <a:gd name="connsiteX111" fmla="*/ 1754982 w 2543175"/>
                <a:gd name="connsiteY111" fmla="*/ 1290637 h 1890712"/>
                <a:gd name="connsiteX112" fmla="*/ 1766888 w 2543175"/>
                <a:gd name="connsiteY112" fmla="*/ 1300162 h 1890712"/>
                <a:gd name="connsiteX113" fmla="*/ 1783557 w 2543175"/>
                <a:gd name="connsiteY113" fmla="*/ 1307306 h 1890712"/>
                <a:gd name="connsiteX114" fmla="*/ 1790700 w 2543175"/>
                <a:gd name="connsiteY114" fmla="*/ 1312069 h 1890712"/>
                <a:gd name="connsiteX115" fmla="*/ 1800225 w 2543175"/>
                <a:gd name="connsiteY115" fmla="*/ 1319212 h 1890712"/>
                <a:gd name="connsiteX116" fmla="*/ 1807369 w 2543175"/>
                <a:gd name="connsiteY116" fmla="*/ 1321594 h 1890712"/>
                <a:gd name="connsiteX117" fmla="*/ 1824038 w 2543175"/>
                <a:gd name="connsiteY117" fmla="*/ 1333500 h 1890712"/>
                <a:gd name="connsiteX118" fmla="*/ 1843088 w 2543175"/>
                <a:gd name="connsiteY118" fmla="*/ 1352550 h 1890712"/>
                <a:gd name="connsiteX119" fmla="*/ 1852613 w 2543175"/>
                <a:gd name="connsiteY119" fmla="*/ 1359694 h 1890712"/>
                <a:gd name="connsiteX120" fmla="*/ 1859757 w 2543175"/>
                <a:gd name="connsiteY120" fmla="*/ 1366837 h 1890712"/>
                <a:gd name="connsiteX121" fmla="*/ 1869282 w 2543175"/>
                <a:gd name="connsiteY121" fmla="*/ 1371600 h 1890712"/>
                <a:gd name="connsiteX122" fmla="*/ 1883569 w 2543175"/>
                <a:gd name="connsiteY122" fmla="*/ 1388269 h 1890712"/>
                <a:gd name="connsiteX123" fmla="*/ 1893094 w 2543175"/>
                <a:gd name="connsiteY123" fmla="*/ 1395412 h 1890712"/>
                <a:gd name="connsiteX124" fmla="*/ 1902619 w 2543175"/>
                <a:gd name="connsiteY124" fmla="*/ 1404937 h 1890712"/>
                <a:gd name="connsiteX125" fmla="*/ 1912144 w 2543175"/>
                <a:gd name="connsiteY125" fmla="*/ 1409700 h 1890712"/>
                <a:gd name="connsiteX126" fmla="*/ 1931194 w 2543175"/>
                <a:gd name="connsiteY126" fmla="*/ 1421606 h 1890712"/>
                <a:gd name="connsiteX127" fmla="*/ 1935957 w 2543175"/>
                <a:gd name="connsiteY127" fmla="*/ 1428750 h 1890712"/>
                <a:gd name="connsiteX128" fmla="*/ 1952625 w 2543175"/>
                <a:gd name="connsiteY128" fmla="*/ 1438275 h 1890712"/>
                <a:gd name="connsiteX129" fmla="*/ 1971675 w 2543175"/>
                <a:gd name="connsiteY129" fmla="*/ 1450181 h 1890712"/>
                <a:gd name="connsiteX130" fmla="*/ 1981200 w 2543175"/>
                <a:gd name="connsiteY130" fmla="*/ 1454944 h 1890712"/>
                <a:gd name="connsiteX131" fmla="*/ 1997869 w 2543175"/>
                <a:gd name="connsiteY131" fmla="*/ 1471612 h 1890712"/>
                <a:gd name="connsiteX132" fmla="*/ 2007394 w 2543175"/>
                <a:gd name="connsiteY132" fmla="*/ 1478756 h 1890712"/>
                <a:gd name="connsiteX133" fmla="*/ 2016919 w 2543175"/>
                <a:gd name="connsiteY133" fmla="*/ 1483519 h 1890712"/>
                <a:gd name="connsiteX134" fmla="*/ 2024063 w 2543175"/>
                <a:gd name="connsiteY134" fmla="*/ 1490662 h 1890712"/>
                <a:gd name="connsiteX135" fmla="*/ 2033588 w 2543175"/>
                <a:gd name="connsiteY135" fmla="*/ 1495425 h 1890712"/>
                <a:gd name="connsiteX136" fmla="*/ 2040732 w 2543175"/>
                <a:gd name="connsiteY136" fmla="*/ 1502569 h 1890712"/>
                <a:gd name="connsiteX137" fmla="*/ 2047875 w 2543175"/>
                <a:gd name="connsiteY137" fmla="*/ 1507331 h 1890712"/>
                <a:gd name="connsiteX138" fmla="*/ 2057400 w 2543175"/>
                <a:gd name="connsiteY138" fmla="*/ 1514475 h 1890712"/>
                <a:gd name="connsiteX139" fmla="*/ 2064544 w 2543175"/>
                <a:gd name="connsiteY139" fmla="*/ 1519237 h 1890712"/>
                <a:gd name="connsiteX140" fmla="*/ 2071688 w 2543175"/>
                <a:gd name="connsiteY140" fmla="*/ 1526381 h 1890712"/>
                <a:gd name="connsiteX141" fmla="*/ 2081213 w 2543175"/>
                <a:gd name="connsiteY141" fmla="*/ 1531144 h 1890712"/>
                <a:gd name="connsiteX142" fmla="*/ 2090738 w 2543175"/>
                <a:gd name="connsiteY142" fmla="*/ 1538287 h 1890712"/>
                <a:gd name="connsiteX143" fmla="*/ 2109788 w 2543175"/>
                <a:gd name="connsiteY143" fmla="*/ 1547812 h 1890712"/>
                <a:gd name="connsiteX144" fmla="*/ 2131219 w 2543175"/>
                <a:gd name="connsiteY144" fmla="*/ 1562100 h 1890712"/>
                <a:gd name="connsiteX145" fmla="*/ 2140744 w 2543175"/>
                <a:gd name="connsiteY145" fmla="*/ 1566862 h 1890712"/>
                <a:gd name="connsiteX146" fmla="*/ 2152650 w 2543175"/>
                <a:gd name="connsiteY146" fmla="*/ 1576387 h 1890712"/>
                <a:gd name="connsiteX147" fmla="*/ 2181225 w 2543175"/>
                <a:gd name="connsiteY147" fmla="*/ 1590675 h 1890712"/>
                <a:gd name="connsiteX148" fmla="*/ 2200275 w 2543175"/>
                <a:gd name="connsiteY148" fmla="*/ 1607344 h 1890712"/>
                <a:gd name="connsiteX149" fmla="*/ 2207419 w 2543175"/>
                <a:gd name="connsiteY149" fmla="*/ 1612106 h 1890712"/>
                <a:gd name="connsiteX150" fmla="*/ 2216944 w 2543175"/>
                <a:gd name="connsiteY150" fmla="*/ 1619250 h 1890712"/>
                <a:gd name="connsiteX151" fmla="*/ 2224088 w 2543175"/>
                <a:gd name="connsiteY151" fmla="*/ 1624012 h 1890712"/>
                <a:gd name="connsiteX152" fmla="*/ 2247900 w 2543175"/>
                <a:gd name="connsiteY152" fmla="*/ 1643062 h 1890712"/>
                <a:gd name="connsiteX153" fmla="*/ 2255044 w 2543175"/>
                <a:gd name="connsiteY153" fmla="*/ 1650206 h 1890712"/>
                <a:gd name="connsiteX154" fmla="*/ 2281238 w 2543175"/>
                <a:gd name="connsiteY154" fmla="*/ 1664494 h 1890712"/>
                <a:gd name="connsiteX155" fmla="*/ 2297907 w 2543175"/>
                <a:gd name="connsiteY155" fmla="*/ 1674019 h 1890712"/>
                <a:gd name="connsiteX156" fmla="*/ 2312194 w 2543175"/>
                <a:gd name="connsiteY156" fmla="*/ 1685925 h 1890712"/>
                <a:gd name="connsiteX157" fmla="*/ 2328863 w 2543175"/>
                <a:gd name="connsiteY157" fmla="*/ 1697831 h 1890712"/>
                <a:gd name="connsiteX158" fmla="*/ 2350294 w 2543175"/>
                <a:gd name="connsiteY158" fmla="*/ 1712119 h 1890712"/>
                <a:gd name="connsiteX159" fmla="*/ 2369344 w 2543175"/>
                <a:gd name="connsiteY159" fmla="*/ 1724025 h 1890712"/>
                <a:gd name="connsiteX160" fmla="*/ 2428876 w 2543175"/>
                <a:gd name="connsiteY160" fmla="*/ 1785938 h 1890712"/>
                <a:gd name="connsiteX161" fmla="*/ 2466975 w 2543175"/>
                <a:gd name="connsiteY161" fmla="*/ 1783556 h 1890712"/>
                <a:gd name="connsiteX162" fmla="*/ 2481263 w 2543175"/>
                <a:gd name="connsiteY162" fmla="*/ 1795462 h 1890712"/>
                <a:gd name="connsiteX163" fmla="*/ 2486025 w 2543175"/>
                <a:gd name="connsiteY163" fmla="*/ 1802606 h 1890712"/>
                <a:gd name="connsiteX164" fmla="*/ 2514600 w 2543175"/>
                <a:gd name="connsiteY164" fmla="*/ 1850231 h 1890712"/>
                <a:gd name="connsiteX165" fmla="*/ 2519363 w 2543175"/>
                <a:gd name="connsiteY165" fmla="*/ 1857375 h 1890712"/>
                <a:gd name="connsiteX166" fmla="*/ 2540794 w 2543175"/>
                <a:gd name="connsiteY166" fmla="*/ 1883569 h 1890712"/>
                <a:gd name="connsiteX167" fmla="*/ 2543175 w 2543175"/>
                <a:gd name="connsiteY167" fmla="*/ 1890712 h 1890712"/>
                <a:gd name="connsiteX0" fmla="*/ 0 w 2543175"/>
                <a:gd name="connsiteY0" fmla="*/ 0 h 1890712"/>
                <a:gd name="connsiteX1" fmla="*/ 11907 w 2543175"/>
                <a:gd name="connsiteY1" fmla="*/ 11906 h 1890712"/>
                <a:gd name="connsiteX2" fmla="*/ 21432 w 2543175"/>
                <a:gd name="connsiteY2" fmla="*/ 16669 h 1890712"/>
                <a:gd name="connsiteX3" fmla="*/ 23813 w 2543175"/>
                <a:gd name="connsiteY3" fmla="*/ 23812 h 1890712"/>
                <a:gd name="connsiteX4" fmla="*/ 33338 w 2543175"/>
                <a:gd name="connsiteY4" fmla="*/ 33337 h 1890712"/>
                <a:gd name="connsiteX5" fmla="*/ 40482 w 2543175"/>
                <a:gd name="connsiteY5" fmla="*/ 42862 h 1890712"/>
                <a:gd name="connsiteX6" fmla="*/ 47625 w 2543175"/>
                <a:gd name="connsiteY6" fmla="*/ 47625 h 1890712"/>
                <a:gd name="connsiteX7" fmla="*/ 57150 w 2543175"/>
                <a:gd name="connsiteY7" fmla="*/ 54769 h 1890712"/>
                <a:gd name="connsiteX8" fmla="*/ 64294 w 2543175"/>
                <a:gd name="connsiteY8" fmla="*/ 59531 h 1890712"/>
                <a:gd name="connsiteX9" fmla="*/ 83344 w 2543175"/>
                <a:gd name="connsiteY9" fmla="*/ 73819 h 1890712"/>
                <a:gd name="connsiteX10" fmla="*/ 97632 w 2543175"/>
                <a:gd name="connsiteY10" fmla="*/ 80962 h 1890712"/>
                <a:gd name="connsiteX11" fmla="*/ 104775 w 2543175"/>
                <a:gd name="connsiteY11" fmla="*/ 85725 h 1890712"/>
                <a:gd name="connsiteX12" fmla="*/ 114300 w 2543175"/>
                <a:gd name="connsiteY12" fmla="*/ 95250 h 1890712"/>
                <a:gd name="connsiteX13" fmla="*/ 123825 w 2543175"/>
                <a:gd name="connsiteY13" fmla="*/ 97631 h 1890712"/>
                <a:gd name="connsiteX14" fmla="*/ 130969 w 2543175"/>
                <a:gd name="connsiteY14" fmla="*/ 104775 h 1890712"/>
                <a:gd name="connsiteX15" fmla="*/ 140494 w 2543175"/>
                <a:gd name="connsiteY15" fmla="*/ 111919 h 1890712"/>
                <a:gd name="connsiteX16" fmla="*/ 147638 w 2543175"/>
                <a:gd name="connsiteY16" fmla="*/ 116681 h 1890712"/>
                <a:gd name="connsiteX17" fmla="*/ 164307 w 2543175"/>
                <a:gd name="connsiteY17" fmla="*/ 128587 h 1890712"/>
                <a:gd name="connsiteX18" fmla="*/ 180975 w 2543175"/>
                <a:gd name="connsiteY18" fmla="*/ 140494 h 1890712"/>
                <a:gd name="connsiteX19" fmla="*/ 197644 w 2543175"/>
                <a:gd name="connsiteY19" fmla="*/ 152400 h 1890712"/>
                <a:gd name="connsiteX20" fmla="*/ 204788 w 2543175"/>
                <a:gd name="connsiteY20" fmla="*/ 157162 h 1890712"/>
                <a:gd name="connsiteX21" fmla="*/ 214313 w 2543175"/>
                <a:gd name="connsiteY21" fmla="*/ 164306 h 1890712"/>
                <a:gd name="connsiteX22" fmla="*/ 230982 w 2543175"/>
                <a:gd name="connsiteY22" fmla="*/ 180975 h 1890712"/>
                <a:gd name="connsiteX23" fmla="*/ 247650 w 2543175"/>
                <a:gd name="connsiteY23" fmla="*/ 185737 h 1890712"/>
                <a:gd name="connsiteX24" fmla="*/ 300038 w 2543175"/>
                <a:gd name="connsiteY24" fmla="*/ 219075 h 1890712"/>
                <a:gd name="connsiteX25" fmla="*/ 342900 w 2543175"/>
                <a:gd name="connsiteY25" fmla="*/ 254794 h 1890712"/>
                <a:gd name="connsiteX26" fmla="*/ 366713 w 2543175"/>
                <a:gd name="connsiteY26" fmla="*/ 264319 h 1890712"/>
                <a:gd name="connsiteX27" fmla="*/ 371475 w 2543175"/>
                <a:gd name="connsiteY27" fmla="*/ 271462 h 1890712"/>
                <a:gd name="connsiteX28" fmla="*/ 385763 w 2543175"/>
                <a:gd name="connsiteY28" fmla="*/ 283369 h 1890712"/>
                <a:gd name="connsiteX29" fmla="*/ 404813 w 2543175"/>
                <a:gd name="connsiteY29" fmla="*/ 295275 h 1890712"/>
                <a:gd name="connsiteX30" fmla="*/ 411957 w 2543175"/>
                <a:gd name="connsiteY30" fmla="*/ 297656 h 1890712"/>
                <a:gd name="connsiteX31" fmla="*/ 466725 w 2543175"/>
                <a:gd name="connsiteY31" fmla="*/ 328612 h 1890712"/>
                <a:gd name="connsiteX32" fmla="*/ 476250 w 2543175"/>
                <a:gd name="connsiteY32" fmla="*/ 335756 h 1890712"/>
                <a:gd name="connsiteX33" fmla="*/ 481013 w 2543175"/>
                <a:gd name="connsiteY33" fmla="*/ 342900 h 1890712"/>
                <a:gd name="connsiteX34" fmla="*/ 490538 w 2543175"/>
                <a:gd name="connsiteY34" fmla="*/ 352425 h 1890712"/>
                <a:gd name="connsiteX35" fmla="*/ 495300 w 2543175"/>
                <a:gd name="connsiteY35" fmla="*/ 359569 h 1890712"/>
                <a:gd name="connsiteX36" fmla="*/ 509588 w 2543175"/>
                <a:gd name="connsiteY36" fmla="*/ 376237 h 1890712"/>
                <a:gd name="connsiteX37" fmla="*/ 514350 w 2543175"/>
                <a:gd name="connsiteY37" fmla="*/ 383381 h 1890712"/>
                <a:gd name="connsiteX38" fmla="*/ 531019 w 2543175"/>
                <a:gd name="connsiteY38" fmla="*/ 397669 h 1890712"/>
                <a:gd name="connsiteX39" fmla="*/ 538163 w 2543175"/>
                <a:gd name="connsiteY39" fmla="*/ 407194 h 1890712"/>
                <a:gd name="connsiteX40" fmla="*/ 554832 w 2543175"/>
                <a:gd name="connsiteY40" fmla="*/ 421481 h 1890712"/>
                <a:gd name="connsiteX41" fmla="*/ 564357 w 2543175"/>
                <a:gd name="connsiteY41" fmla="*/ 431006 h 1890712"/>
                <a:gd name="connsiteX42" fmla="*/ 573882 w 2543175"/>
                <a:gd name="connsiteY42" fmla="*/ 438150 h 1890712"/>
                <a:gd name="connsiteX43" fmla="*/ 595313 w 2543175"/>
                <a:gd name="connsiteY43" fmla="*/ 454819 h 1890712"/>
                <a:gd name="connsiteX44" fmla="*/ 602457 w 2543175"/>
                <a:gd name="connsiteY44" fmla="*/ 457200 h 1890712"/>
                <a:gd name="connsiteX45" fmla="*/ 628650 w 2543175"/>
                <a:gd name="connsiteY45" fmla="*/ 469106 h 1890712"/>
                <a:gd name="connsiteX46" fmla="*/ 645319 w 2543175"/>
                <a:gd name="connsiteY46" fmla="*/ 483394 h 1890712"/>
                <a:gd name="connsiteX47" fmla="*/ 654844 w 2543175"/>
                <a:gd name="connsiteY47" fmla="*/ 488156 h 1890712"/>
                <a:gd name="connsiteX48" fmla="*/ 661988 w 2543175"/>
                <a:gd name="connsiteY48" fmla="*/ 497681 h 1890712"/>
                <a:gd name="connsiteX49" fmla="*/ 683419 w 2543175"/>
                <a:gd name="connsiteY49" fmla="*/ 514350 h 1890712"/>
                <a:gd name="connsiteX50" fmla="*/ 700088 w 2543175"/>
                <a:gd name="connsiteY50" fmla="*/ 526256 h 1890712"/>
                <a:gd name="connsiteX51" fmla="*/ 709613 w 2543175"/>
                <a:gd name="connsiteY51" fmla="*/ 535781 h 1890712"/>
                <a:gd name="connsiteX52" fmla="*/ 719138 w 2543175"/>
                <a:gd name="connsiteY52" fmla="*/ 542925 h 1890712"/>
                <a:gd name="connsiteX53" fmla="*/ 733425 w 2543175"/>
                <a:gd name="connsiteY53" fmla="*/ 557212 h 1890712"/>
                <a:gd name="connsiteX54" fmla="*/ 750094 w 2543175"/>
                <a:gd name="connsiteY54" fmla="*/ 569119 h 1890712"/>
                <a:gd name="connsiteX55" fmla="*/ 769144 w 2543175"/>
                <a:gd name="connsiteY55" fmla="*/ 581025 h 1890712"/>
                <a:gd name="connsiteX56" fmla="*/ 785813 w 2543175"/>
                <a:gd name="connsiteY56" fmla="*/ 590550 h 1890712"/>
                <a:gd name="connsiteX57" fmla="*/ 792957 w 2543175"/>
                <a:gd name="connsiteY57" fmla="*/ 600075 h 1890712"/>
                <a:gd name="connsiteX58" fmla="*/ 809625 w 2543175"/>
                <a:gd name="connsiteY58" fmla="*/ 611981 h 1890712"/>
                <a:gd name="connsiteX59" fmla="*/ 816769 w 2543175"/>
                <a:gd name="connsiteY59" fmla="*/ 619125 h 1890712"/>
                <a:gd name="connsiteX60" fmla="*/ 826294 w 2543175"/>
                <a:gd name="connsiteY60" fmla="*/ 626269 h 1890712"/>
                <a:gd name="connsiteX61" fmla="*/ 840582 w 2543175"/>
                <a:gd name="connsiteY61" fmla="*/ 638175 h 1890712"/>
                <a:gd name="connsiteX62" fmla="*/ 847725 w 2543175"/>
                <a:gd name="connsiteY62" fmla="*/ 645319 h 1890712"/>
                <a:gd name="connsiteX63" fmla="*/ 857250 w 2543175"/>
                <a:gd name="connsiteY63" fmla="*/ 652462 h 1890712"/>
                <a:gd name="connsiteX64" fmla="*/ 864394 w 2543175"/>
                <a:gd name="connsiteY64" fmla="*/ 657225 h 1890712"/>
                <a:gd name="connsiteX65" fmla="*/ 888207 w 2543175"/>
                <a:gd name="connsiteY65" fmla="*/ 676275 h 1890712"/>
                <a:gd name="connsiteX66" fmla="*/ 895350 w 2543175"/>
                <a:gd name="connsiteY66" fmla="*/ 681037 h 1890712"/>
                <a:gd name="connsiteX67" fmla="*/ 907257 w 2543175"/>
                <a:gd name="connsiteY67" fmla="*/ 683419 h 1890712"/>
                <a:gd name="connsiteX68" fmla="*/ 928688 w 2543175"/>
                <a:gd name="connsiteY68" fmla="*/ 695325 h 1890712"/>
                <a:gd name="connsiteX69" fmla="*/ 942975 w 2543175"/>
                <a:gd name="connsiteY69" fmla="*/ 700087 h 1890712"/>
                <a:gd name="connsiteX70" fmla="*/ 964407 w 2543175"/>
                <a:gd name="connsiteY70" fmla="*/ 716756 h 1890712"/>
                <a:gd name="connsiteX71" fmla="*/ 971550 w 2543175"/>
                <a:gd name="connsiteY71" fmla="*/ 723900 h 1890712"/>
                <a:gd name="connsiteX72" fmla="*/ 983457 w 2543175"/>
                <a:gd name="connsiteY72" fmla="*/ 733425 h 1890712"/>
                <a:gd name="connsiteX73" fmla="*/ 990600 w 2543175"/>
                <a:gd name="connsiteY73" fmla="*/ 738187 h 1890712"/>
                <a:gd name="connsiteX74" fmla="*/ 1007269 w 2543175"/>
                <a:gd name="connsiteY74" fmla="*/ 752475 h 1890712"/>
                <a:gd name="connsiteX75" fmla="*/ 1031082 w 2543175"/>
                <a:gd name="connsiteY75" fmla="*/ 766762 h 1890712"/>
                <a:gd name="connsiteX76" fmla="*/ 1042988 w 2543175"/>
                <a:gd name="connsiteY76" fmla="*/ 773906 h 1890712"/>
                <a:gd name="connsiteX77" fmla="*/ 1071563 w 2543175"/>
                <a:gd name="connsiteY77" fmla="*/ 785812 h 1890712"/>
                <a:gd name="connsiteX78" fmla="*/ 1097757 w 2543175"/>
                <a:gd name="connsiteY78" fmla="*/ 807244 h 1890712"/>
                <a:gd name="connsiteX79" fmla="*/ 1104900 w 2543175"/>
                <a:gd name="connsiteY79" fmla="*/ 814387 h 1890712"/>
                <a:gd name="connsiteX80" fmla="*/ 1121569 w 2543175"/>
                <a:gd name="connsiteY80" fmla="*/ 823912 h 1890712"/>
                <a:gd name="connsiteX81" fmla="*/ 1138238 w 2543175"/>
                <a:gd name="connsiteY81" fmla="*/ 835819 h 1890712"/>
                <a:gd name="connsiteX82" fmla="*/ 1147763 w 2543175"/>
                <a:gd name="connsiteY82" fmla="*/ 842962 h 1890712"/>
                <a:gd name="connsiteX83" fmla="*/ 1157288 w 2543175"/>
                <a:gd name="connsiteY83" fmla="*/ 847725 h 1890712"/>
                <a:gd name="connsiteX84" fmla="*/ 1178719 w 2543175"/>
                <a:gd name="connsiteY84" fmla="*/ 859631 h 1890712"/>
                <a:gd name="connsiteX85" fmla="*/ 1188244 w 2543175"/>
                <a:gd name="connsiteY85" fmla="*/ 866775 h 1890712"/>
                <a:gd name="connsiteX86" fmla="*/ 1195388 w 2543175"/>
                <a:gd name="connsiteY86" fmla="*/ 871537 h 1890712"/>
                <a:gd name="connsiteX87" fmla="*/ 1212057 w 2543175"/>
                <a:gd name="connsiteY87" fmla="*/ 883444 h 1890712"/>
                <a:gd name="connsiteX88" fmla="*/ 1226344 w 2543175"/>
                <a:gd name="connsiteY88" fmla="*/ 895350 h 1890712"/>
                <a:gd name="connsiteX89" fmla="*/ 1245394 w 2543175"/>
                <a:gd name="connsiteY89" fmla="*/ 907256 h 1890712"/>
                <a:gd name="connsiteX90" fmla="*/ 1254919 w 2543175"/>
                <a:gd name="connsiteY90" fmla="*/ 914400 h 1890712"/>
                <a:gd name="connsiteX91" fmla="*/ 1269207 w 2543175"/>
                <a:gd name="connsiteY91" fmla="*/ 921544 h 1890712"/>
                <a:gd name="connsiteX92" fmla="*/ 1290638 w 2543175"/>
                <a:gd name="connsiteY92" fmla="*/ 935831 h 1890712"/>
                <a:gd name="connsiteX93" fmla="*/ 1307307 w 2543175"/>
                <a:gd name="connsiteY93" fmla="*/ 952500 h 1890712"/>
                <a:gd name="connsiteX94" fmla="*/ 1333500 w 2543175"/>
                <a:gd name="connsiteY94" fmla="*/ 971550 h 1890712"/>
                <a:gd name="connsiteX95" fmla="*/ 1359694 w 2543175"/>
                <a:gd name="connsiteY95" fmla="*/ 990600 h 1890712"/>
                <a:gd name="connsiteX96" fmla="*/ 1385888 w 2543175"/>
                <a:gd name="connsiteY96" fmla="*/ 1021557 h 1890712"/>
                <a:gd name="connsiteX97" fmla="*/ 1435894 w 2543175"/>
                <a:gd name="connsiteY97" fmla="*/ 1054894 h 1890712"/>
                <a:gd name="connsiteX98" fmla="*/ 1471613 w 2543175"/>
                <a:gd name="connsiteY98" fmla="*/ 1059656 h 1890712"/>
                <a:gd name="connsiteX99" fmla="*/ 1495425 w 2543175"/>
                <a:gd name="connsiteY99" fmla="*/ 1088231 h 1890712"/>
                <a:gd name="connsiteX100" fmla="*/ 1547812 w 2543175"/>
                <a:gd name="connsiteY100" fmla="*/ 1133475 h 1890712"/>
                <a:gd name="connsiteX101" fmla="*/ 1597819 w 2543175"/>
                <a:gd name="connsiteY101" fmla="*/ 1154906 h 1890712"/>
                <a:gd name="connsiteX102" fmla="*/ 1604963 w 2543175"/>
                <a:gd name="connsiteY102" fmla="*/ 1162050 h 1890712"/>
                <a:gd name="connsiteX103" fmla="*/ 1612107 w 2543175"/>
                <a:gd name="connsiteY103" fmla="*/ 1166812 h 1890712"/>
                <a:gd name="connsiteX104" fmla="*/ 1628775 w 2543175"/>
                <a:gd name="connsiteY104" fmla="*/ 1183481 h 1890712"/>
                <a:gd name="connsiteX105" fmla="*/ 1662113 w 2543175"/>
                <a:gd name="connsiteY105" fmla="*/ 1209675 h 1890712"/>
                <a:gd name="connsiteX106" fmla="*/ 1678782 w 2543175"/>
                <a:gd name="connsiteY106" fmla="*/ 1226344 h 1890712"/>
                <a:gd name="connsiteX107" fmla="*/ 1700213 w 2543175"/>
                <a:gd name="connsiteY107" fmla="*/ 1247775 h 1890712"/>
                <a:gd name="connsiteX108" fmla="*/ 1712119 w 2543175"/>
                <a:gd name="connsiteY108" fmla="*/ 1259681 h 1890712"/>
                <a:gd name="connsiteX109" fmla="*/ 1733550 w 2543175"/>
                <a:gd name="connsiteY109" fmla="*/ 1273969 h 1890712"/>
                <a:gd name="connsiteX110" fmla="*/ 1743075 w 2543175"/>
                <a:gd name="connsiteY110" fmla="*/ 1283494 h 1890712"/>
                <a:gd name="connsiteX111" fmla="*/ 1754982 w 2543175"/>
                <a:gd name="connsiteY111" fmla="*/ 1290637 h 1890712"/>
                <a:gd name="connsiteX112" fmla="*/ 1766888 w 2543175"/>
                <a:gd name="connsiteY112" fmla="*/ 1300162 h 1890712"/>
                <a:gd name="connsiteX113" fmla="*/ 1783557 w 2543175"/>
                <a:gd name="connsiteY113" fmla="*/ 1307306 h 1890712"/>
                <a:gd name="connsiteX114" fmla="*/ 1790700 w 2543175"/>
                <a:gd name="connsiteY114" fmla="*/ 1312069 h 1890712"/>
                <a:gd name="connsiteX115" fmla="*/ 1800225 w 2543175"/>
                <a:gd name="connsiteY115" fmla="*/ 1319212 h 1890712"/>
                <a:gd name="connsiteX116" fmla="*/ 1807369 w 2543175"/>
                <a:gd name="connsiteY116" fmla="*/ 1321594 h 1890712"/>
                <a:gd name="connsiteX117" fmla="*/ 1824038 w 2543175"/>
                <a:gd name="connsiteY117" fmla="*/ 1333500 h 1890712"/>
                <a:gd name="connsiteX118" fmla="*/ 1843088 w 2543175"/>
                <a:gd name="connsiteY118" fmla="*/ 1352550 h 1890712"/>
                <a:gd name="connsiteX119" fmla="*/ 1852613 w 2543175"/>
                <a:gd name="connsiteY119" fmla="*/ 1359694 h 1890712"/>
                <a:gd name="connsiteX120" fmla="*/ 1859757 w 2543175"/>
                <a:gd name="connsiteY120" fmla="*/ 1366837 h 1890712"/>
                <a:gd name="connsiteX121" fmla="*/ 1869282 w 2543175"/>
                <a:gd name="connsiteY121" fmla="*/ 1371600 h 1890712"/>
                <a:gd name="connsiteX122" fmla="*/ 1883569 w 2543175"/>
                <a:gd name="connsiteY122" fmla="*/ 1388269 h 1890712"/>
                <a:gd name="connsiteX123" fmla="*/ 1893094 w 2543175"/>
                <a:gd name="connsiteY123" fmla="*/ 1395412 h 1890712"/>
                <a:gd name="connsiteX124" fmla="*/ 1902619 w 2543175"/>
                <a:gd name="connsiteY124" fmla="*/ 1404937 h 1890712"/>
                <a:gd name="connsiteX125" fmla="*/ 1912144 w 2543175"/>
                <a:gd name="connsiteY125" fmla="*/ 1409700 h 1890712"/>
                <a:gd name="connsiteX126" fmla="*/ 1931194 w 2543175"/>
                <a:gd name="connsiteY126" fmla="*/ 1421606 h 1890712"/>
                <a:gd name="connsiteX127" fmla="*/ 1935957 w 2543175"/>
                <a:gd name="connsiteY127" fmla="*/ 1428750 h 1890712"/>
                <a:gd name="connsiteX128" fmla="*/ 1952625 w 2543175"/>
                <a:gd name="connsiteY128" fmla="*/ 1438275 h 1890712"/>
                <a:gd name="connsiteX129" fmla="*/ 1971675 w 2543175"/>
                <a:gd name="connsiteY129" fmla="*/ 1450181 h 1890712"/>
                <a:gd name="connsiteX130" fmla="*/ 1981200 w 2543175"/>
                <a:gd name="connsiteY130" fmla="*/ 1454944 h 1890712"/>
                <a:gd name="connsiteX131" fmla="*/ 1997869 w 2543175"/>
                <a:gd name="connsiteY131" fmla="*/ 1471612 h 1890712"/>
                <a:gd name="connsiteX132" fmla="*/ 2007394 w 2543175"/>
                <a:gd name="connsiteY132" fmla="*/ 1478756 h 1890712"/>
                <a:gd name="connsiteX133" fmla="*/ 2016919 w 2543175"/>
                <a:gd name="connsiteY133" fmla="*/ 1483519 h 1890712"/>
                <a:gd name="connsiteX134" fmla="*/ 2024063 w 2543175"/>
                <a:gd name="connsiteY134" fmla="*/ 1490662 h 1890712"/>
                <a:gd name="connsiteX135" fmla="*/ 2033588 w 2543175"/>
                <a:gd name="connsiteY135" fmla="*/ 1495425 h 1890712"/>
                <a:gd name="connsiteX136" fmla="*/ 2040732 w 2543175"/>
                <a:gd name="connsiteY136" fmla="*/ 1502569 h 1890712"/>
                <a:gd name="connsiteX137" fmla="*/ 2047875 w 2543175"/>
                <a:gd name="connsiteY137" fmla="*/ 1507331 h 1890712"/>
                <a:gd name="connsiteX138" fmla="*/ 2057400 w 2543175"/>
                <a:gd name="connsiteY138" fmla="*/ 1514475 h 1890712"/>
                <a:gd name="connsiteX139" fmla="*/ 2064544 w 2543175"/>
                <a:gd name="connsiteY139" fmla="*/ 1519237 h 1890712"/>
                <a:gd name="connsiteX140" fmla="*/ 2071688 w 2543175"/>
                <a:gd name="connsiteY140" fmla="*/ 1526381 h 1890712"/>
                <a:gd name="connsiteX141" fmla="*/ 2081213 w 2543175"/>
                <a:gd name="connsiteY141" fmla="*/ 1531144 h 1890712"/>
                <a:gd name="connsiteX142" fmla="*/ 2090738 w 2543175"/>
                <a:gd name="connsiteY142" fmla="*/ 1538287 h 1890712"/>
                <a:gd name="connsiteX143" fmla="*/ 2109788 w 2543175"/>
                <a:gd name="connsiteY143" fmla="*/ 1547812 h 1890712"/>
                <a:gd name="connsiteX144" fmla="*/ 2131219 w 2543175"/>
                <a:gd name="connsiteY144" fmla="*/ 1562100 h 1890712"/>
                <a:gd name="connsiteX145" fmla="*/ 2140744 w 2543175"/>
                <a:gd name="connsiteY145" fmla="*/ 1566862 h 1890712"/>
                <a:gd name="connsiteX146" fmla="*/ 2152650 w 2543175"/>
                <a:gd name="connsiteY146" fmla="*/ 1576387 h 1890712"/>
                <a:gd name="connsiteX147" fmla="*/ 2181225 w 2543175"/>
                <a:gd name="connsiteY147" fmla="*/ 1590675 h 1890712"/>
                <a:gd name="connsiteX148" fmla="*/ 2200275 w 2543175"/>
                <a:gd name="connsiteY148" fmla="*/ 1607344 h 1890712"/>
                <a:gd name="connsiteX149" fmla="*/ 2207419 w 2543175"/>
                <a:gd name="connsiteY149" fmla="*/ 1612106 h 1890712"/>
                <a:gd name="connsiteX150" fmla="*/ 2216944 w 2543175"/>
                <a:gd name="connsiteY150" fmla="*/ 1619250 h 1890712"/>
                <a:gd name="connsiteX151" fmla="*/ 2224088 w 2543175"/>
                <a:gd name="connsiteY151" fmla="*/ 1624012 h 1890712"/>
                <a:gd name="connsiteX152" fmla="*/ 2247900 w 2543175"/>
                <a:gd name="connsiteY152" fmla="*/ 1643062 h 1890712"/>
                <a:gd name="connsiteX153" fmla="*/ 2255044 w 2543175"/>
                <a:gd name="connsiteY153" fmla="*/ 1650206 h 1890712"/>
                <a:gd name="connsiteX154" fmla="*/ 2281238 w 2543175"/>
                <a:gd name="connsiteY154" fmla="*/ 1664494 h 1890712"/>
                <a:gd name="connsiteX155" fmla="*/ 2297907 w 2543175"/>
                <a:gd name="connsiteY155" fmla="*/ 1674019 h 1890712"/>
                <a:gd name="connsiteX156" fmla="*/ 2312194 w 2543175"/>
                <a:gd name="connsiteY156" fmla="*/ 1685925 h 1890712"/>
                <a:gd name="connsiteX157" fmla="*/ 2328863 w 2543175"/>
                <a:gd name="connsiteY157" fmla="*/ 1697831 h 1890712"/>
                <a:gd name="connsiteX158" fmla="*/ 2350294 w 2543175"/>
                <a:gd name="connsiteY158" fmla="*/ 1712119 h 1890712"/>
                <a:gd name="connsiteX159" fmla="*/ 2369344 w 2543175"/>
                <a:gd name="connsiteY159" fmla="*/ 1724025 h 1890712"/>
                <a:gd name="connsiteX160" fmla="*/ 2428876 w 2543175"/>
                <a:gd name="connsiteY160" fmla="*/ 1785938 h 1890712"/>
                <a:gd name="connsiteX161" fmla="*/ 2466975 w 2543175"/>
                <a:gd name="connsiteY161" fmla="*/ 1783556 h 1890712"/>
                <a:gd name="connsiteX162" fmla="*/ 2481263 w 2543175"/>
                <a:gd name="connsiteY162" fmla="*/ 1795462 h 1890712"/>
                <a:gd name="connsiteX163" fmla="*/ 2486025 w 2543175"/>
                <a:gd name="connsiteY163" fmla="*/ 1802606 h 1890712"/>
                <a:gd name="connsiteX164" fmla="*/ 2514600 w 2543175"/>
                <a:gd name="connsiteY164" fmla="*/ 1850231 h 1890712"/>
                <a:gd name="connsiteX165" fmla="*/ 2519363 w 2543175"/>
                <a:gd name="connsiteY165" fmla="*/ 1857375 h 1890712"/>
                <a:gd name="connsiteX166" fmla="*/ 2540794 w 2543175"/>
                <a:gd name="connsiteY166" fmla="*/ 1883569 h 1890712"/>
                <a:gd name="connsiteX167" fmla="*/ 2543175 w 2543175"/>
                <a:gd name="connsiteY167" fmla="*/ 1890712 h 1890712"/>
                <a:gd name="connsiteX0" fmla="*/ 0 w 2543175"/>
                <a:gd name="connsiteY0" fmla="*/ 0 h 1890712"/>
                <a:gd name="connsiteX1" fmla="*/ 11907 w 2543175"/>
                <a:gd name="connsiteY1" fmla="*/ 11906 h 1890712"/>
                <a:gd name="connsiteX2" fmla="*/ 21432 w 2543175"/>
                <a:gd name="connsiteY2" fmla="*/ 16669 h 1890712"/>
                <a:gd name="connsiteX3" fmla="*/ 23813 w 2543175"/>
                <a:gd name="connsiteY3" fmla="*/ 23812 h 1890712"/>
                <a:gd name="connsiteX4" fmla="*/ 33338 w 2543175"/>
                <a:gd name="connsiteY4" fmla="*/ 33337 h 1890712"/>
                <a:gd name="connsiteX5" fmla="*/ 40482 w 2543175"/>
                <a:gd name="connsiteY5" fmla="*/ 42862 h 1890712"/>
                <a:gd name="connsiteX6" fmla="*/ 47625 w 2543175"/>
                <a:gd name="connsiteY6" fmla="*/ 47625 h 1890712"/>
                <a:gd name="connsiteX7" fmla="*/ 57150 w 2543175"/>
                <a:gd name="connsiteY7" fmla="*/ 54769 h 1890712"/>
                <a:gd name="connsiteX8" fmla="*/ 64294 w 2543175"/>
                <a:gd name="connsiteY8" fmla="*/ 59531 h 1890712"/>
                <a:gd name="connsiteX9" fmla="*/ 83344 w 2543175"/>
                <a:gd name="connsiteY9" fmla="*/ 73819 h 1890712"/>
                <a:gd name="connsiteX10" fmla="*/ 97632 w 2543175"/>
                <a:gd name="connsiteY10" fmla="*/ 80962 h 1890712"/>
                <a:gd name="connsiteX11" fmla="*/ 104775 w 2543175"/>
                <a:gd name="connsiteY11" fmla="*/ 85725 h 1890712"/>
                <a:gd name="connsiteX12" fmla="*/ 114300 w 2543175"/>
                <a:gd name="connsiteY12" fmla="*/ 95250 h 1890712"/>
                <a:gd name="connsiteX13" fmla="*/ 123825 w 2543175"/>
                <a:gd name="connsiteY13" fmla="*/ 97631 h 1890712"/>
                <a:gd name="connsiteX14" fmla="*/ 130969 w 2543175"/>
                <a:gd name="connsiteY14" fmla="*/ 104775 h 1890712"/>
                <a:gd name="connsiteX15" fmla="*/ 140494 w 2543175"/>
                <a:gd name="connsiteY15" fmla="*/ 111919 h 1890712"/>
                <a:gd name="connsiteX16" fmla="*/ 147638 w 2543175"/>
                <a:gd name="connsiteY16" fmla="*/ 116681 h 1890712"/>
                <a:gd name="connsiteX17" fmla="*/ 164307 w 2543175"/>
                <a:gd name="connsiteY17" fmla="*/ 128587 h 1890712"/>
                <a:gd name="connsiteX18" fmla="*/ 180975 w 2543175"/>
                <a:gd name="connsiteY18" fmla="*/ 140494 h 1890712"/>
                <a:gd name="connsiteX19" fmla="*/ 197644 w 2543175"/>
                <a:gd name="connsiteY19" fmla="*/ 152400 h 1890712"/>
                <a:gd name="connsiteX20" fmla="*/ 204788 w 2543175"/>
                <a:gd name="connsiteY20" fmla="*/ 157162 h 1890712"/>
                <a:gd name="connsiteX21" fmla="*/ 214313 w 2543175"/>
                <a:gd name="connsiteY21" fmla="*/ 164306 h 1890712"/>
                <a:gd name="connsiteX22" fmla="*/ 230982 w 2543175"/>
                <a:gd name="connsiteY22" fmla="*/ 180975 h 1890712"/>
                <a:gd name="connsiteX23" fmla="*/ 247650 w 2543175"/>
                <a:gd name="connsiteY23" fmla="*/ 185737 h 1890712"/>
                <a:gd name="connsiteX24" fmla="*/ 300038 w 2543175"/>
                <a:gd name="connsiteY24" fmla="*/ 219075 h 1890712"/>
                <a:gd name="connsiteX25" fmla="*/ 342900 w 2543175"/>
                <a:gd name="connsiteY25" fmla="*/ 254794 h 1890712"/>
                <a:gd name="connsiteX26" fmla="*/ 366713 w 2543175"/>
                <a:gd name="connsiteY26" fmla="*/ 264319 h 1890712"/>
                <a:gd name="connsiteX27" fmla="*/ 371475 w 2543175"/>
                <a:gd name="connsiteY27" fmla="*/ 271462 h 1890712"/>
                <a:gd name="connsiteX28" fmla="*/ 385763 w 2543175"/>
                <a:gd name="connsiteY28" fmla="*/ 283369 h 1890712"/>
                <a:gd name="connsiteX29" fmla="*/ 404813 w 2543175"/>
                <a:gd name="connsiteY29" fmla="*/ 295275 h 1890712"/>
                <a:gd name="connsiteX30" fmla="*/ 411957 w 2543175"/>
                <a:gd name="connsiteY30" fmla="*/ 297656 h 1890712"/>
                <a:gd name="connsiteX31" fmla="*/ 466725 w 2543175"/>
                <a:gd name="connsiteY31" fmla="*/ 328612 h 1890712"/>
                <a:gd name="connsiteX32" fmla="*/ 476250 w 2543175"/>
                <a:gd name="connsiteY32" fmla="*/ 335756 h 1890712"/>
                <a:gd name="connsiteX33" fmla="*/ 481013 w 2543175"/>
                <a:gd name="connsiteY33" fmla="*/ 342900 h 1890712"/>
                <a:gd name="connsiteX34" fmla="*/ 490538 w 2543175"/>
                <a:gd name="connsiteY34" fmla="*/ 352425 h 1890712"/>
                <a:gd name="connsiteX35" fmla="*/ 495300 w 2543175"/>
                <a:gd name="connsiteY35" fmla="*/ 359569 h 1890712"/>
                <a:gd name="connsiteX36" fmla="*/ 509588 w 2543175"/>
                <a:gd name="connsiteY36" fmla="*/ 376237 h 1890712"/>
                <a:gd name="connsiteX37" fmla="*/ 514350 w 2543175"/>
                <a:gd name="connsiteY37" fmla="*/ 383381 h 1890712"/>
                <a:gd name="connsiteX38" fmla="*/ 531019 w 2543175"/>
                <a:gd name="connsiteY38" fmla="*/ 397669 h 1890712"/>
                <a:gd name="connsiteX39" fmla="*/ 538163 w 2543175"/>
                <a:gd name="connsiteY39" fmla="*/ 407194 h 1890712"/>
                <a:gd name="connsiteX40" fmla="*/ 554832 w 2543175"/>
                <a:gd name="connsiteY40" fmla="*/ 421481 h 1890712"/>
                <a:gd name="connsiteX41" fmla="*/ 564357 w 2543175"/>
                <a:gd name="connsiteY41" fmla="*/ 431006 h 1890712"/>
                <a:gd name="connsiteX42" fmla="*/ 573882 w 2543175"/>
                <a:gd name="connsiteY42" fmla="*/ 438150 h 1890712"/>
                <a:gd name="connsiteX43" fmla="*/ 595313 w 2543175"/>
                <a:gd name="connsiteY43" fmla="*/ 454819 h 1890712"/>
                <a:gd name="connsiteX44" fmla="*/ 602457 w 2543175"/>
                <a:gd name="connsiteY44" fmla="*/ 457200 h 1890712"/>
                <a:gd name="connsiteX45" fmla="*/ 628650 w 2543175"/>
                <a:gd name="connsiteY45" fmla="*/ 469106 h 1890712"/>
                <a:gd name="connsiteX46" fmla="*/ 645319 w 2543175"/>
                <a:gd name="connsiteY46" fmla="*/ 483394 h 1890712"/>
                <a:gd name="connsiteX47" fmla="*/ 654844 w 2543175"/>
                <a:gd name="connsiteY47" fmla="*/ 488156 h 1890712"/>
                <a:gd name="connsiteX48" fmla="*/ 661988 w 2543175"/>
                <a:gd name="connsiteY48" fmla="*/ 497681 h 1890712"/>
                <a:gd name="connsiteX49" fmla="*/ 683419 w 2543175"/>
                <a:gd name="connsiteY49" fmla="*/ 514350 h 1890712"/>
                <a:gd name="connsiteX50" fmla="*/ 700088 w 2543175"/>
                <a:gd name="connsiteY50" fmla="*/ 526256 h 1890712"/>
                <a:gd name="connsiteX51" fmla="*/ 709613 w 2543175"/>
                <a:gd name="connsiteY51" fmla="*/ 535781 h 1890712"/>
                <a:gd name="connsiteX52" fmla="*/ 719138 w 2543175"/>
                <a:gd name="connsiteY52" fmla="*/ 542925 h 1890712"/>
                <a:gd name="connsiteX53" fmla="*/ 733425 w 2543175"/>
                <a:gd name="connsiteY53" fmla="*/ 557212 h 1890712"/>
                <a:gd name="connsiteX54" fmla="*/ 750094 w 2543175"/>
                <a:gd name="connsiteY54" fmla="*/ 569119 h 1890712"/>
                <a:gd name="connsiteX55" fmla="*/ 769144 w 2543175"/>
                <a:gd name="connsiteY55" fmla="*/ 581025 h 1890712"/>
                <a:gd name="connsiteX56" fmla="*/ 785813 w 2543175"/>
                <a:gd name="connsiteY56" fmla="*/ 590550 h 1890712"/>
                <a:gd name="connsiteX57" fmla="*/ 792957 w 2543175"/>
                <a:gd name="connsiteY57" fmla="*/ 600075 h 1890712"/>
                <a:gd name="connsiteX58" fmla="*/ 809625 w 2543175"/>
                <a:gd name="connsiteY58" fmla="*/ 611981 h 1890712"/>
                <a:gd name="connsiteX59" fmla="*/ 816769 w 2543175"/>
                <a:gd name="connsiteY59" fmla="*/ 619125 h 1890712"/>
                <a:gd name="connsiteX60" fmla="*/ 826294 w 2543175"/>
                <a:gd name="connsiteY60" fmla="*/ 626269 h 1890712"/>
                <a:gd name="connsiteX61" fmla="*/ 840582 w 2543175"/>
                <a:gd name="connsiteY61" fmla="*/ 638175 h 1890712"/>
                <a:gd name="connsiteX62" fmla="*/ 847725 w 2543175"/>
                <a:gd name="connsiteY62" fmla="*/ 645319 h 1890712"/>
                <a:gd name="connsiteX63" fmla="*/ 857250 w 2543175"/>
                <a:gd name="connsiteY63" fmla="*/ 652462 h 1890712"/>
                <a:gd name="connsiteX64" fmla="*/ 864394 w 2543175"/>
                <a:gd name="connsiteY64" fmla="*/ 657225 h 1890712"/>
                <a:gd name="connsiteX65" fmla="*/ 888207 w 2543175"/>
                <a:gd name="connsiteY65" fmla="*/ 676275 h 1890712"/>
                <a:gd name="connsiteX66" fmla="*/ 895350 w 2543175"/>
                <a:gd name="connsiteY66" fmla="*/ 681037 h 1890712"/>
                <a:gd name="connsiteX67" fmla="*/ 907257 w 2543175"/>
                <a:gd name="connsiteY67" fmla="*/ 683419 h 1890712"/>
                <a:gd name="connsiteX68" fmla="*/ 928688 w 2543175"/>
                <a:gd name="connsiteY68" fmla="*/ 695325 h 1890712"/>
                <a:gd name="connsiteX69" fmla="*/ 942975 w 2543175"/>
                <a:gd name="connsiteY69" fmla="*/ 700087 h 1890712"/>
                <a:gd name="connsiteX70" fmla="*/ 964407 w 2543175"/>
                <a:gd name="connsiteY70" fmla="*/ 716756 h 1890712"/>
                <a:gd name="connsiteX71" fmla="*/ 971550 w 2543175"/>
                <a:gd name="connsiteY71" fmla="*/ 723900 h 1890712"/>
                <a:gd name="connsiteX72" fmla="*/ 983457 w 2543175"/>
                <a:gd name="connsiteY72" fmla="*/ 733425 h 1890712"/>
                <a:gd name="connsiteX73" fmla="*/ 990600 w 2543175"/>
                <a:gd name="connsiteY73" fmla="*/ 738187 h 1890712"/>
                <a:gd name="connsiteX74" fmla="*/ 1007269 w 2543175"/>
                <a:gd name="connsiteY74" fmla="*/ 752475 h 1890712"/>
                <a:gd name="connsiteX75" fmla="*/ 1031082 w 2543175"/>
                <a:gd name="connsiteY75" fmla="*/ 766762 h 1890712"/>
                <a:gd name="connsiteX76" fmla="*/ 1042988 w 2543175"/>
                <a:gd name="connsiteY76" fmla="*/ 773906 h 1890712"/>
                <a:gd name="connsiteX77" fmla="*/ 1071563 w 2543175"/>
                <a:gd name="connsiteY77" fmla="*/ 785812 h 1890712"/>
                <a:gd name="connsiteX78" fmla="*/ 1097757 w 2543175"/>
                <a:gd name="connsiteY78" fmla="*/ 807244 h 1890712"/>
                <a:gd name="connsiteX79" fmla="*/ 1104900 w 2543175"/>
                <a:gd name="connsiteY79" fmla="*/ 814387 h 1890712"/>
                <a:gd name="connsiteX80" fmla="*/ 1121569 w 2543175"/>
                <a:gd name="connsiteY80" fmla="*/ 823912 h 1890712"/>
                <a:gd name="connsiteX81" fmla="*/ 1138238 w 2543175"/>
                <a:gd name="connsiteY81" fmla="*/ 835819 h 1890712"/>
                <a:gd name="connsiteX82" fmla="*/ 1147763 w 2543175"/>
                <a:gd name="connsiteY82" fmla="*/ 842962 h 1890712"/>
                <a:gd name="connsiteX83" fmla="*/ 1157288 w 2543175"/>
                <a:gd name="connsiteY83" fmla="*/ 847725 h 1890712"/>
                <a:gd name="connsiteX84" fmla="*/ 1178719 w 2543175"/>
                <a:gd name="connsiteY84" fmla="*/ 859631 h 1890712"/>
                <a:gd name="connsiteX85" fmla="*/ 1188244 w 2543175"/>
                <a:gd name="connsiteY85" fmla="*/ 866775 h 1890712"/>
                <a:gd name="connsiteX86" fmla="*/ 1195388 w 2543175"/>
                <a:gd name="connsiteY86" fmla="*/ 871537 h 1890712"/>
                <a:gd name="connsiteX87" fmla="*/ 1212057 w 2543175"/>
                <a:gd name="connsiteY87" fmla="*/ 883444 h 1890712"/>
                <a:gd name="connsiteX88" fmla="*/ 1226344 w 2543175"/>
                <a:gd name="connsiteY88" fmla="*/ 895350 h 1890712"/>
                <a:gd name="connsiteX89" fmla="*/ 1245394 w 2543175"/>
                <a:gd name="connsiteY89" fmla="*/ 907256 h 1890712"/>
                <a:gd name="connsiteX90" fmla="*/ 1254919 w 2543175"/>
                <a:gd name="connsiteY90" fmla="*/ 914400 h 1890712"/>
                <a:gd name="connsiteX91" fmla="*/ 1269207 w 2543175"/>
                <a:gd name="connsiteY91" fmla="*/ 921544 h 1890712"/>
                <a:gd name="connsiteX92" fmla="*/ 1290638 w 2543175"/>
                <a:gd name="connsiteY92" fmla="*/ 935831 h 1890712"/>
                <a:gd name="connsiteX93" fmla="*/ 1307307 w 2543175"/>
                <a:gd name="connsiteY93" fmla="*/ 952500 h 1890712"/>
                <a:gd name="connsiteX94" fmla="*/ 1333500 w 2543175"/>
                <a:gd name="connsiteY94" fmla="*/ 971550 h 1890712"/>
                <a:gd name="connsiteX95" fmla="*/ 1359694 w 2543175"/>
                <a:gd name="connsiteY95" fmla="*/ 990600 h 1890712"/>
                <a:gd name="connsiteX96" fmla="*/ 1385888 w 2543175"/>
                <a:gd name="connsiteY96" fmla="*/ 1021557 h 1890712"/>
                <a:gd name="connsiteX97" fmla="*/ 1435894 w 2543175"/>
                <a:gd name="connsiteY97" fmla="*/ 1054894 h 1890712"/>
                <a:gd name="connsiteX98" fmla="*/ 1495425 w 2543175"/>
                <a:gd name="connsiteY98" fmla="*/ 1088231 h 1890712"/>
                <a:gd name="connsiteX99" fmla="*/ 1547812 w 2543175"/>
                <a:gd name="connsiteY99" fmla="*/ 1133475 h 1890712"/>
                <a:gd name="connsiteX100" fmla="*/ 1597819 w 2543175"/>
                <a:gd name="connsiteY100" fmla="*/ 1154906 h 1890712"/>
                <a:gd name="connsiteX101" fmla="*/ 1604963 w 2543175"/>
                <a:gd name="connsiteY101" fmla="*/ 1162050 h 1890712"/>
                <a:gd name="connsiteX102" fmla="*/ 1612107 w 2543175"/>
                <a:gd name="connsiteY102" fmla="*/ 1166812 h 1890712"/>
                <a:gd name="connsiteX103" fmla="*/ 1628775 w 2543175"/>
                <a:gd name="connsiteY103" fmla="*/ 1183481 h 1890712"/>
                <a:gd name="connsiteX104" fmla="*/ 1662113 w 2543175"/>
                <a:gd name="connsiteY104" fmla="*/ 1209675 h 1890712"/>
                <a:gd name="connsiteX105" fmla="*/ 1678782 w 2543175"/>
                <a:gd name="connsiteY105" fmla="*/ 1226344 h 1890712"/>
                <a:gd name="connsiteX106" fmla="*/ 1700213 w 2543175"/>
                <a:gd name="connsiteY106" fmla="*/ 1247775 h 1890712"/>
                <a:gd name="connsiteX107" fmla="*/ 1712119 w 2543175"/>
                <a:gd name="connsiteY107" fmla="*/ 1259681 h 1890712"/>
                <a:gd name="connsiteX108" fmla="*/ 1733550 w 2543175"/>
                <a:gd name="connsiteY108" fmla="*/ 1273969 h 1890712"/>
                <a:gd name="connsiteX109" fmla="*/ 1743075 w 2543175"/>
                <a:gd name="connsiteY109" fmla="*/ 1283494 h 1890712"/>
                <a:gd name="connsiteX110" fmla="*/ 1754982 w 2543175"/>
                <a:gd name="connsiteY110" fmla="*/ 1290637 h 1890712"/>
                <a:gd name="connsiteX111" fmla="*/ 1766888 w 2543175"/>
                <a:gd name="connsiteY111" fmla="*/ 1300162 h 1890712"/>
                <a:gd name="connsiteX112" fmla="*/ 1783557 w 2543175"/>
                <a:gd name="connsiteY112" fmla="*/ 1307306 h 1890712"/>
                <a:gd name="connsiteX113" fmla="*/ 1790700 w 2543175"/>
                <a:gd name="connsiteY113" fmla="*/ 1312069 h 1890712"/>
                <a:gd name="connsiteX114" fmla="*/ 1800225 w 2543175"/>
                <a:gd name="connsiteY114" fmla="*/ 1319212 h 1890712"/>
                <a:gd name="connsiteX115" fmla="*/ 1807369 w 2543175"/>
                <a:gd name="connsiteY115" fmla="*/ 1321594 h 1890712"/>
                <a:gd name="connsiteX116" fmla="*/ 1824038 w 2543175"/>
                <a:gd name="connsiteY116" fmla="*/ 1333500 h 1890712"/>
                <a:gd name="connsiteX117" fmla="*/ 1843088 w 2543175"/>
                <a:gd name="connsiteY117" fmla="*/ 1352550 h 1890712"/>
                <a:gd name="connsiteX118" fmla="*/ 1852613 w 2543175"/>
                <a:gd name="connsiteY118" fmla="*/ 1359694 h 1890712"/>
                <a:gd name="connsiteX119" fmla="*/ 1859757 w 2543175"/>
                <a:gd name="connsiteY119" fmla="*/ 1366837 h 1890712"/>
                <a:gd name="connsiteX120" fmla="*/ 1869282 w 2543175"/>
                <a:gd name="connsiteY120" fmla="*/ 1371600 h 1890712"/>
                <a:gd name="connsiteX121" fmla="*/ 1883569 w 2543175"/>
                <a:gd name="connsiteY121" fmla="*/ 1388269 h 1890712"/>
                <a:gd name="connsiteX122" fmla="*/ 1893094 w 2543175"/>
                <a:gd name="connsiteY122" fmla="*/ 1395412 h 1890712"/>
                <a:gd name="connsiteX123" fmla="*/ 1902619 w 2543175"/>
                <a:gd name="connsiteY123" fmla="*/ 1404937 h 1890712"/>
                <a:gd name="connsiteX124" fmla="*/ 1912144 w 2543175"/>
                <a:gd name="connsiteY124" fmla="*/ 1409700 h 1890712"/>
                <a:gd name="connsiteX125" fmla="*/ 1931194 w 2543175"/>
                <a:gd name="connsiteY125" fmla="*/ 1421606 h 1890712"/>
                <a:gd name="connsiteX126" fmla="*/ 1935957 w 2543175"/>
                <a:gd name="connsiteY126" fmla="*/ 1428750 h 1890712"/>
                <a:gd name="connsiteX127" fmla="*/ 1952625 w 2543175"/>
                <a:gd name="connsiteY127" fmla="*/ 1438275 h 1890712"/>
                <a:gd name="connsiteX128" fmla="*/ 1971675 w 2543175"/>
                <a:gd name="connsiteY128" fmla="*/ 1450181 h 1890712"/>
                <a:gd name="connsiteX129" fmla="*/ 1981200 w 2543175"/>
                <a:gd name="connsiteY129" fmla="*/ 1454944 h 1890712"/>
                <a:gd name="connsiteX130" fmla="*/ 1997869 w 2543175"/>
                <a:gd name="connsiteY130" fmla="*/ 1471612 h 1890712"/>
                <a:gd name="connsiteX131" fmla="*/ 2007394 w 2543175"/>
                <a:gd name="connsiteY131" fmla="*/ 1478756 h 1890712"/>
                <a:gd name="connsiteX132" fmla="*/ 2016919 w 2543175"/>
                <a:gd name="connsiteY132" fmla="*/ 1483519 h 1890712"/>
                <a:gd name="connsiteX133" fmla="*/ 2024063 w 2543175"/>
                <a:gd name="connsiteY133" fmla="*/ 1490662 h 1890712"/>
                <a:gd name="connsiteX134" fmla="*/ 2033588 w 2543175"/>
                <a:gd name="connsiteY134" fmla="*/ 1495425 h 1890712"/>
                <a:gd name="connsiteX135" fmla="*/ 2040732 w 2543175"/>
                <a:gd name="connsiteY135" fmla="*/ 1502569 h 1890712"/>
                <a:gd name="connsiteX136" fmla="*/ 2047875 w 2543175"/>
                <a:gd name="connsiteY136" fmla="*/ 1507331 h 1890712"/>
                <a:gd name="connsiteX137" fmla="*/ 2057400 w 2543175"/>
                <a:gd name="connsiteY137" fmla="*/ 1514475 h 1890712"/>
                <a:gd name="connsiteX138" fmla="*/ 2064544 w 2543175"/>
                <a:gd name="connsiteY138" fmla="*/ 1519237 h 1890712"/>
                <a:gd name="connsiteX139" fmla="*/ 2071688 w 2543175"/>
                <a:gd name="connsiteY139" fmla="*/ 1526381 h 1890712"/>
                <a:gd name="connsiteX140" fmla="*/ 2081213 w 2543175"/>
                <a:gd name="connsiteY140" fmla="*/ 1531144 h 1890712"/>
                <a:gd name="connsiteX141" fmla="*/ 2090738 w 2543175"/>
                <a:gd name="connsiteY141" fmla="*/ 1538287 h 1890712"/>
                <a:gd name="connsiteX142" fmla="*/ 2109788 w 2543175"/>
                <a:gd name="connsiteY142" fmla="*/ 1547812 h 1890712"/>
                <a:gd name="connsiteX143" fmla="*/ 2131219 w 2543175"/>
                <a:gd name="connsiteY143" fmla="*/ 1562100 h 1890712"/>
                <a:gd name="connsiteX144" fmla="*/ 2140744 w 2543175"/>
                <a:gd name="connsiteY144" fmla="*/ 1566862 h 1890712"/>
                <a:gd name="connsiteX145" fmla="*/ 2152650 w 2543175"/>
                <a:gd name="connsiteY145" fmla="*/ 1576387 h 1890712"/>
                <a:gd name="connsiteX146" fmla="*/ 2181225 w 2543175"/>
                <a:gd name="connsiteY146" fmla="*/ 1590675 h 1890712"/>
                <a:gd name="connsiteX147" fmla="*/ 2200275 w 2543175"/>
                <a:gd name="connsiteY147" fmla="*/ 1607344 h 1890712"/>
                <a:gd name="connsiteX148" fmla="*/ 2207419 w 2543175"/>
                <a:gd name="connsiteY148" fmla="*/ 1612106 h 1890712"/>
                <a:gd name="connsiteX149" fmla="*/ 2216944 w 2543175"/>
                <a:gd name="connsiteY149" fmla="*/ 1619250 h 1890712"/>
                <a:gd name="connsiteX150" fmla="*/ 2224088 w 2543175"/>
                <a:gd name="connsiteY150" fmla="*/ 1624012 h 1890712"/>
                <a:gd name="connsiteX151" fmla="*/ 2247900 w 2543175"/>
                <a:gd name="connsiteY151" fmla="*/ 1643062 h 1890712"/>
                <a:gd name="connsiteX152" fmla="*/ 2255044 w 2543175"/>
                <a:gd name="connsiteY152" fmla="*/ 1650206 h 1890712"/>
                <a:gd name="connsiteX153" fmla="*/ 2281238 w 2543175"/>
                <a:gd name="connsiteY153" fmla="*/ 1664494 h 1890712"/>
                <a:gd name="connsiteX154" fmla="*/ 2297907 w 2543175"/>
                <a:gd name="connsiteY154" fmla="*/ 1674019 h 1890712"/>
                <a:gd name="connsiteX155" fmla="*/ 2312194 w 2543175"/>
                <a:gd name="connsiteY155" fmla="*/ 1685925 h 1890712"/>
                <a:gd name="connsiteX156" fmla="*/ 2328863 w 2543175"/>
                <a:gd name="connsiteY156" fmla="*/ 1697831 h 1890712"/>
                <a:gd name="connsiteX157" fmla="*/ 2350294 w 2543175"/>
                <a:gd name="connsiteY157" fmla="*/ 1712119 h 1890712"/>
                <a:gd name="connsiteX158" fmla="*/ 2369344 w 2543175"/>
                <a:gd name="connsiteY158" fmla="*/ 1724025 h 1890712"/>
                <a:gd name="connsiteX159" fmla="*/ 2428876 w 2543175"/>
                <a:gd name="connsiteY159" fmla="*/ 1785938 h 1890712"/>
                <a:gd name="connsiteX160" fmla="*/ 2466975 w 2543175"/>
                <a:gd name="connsiteY160" fmla="*/ 1783556 h 1890712"/>
                <a:gd name="connsiteX161" fmla="*/ 2481263 w 2543175"/>
                <a:gd name="connsiteY161" fmla="*/ 1795462 h 1890712"/>
                <a:gd name="connsiteX162" fmla="*/ 2486025 w 2543175"/>
                <a:gd name="connsiteY162" fmla="*/ 1802606 h 1890712"/>
                <a:gd name="connsiteX163" fmla="*/ 2514600 w 2543175"/>
                <a:gd name="connsiteY163" fmla="*/ 1850231 h 1890712"/>
                <a:gd name="connsiteX164" fmla="*/ 2519363 w 2543175"/>
                <a:gd name="connsiteY164" fmla="*/ 1857375 h 1890712"/>
                <a:gd name="connsiteX165" fmla="*/ 2540794 w 2543175"/>
                <a:gd name="connsiteY165" fmla="*/ 1883569 h 1890712"/>
                <a:gd name="connsiteX166" fmla="*/ 2543175 w 2543175"/>
                <a:gd name="connsiteY166" fmla="*/ 1890712 h 1890712"/>
                <a:gd name="connsiteX0" fmla="*/ 0 w 2543175"/>
                <a:gd name="connsiteY0" fmla="*/ 0 h 1890712"/>
                <a:gd name="connsiteX1" fmla="*/ 11907 w 2543175"/>
                <a:gd name="connsiteY1" fmla="*/ 11906 h 1890712"/>
                <a:gd name="connsiteX2" fmla="*/ 21432 w 2543175"/>
                <a:gd name="connsiteY2" fmla="*/ 16669 h 1890712"/>
                <a:gd name="connsiteX3" fmla="*/ 23813 w 2543175"/>
                <a:gd name="connsiteY3" fmla="*/ 23812 h 1890712"/>
                <a:gd name="connsiteX4" fmla="*/ 33338 w 2543175"/>
                <a:gd name="connsiteY4" fmla="*/ 33337 h 1890712"/>
                <a:gd name="connsiteX5" fmla="*/ 40482 w 2543175"/>
                <a:gd name="connsiteY5" fmla="*/ 42862 h 1890712"/>
                <a:gd name="connsiteX6" fmla="*/ 47625 w 2543175"/>
                <a:gd name="connsiteY6" fmla="*/ 47625 h 1890712"/>
                <a:gd name="connsiteX7" fmla="*/ 57150 w 2543175"/>
                <a:gd name="connsiteY7" fmla="*/ 54769 h 1890712"/>
                <a:gd name="connsiteX8" fmla="*/ 64294 w 2543175"/>
                <a:gd name="connsiteY8" fmla="*/ 59531 h 1890712"/>
                <a:gd name="connsiteX9" fmla="*/ 83344 w 2543175"/>
                <a:gd name="connsiteY9" fmla="*/ 73819 h 1890712"/>
                <a:gd name="connsiteX10" fmla="*/ 97632 w 2543175"/>
                <a:gd name="connsiteY10" fmla="*/ 80962 h 1890712"/>
                <a:gd name="connsiteX11" fmla="*/ 104775 w 2543175"/>
                <a:gd name="connsiteY11" fmla="*/ 85725 h 1890712"/>
                <a:gd name="connsiteX12" fmla="*/ 114300 w 2543175"/>
                <a:gd name="connsiteY12" fmla="*/ 95250 h 1890712"/>
                <a:gd name="connsiteX13" fmla="*/ 123825 w 2543175"/>
                <a:gd name="connsiteY13" fmla="*/ 97631 h 1890712"/>
                <a:gd name="connsiteX14" fmla="*/ 130969 w 2543175"/>
                <a:gd name="connsiteY14" fmla="*/ 104775 h 1890712"/>
                <a:gd name="connsiteX15" fmla="*/ 140494 w 2543175"/>
                <a:gd name="connsiteY15" fmla="*/ 111919 h 1890712"/>
                <a:gd name="connsiteX16" fmla="*/ 147638 w 2543175"/>
                <a:gd name="connsiteY16" fmla="*/ 116681 h 1890712"/>
                <a:gd name="connsiteX17" fmla="*/ 164307 w 2543175"/>
                <a:gd name="connsiteY17" fmla="*/ 128587 h 1890712"/>
                <a:gd name="connsiteX18" fmla="*/ 180975 w 2543175"/>
                <a:gd name="connsiteY18" fmla="*/ 140494 h 1890712"/>
                <a:gd name="connsiteX19" fmla="*/ 197644 w 2543175"/>
                <a:gd name="connsiteY19" fmla="*/ 152400 h 1890712"/>
                <a:gd name="connsiteX20" fmla="*/ 204788 w 2543175"/>
                <a:gd name="connsiteY20" fmla="*/ 157162 h 1890712"/>
                <a:gd name="connsiteX21" fmla="*/ 214313 w 2543175"/>
                <a:gd name="connsiteY21" fmla="*/ 164306 h 1890712"/>
                <a:gd name="connsiteX22" fmla="*/ 230982 w 2543175"/>
                <a:gd name="connsiteY22" fmla="*/ 180975 h 1890712"/>
                <a:gd name="connsiteX23" fmla="*/ 247650 w 2543175"/>
                <a:gd name="connsiteY23" fmla="*/ 185737 h 1890712"/>
                <a:gd name="connsiteX24" fmla="*/ 300038 w 2543175"/>
                <a:gd name="connsiteY24" fmla="*/ 219075 h 1890712"/>
                <a:gd name="connsiteX25" fmla="*/ 342900 w 2543175"/>
                <a:gd name="connsiteY25" fmla="*/ 254794 h 1890712"/>
                <a:gd name="connsiteX26" fmla="*/ 366713 w 2543175"/>
                <a:gd name="connsiteY26" fmla="*/ 264319 h 1890712"/>
                <a:gd name="connsiteX27" fmla="*/ 371475 w 2543175"/>
                <a:gd name="connsiteY27" fmla="*/ 271462 h 1890712"/>
                <a:gd name="connsiteX28" fmla="*/ 385763 w 2543175"/>
                <a:gd name="connsiteY28" fmla="*/ 283369 h 1890712"/>
                <a:gd name="connsiteX29" fmla="*/ 404813 w 2543175"/>
                <a:gd name="connsiteY29" fmla="*/ 295275 h 1890712"/>
                <a:gd name="connsiteX30" fmla="*/ 411957 w 2543175"/>
                <a:gd name="connsiteY30" fmla="*/ 297656 h 1890712"/>
                <a:gd name="connsiteX31" fmla="*/ 466725 w 2543175"/>
                <a:gd name="connsiteY31" fmla="*/ 328612 h 1890712"/>
                <a:gd name="connsiteX32" fmla="*/ 476250 w 2543175"/>
                <a:gd name="connsiteY32" fmla="*/ 335756 h 1890712"/>
                <a:gd name="connsiteX33" fmla="*/ 481013 w 2543175"/>
                <a:gd name="connsiteY33" fmla="*/ 342900 h 1890712"/>
                <a:gd name="connsiteX34" fmla="*/ 490538 w 2543175"/>
                <a:gd name="connsiteY34" fmla="*/ 352425 h 1890712"/>
                <a:gd name="connsiteX35" fmla="*/ 495300 w 2543175"/>
                <a:gd name="connsiteY35" fmla="*/ 359569 h 1890712"/>
                <a:gd name="connsiteX36" fmla="*/ 509588 w 2543175"/>
                <a:gd name="connsiteY36" fmla="*/ 376237 h 1890712"/>
                <a:gd name="connsiteX37" fmla="*/ 514350 w 2543175"/>
                <a:gd name="connsiteY37" fmla="*/ 383381 h 1890712"/>
                <a:gd name="connsiteX38" fmla="*/ 531019 w 2543175"/>
                <a:gd name="connsiteY38" fmla="*/ 397669 h 1890712"/>
                <a:gd name="connsiteX39" fmla="*/ 538163 w 2543175"/>
                <a:gd name="connsiteY39" fmla="*/ 407194 h 1890712"/>
                <a:gd name="connsiteX40" fmla="*/ 554832 w 2543175"/>
                <a:gd name="connsiteY40" fmla="*/ 421481 h 1890712"/>
                <a:gd name="connsiteX41" fmla="*/ 564357 w 2543175"/>
                <a:gd name="connsiteY41" fmla="*/ 431006 h 1890712"/>
                <a:gd name="connsiteX42" fmla="*/ 573882 w 2543175"/>
                <a:gd name="connsiteY42" fmla="*/ 438150 h 1890712"/>
                <a:gd name="connsiteX43" fmla="*/ 595313 w 2543175"/>
                <a:gd name="connsiteY43" fmla="*/ 454819 h 1890712"/>
                <a:gd name="connsiteX44" fmla="*/ 602457 w 2543175"/>
                <a:gd name="connsiteY44" fmla="*/ 457200 h 1890712"/>
                <a:gd name="connsiteX45" fmla="*/ 628650 w 2543175"/>
                <a:gd name="connsiteY45" fmla="*/ 469106 h 1890712"/>
                <a:gd name="connsiteX46" fmla="*/ 645319 w 2543175"/>
                <a:gd name="connsiteY46" fmla="*/ 483394 h 1890712"/>
                <a:gd name="connsiteX47" fmla="*/ 654844 w 2543175"/>
                <a:gd name="connsiteY47" fmla="*/ 488156 h 1890712"/>
                <a:gd name="connsiteX48" fmla="*/ 661988 w 2543175"/>
                <a:gd name="connsiteY48" fmla="*/ 497681 h 1890712"/>
                <a:gd name="connsiteX49" fmla="*/ 683419 w 2543175"/>
                <a:gd name="connsiteY49" fmla="*/ 514350 h 1890712"/>
                <a:gd name="connsiteX50" fmla="*/ 700088 w 2543175"/>
                <a:gd name="connsiteY50" fmla="*/ 526256 h 1890712"/>
                <a:gd name="connsiteX51" fmla="*/ 709613 w 2543175"/>
                <a:gd name="connsiteY51" fmla="*/ 535781 h 1890712"/>
                <a:gd name="connsiteX52" fmla="*/ 719138 w 2543175"/>
                <a:gd name="connsiteY52" fmla="*/ 542925 h 1890712"/>
                <a:gd name="connsiteX53" fmla="*/ 733425 w 2543175"/>
                <a:gd name="connsiteY53" fmla="*/ 557212 h 1890712"/>
                <a:gd name="connsiteX54" fmla="*/ 750094 w 2543175"/>
                <a:gd name="connsiteY54" fmla="*/ 569119 h 1890712"/>
                <a:gd name="connsiteX55" fmla="*/ 769144 w 2543175"/>
                <a:gd name="connsiteY55" fmla="*/ 581025 h 1890712"/>
                <a:gd name="connsiteX56" fmla="*/ 785813 w 2543175"/>
                <a:gd name="connsiteY56" fmla="*/ 590550 h 1890712"/>
                <a:gd name="connsiteX57" fmla="*/ 792957 w 2543175"/>
                <a:gd name="connsiteY57" fmla="*/ 600075 h 1890712"/>
                <a:gd name="connsiteX58" fmla="*/ 809625 w 2543175"/>
                <a:gd name="connsiteY58" fmla="*/ 611981 h 1890712"/>
                <a:gd name="connsiteX59" fmla="*/ 816769 w 2543175"/>
                <a:gd name="connsiteY59" fmla="*/ 619125 h 1890712"/>
                <a:gd name="connsiteX60" fmla="*/ 826294 w 2543175"/>
                <a:gd name="connsiteY60" fmla="*/ 626269 h 1890712"/>
                <a:gd name="connsiteX61" fmla="*/ 840582 w 2543175"/>
                <a:gd name="connsiteY61" fmla="*/ 638175 h 1890712"/>
                <a:gd name="connsiteX62" fmla="*/ 847725 w 2543175"/>
                <a:gd name="connsiteY62" fmla="*/ 645319 h 1890712"/>
                <a:gd name="connsiteX63" fmla="*/ 857250 w 2543175"/>
                <a:gd name="connsiteY63" fmla="*/ 652462 h 1890712"/>
                <a:gd name="connsiteX64" fmla="*/ 864394 w 2543175"/>
                <a:gd name="connsiteY64" fmla="*/ 657225 h 1890712"/>
                <a:gd name="connsiteX65" fmla="*/ 888207 w 2543175"/>
                <a:gd name="connsiteY65" fmla="*/ 676275 h 1890712"/>
                <a:gd name="connsiteX66" fmla="*/ 895350 w 2543175"/>
                <a:gd name="connsiteY66" fmla="*/ 681037 h 1890712"/>
                <a:gd name="connsiteX67" fmla="*/ 907257 w 2543175"/>
                <a:gd name="connsiteY67" fmla="*/ 683419 h 1890712"/>
                <a:gd name="connsiteX68" fmla="*/ 928688 w 2543175"/>
                <a:gd name="connsiteY68" fmla="*/ 695325 h 1890712"/>
                <a:gd name="connsiteX69" fmla="*/ 942975 w 2543175"/>
                <a:gd name="connsiteY69" fmla="*/ 700087 h 1890712"/>
                <a:gd name="connsiteX70" fmla="*/ 964407 w 2543175"/>
                <a:gd name="connsiteY70" fmla="*/ 716756 h 1890712"/>
                <a:gd name="connsiteX71" fmla="*/ 971550 w 2543175"/>
                <a:gd name="connsiteY71" fmla="*/ 723900 h 1890712"/>
                <a:gd name="connsiteX72" fmla="*/ 983457 w 2543175"/>
                <a:gd name="connsiteY72" fmla="*/ 733425 h 1890712"/>
                <a:gd name="connsiteX73" fmla="*/ 990600 w 2543175"/>
                <a:gd name="connsiteY73" fmla="*/ 738187 h 1890712"/>
                <a:gd name="connsiteX74" fmla="*/ 1007269 w 2543175"/>
                <a:gd name="connsiteY74" fmla="*/ 752475 h 1890712"/>
                <a:gd name="connsiteX75" fmla="*/ 1031082 w 2543175"/>
                <a:gd name="connsiteY75" fmla="*/ 766762 h 1890712"/>
                <a:gd name="connsiteX76" fmla="*/ 1042988 w 2543175"/>
                <a:gd name="connsiteY76" fmla="*/ 773906 h 1890712"/>
                <a:gd name="connsiteX77" fmla="*/ 1071563 w 2543175"/>
                <a:gd name="connsiteY77" fmla="*/ 785812 h 1890712"/>
                <a:gd name="connsiteX78" fmla="*/ 1097757 w 2543175"/>
                <a:gd name="connsiteY78" fmla="*/ 807244 h 1890712"/>
                <a:gd name="connsiteX79" fmla="*/ 1104900 w 2543175"/>
                <a:gd name="connsiteY79" fmla="*/ 814387 h 1890712"/>
                <a:gd name="connsiteX80" fmla="*/ 1121569 w 2543175"/>
                <a:gd name="connsiteY80" fmla="*/ 823912 h 1890712"/>
                <a:gd name="connsiteX81" fmla="*/ 1138238 w 2543175"/>
                <a:gd name="connsiteY81" fmla="*/ 835819 h 1890712"/>
                <a:gd name="connsiteX82" fmla="*/ 1147763 w 2543175"/>
                <a:gd name="connsiteY82" fmla="*/ 842962 h 1890712"/>
                <a:gd name="connsiteX83" fmla="*/ 1157288 w 2543175"/>
                <a:gd name="connsiteY83" fmla="*/ 847725 h 1890712"/>
                <a:gd name="connsiteX84" fmla="*/ 1178719 w 2543175"/>
                <a:gd name="connsiteY84" fmla="*/ 859631 h 1890712"/>
                <a:gd name="connsiteX85" fmla="*/ 1188244 w 2543175"/>
                <a:gd name="connsiteY85" fmla="*/ 866775 h 1890712"/>
                <a:gd name="connsiteX86" fmla="*/ 1195388 w 2543175"/>
                <a:gd name="connsiteY86" fmla="*/ 871537 h 1890712"/>
                <a:gd name="connsiteX87" fmla="*/ 1212057 w 2543175"/>
                <a:gd name="connsiteY87" fmla="*/ 883444 h 1890712"/>
                <a:gd name="connsiteX88" fmla="*/ 1226344 w 2543175"/>
                <a:gd name="connsiteY88" fmla="*/ 895350 h 1890712"/>
                <a:gd name="connsiteX89" fmla="*/ 1245394 w 2543175"/>
                <a:gd name="connsiteY89" fmla="*/ 907256 h 1890712"/>
                <a:gd name="connsiteX90" fmla="*/ 1254919 w 2543175"/>
                <a:gd name="connsiteY90" fmla="*/ 914400 h 1890712"/>
                <a:gd name="connsiteX91" fmla="*/ 1269207 w 2543175"/>
                <a:gd name="connsiteY91" fmla="*/ 921544 h 1890712"/>
                <a:gd name="connsiteX92" fmla="*/ 1290638 w 2543175"/>
                <a:gd name="connsiteY92" fmla="*/ 935831 h 1890712"/>
                <a:gd name="connsiteX93" fmla="*/ 1307307 w 2543175"/>
                <a:gd name="connsiteY93" fmla="*/ 952500 h 1890712"/>
                <a:gd name="connsiteX94" fmla="*/ 1333500 w 2543175"/>
                <a:gd name="connsiteY94" fmla="*/ 971550 h 1890712"/>
                <a:gd name="connsiteX95" fmla="*/ 1359694 w 2543175"/>
                <a:gd name="connsiteY95" fmla="*/ 990600 h 1890712"/>
                <a:gd name="connsiteX96" fmla="*/ 1385888 w 2543175"/>
                <a:gd name="connsiteY96" fmla="*/ 1021557 h 1890712"/>
                <a:gd name="connsiteX97" fmla="*/ 1435894 w 2543175"/>
                <a:gd name="connsiteY97" fmla="*/ 1054894 h 1890712"/>
                <a:gd name="connsiteX98" fmla="*/ 1497806 w 2543175"/>
                <a:gd name="connsiteY98" fmla="*/ 1104900 h 1890712"/>
                <a:gd name="connsiteX99" fmla="*/ 1547812 w 2543175"/>
                <a:gd name="connsiteY99" fmla="*/ 1133475 h 1890712"/>
                <a:gd name="connsiteX100" fmla="*/ 1597819 w 2543175"/>
                <a:gd name="connsiteY100" fmla="*/ 1154906 h 1890712"/>
                <a:gd name="connsiteX101" fmla="*/ 1604963 w 2543175"/>
                <a:gd name="connsiteY101" fmla="*/ 1162050 h 1890712"/>
                <a:gd name="connsiteX102" fmla="*/ 1612107 w 2543175"/>
                <a:gd name="connsiteY102" fmla="*/ 1166812 h 1890712"/>
                <a:gd name="connsiteX103" fmla="*/ 1628775 w 2543175"/>
                <a:gd name="connsiteY103" fmla="*/ 1183481 h 1890712"/>
                <a:gd name="connsiteX104" fmla="*/ 1662113 w 2543175"/>
                <a:gd name="connsiteY104" fmla="*/ 1209675 h 1890712"/>
                <a:gd name="connsiteX105" fmla="*/ 1678782 w 2543175"/>
                <a:gd name="connsiteY105" fmla="*/ 1226344 h 1890712"/>
                <a:gd name="connsiteX106" fmla="*/ 1700213 w 2543175"/>
                <a:gd name="connsiteY106" fmla="*/ 1247775 h 1890712"/>
                <a:gd name="connsiteX107" fmla="*/ 1712119 w 2543175"/>
                <a:gd name="connsiteY107" fmla="*/ 1259681 h 1890712"/>
                <a:gd name="connsiteX108" fmla="*/ 1733550 w 2543175"/>
                <a:gd name="connsiteY108" fmla="*/ 1273969 h 1890712"/>
                <a:gd name="connsiteX109" fmla="*/ 1743075 w 2543175"/>
                <a:gd name="connsiteY109" fmla="*/ 1283494 h 1890712"/>
                <a:gd name="connsiteX110" fmla="*/ 1754982 w 2543175"/>
                <a:gd name="connsiteY110" fmla="*/ 1290637 h 1890712"/>
                <a:gd name="connsiteX111" fmla="*/ 1766888 w 2543175"/>
                <a:gd name="connsiteY111" fmla="*/ 1300162 h 1890712"/>
                <a:gd name="connsiteX112" fmla="*/ 1783557 w 2543175"/>
                <a:gd name="connsiteY112" fmla="*/ 1307306 h 1890712"/>
                <a:gd name="connsiteX113" fmla="*/ 1790700 w 2543175"/>
                <a:gd name="connsiteY113" fmla="*/ 1312069 h 1890712"/>
                <a:gd name="connsiteX114" fmla="*/ 1800225 w 2543175"/>
                <a:gd name="connsiteY114" fmla="*/ 1319212 h 1890712"/>
                <a:gd name="connsiteX115" fmla="*/ 1807369 w 2543175"/>
                <a:gd name="connsiteY115" fmla="*/ 1321594 h 1890712"/>
                <a:gd name="connsiteX116" fmla="*/ 1824038 w 2543175"/>
                <a:gd name="connsiteY116" fmla="*/ 1333500 h 1890712"/>
                <a:gd name="connsiteX117" fmla="*/ 1843088 w 2543175"/>
                <a:gd name="connsiteY117" fmla="*/ 1352550 h 1890712"/>
                <a:gd name="connsiteX118" fmla="*/ 1852613 w 2543175"/>
                <a:gd name="connsiteY118" fmla="*/ 1359694 h 1890712"/>
                <a:gd name="connsiteX119" fmla="*/ 1859757 w 2543175"/>
                <a:gd name="connsiteY119" fmla="*/ 1366837 h 1890712"/>
                <a:gd name="connsiteX120" fmla="*/ 1869282 w 2543175"/>
                <a:gd name="connsiteY120" fmla="*/ 1371600 h 1890712"/>
                <a:gd name="connsiteX121" fmla="*/ 1883569 w 2543175"/>
                <a:gd name="connsiteY121" fmla="*/ 1388269 h 1890712"/>
                <a:gd name="connsiteX122" fmla="*/ 1893094 w 2543175"/>
                <a:gd name="connsiteY122" fmla="*/ 1395412 h 1890712"/>
                <a:gd name="connsiteX123" fmla="*/ 1902619 w 2543175"/>
                <a:gd name="connsiteY123" fmla="*/ 1404937 h 1890712"/>
                <a:gd name="connsiteX124" fmla="*/ 1912144 w 2543175"/>
                <a:gd name="connsiteY124" fmla="*/ 1409700 h 1890712"/>
                <a:gd name="connsiteX125" fmla="*/ 1931194 w 2543175"/>
                <a:gd name="connsiteY125" fmla="*/ 1421606 h 1890712"/>
                <a:gd name="connsiteX126" fmla="*/ 1935957 w 2543175"/>
                <a:gd name="connsiteY126" fmla="*/ 1428750 h 1890712"/>
                <a:gd name="connsiteX127" fmla="*/ 1952625 w 2543175"/>
                <a:gd name="connsiteY127" fmla="*/ 1438275 h 1890712"/>
                <a:gd name="connsiteX128" fmla="*/ 1971675 w 2543175"/>
                <a:gd name="connsiteY128" fmla="*/ 1450181 h 1890712"/>
                <a:gd name="connsiteX129" fmla="*/ 1981200 w 2543175"/>
                <a:gd name="connsiteY129" fmla="*/ 1454944 h 1890712"/>
                <a:gd name="connsiteX130" fmla="*/ 1997869 w 2543175"/>
                <a:gd name="connsiteY130" fmla="*/ 1471612 h 1890712"/>
                <a:gd name="connsiteX131" fmla="*/ 2007394 w 2543175"/>
                <a:gd name="connsiteY131" fmla="*/ 1478756 h 1890712"/>
                <a:gd name="connsiteX132" fmla="*/ 2016919 w 2543175"/>
                <a:gd name="connsiteY132" fmla="*/ 1483519 h 1890712"/>
                <a:gd name="connsiteX133" fmla="*/ 2024063 w 2543175"/>
                <a:gd name="connsiteY133" fmla="*/ 1490662 h 1890712"/>
                <a:gd name="connsiteX134" fmla="*/ 2033588 w 2543175"/>
                <a:gd name="connsiteY134" fmla="*/ 1495425 h 1890712"/>
                <a:gd name="connsiteX135" fmla="*/ 2040732 w 2543175"/>
                <a:gd name="connsiteY135" fmla="*/ 1502569 h 1890712"/>
                <a:gd name="connsiteX136" fmla="*/ 2047875 w 2543175"/>
                <a:gd name="connsiteY136" fmla="*/ 1507331 h 1890712"/>
                <a:gd name="connsiteX137" fmla="*/ 2057400 w 2543175"/>
                <a:gd name="connsiteY137" fmla="*/ 1514475 h 1890712"/>
                <a:gd name="connsiteX138" fmla="*/ 2064544 w 2543175"/>
                <a:gd name="connsiteY138" fmla="*/ 1519237 h 1890712"/>
                <a:gd name="connsiteX139" fmla="*/ 2071688 w 2543175"/>
                <a:gd name="connsiteY139" fmla="*/ 1526381 h 1890712"/>
                <a:gd name="connsiteX140" fmla="*/ 2081213 w 2543175"/>
                <a:gd name="connsiteY140" fmla="*/ 1531144 h 1890712"/>
                <a:gd name="connsiteX141" fmla="*/ 2090738 w 2543175"/>
                <a:gd name="connsiteY141" fmla="*/ 1538287 h 1890712"/>
                <a:gd name="connsiteX142" fmla="*/ 2109788 w 2543175"/>
                <a:gd name="connsiteY142" fmla="*/ 1547812 h 1890712"/>
                <a:gd name="connsiteX143" fmla="*/ 2131219 w 2543175"/>
                <a:gd name="connsiteY143" fmla="*/ 1562100 h 1890712"/>
                <a:gd name="connsiteX144" fmla="*/ 2140744 w 2543175"/>
                <a:gd name="connsiteY144" fmla="*/ 1566862 h 1890712"/>
                <a:gd name="connsiteX145" fmla="*/ 2152650 w 2543175"/>
                <a:gd name="connsiteY145" fmla="*/ 1576387 h 1890712"/>
                <a:gd name="connsiteX146" fmla="*/ 2181225 w 2543175"/>
                <a:gd name="connsiteY146" fmla="*/ 1590675 h 1890712"/>
                <a:gd name="connsiteX147" fmla="*/ 2200275 w 2543175"/>
                <a:gd name="connsiteY147" fmla="*/ 1607344 h 1890712"/>
                <a:gd name="connsiteX148" fmla="*/ 2207419 w 2543175"/>
                <a:gd name="connsiteY148" fmla="*/ 1612106 h 1890712"/>
                <a:gd name="connsiteX149" fmla="*/ 2216944 w 2543175"/>
                <a:gd name="connsiteY149" fmla="*/ 1619250 h 1890712"/>
                <a:gd name="connsiteX150" fmla="*/ 2224088 w 2543175"/>
                <a:gd name="connsiteY150" fmla="*/ 1624012 h 1890712"/>
                <a:gd name="connsiteX151" fmla="*/ 2247900 w 2543175"/>
                <a:gd name="connsiteY151" fmla="*/ 1643062 h 1890712"/>
                <a:gd name="connsiteX152" fmla="*/ 2255044 w 2543175"/>
                <a:gd name="connsiteY152" fmla="*/ 1650206 h 1890712"/>
                <a:gd name="connsiteX153" fmla="*/ 2281238 w 2543175"/>
                <a:gd name="connsiteY153" fmla="*/ 1664494 h 1890712"/>
                <a:gd name="connsiteX154" fmla="*/ 2297907 w 2543175"/>
                <a:gd name="connsiteY154" fmla="*/ 1674019 h 1890712"/>
                <a:gd name="connsiteX155" fmla="*/ 2312194 w 2543175"/>
                <a:gd name="connsiteY155" fmla="*/ 1685925 h 1890712"/>
                <a:gd name="connsiteX156" fmla="*/ 2328863 w 2543175"/>
                <a:gd name="connsiteY156" fmla="*/ 1697831 h 1890712"/>
                <a:gd name="connsiteX157" fmla="*/ 2350294 w 2543175"/>
                <a:gd name="connsiteY157" fmla="*/ 1712119 h 1890712"/>
                <a:gd name="connsiteX158" fmla="*/ 2369344 w 2543175"/>
                <a:gd name="connsiteY158" fmla="*/ 1724025 h 1890712"/>
                <a:gd name="connsiteX159" fmla="*/ 2428876 w 2543175"/>
                <a:gd name="connsiteY159" fmla="*/ 1785938 h 1890712"/>
                <a:gd name="connsiteX160" fmla="*/ 2466975 w 2543175"/>
                <a:gd name="connsiteY160" fmla="*/ 1783556 h 1890712"/>
                <a:gd name="connsiteX161" fmla="*/ 2481263 w 2543175"/>
                <a:gd name="connsiteY161" fmla="*/ 1795462 h 1890712"/>
                <a:gd name="connsiteX162" fmla="*/ 2486025 w 2543175"/>
                <a:gd name="connsiteY162" fmla="*/ 1802606 h 1890712"/>
                <a:gd name="connsiteX163" fmla="*/ 2514600 w 2543175"/>
                <a:gd name="connsiteY163" fmla="*/ 1850231 h 1890712"/>
                <a:gd name="connsiteX164" fmla="*/ 2519363 w 2543175"/>
                <a:gd name="connsiteY164" fmla="*/ 1857375 h 1890712"/>
                <a:gd name="connsiteX165" fmla="*/ 2540794 w 2543175"/>
                <a:gd name="connsiteY165" fmla="*/ 1883569 h 1890712"/>
                <a:gd name="connsiteX166" fmla="*/ 2543175 w 2543175"/>
                <a:gd name="connsiteY166" fmla="*/ 1890712 h 1890712"/>
                <a:gd name="connsiteX0" fmla="*/ 0 w 2543175"/>
                <a:gd name="connsiteY0" fmla="*/ 0 h 1890712"/>
                <a:gd name="connsiteX1" fmla="*/ 11907 w 2543175"/>
                <a:gd name="connsiteY1" fmla="*/ 11906 h 1890712"/>
                <a:gd name="connsiteX2" fmla="*/ 21432 w 2543175"/>
                <a:gd name="connsiteY2" fmla="*/ 16669 h 1890712"/>
                <a:gd name="connsiteX3" fmla="*/ 23813 w 2543175"/>
                <a:gd name="connsiteY3" fmla="*/ 23812 h 1890712"/>
                <a:gd name="connsiteX4" fmla="*/ 33338 w 2543175"/>
                <a:gd name="connsiteY4" fmla="*/ 33337 h 1890712"/>
                <a:gd name="connsiteX5" fmla="*/ 40482 w 2543175"/>
                <a:gd name="connsiteY5" fmla="*/ 42862 h 1890712"/>
                <a:gd name="connsiteX6" fmla="*/ 47625 w 2543175"/>
                <a:gd name="connsiteY6" fmla="*/ 47625 h 1890712"/>
                <a:gd name="connsiteX7" fmla="*/ 57150 w 2543175"/>
                <a:gd name="connsiteY7" fmla="*/ 54769 h 1890712"/>
                <a:gd name="connsiteX8" fmla="*/ 64294 w 2543175"/>
                <a:gd name="connsiteY8" fmla="*/ 59531 h 1890712"/>
                <a:gd name="connsiteX9" fmla="*/ 83344 w 2543175"/>
                <a:gd name="connsiteY9" fmla="*/ 73819 h 1890712"/>
                <a:gd name="connsiteX10" fmla="*/ 97632 w 2543175"/>
                <a:gd name="connsiteY10" fmla="*/ 80962 h 1890712"/>
                <a:gd name="connsiteX11" fmla="*/ 104775 w 2543175"/>
                <a:gd name="connsiteY11" fmla="*/ 85725 h 1890712"/>
                <a:gd name="connsiteX12" fmla="*/ 114300 w 2543175"/>
                <a:gd name="connsiteY12" fmla="*/ 95250 h 1890712"/>
                <a:gd name="connsiteX13" fmla="*/ 123825 w 2543175"/>
                <a:gd name="connsiteY13" fmla="*/ 97631 h 1890712"/>
                <a:gd name="connsiteX14" fmla="*/ 130969 w 2543175"/>
                <a:gd name="connsiteY14" fmla="*/ 104775 h 1890712"/>
                <a:gd name="connsiteX15" fmla="*/ 140494 w 2543175"/>
                <a:gd name="connsiteY15" fmla="*/ 111919 h 1890712"/>
                <a:gd name="connsiteX16" fmla="*/ 147638 w 2543175"/>
                <a:gd name="connsiteY16" fmla="*/ 116681 h 1890712"/>
                <a:gd name="connsiteX17" fmla="*/ 164307 w 2543175"/>
                <a:gd name="connsiteY17" fmla="*/ 128587 h 1890712"/>
                <a:gd name="connsiteX18" fmla="*/ 180975 w 2543175"/>
                <a:gd name="connsiteY18" fmla="*/ 140494 h 1890712"/>
                <a:gd name="connsiteX19" fmla="*/ 197644 w 2543175"/>
                <a:gd name="connsiteY19" fmla="*/ 152400 h 1890712"/>
                <a:gd name="connsiteX20" fmla="*/ 204788 w 2543175"/>
                <a:gd name="connsiteY20" fmla="*/ 157162 h 1890712"/>
                <a:gd name="connsiteX21" fmla="*/ 214313 w 2543175"/>
                <a:gd name="connsiteY21" fmla="*/ 164306 h 1890712"/>
                <a:gd name="connsiteX22" fmla="*/ 230982 w 2543175"/>
                <a:gd name="connsiteY22" fmla="*/ 180975 h 1890712"/>
                <a:gd name="connsiteX23" fmla="*/ 247650 w 2543175"/>
                <a:gd name="connsiteY23" fmla="*/ 185737 h 1890712"/>
                <a:gd name="connsiteX24" fmla="*/ 300038 w 2543175"/>
                <a:gd name="connsiteY24" fmla="*/ 219075 h 1890712"/>
                <a:gd name="connsiteX25" fmla="*/ 342900 w 2543175"/>
                <a:gd name="connsiteY25" fmla="*/ 254794 h 1890712"/>
                <a:gd name="connsiteX26" fmla="*/ 366713 w 2543175"/>
                <a:gd name="connsiteY26" fmla="*/ 264319 h 1890712"/>
                <a:gd name="connsiteX27" fmla="*/ 371475 w 2543175"/>
                <a:gd name="connsiteY27" fmla="*/ 271462 h 1890712"/>
                <a:gd name="connsiteX28" fmla="*/ 385763 w 2543175"/>
                <a:gd name="connsiteY28" fmla="*/ 283369 h 1890712"/>
                <a:gd name="connsiteX29" fmla="*/ 404813 w 2543175"/>
                <a:gd name="connsiteY29" fmla="*/ 295275 h 1890712"/>
                <a:gd name="connsiteX30" fmla="*/ 411957 w 2543175"/>
                <a:gd name="connsiteY30" fmla="*/ 297656 h 1890712"/>
                <a:gd name="connsiteX31" fmla="*/ 466725 w 2543175"/>
                <a:gd name="connsiteY31" fmla="*/ 328612 h 1890712"/>
                <a:gd name="connsiteX32" fmla="*/ 476250 w 2543175"/>
                <a:gd name="connsiteY32" fmla="*/ 335756 h 1890712"/>
                <a:gd name="connsiteX33" fmla="*/ 481013 w 2543175"/>
                <a:gd name="connsiteY33" fmla="*/ 342900 h 1890712"/>
                <a:gd name="connsiteX34" fmla="*/ 490538 w 2543175"/>
                <a:gd name="connsiteY34" fmla="*/ 352425 h 1890712"/>
                <a:gd name="connsiteX35" fmla="*/ 495300 w 2543175"/>
                <a:gd name="connsiteY35" fmla="*/ 359569 h 1890712"/>
                <a:gd name="connsiteX36" fmla="*/ 509588 w 2543175"/>
                <a:gd name="connsiteY36" fmla="*/ 376237 h 1890712"/>
                <a:gd name="connsiteX37" fmla="*/ 514350 w 2543175"/>
                <a:gd name="connsiteY37" fmla="*/ 383381 h 1890712"/>
                <a:gd name="connsiteX38" fmla="*/ 531019 w 2543175"/>
                <a:gd name="connsiteY38" fmla="*/ 397669 h 1890712"/>
                <a:gd name="connsiteX39" fmla="*/ 538163 w 2543175"/>
                <a:gd name="connsiteY39" fmla="*/ 407194 h 1890712"/>
                <a:gd name="connsiteX40" fmla="*/ 554832 w 2543175"/>
                <a:gd name="connsiteY40" fmla="*/ 421481 h 1890712"/>
                <a:gd name="connsiteX41" fmla="*/ 564357 w 2543175"/>
                <a:gd name="connsiteY41" fmla="*/ 431006 h 1890712"/>
                <a:gd name="connsiteX42" fmla="*/ 573882 w 2543175"/>
                <a:gd name="connsiteY42" fmla="*/ 438150 h 1890712"/>
                <a:gd name="connsiteX43" fmla="*/ 595313 w 2543175"/>
                <a:gd name="connsiteY43" fmla="*/ 454819 h 1890712"/>
                <a:gd name="connsiteX44" fmla="*/ 602457 w 2543175"/>
                <a:gd name="connsiteY44" fmla="*/ 457200 h 1890712"/>
                <a:gd name="connsiteX45" fmla="*/ 628650 w 2543175"/>
                <a:gd name="connsiteY45" fmla="*/ 469106 h 1890712"/>
                <a:gd name="connsiteX46" fmla="*/ 645319 w 2543175"/>
                <a:gd name="connsiteY46" fmla="*/ 483394 h 1890712"/>
                <a:gd name="connsiteX47" fmla="*/ 654844 w 2543175"/>
                <a:gd name="connsiteY47" fmla="*/ 488156 h 1890712"/>
                <a:gd name="connsiteX48" fmla="*/ 661988 w 2543175"/>
                <a:gd name="connsiteY48" fmla="*/ 497681 h 1890712"/>
                <a:gd name="connsiteX49" fmla="*/ 683419 w 2543175"/>
                <a:gd name="connsiteY49" fmla="*/ 514350 h 1890712"/>
                <a:gd name="connsiteX50" fmla="*/ 700088 w 2543175"/>
                <a:gd name="connsiteY50" fmla="*/ 526256 h 1890712"/>
                <a:gd name="connsiteX51" fmla="*/ 709613 w 2543175"/>
                <a:gd name="connsiteY51" fmla="*/ 535781 h 1890712"/>
                <a:gd name="connsiteX52" fmla="*/ 719138 w 2543175"/>
                <a:gd name="connsiteY52" fmla="*/ 542925 h 1890712"/>
                <a:gd name="connsiteX53" fmla="*/ 733425 w 2543175"/>
                <a:gd name="connsiteY53" fmla="*/ 557212 h 1890712"/>
                <a:gd name="connsiteX54" fmla="*/ 750094 w 2543175"/>
                <a:gd name="connsiteY54" fmla="*/ 569119 h 1890712"/>
                <a:gd name="connsiteX55" fmla="*/ 769144 w 2543175"/>
                <a:gd name="connsiteY55" fmla="*/ 581025 h 1890712"/>
                <a:gd name="connsiteX56" fmla="*/ 785813 w 2543175"/>
                <a:gd name="connsiteY56" fmla="*/ 590550 h 1890712"/>
                <a:gd name="connsiteX57" fmla="*/ 792957 w 2543175"/>
                <a:gd name="connsiteY57" fmla="*/ 600075 h 1890712"/>
                <a:gd name="connsiteX58" fmla="*/ 809625 w 2543175"/>
                <a:gd name="connsiteY58" fmla="*/ 611981 h 1890712"/>
                <a:gd name="connsiteX59" fmla="*/ 816769 w 2543175"/>
                <a:gd name="connsiteY59" fmla="*/ 619125 h 1890712"/>
                <a:gd name="connsiteX60" fmla="*/ 826294 w 2543175"/>
                <a:gd name="connsiteY60" fmla="*/ 626269 h 1890712"/>
                <a:gd name="connsiteX61" fmla="*/ 840582 w 2543175"/>
                <a:gd name="connsiteY61" fmla="*/ 638175 h 1890712"/>
                <a:gd name="connsiteX62" fmla="*/ 847725 w 2543175"/>
                <a:gd name="connsiteY62" fmla="*/ 645319 h 1890712"/>
                <a:gd name="connsiteX63" fmla="*/ 857250 w 2543175"/>
                <a:gd name="connsiteY63" fmla="*/ 652462 h 1890712"/>
                <a:gd name="connsiteX64" fmla="*/ 864394 w 2543175"/>
                <a:gd name="connsiteY64" fmla="*/ 657225 h 1890712"/>
                <a:gd name="connsiteX65" fmla="*/ 888207 w 2543175"/>
                <a:gd name="connsiteY65" fmla="*/ 676275 h 1890712"/>
                <a:gd name="connsiteX66" fmla="*/ 895350 w 2543175"/>
                <a:gd name="connsiteY66" fmla="*/ 681037 h 1890712"/>
                <a:gd name="connsiteX67" fmla="*/ 907257 w 2543175"/>
                <a:gd name="connsiteY67" fmla="*/ 683419 h 1890712"/>
                <a:gd name="connsiteX68" fmla="*/ 928688 w 2543175"/>
                <a:gd name="connsiteY68" fmla="*/ 695325 h 1890712"/>
                <a:gd name="connsiteX69" fmla="*/ 942975 w 2543175"/>
                <a:gd name="connsiteY69" fmla="*/ 700087 h 1890712"/>
                <a:gd name="connsiteX70" fmla="*/ 964407 w 2543175"/>
                <a:gd name="connsiteY70" fmla="*/ 716756 h 1890712"/>
                <a:gd name="connsiteX71" fmla="*/ 971550 w 2543175"/>
                <a:gd name="connsiteY71" fmla="*/ 723900 h 1890712"/>
                <a:gd name="connsiteX72" fmla="*/ 983457 w 2543175"/>
                <a:gd name="connsiteY72" fmla="*/ 733425 h 1890712"/>
                <a:gd name="connsiteX73" fmla="*/ 990600 w 2543175"/>
                <a:gd name="connsiteY73" fmla="*/ 738187 h 1890712"/>
                <a:gd name="connsiteX74" fmla="*/ 1007269 w 2543175"/>
                <a:gd name="connsiteY74" fmla="*/ 752475 h 1890712"/>
                <a:gd name="connsiteX75" fmla="*/ 1031082 w 2543175"/>
                <a:gd name="connsiteY75" fmla="*/ 766762 h 1890712"/>
                <a:gd name="connsiteX76" fmla="*/ 1042988 w 2543175"/>
                <a:gd name="connsiteY76" fmla="*/ 773906 h 1890712"/>
                <a:gd name="connsiteX77" fmla="*/ 1071563 w 2543175"/>
                <a:gd name="connsiteY77" fmla="*/ 785812 h 1890712"/>
                <a:gd name="connsiteX78" fmla="*/ 1097757 w 2543175"/>
                <a:gd name="connsiteY78" fmla="*/ 807244 h 1890712"/>
                <a:gd name="connsiteX79" fmla="*/ 1104900 w 2543175"/>
                <a:gd name="connsiteY79" fmla="*/ 814387 h 1890712"/>
                <a:gd name="connsiteX80" fmla="*/ 1121569 w 2543175"/>
                <a:gd name="connsiteY80" fmla="*/ 823912 h 1890712"/>
                <a:gd name="connsiteX81" fmla="*/ 1138238 w 2543175"/>
                <a:gd name="connsiteY81" fmla="*/ 835819 h 1890712"/>
                <a:gd name="connsiteX82" fmla="*/ 1147763 w 2543175"/>
                <a:gd name="connsiteY82" fmla="*/ 842962 h 1890712"/>
                <a:gd name="connsiteX83" fmla="*/ 1157288 w 2543175"/>
                <a:gd name="connsiteY83" fmla="*/ 847725 h 1890712"/>
                <a:gd name="connsiteX84" fmla="*/ 1178719 w 2543175"/>
                <a:gd name="connsiteY84" fmla="*/ 859631 h 1890712"/>
                <a:gd name="connsiteX85" fmla="*/ 1188244 w 2543175"/>
                <a:gd name="connsiteY85" fmla="*/ 866775 h 1890712"/>
                <a:gd name="connsiteX86" fmla="*/ 1195388 w 2543175"/>
                <a:gd name="connsiteY86" fmla="*/ 871537 h 1890712"/>
                <a:gd name="connsiteX87" fmla="*/ 1212057 w 2543175"/>
                <a:gd name="connsiteY87" fmla="*/ 883444 h 1890712"/>
                <a:gd name="connsiteX88" fmla="*/ 1226344 w 2543175"/>
                <a:gd name="connsiteY88" fmla="*/ 895350 h 1890712"/>
                <a:gd name="connsiteX89" fmla="*/ 1245394 w 2543175"/>
                <a:gd name="connsiteY89" fmla="*/ 907256 h 1890712"/>
                <a:gd name="connsiteX90" fmla="*/ 1254919 w 2543175"/>
                <a:gd name="connsiteY90" fmla="*/ 914400 h 1890712"/>
                <a:gd name="connsiteX91" fmla="*/ 1269207 w 2543175"/>
                <a:gd name="connsiteY91" fmla="*/ 921544 h 1890712"/>
                <a:gd name="connsiteX92" fmla="*/ 1290638 w 2543175"/>
                <a:gd name="connsiteY92" fmla="*/ 935831 h 1890712"/>
                <a:gd name="connsiteX93" fmla="*/ 1307307 w 2543175"/>
                <a:gd name="connsiteY93" fmla="*/ 952500 h 1890712"/>
                <a:gd name="connsiteX94" fmla="*/ 1333500 w 2543175"/>
                <a:gd name="connsiteY94" fmla="*/ 971550 h 1890712"/>
                <a:gd name="connsiteX95" fmla="*/ 1359694 w 2543175"/>
                <a:gd name="connsiteY95" fmla="*/ 990600 h 1890712"/>
                <a:gd name="connsiteX96" fmla="*/ 1385888 w 2543175"/>
                <a:gd name="connsiteY96" fmla="*/ 1021557 h 1890712"/>
                <a:gd name="connsiteX97" fmla="*/ 1435894 w 2543175"/>
                <a:gd name="connsiteY97" fmla="*/ 1054894 h 1890712"/>
                <a:gd name="connsiteX98" fmla="*/ 1497806 w 2543175"/>
                <a:gd name="connsiteY98" fmla="*/ 1104900 h 1890712"/>
                <a:gd name="connsiteX99" fmla="*/ 1559718 w 2543175"/>
                <a:gd name="connsiteY99" fmla="*/ 1154906 h 1890712"/>
                <a:gd name="connsiteX100" fmla="*/ 1597819 w 2543175"/>
                <a:gd name="connsiteY100" fmla="*/ 1154906 h 1890712"/>
                <a:gd name="connsiteX101" fmla="*/ 1604963 w 2543175"/>
                <a:gd name="connsiteY101" fmla="*/ 1162050 h 1890712"/>
                <a:gd name="connsiteX102" fmla="*/ 1612107 w 2543175"/>
                <a:gd name="connsiteY102" fmla="*/ 1166812 h 1890712"/>
                <a:gd name="connsiteX103" fmla="*/ 1628775 w 2543175"/>
                <a:gd name="connsiteY103" fmla="*/ 1183481 h 1890712"/>
                <a:gd name="connsiteX104" fmla="*/ 1662113 w 2543175"/>
                <a:gd name="connsiteY104" fmla="*/ 1209675 h 1890712"/>
                <a:gd name="connsiteX105" fmla="*/ 1678782 w 2543175"/>
                <a:gd name="connsiteY105" fmla="*/ 1226344 h 1890712"/>
                <a:gd name="connsiteX106" fmla="*/ 1700213 w 2543175"/>
                <a:gd name="connsiteY106" fmla="*/ 1247775 h 1890712"/>
                <a:gd name="connsiteX107" fmla="*/ 1712119 w 2543175"/>
                <a:gd name="connsiteY107" fmla="*/ 1259681 h 1890712"/>
                <a:gd name="connsiteX108" fmla="*/ 1733550 w 2543175"/>
                <a:gd name="connsiteY108" fmla="*/ 1273969 h 1890712"/>
                <a:gd name="connsiteX109" fmla="*/ 1743075 w 2543175"/>
                <a:gd name="connsiteY109" fmla="*/ 1283494 h 1890712"/>
                <a:gd name="connsiteX110" fmla="*/ 1754982 w 2543175"/>
                <a:gd name="connsiteY110" fmla="*/ 1290637 h 1890712"/>
                <a:gd name="connsiteX111" fmla="*/ 1766888 w 2543175"/>
                <a:gd name="connsiteY111" fmla="*/ 1300162 h 1890712"/>
                <a:gd name="connsiteX112" fmla="*/ 1783557 w 2543175"/>
                <a:gd name="connsiteY112" fmla="*/ 1307306 h 1890712"/>
                <a:gd name="connsiteX113" fmla="*/ 1790700 w 2543175"/>
                <a:gd name="connsiteY113" fmla="*/ 1312069 h 1890712"/>
                <a:gd name="connsiteX114" fmla="*/ 1800225 w 2543175"/>
                <a:gd name="connsiteY114" fmla="*/ 1319212 h 1890712"/>
                <a:gd name="connsiteX115" fmla="*/ 1807369 w 2543175"/>
                <a:gd name="connsiteY115" fmla="*/ 1321594 h 1890712"/>
                <a:gd name="connsiteX116" fmla="*/ 1824038 w 2543175"/>
                <a:gd name="connsiteY116" fmla="*/ 1333500 h 1890712"/>
                <a:gd name="connsiteX117" fmla="*/ 1843088 w 2543175"/>
                <a:gd name="connsiteY117" fmla="*/ 1352550 h 1890712"/>
                <a:gd name="connsiteX118" fmla="*/ 1852613 w 2543175"/>
                <a:gd name="connsiteY118" fmla="*/ 1359694 h 1890712"/>
                <a:gd name="connsiteX119" fmla="*/ 1859757 w 2543175"/>
                <a:gd name="connsiteY119" fmla="*/ 1366837 h 1890712"/>
                <a:gd name="connsiteX120" fmla="*/ 1869282 w 2543175"/>
                <a:gd name="connsiteY120" fmla="*/ 1371600 h 1890712"/>
                <a:gd name="connsiteX121" fmla="*/ 1883569 w 2543175"/>
                <a:gd name="connsiteY121" fmla="*/ 1388269 h 1890712"/>
                <a:gd name="connsiteX122" fmla="*/ 1893094 w 2543175"/>
                <a:gd name="connsiteY122" fmla="*/ 1395412 h 1890712"/>
                <a:gd name="connsiteX123" fmla="*/ 1902619 w 2543175"/>
                <a:gd name="connsiteY123" fmla="*/ 1404937 h 1890712"/>
                <a:gd name="connsiteX124" fmla="*/ 1912144 w 2543175"/>
                <a:gd name="connsiteY124" fmla="*/ 1409700 h 1890712"/>
                <a:gd name="connsiteX125" fmla="*/ 1931194 w 2543175"/>
                <a:gd name="connsiteY125" fmla="*/ 1421606 h 1890712"/>
                <a:gd name="connsiteX126" fmla="*/ 1935957 w 2543175"/>
                <a:gd name="connsiteY126" fmla="*/ 1428750 h 1890712"/>
                <a:gd name="connsiteX127" fmla="*/ 1952625 w 2543175"/>
                <a:gd name="connsiteY127" fmla="*/ 1438275 h 1890712"/>
                <a:gd name="connsiteX128" fmla="*/ 1971675 w 2543175"/>
                <a:gd name="connsiteY128" fmla="*/ 1450181 h 1890712"/>
                <a:gd name="connsiteX129" fmla="*/ 1981200 w 2543175"/>
                <a:gd name="connsiteY129" fmla="*/ 1454944 h 1890712"/>
                <a:gd name="connsiteX130" fmla="*/ 1997869 w 2543175"/>
                <a:gd name="connsiteY130" fmla="*/ 1471612 h 1890712"/>
                <a:gd name="connsiteX131" fmla="*/ 2007394 w 2543175"/>
                <a:gd name="connsiteY131" fmla="*/ 1478756 h 1890712"/>
                <a:gd name="connsiteX132" fmla="*/ 2016919 w 2543175"/>
                <a:gd name="connsiteY132" fmla="*/ 1483519 h 1890712"/>
                <a:gd name="connsiteX133" fmla="*/ 2024063 w 2543175"/>
                <a:gd name="connsiteY133" fmla="*/ 1490662 h 1890712"/>
                <a:gd name="connsiteX134" fmla="*/ 2033588 w 2543175"/>
                <a:gd name="connsiteY134" fmla="*/ 1495425 h 1890712"/>
                <a:gd name="connsiteX135" fmla="*/ 2040732 w 2543175"/>
                <a:gd name="connsiteY135" fmla="*/ 1502569 h 1890712"/>
                <a:gd name="connsiteX136" fmla="*/ 2047875 w 2543175"/>
                <a:gd name="connsiteY136" fmla="*/ 1507331 h 1890712"/>
                <a:gd name="connsiteX137" fmla="*/ 2057400 w 2543175"/>
                <a:gd name="connsiteY137" fmla="*/ 1514475 h 1890712"/>
                <a:gd name="connsiteX138" fmla="*/ 2064544 w 2543175"/>
                <a:gd name="connsiteY138" fmla="*/ 1519237 h 1890712"/>
                <a:gd name="connsiteX139" fmla="*/ 2071688 w 2543175"/>
                <a:gd name="connsiteY139" fmla="*/ 1526381 h 1890712"/>
                <a:gd name="connsiteX140" fmla="*/ 2081213 w 2543175"/>
                <a:gd name="connsiteY140" fmla="*/ 1531144 h 1890712"/>
                <a:gd name="connsiteX141" fmla="*/ 2090738 w 2543175"/>
                <a:gd name="connsiteY141" fmla="*/ 1538287 h 1890712"/>
                <a:gd name="connsiteX142" fmla="*/ 2109788 w 2543175"/>
                <a:gd name="connsiteY142" fmla="*/ 1547812 h 1890712"/>
                <a:gd name="connsiteX143" fmla="*/ 2131219 w 2543175"/>
                <a:gd name="connsiteY143" fmla="*/ 1562100 h 1890712"/>
                <a:gd name="connsiteX144" fmla="*/ 2140744 w 2543175"/>
                <a:gd name="connsiteY144" fmla="*/ 1566862 h 1890712"/>
                <a:gd name="connsiteX145" fmla="*/ 2152650 w 2543175"/>
                <a:gd name="connsiteY145" fmla="*/ 1576387 h 1890712"/>
                <a:gd name="connsiteX146" fmla="*/ 2181225 w 2543175"/>
                <a:gd name="connsiteY146" fmla="*/ 1590675 h 1890712"/>
                <a:gd name="connsiteX147" fmla="*/ 2200275 w 2543175"/>
                <a:gd name="connsiteY147" fmla="*/ 1607344 h 1890712"/>
                <a:gd name="connsiteX148" fmla="*/ 2207419 w 2543175"/>
                <a:gd name="connsiteY148" fmla="*/ 1612106 h 1890712"/>
                <a:gd name="connsiteX149" fmla="*/ 2216944 w 2543175"/>
                <a:gd name="connsiteY149" fmla="*/ 1619250 h 1890712"/>
                <a:gd name="connsiteX150" fmla="*/ 2224088 w 2543175"/>
                <a:gd name="connsiteY150" fmla="*/ 1624012 h 1890712"/>
                <a:gd name="connsiteX151" fmla="*/ 2247900 w 2543175"/>
                <a:gd name="connsiteY151" fmla="*/ 1643062 h 1890712"/>
                <a:gd name="connsiteX152" fmla="*/ 2255044 w 2543175"/>
                <a:gd name="connsiteY152" fmla="*/ 1650206 h 1890712"/>
                <a:gd name="connsiteX153" fmla="*/ 2281238 w 2543175"/>
                <a:gd name="connsiteY153" fmla="*/ 1664494 h 1890712"/>
                <a:gd name="connsiteX154" fmla="*/ 2297907 w 2543175"/>
                <a:gd name="connsiteY154" fmla="*/ 1674019 h 1890712"/>
                <a:gd name="connsiteX155" fmla="*/ 2312194 w 2543175"/>
                <a:gd name="connsiteY155" fmla="*/ 1685925 h 1890712"/>
                <a:gd name="connsiteX156" fmla="*/ 2328863 w 2543175"/>
                <a:gd name="connsiteY156" fmla="*/ 1697831 h 1890712"/>
                <a:gd name="connsiteX157" fmla="*/ 2350294 w 2543175"/>
                <a:gd name="connsiteY157" fmla="*/ 1712119 h 1890712"/>
                <a:gd name="connsiteX158" fmla="*/ 2369344 w 2543175"/>
                <a:gd name="connsiteY158" fmla="*/ 1724025 h 1890712"/>
                <a:gd name="connsiteX159" fmla="*/ 2428876 w 2543175"/>
                <a:gd name="connsiteY159" fmla="*/ 1785938 h 1890712"/>
                <a:gd name="connsiteX160" fmla="*/ 2466975 w 2543175"/>
                <a:gd name="connsiteY160" fmla="*/ 1783556 h 1890712"/>
                <a:gd name="connsiteX161" fmla="*/ 2481263 w 2543175"/>
                <a:gd name="connsiteY161" fmla="*/ 1795462 h 1890712"/>
                <a:gd name="connsiteX162" fmla="*/ 2486025 w 2543175"/>
                <a:gd name="connsiteY162" fmla="*/ 1802606 h 1890712"/>
                <a:gd name="connsiteX163" fmla="*/ 2514600 w 2543175"/>
                <a:gd name="connsiteY163" fmla="*/ 1850231 h 1890712"/>
                <a:gd name="connsiteX164" fmla="*/ 2519363 w 2543175"/>
                <a:gd name="connsiteY164" fmla="*/ 1857375 h 1890712"/>
                <a:gd name="connsiteX165" fmla="*/ 2540794 w 2543175"/>
                <a:gd name="connsiteY165" fmla="*/ 1883569 h 1890712"/>
                <a:gd name="connsiteX166" fmla="*/ 2543175 w 2543175"/>
                <a:gd name="connsiteY166" fmla="*/ 1890712 h 1890712"/>
                <a:gd name="connsiteX0" fmla="*/ 0 w 2543175"/>
                <a:gd name="connsiteY0" fmla="*/ 0 h 1890712"/>
                <a:gd name="connsiteX1" fmla="*/ 11907 w 2543175"/>
                <a:gd name="connsiteY1" fmla="*/ 11906 h 1890712"/>
                <a:gd name="connsiteX2" fmla="*/ 21432 w 2543175"/>
                <a:gd name="connsiteY2" fmla="*/ 16669 h 1890712"/>
                <a:gd name="connsiteX3" fmla="*/ 23813 w 2543175"/>
                <a:gd name="connsiteY3" fmla="*/ 23812 h 1890712"/>
                <a:gd name="connsiteX4" fmla="*/ 33338 w 2543175"/>
                <a:gd name="connsiteY4" fmla="*/ 33337 h 1890712"/>
                <a:gd name="connsiteX5" fmla="*/ 40482 w 2543175"/>
                <a:gd name="connsiteY5" fmla="*/ 42862 h 1890712"/>
                <a:gd name="connsiteX6" fmla="*/ 47625 w 2543175"/>
                <a:gd name="connsiteY6" fmla="*/ 47625 h 1890712"/>
                <a:gd name="connsiteX7" fmla="*/ 57150 w 2543175"/>
                <a:gd name="connsiteY7" fmla="*/ 54769 h 1890712"/>
                <a:gd name="connsiteX8" fmla="*/ 64294 w 2543175"/>
                <a:gd name="connsiteY8" fmla="*/ 59531 h 1890712"/>
                <a:gd name="connsiteX9" fmla="*/ 83344 w 2543175"/>
                <a:gd name="connsiteY9" fmla="*/ 73819 h 1890712"/>
                <a:gd name="connsiteX10" fmla="*/ 97632 w 2543175"/>
                <a:gd name="connsiteY10" fmla="*/ 80962 h 1890712"/>
                <a:gd name="connsiteX11" fmla="*/ 104775 w 2543175"/>
                <a:gd name="connsiteY11" fmla="*/ 85725 h 1890712"/>
                <a:gd name="connsiteX12" fmla="*/ 114300 w 2543175"/>
                <a:gd name="connsiteY12" fmla="*/ 95250 h 1890712"/>
                <a:gd name="connsiteX13" fmla="*/ 123825 w 2543175"/>
                <a:gd name="connsiteY13" fmla="*/ 97631 h 1890712"/>
                <a:gd name="connsiteX14" fmla="*/ 130969 w 2543175"/>
                <a:gd name="connsiteY14" fmla="*/ 104775 h 1890712"/>
                <a:gd name="connsiteX15" fmla="*/ 140494 w 2543175"/>
                <a:gd name="connsiteY15" fmla="*/ 111919 h 1890712"/>
                <a:gd name="connsiteX16" fmla="*/ 147638 w 2543175"/>
                <a:gd name="connsiteY16" fmla="*/ 116681 h 1890712"/>
                <a:gd name="connsiteX17" fmla="*/ 164307 w 2543175"/>
                <a:gd name="connsiteY17" fmla="*/ 128587 h 1890712"/>
                <a:gd name="connsiteX18" fmla="*/ 180975 w 2543175"/>
                <a:gd name="connsiteY18" fmla="*/ 140494 h 1890712"/>
                <a:gd name="connsiteX19" fmla="*/ 197644 w 2543175"/>
                <a:gd name="connsiteY19" fmla="*/ 152400 h 1890712"/>
                <a:gd name="connsiteX20" fmla="*/ 204788 w 2543175"/>
                <a:gd name="connsiteY20" fmla="*/ 157162 h 1890712"/>
                <a:gd name="connsiteX21" fmla="*/ 214313 w 2543175"/>
                <a:gd name="connsiteY21" fmla="*/ 164306 h 1890712"/>
                <a:gd name="connsiteX22" fmla="*/ 230982 w 2543175"/>
                <a:gd name="connsiteY22" fmla="*/ 180975 h 1890712"/>
                <a:gd name="connsiteX23" fmla="*/ 247650 w 2543175"/>
                <a:gd name="connsiteY23" fmla="*/ 185737 h 1890712"/>
                <a:gd name="connsiteX24" fmla="*/ 300038 w 2543175"/>
                <a:gd name="connsiteY24" fmla="*/ 219075 h 1890712"/>
                <a:gd name="connsiteX25" fmla="*/ 342900 w 2543175"/>
                <a:gd name="connsiteY25" fmla="*/ 254794 h 1890712"/>
                <a:gd name="connsiteX26" fmla="*/ 366713 w 2543175"/>
                <a:gd name="connsiteY26" fmla="*/ 264319 h 1890712"/>
                <a:gd name="connsiteX27" fmla="*/ 371475 w 2543175"/>
                <a:gd name="connsiteY27" fmla="*/ 271462 h 1890712"/>
                <a:gd name="connsiteX28" fmla="*/ 385763 w 2543175"/>
                <a:gd name="connsiteY28" fmla="*/ 283369 h 1890712"/>
                <a:gd name="connsiteX29" fmla="*/ 404813 w 2543175"/>
                <a:gd name="connsiteY29" fmla="*/ 295275 h 1890712"/>
                <a:gd name="connsiteX30" fmla="*/ 411957 w 2543175"/>
                <a:gd name="connsiteY30" fmla="*/ 297656 h 1890712"/>
                <a:gd name="connsiteX31" fmla="*/ 466725 w 2543175"/>
                <a:gd name="connsiteY31" fmla="*/ 328612 h 1890712"/>
                <a:gd name="connsiteX32" fmla="*/ 476250 w 2543175"/>
                <a:gd name="connsiteY32" fmla="*/ 335756 h 1890712"/>
                <a:gd name="connsiteX33" fmla="*/ 481013 w 2543175"/>
                <a:gd name="connsiteY33" fmla="*/ 342900 h 1890712"/>
                <a:gd name="connsiteX34" fmla="*/ 490538 w 2543175"/>
                <a:gd name="connsiteY34" fmla="*/ 352425 h 1890712"/>
                <a:gd name="connsiteX35" fmla="*/ 495300 w 2543175"/>
                <a:gd name="connsiteY35" fmla="*/ 359569 h 1890712"/>
                <a:gd name="connsiteX36" fmla="*/ 509588 w 2543175"/>
                <a:gd name="connsiteY36" fmla="*/ 376237 h 1890712"/>
                <a:gd name="connsiteX37" fmla="*/ 514350 w 2543175"/>
                <a:gd name="connsiteY37" fmla="*/ 383381 h 1890712"/>
                <a:gd name="connsiteX38" fmla="*/ 531019 w 2543175"/>
                <a:gd name="connsiteY38" fmla="*/ 397669 h 1890712"/>
                <a:gd name="connsiteX39" fmla="*/ 538163 w 2543175"/>
                <a:gd name="connsiteY39" fmla="*/ 407194 h 1890712"/>
                <a:gd name="connsiteX40" fmla="*/ 554832 w 2543175"/>
                <a:gd name="connsiteY40" fmla="*/ 421481 h 1890712"/>
                <a:gd name="connsiteX41" fmla="*/ 564357 w 2543175"/>
                <a:gd name="connsiteY41" fmla="*/ 431006 h 1890712"/>
                <a:gd name="connsiteX42" fmla="*/ 573882 w 2543175"/>
                <a:gd name="connsiteY42" fmla="*/ 438150 h 1890712"/>
                <a:gd name="connsiteX43" fmla="*/ 595313 w 2543175"/>
                <a:gd name="connsiteY43" fmla="*/ 454819 h 1890712"/>
                <a:gd name="connsiteX44" fmla="*/ 602457 w 2543175"/>
                <a:gd name="connsiteY44" fmla="*/ 457200 h 1890712"/>
                <a:gd name="connsiteX45" fmla="*/ 628650 w 2543175"/>
                <a:gd name="connsiteY45" fmla="*/ 469106 h 1890712"/>
                <a:gd name="connsiteX46" fmla="*/ 645319 w 2543175"/>
                <a:gd name="connsiteY46" fmla="*/ 483394 h 1890712"/>
                <a:gd name="connsiteX47" fmla="*/ 654844 w 2543175"/>
                <a:gd name="connsiteY47" fmla="*/ 488156 h 1890712"/>
                <a:gd name="connsiteX48" fmla="*/ 661988 w 2543175"/>
                <a:gd name="connsiteY48" fmla="*/ 497681 h 1890712"/>
                <a:gd name="connsiteX49" fmla="*/ 683419 w 2543175"/>
                <a:gd name="connsiteY49" fmla="*/ 514350 h 1890712"/>
                <a:gd name="connsiteX50" fmla="*/ 700088 w 2543175"/>
                <a:gd name="connsiteY50" fmla="*/ 526256 h 1890712"/>
                <a:gd name="connsiteX51" fmla="*/ 709613 w 2543175"/>
                <a:gd name="connsiteY51" fmla="*/ 535781 h 1890712"/>
                <a:gd name="connsiteX52" fmla="*/ 719138 w 2543175"/>
                <a:gd name="connsiteY52" fmla="*/ 542925 h 1890712"/>
                <a:gd name="connsiteX53" fmla="*/ 733425 w 2543175"/>
                <a:gd name="connsiteY53" fmla="*/ 557212 h 1890712"/>
                <a:gd name="connsiteX54" fmla="*/ 750094 w 2543175"/>
                <a:gd name="connsiteY54" fmla="*/ 569119 h 1890712"/>
                <a:gd name="connsiteX55" fmla="*/ 769144 w 2543175"/>
                <a:gd name="connsiteY55" fmla="*/ 581025 h 1890712"/>
                <a:gd name="connsiteX56" fmla="*/ 785813 w 2543175"/>
                <a:gd name="connsiteY56" fmla="*/ 590550 h 1890712"/>
                <a:gd name="connsiteX57" fmla="*/ 792957 w 2543175"/>
                <a:gd name="connsiteY57" fmla="*/ 600075 h 1890712"/>
                <a:gd name="connsiteX58" fmla="*/ 809625 w 2543175"/>
                <a:gd name="connsiteY58" fmla="*/ 611981 h 1890712"/>
                <a:gd name="connsiteX59" fmla="*/ 816769 w 2543175"/>
                <a:gd name="connsiteY59" fmla="*/ 619125 h 1890712"/>
                <a:gd name="connsiteX60" fmla="*/ 826294 w 2543175"/>
                <a:gd name="connsiteY60" fmla="*/ 626269 h 1890712"/>
                <a:gd name="connsiteX61" fmla="*/ 840582 w 2543175"/>
                <a:gd name="connsiteY61" fmla="*/ 638175 h 1890712"/>
                <a:gd name="connsiteX62" fmla="*/ 847725 w 2543175"/>
                <a:gd name="connsiteY62" fmla="*/ 645319 h 1890712"/>
                <a:gd name="connsiteX63" fmla="*/ 857250 w 2543175"/>
                <a:gd name="connsiteY63" fmla="*/ 652462 h 1890712"/>
                <a:gd name="connsiteX64" fmla="*/ 864394 w 2543175"/>
                <a:gd name="connsiteY64" fmla="*/ 657225 h 1890712"/>
                <a:gd name="connsiteX65" fmla="*/ 888207 w 2543175"/>
                <a:gd name="connsiteY65" fmla="*/ 676275 h 1890712"/>
                <a:gd name="connsiteX66" fmla="*/ 895350 w 2543175"/>
                <a:gd name="connsiteY66" fmla="*/ 681037 h 1890712"/>
                <a:gd name="connsiteX67" fmla="*/ 907257 w 2543175"/>
                <a:gd name="connsiteY67" fmla="*/ 683419 h 1890712"/>
                <a:gd name="connsiteX68" fmla="*/ 928688 w 2543175"/>
                <a:gd name="connsiteY68" fmla="*/ 695325 h 1890712"/>
                <a:gd name="connsiteX69" fmla="*/ 942975 w 2543175"/>
                <a:gd name="connsiteY69" fmla="*/ 700087 h 1890712"/>
                <a:gd name="connsiteX70" fmla="*/ 964407 w 2543175"/>
                <a:gd name="connsiteY70" fmla="*/ 716756 h 1890712"/>
                <a:gd name="connsiteX71" fmla="*/ 971550 w 2543175"/>
                <a:gd name="connsiteY71" fmla="*/ 723900 h 1890712"/>
                <a:gd name="connsiteX72" fmla="*/ 983457 w 2543175"/>
                <a:gd name="connsiteY72" fmla="*/ 733425 h 1890712"/>
                <a:gd name="connsiteX73" fmla="*/ 990600 w 2543175"/>
                <a:gd name="connsiteY73" fmla="*/ 738187 h 1890712"/>
                <a:gd name="connsiteX74" fmla="*/ 1007269 w 2543175"/>
                <a:gd name="connsiteY74" fmla="*/ 752475 h 1890712"/>
                <a:gd name="connsiteX75" fmla="*/ 1031082 w 2543175"/>
                <a:gd name="connsiteY75" fmla="*/ 766762 h 1890712"/>
                <a:gd name="connsiteX76" fmla="*/ 1042988 w 2543175"/>
                <a:gd name="connsiteY76" fmla="*/ 773906 h 1890712"/>
                <a:gd name="connsiteX77" fmla="*/ 1071563 w 2543175"/>
                <a:gd name="connsiteY77" fmla="*/ 785812 h 1890712"/>
                <a:gd name="connsiteX78" fmla="*/ 1097757 w 2543175"/>
                <a:gd name="connsiteY78" fmla="*/ 807244 h 1890712"/>
                <a:gd name="connsiteX79" fmla="*/ 1104900 w 2543175"/>
                <a:gd name="connsiteY79" fmla="*/ 814387 h 1890712"/>
                <a:gd name="connsiteX80" fmla="*/ 1121569 w 2543175"/>
                <a:gd name="connsiteY80" fmla="*/ 823912 h 1890712"/>
                <a:gd name="connsiteX81" fmla="*/ 1138238 w 2543175"/>
                <a:gd name="connsiteY81" fmla="*/ 835819 h 1890712"/>
                <a:gd name="connsiteX82" fmla="*/ 1147763 w 2543175"/>
                <a:gd name="connsiteY82" fmla="*/ 842962 h 1890712"/>
                <a:gd name="connsiteX83" fmla="*/ 1157288 w 2543175"/>
                <a:gd name="connsiteY83" fmla="*/ 847725 h 1890712"/>
                <a:gd name="connsiteX84" fmla="*/ 1178719 w 2543175"/>
                <a:gd name="connsiteY84" fmla="*/ 859631 h 1890712"/>
                <a:gd name="connsiteX85" fmla="*/ 1188244 w 2543175"/>
                <a:gd name="connsiteY85" fmla="*/ 866775 h 1890712"/>
                <a:gd name="connsiteX86" fmla="*/ 1195388 w 2543175"/>
                <a:gd name="connsiteY86" fmla="*/ 871537 h 1890712"/>
                <a:gd name="connsiteX87" fmla="*/ 1212057 w 2543175"/>
                <a:gd name="connsiteY87" fmla="*/ 883444 h 1890712"/>
                <a:gd name="connsiteX88" fmla="*/ 1226344 w 2543175"/>
                <a:gd name="connsiteY88" fmla="*/ 895350 h 1890712"/>
                <a:gd name="connsiteX89" fmla="*/ 1245394 w 2543175"/>
                <a:gd name="connsiteY89" fmla="*/ 907256 h 1890712"/>
                <a:gd name="connsiteX90" fmla="*/ 1254919 w 2543175"/>
                <a:gd name="connsiteY90" fmla="*/ 914400 h 1890712"/>
                <a:gd name="connsiteX91" fmla="*/ 1269207 w 2543175"/>
                <a:gd name="connsiteY91" fmla="*/ 921544 h 1890712"/>
                <a:gd name="connsiteX92" fmla="*/ 1290638 w 2543175"/>
                <a:gd name="connsiteY92" fmla="*/ 935831 h 1890712"/>
                <a:gd name="connsiteX93" fmla="*/ 1307307 w 2543175"/>
                <a:gd name="connsiteY93" fmla="*/ 952500 h 1890712"/>
                <a:gd name="connsiteX94" fmla="*/ 1333500 w 2543175"/>
                <a:gd name="connsiteY94" fmla="*/ 971550 h 1890712"/>
                <a:gd name="connsiteX95" fmla="*/ 1359694 w 2543175"/>
                <a:gd name="connsiteY95" fmla="*/ 990600 h 1890712"/>
                <a:gd name="connsiteX96" fmla="*/ 1385888 w 2543175"/>
                <a:gd name="connsiteY96" fmla="*/ 1021557 h 1890712"/>
                <a:gd name="connsiteX97" fmla="*/ 1435894 w 2543175"/>
                <a:gd name="connsiteY97" fmla="*/ 1054894 h 1890712"/>
                <a:gd name="connsiteX98" fmla="*/ 1497806 w 2543175"/>
                <a:gd name="connsiteY98" fmla="*/ 1104900 h 1890712"/>
                <a:gd name="connsiteX99" fmla="*/ 1559718 w 2543175"/>
                <a:gd name="connsiteY99" fmla="*/ 1154906 h 1890712"/>
                <a:gd name="connsiteX100" fmla="*/ 1597819 w 2543175"/>
                <a:gd name="connsiteY100" fmla="*/ 1154906 h 1890712"/>
                <a:gd name="connsiteX101" fmla="*/ 1604963 w 2543175"/>
                <a:gd name="connsiteY101" fmla="*/ 1162050 h 1890712"/>
                <a:gd name="connsiteX102" fmla="*/ 1628775 w 2543175"/>
                <a:gd name="connsiteY102" fmla="*/ 1183481 h 1890712"/>
                <a:gd name="connsiteX103" fmla="*/ 1662113 w 2543175"/>
                <a:gd name="connsiteY103" fmla="*/ 1209675 h 1890712"/>
                <a:gd name="connsiteX104" fmla="*/ 1678782 w 2543175"/>
                <a:gd name="connsiteY104" fmla="*/ 1226344 h 1890712"/>
                <a:gd name="connsiteX105" fmla="*/ 1700213 w 2543175"/>
                <a:gd name="connsiteY105" fmla="*/ 1247775 h 1890712"/>
                <a:gd name="connsiteX106" fmla="*/ 1712119 w 2543175"/>
                <a:gd name="connsiteY106" fmla="*/ 1259681 h 1890712"/>
                <a:gd name="connsiteX107" fmla="*/ 1733550 w 2543175"/>
                <a:gd name="connsiteY107" fmla="*/ 1273969 h 1890712"/>
                <a:gd name="connsiteX108" fmla="*/ 1743075 w 2543175"/>
                <a:gd name="connsiteY108" fmla="*/ 1283494 h 1890712"/>
                <a:gd name="connsiteX109" fmla="*/ 1754982 w 2543175"/>
                <a:gd name="connsiteY109" fmla="*/ 1290637 h 1890712"/>
                <a:gd name="connsiteX110" fmla="*/ 1766888 w 2543175"/>
                <a:gd name="connsiteY110" fmla="*/ 1300162 h 1890712"/>
                <a:gd name="connsiteX111" fmla="*/ 1783557 w 2543175"/>
                <a:gd name="connsiteY111" fmla="*/ 1307306 h 1890712"/>
                <a:gd name="connsiteX112" fmla="*/ 1790700 w 2543175"/>
                <a:gd name="connsiteY112" fmla="*/ 1312069 h 1890712"/>
                <a:gd name="connsiteX113" fmla="*/ 1800225 w 2543175"/>
                <a:gd name="connsiteY113" fmla="*/ 1319212 h 1890712"/>
                <a:gd name="connsiteX114" fmla="*/ 1807369 w 2543175"/>
                <a:gd name="connsiteY114" fmla="*/ 1321594 h 1890712"/>
                <a:gd name="connsiteX115" fmla="*/ 1824038 w 2543175"/>
                <a:gd name="connsiteY115" fmla="*/ 1333500 h 1890712"/>
                <a:gd name="connsiteX116" fmla="*/ 1843088 w 2543175"/>
                <a:gd name="connsiteY116" fmla="*/ 1352550 h 1890712"/>
                <a:gd name="connsiteX117" fmla="*/ 1852613 w 2543175"/>
                <a:gd name="connsiteY117" fmla="*/ 1359694 h 1890712"/>
                <a:gd name="connsiteX118" fmla="*/ 1859757 w 2543175"/>
                <a:gd name="connsiteY118" fmla="*/ 1366837 h 1890712"/>
                <a:gd name="connsiteX119" fmla="*/ 1869282 w 2543175"/>
                <a:gd name="connsiteY119" fmla="*/ 1371600 h 1890712"/>
                <a:gd name="connsiteX120" fmla="*/ 1883569 w 2543175"/>
                <a:gd name="connsiteY120" fmla="*/ 1388269 h 1890712"/>
                <a:gd name="connsiteX121" fmla="*/ 1893094 w 2543175"/>
                <a:gd name="connsiteY121" fmla="*/ 1395412 h 1890712"/>
                <a:gd name="connsiteX122" fmla="*/ 1902619 w 2543175"/>
                <a:gd name="connsiteY122" fmla="*/ 1404937 h 1890712"/>
                <a:gd name="connsiteX123" fmla="*/ 1912144 w 2543175"/>
                <a:gd name="connsiteY123" fmla="*/ 1409700 h 1890712"/>
                <a:gd name="connsiteX124" fmla="*/ 1931194 w 2543175"/>
                <a:gd name="connsiteY124" fmla="*/ 1421606 h 1890712"/>
                <a:gd name="connsiteX125" fmla="*/ 1935957 w 2543175"/>
                <a:gd name="connsiteY125" fmla="*/ 1428750 h 1890712"/>
                <a:gd name="connsiteX126" fmla="*/ 1952625 w 2543175"/>
                <a:gd name="connsiteY126" fmla="*/ 1438275 h 1890712"/>
                <a:gd name="connsiteX127" fmla="*/ 1971675 w 2543175"/>
                <a:gd name="connsiteY127" fmla="*/ 1450181 h 1890712"/>
                <a:gd name="connsiteX128" fmla="*/ 1981200 w 2543175"/>
                <a:gd name="connsiteY128" fmla="*/ 1454944 h 1890712"/>
                <a:gd name="connsiteX129" fmla="*/ 1997869 w 2543175"/>
                <a:gd name="connsiteY129" fmla="*/ 1471612 h 1890712"/>
                <a:gd name="connsiteX130" fmla="*/ 2007394 w 2543175"/>
                <a:gd name="connsiteY130" fmla="*/ 1478756 h 1890712"/>
                <a:gd name="connsiteX131" fmla="*/ 2016919 w 2543175"/>
                <a:gd name="connsiteY131" fmla="*/ 1483519 h 1890712"/>
                <a:gd name="connsiteX132" fmla="*/ 2024063 w 2543175"/>
                <a:gd name="connsiteY132" fmla="*/ 1490662 h 1890712"/>
                <a:gd name="connsiteX133" fmla="*/ 2033588 w 2543175"/>
                <a:gd name="connsiteY133" fmla="*/ 1495425 h 1890712"/>
                <a:gd name="connsiteX134" fmla="*/ 2040732 w 2543175"/>
                <a:gd name="connsiteY134" fmla="*/ 1502569 h 1890712"/>
                <a:gd name="connsiteX135" fmla="*/ 2047875 w 2543175"/>
                <a:gd name="connsiteY135" fmla="*/ 1507331 h 1890712"/>
                <a:gd name="connsiteX136" fmla="*/ 2057400 w 2543175"/>
                <a:gd name="connsiteY136" fmla="*/ 1514475 h 1890712"/>
                <a:gd name="connsiteX137" fmla="*/ 2064544 w 2543175"/>
                <a:gd name="connsiteY137" fmla="*/ 1519237 h 1890712"/>
                <a:gd name="connsiteX138" fmla="*/ 2071688 w 2543175"/>
                <a:gd name="connsiteY138" fmla="*/ 1526381 h 1890712"/>
                <a:gd name="connsiteX139" fmla="*/ 2081213 w 2543175"/>
                <a:gd name="connsiteY139" fmla="*/ 1531144 h 1890712"/>
                <a:gd name="connsiteX140" fmla="*/ 2090738 w 2543175"/>
                <a:gd name="connsiteY140" fmla="*/ 1538287 h 1890712"/>
                <a:gd name="connsiteX141" fmla="*/ 2109788 w 2543175"/>
                <a:gd name="connsiteY141" fmla="*/ 1547812 h 1890712"/>
                <a:gd name="connsiteX142" fmla="*/ 2131219 w 2543175"/>
                <a:gd name="connsiteY142" fmla="*/ 1562100 h 1890712"/>
                <a:gd name="connsiteX143" fmla="*/ 2140744 w 2543175"/>
                <a:gd name="connsiteY143" fmla="*/ 1566862 h 1890712"/>
                <a:gd name="connsiteX144" fmla="*/ 2152650 w 2543175"/>
                <a:gd name="connsiteY144" fmla="*/ 1576387 h 1890712"/>
                <a:gd name="connsiteX145" fmla="*/ 2181225 w 2543175"/>
                <a:gd name="connsiteY145" fmla="*/ 1590675 h 1890712"/>
                <a:gd name="connsiteX146" fmla="*/ 2200275 w 2543175"/>
                <a:gd name="connsiteY146" fmla="*/ 1607344 h 1890712"/>
                <a:gd name="connsiteX147" fmla="*/ 2207419 w 2543175"/>
                <a:gd name="connsiteY147" fmla="*/ 1612106 h 1890712"/>
                <a:gd name="connsiteX148" fmla="*/ 2216944 w 2543175"/>
                <a:gd name="connsiteY148" fmla="*/ 1619250 h 1890712"/>
                <a:gd name="connsiteX149" fmla="*/ 2224088 w 2543175"/>
                <a:gd name="connsiteY149" fmla="*/ 1624012 h 1890712"/>
                <a:gd name="connsiteX150" fmla="*/ 2247900 w 2543175"/>
                <a:gd name="connsiteY150" fmla="*/ 1643062 h 1890712"/>
                <a:gd name="connsiteX151" fmla="*/ 2255044 w 2543175"/>
                <a:gd name="connsiteY151" fmla="*/ 1650206 h 1890712"/>
                <a:gd name="connsiteX152" fmla="*/ 2281238 w 2543175"/>
                <a:gd name="connsiteY152" fmla="*/ 1664494 h 1890712"/>
                <a:gd name="connsiteX153" fmla="*/ 2297907 w 2543175"/>
                <a:gd name="connsiteY153" fmla="*/ 1674019 h 1890712"/>
                <a:gd name="connsiteX154" fmla="*/ 2312194 w 2543175"/>
                <a:gd name="connsiteY154" fmla="*/ 1685925 h 1890712"/>
                <a:gd name="connsiteX155" fmla="*/ 2328863 w 2543175"/>
                <a:gd name="connsiteY155" fmla="*/ 1697831 h 1890712"/>
                <a:gd name="connsiteX156" fmla="*/ 2350294 w 2543175"/>
                <a:gd name="connsiteY156" fmla="*/ 1712119 h 1890712"/>
                <a:gd name="connsiteX157" fmla="*/ 2369344 w 2543175"/>
                <a:gd name="connsiteY157" fmla="*/ 1724025 h 1890712"/>
                <a:gd name="connsiteX158" fmla="*/ 2428876 w 2543175"/>
                <a:gd name="connsiteY158" fmla="*/ 1785938 h 1890712"/>
                <a:gd name="connsiteX159" fmla="*/ 2466975 w 2543175"/>
                <a:gd name="connsiteY159" fmla="*/ 1783556 h 1890712"/>
                <a:gd name="connsiteX160" fmla="*/ 2481263 w 2543175"/>
                <a:gd name="connsiteY160" fmla="*/ 1795462 h 1890712"/>
                <a:gd name="connsiteX161" fmla="*/ 2486025 w 2543175"/>
                <a:gd name="connsiteY161" fmla="*/ 1802606 h 1890712"/>
                <a:gd name="connsiteX162" fmla="*/ 2514600 w 2543175"/>
                <a:gd name="connsiteY162" fmla="*/ 1850231 h 1890712"/>
                <a:gd name="connsiteX163" fmla="*/ 2519363 w 2543175"/>
                <a:gd name="connsiteY163" fmla="*/ 1857375 h 1890712"/>
                <a:gd name="connsiteX164" fmla="*/ 2540794 w 2543175"/>
                <a:gd name="connsiteY164" fmla="*/ 1883569 h 1890712"/>
                <a:gd name="connsiteX165" fmla="*/ 2543175 w 2543175"/>
                <a:gd name="connsiteY165" fmla="*/ 1890712 h 1890712"/>
                <a:gd name="connsiteX0" fmla="*/ 0 w 2543175"/>
                <a:gd name="connsiteY0" fmla="*/ 0 h 1890712"/>
                <a:gd name="connsiteX1" fmla="*/ 11907 w 2543175"/>
                <a:gd name="connsiteY1" fmla="*/ 11906 h 1890712"/>
                <a:gd name="connsiteX2" fmla="*/ 21432 w 2543175"/>
                <a:gd name="connsiteY2" fmla="*/ 16669 h 1890712"/>
                <a:gd name="connsiteX3" fmla="*/ 23813 w 2543175"/>
                <a:gd name="connsiteY3" fmla="*/ 23812 h 1890712"/>
                <a:gd name="connsiteX4" fmla="*/ 33338 w 2543175"/>
                <a:gd name="connsiteY4" fmla="*/ 33337 h 1890712"/>
                <a:gd name="connsiteX5" fmla="*/ 40482 w 2543175"/>
                <a:gd name="connsiteY5" fmla="*/ 42862 h 1890712"/>
                <a:gd name="connsiteX6" fmla="*/ 47625 w 2543175"/>
                <a:gd name="connsiteY6" fmla="*/ 47625 h 1890712"/>
                <a:gd name="connsiteX7" fmla="*/ 57150 w 2543175"/>
                <a:gd name="connsiteY7" fmla="*/ 54769 h 1890712"/>
                <a:gd name="connsiteX8" fmla="*/ 64294 w 2543175"/>
                <a:gd name="connsiteY8" fmla="*/ 59531 h 1890712"/>
                <a:gd name="connsiteX9" fmla="*/ 83344 w 2543175"/>
                <a:gd name="connsiteY9" fmla="*/ 73819 h 1890712"/>
                <a:gd name="connsiteX10" fmla="*/ 97632 w 2543175"/>
                <a:gd name="connsiteY10" fmla="*/ 80962 h 1890712"/>
                <a:gd name="connsiteX11" fmla="*/ 104775 w 2543175"/>
                <a:gd name="connsiteY11" fmla="*/ 85725 h 1890712"/>
                <a:gd name="connsiteX12" fmla="*/ 114300 w 2543175"/>
                <a:gd name="connsiteY12" fmla="*/ 95250 h 1890712"/>
                <a:gd name="connsiteX13" fmla="*/ 123825 w 2543175"/>
                <a:gd name="connsiteY13" fmla="*/ 97631 h 1890712"/>
                <a:gd name="connsiteX14" fmla="*/ 130969 w 2543175"/>
                <a:gd name="connsiteY14" fmla="*/ 104775 h 1890712"/>
                <a:gd name="connsiteX15" fmla="*/ 140494 w 2543175"/>
                <a:gd name="connsiteY15" fmla="*/ 111919 h 1890712"/>
                <a:gd name="connsiteX16" fmla="*/ 147638 w 2543175"/>
                <a:gd name="connsiteY16" fmla="*/ 116681 h 1890712"/>
                <a:gd name="connsiteX17" fmla="*/ 164307 w 2543175"/>
                <a:gd name="connsiteY17" fmla="*/ 128587 h 1890712"/>
                <a:gd name="connsiteX18" fmla="*/ 180975 w 2543175"/>
                <a:gd name="connsiteY18" fmla="*/ 140494 h 1890712"/>
                <a:gd name="connsiteX19" fmla="*/ 197644 w 2543175"/>
                <a:gd name="connsiteY19" fmla="*/ 152400 h 1890712"/>
                <a:gd name="connsiteX20" fmla="*/ 204788 w 2543175"/>
                <a:gd name="connsiteY20" fmla="*/ 157162 h 1890712"/>
                <a:gd name="connsiteX21" fmla="*/ 214313 w 2543175"/>
                <a:gd name="connsiteY21" fmla="*/ 164306 h 1890712"/>
                <a:gd name="connsiteX22" fmla="*/ 230982 w 2543175"/>
                <a:gd name="connsiteY22" fmla="*/ 180975 h 1890712"/>
                <a:gd name="connsiteX23" fmla="*/ 247650 w 2543175"/>
                <a:gd name="connsiteY23" fmla="*/ 185737 h 1890712"/>
                <a:gd name="connsiteX24" fmla="*/ 300038 w 2543175"/>
                <a:gd name="connsiteY24" fmla="*/ 219075 h 1890712"/>
                <a:gd name="connsiteX25" fmla="*/ 342900 w 2543175"/>
                <a:gd name="connsiteY25" fmla="*/ 254794 h 1890712"/>
                <a:gd name="connsiteX26" fmla="*/ 366713 w 2543175"/>
                <a:gd name="connsiteY26" fmla="*/ 264319 h 1890712"/>
                <a:gd name="connsiteX27" fmla="*/ 371475 w 2543175"/>
                <a:gd name="connsiteY27" fmla="*/ 271462 h 1890712"/>
                <a:gd name="connsiteX28" fmla="*/ 385763 w 2543175"/>
                <a:gd name="connsiteY28" fmla="*/ 283369 h 1890712"/>
                <a:gd name="connsiteX29" fmla="*/ 404813 w 2543175"/>
                <a:gd name="connsiteY29" fmla="*/ 295275 h 1890712"/>
                <a:gd name="connsiteX30" fmla="*/ 411957 w 2543175"/>
                <a:gd name="connsiteY30" fmla="*/ 297656 h 1890712"/>
                <a:gd name="connsiteX31" fmla="*/ 466725 w 2543175"/>
                <a:gd name="connsiteY31" fmla="*/ 328612 h 1890712"/>
                <a:gd name="connsiteX32" fmla="*/ 476250 w 2543175"/>
                <a:gd name="connsiteY32" fmla="*/ 335756 h 1890712"/>
                <a:gd name="connsiteX33" fmla="*/ 481013 w 2543175"/>
                <a:gd name="connsiteY33" fmla="*/ 342900 h 1890712"/>
                <a:gd name="connsiteX34" fmla="*/ 490538 w 2543175"/>
                <a:gd name="connsiteY34" fmla="*/ 352425 h 1890712"/>
                <a:gd name="connsiteX35" fmla="*/ 495300 w 2543175"/>
                <a:gd name="connsiteY35" fmla="*/ 359569 h 1890712"/>
                <a:gd name="connsiteX36" fmla="*/ 509588 w 2543175"/>
                <a:gd name="connsiteY36" fmla="*/ 376237 h 1890712"/>
                <a:gd name="connsiteX37" fmla="*/ 514350 w 2543175"/>
                <a:gd name="connsiteY37" fmla="*/ 383381 h 1890712"/>
                <a:gd name="connsiteX38" fmla="*/ 531019 w 2543175"/>
                <a:gd name="connsiteY38" fmla="*/ 397669 h 1890712"/>
                <a:gd name="connsiteX39" fmla="*/ 538163 w 2543175"/>
                <a:gd name="connsiteY39" fmla="*/ 407194 h 1890712"/>
                <a:gd name="connsiteX40" fmla="*/ 554832 w 2543175"/>
                <a:gd name="connsiteY40" fmla="*/ 421481 h 1890712"/>
                <a:gd name="connsiteX41" fmla="*/ 564357 w 2543175"/>
                <a:gd name="connsiteY41" fmla="*/ 431006 h 1890712"/>
                <a:gd name="connsiteX42" fmla="*/ 573882 w 2543175"/>
                <a:gd name="connsiteY42" fmla="*/ 438150 h 1890712"/>
                <a:gd name="connsiteX43" fmla="*/ 595313 w 2543175"/>
                <a:gd name="connsiteY43" fmla="*/ 454819 h 1890712"/>
                <a:gd name="connsiteX44" fmla="*/ 602457 w 2543175"/>
                <a:gd name="connsiteY44" fmla="*/ 457200 h 1890712"/>
                <a:gd name="connsiteX45" fmla="*/ 628650 w 2543175"/>
                <a:gd name="connsiteY45" fmla="*/ 469106 h 1890712"/>
                <a:gd name="connsiteX46" fmla="*/ 645319 w 2543175"/>
                <a:gd name="connsiteY46" fmla="*/ 483394 h 1890712"/>
                <a:gd name="connsiteX47" fmla="*/ 654844 w 2543175"/>
                <a:gd name="connsiteY47" fmla="*/ 488156 h 1890712"/>
                <a:gd name="connsiteX48" fmla="*/ 661988 w 2543175"/>
                <a:gd name="connsiteY48" fmla="*/ 497681 h 1890712"/>
                <a:gd name="connsiteX49" fmla="*/ 683419 w 2543175"/>
                <a:gd name="connsiteY49" fmla="*/ 514350 h 1890712"/>
                <a:gd name="connsiteX50" fmla="*/ 700088 w 2543175"/>
                <a:gd name="connsiteY50" fmla="*/ 526256 h 1890712"/>
                <a:gd name="connsiteX51" fmla="*/ 709613 w 2543175"/>
                <a:gd name="connsiteY51" fmla="*/ 535781 h 1890712"/>
                <a:gd name="connsiteX52" fmla="*/ 719138 w 2543175"/>
                <a:gd name="connsiteY52" fmla="*/ 542925 h 1890712"/>
                <a:gd name="connsiteX53" fmla="*/ 733425 w 2543175"/>
                <a:gd name="connsiteY53" fmla="*/ 557212 h 1890712"/>
                <a:gd name="connsiteX54" fmla="*/ 750094 w 2543175"/>
                <a:gd name="connsiteY54" fmla="*/ 569119 h 1890712"/>
                <a:gd name="connsiteX55" fmla="*/ 769144 w 2543175"/>
                <a:gd name="connsiteY55" fmla="*/ 581025 h 1890712"/>
                <a:gd name="connsiteX56" fmla="*/ 785813 w 2543175"/>
                <a:gd name="connsiteY56" fmla="*/ 590550 h 1890712"/>
                <a:gd name="connsiteX57" fmla="*/ 792957 w 2543175"/>
                <a:gd name="connsiteY57" fmla="*/ 600075 h 1890712"/>
                <a:gd name="connsiteX58" fmla="*/ 809625 w 2543175"/>
                <a:gd name="connsiteY58" fmla="*/ 611981 h 1890712"/>
                <a:gd name="connsiteX59" fmla="*/ 816769 w 2543175"/>
                <a:gd name="connsiteY59" fmla="*/ 619125 h 1890712"/>
                <a:gd name="connsiteX60" fmla="*/ 826294 w 2543175"/>
                <a:gd name="connsiteY60" fmla="*/ 626269 h 1890712"/>
                <a:gd name="connsiteX61" fmla="*/ 840582 w 2543175"/>
                <a:gd name="connsiteY61" fmla="*/ 638175 h 1890712"/>
                <a:gd name="connsiteX62" fmla="*/ 847725 w 2543175"/>
                <a:gd name="connsiteY62" fmla="*/ 645319 h 1890712"/>
                <a:gd name="connsiteX63" fmla="*/ 857250 w 2543175"/>
                <a:gd name="connsiteY63" fmla="*/ 652462 h 1890712"/>
                <a:gd name="connsiteX64" fmla="*/ 864394 w 2543175"/>
                <a:gd name="connsiteY64" fmla="*/ 657225 h 1890712"/>
                <a:gd name="connsiteX65" fmla="*/ 888207 w 2543175"/>
                <a:gd name="connsiteY65" fmla="*/ 676275 h 1890712"/>
                <a:gd name="connsiteX66" fmla="*/ 895350 w 2543175"/>
                <a:gd name="connsiteY66" fmla="*/ 681037 h 1890712"/>
                <a:gd name="connsiteX67" fmla="*/ 907257 w 2543175"/>
                <a:gd name="connsiteY67" fmla="*/ 683419 h 1890712"/>
                <a:gd name="connsiteX68" fmla="*/ 928688 w 2543175"/>
                <a:gd name="connsiteY68" fmla="*/ 695325 h 1890712"/>
                <a:gd name="connsiteX69" fmla="*/ 942975 w 2543175"/>
                <a:gd name="connsiteY69" fmla="*/ 700087 h 1890712"/>
                <a:gd name="connsiteX70" fmla="*/ 964407 w 2543175"/>
                <a:gd name="connsiteY70" fmla="*/ 716756 h 1890712"/>
                <a:gd name="connsiteX71" fmla="*/ 971550 w 2543175"/>
                <a:gd name="connsiteY71" fmla="*/ 723900 h 1890712"/>
                <a:gd name="connsiteX72" fmla="*/ 983457 w 2543175"/>
                <a:gd name="connsiteY72" fmla="*/ 733425 h 1890712"/>
                <a:gd name="connsiteX73" fmla="*/ 990600 w 2543175"/>
                <a:gd name="connsiteY73" fmla="*/ 738187 h 1890712"/>
                <a:gd name="connsiteX74" fmla="*/ 1007269 w 2543175"/>
                <a:gd name="connsiteY74" fmla="*/ 752475 h 1890712"/>
                <a:gd name="connsiteX75" fmla="*/ 1031082 w 2543175"/>
                <a:gd name="connsiteY75" fmla="*/ 766762 h 1890712"/>
                <a:gd name="connsiteX76" fmla="*/ 1042988 w 2543175"/>
                <a:gd name="connsiteY76" fmla="*/ 773906 h 1890712"/>
                <a:gd name="connsiteX77" fmla="*/ 1071563 w 2543175"/>
                <a:gd name="connsiteY77" fmla="*/ 785812 h 1890712"/>
                <a:gd name="connsiteX78" fmla="*/ 1097757 w 2543175"/>
                <a:gd name="connsiteY78" fmla="*/ 807244 h 1890712"/>
                <a:gd name="connsiteX79" fmla="*/ 1104900 w 2543175"/>
                <a:gd name="connsiteY79" fmla="*/ 814387 h 1890712"/>
                <a:gd name="connsiteX80" fmla="*/ 1121569 w 2543175"/>
                <a:gd name="connsiteY80" fmla="*/ 823912 h 1890712"/>
                <a:gd name="connsiteX81" fmla="*/ 1138238 w 2543175"/>
                <a:gd name="connsiteY81" fmla="*/ 835819 h 1890712"/>
                <a:gd name="connsiteX82" fmla="*/ 1147763 w 2543175"/>
                <a:gd name="connsiteY82" fmla="*/ 842962 h 1890712"/>
                <a:gd name="connsiteX83" fmla="*/ 1157288 w 2543175"/>
                <a:gd name="connsiteY83" fmla="*/ 847725 h 1890712"/>
                <a:gd name="connsiteX84" fmla="*/ 1178719 w 2543175"/>
                <a:gd name="connsiteY84" fmla="*/ 859631 h 1890712"/>
                <a:gd name="connsiteX85" fmla="*/ 1188244 w 2543175"/>
                <a:gd name="connsiteY85" fmla="*/ 866775 h 1890712"/>
                <a:gd name="connsiteX86" fmla="*/ 1195388 w 2543175"/>
                <a:gd name="connsiteY86" fmla="*/ 871537 h 1890712"/>
                <a:gd name="connsiteX87" fmla="*/ 1212057 w 2543175"/>
                <a:gd name="connsiteY87" fmla="*/ 883444 h 1890712"/>
                <a:gd name="connsiteX88" fmla="*/ 1226344 w 2543175"/>
                <a:gd name="connsiteY88" fmla="*/ 895350 h 1890712"/>
                <a:gd name="connsiteX89" fmla="*/ 1245394 w 2543175"/>
                <a:gd name="connsiteY89" fmla="*/ 907256 h 1890712"/>
                <a:gd name="connsiteX90" fmla="*/ 1254919 w 2543175"/>
                <a:gd name="connsiteY90" fmla="*/ 914400 h 1890712"/>
                <a:gd name="connsiteX91" fmla="*/ 1269207 w 2543175"/>
                <a:gd name="connsiteY91" fmla="*/ 921544 h 1890712"/>
                <a:gd name="connsiteX92" fmla="*/ 1290638 w 2543175"/>
                <a:gd name="connsiteY92" fmla="*/ 935831 h 1890712"/>
                <a:gd name="connsiteX93" fmla="*/ 1307307 w 2543175"/>
                <a:gd name="connsiteY93" fmla="*/ 952500 h 1890712"/>
                <a:gd name="connsiteX94" fmla="*/ 1333500 w 2543175"/>
                <a:gd name="connsiteY94" fmla="*/ 971550 h 1890712"/>
                <a:gd name="connsiteX95" fmla="*/ 1359694 w 2543175"/>
                <a:gd name="connsiteY95" fmla="*/ 990600 h 1890712"/>
                <a:gd name="connsiteX96" fmla="*/ 1385888 w 2543175"/>
                <a:gd name="connsiteY96" fmla="*/ 1021557 h 1890712"/>
                <a:gd name="connsiteX97" fmla="*/ 1435894 w 2543175"/>
                <a:gd name="connsiteY97" fmla="*/ 1054894 h 1890712"/>
                <a:gd name="connsiteX98" fmla="*/ 1497806 w 2543175"/>
                <a:gd name="connsiteY98" fmla="*/ 1104900 h 1890712"/>
                <a:gd name="connsiteX99" fmla="*/ 1559718 w 2543175"/>
                <a:gd name="connsiteY99" fmla="*/ 1154906 h 1890712"/>
                <a:gd name="connsiteX100" fmla="*/ 1597819 w 2543175"/>
                <a:gd name="connsiteY100" fmla="*/ 1154906 h 1890712"/>
                <a:gd name="connsiteX101" fmla="*/ 1628775 w 2543175"/>
                <a:gd name="connsiteY101" fmla="*/ 1183481 h 1890712"/>
                <a:gd name="connsiteX102" fmla="*/ 1662113 w 2543175"/>
                <a:gd name="connsiteY102" fmla="*/ 1209675 h 1890712"/>
                <a:gd name="connsiteX103" fmla="*/ 1678782 w 2543175"/>
                <a:gd name="connsiteY103" fmla="*/ 1226344 h 1890712"/>
                <a:gd name="connsiteX104" fmla="*/ 1700213 w 2543175"/>
                <a:gd name="connsiteY104" fmla="*/ 1247775 h 1890712"/>
                <a:gd name="connsiteX105" fmla="*/ 1712119 w 2543175"/>
                <a:gd name="connsiteY105" fmla="*/ 1259681 h 1890712"/>
                <a:gd name="connsiteX106" fmla="*/ 1733550 w 2543175"/>
                <a:gd name="connsiteY106" fmla="*/ 1273969 h 1890712"/>
                <a:gd name="connsiteX107" fmla="*/ 1743075 w 2543175"/>
                <a:gd name="connsiteY107" fmla="*/ 1283494 h 1890712"/>
                <a:gd name="connsiteX108" fmla="*/ 1754982 w 2543175"/>
                <a:gd name="connsiteY108" fmla="*/ 1290637 h 1890712"/>
                <a:gd name="connsiteX109" fmla="*/ 1766888 w 2543175"/>
                <a:gd name="connsiteY109" fmla="*/ 1300162 h 1890712"/>
                <a:gd name="connsiteX110" fmla="*/ 1783557 w 2543175"/>
                <a:gd name="connsiteY110" fmla="*/ 1307306 h 1890712"/>
                <a:gd name="connsiteX111" fmla="*/ 1790700 w 2543175"/>
                <a:gd name="connsiteY111" fmla="*/ 1312069 h 1890712"/>
                <a:gd name="connsiteX112" fmla="*/ 1800225 w 2543175"/>
                <a:gd name="connsiteY112" fmla="*/ 1319212 h 1890712"/>
                <a:gd name="connsiteX113" fmla="*/ 1807369 w 2543175"/>
                <a:gd name="connsiteY113" fmla="*/ 1321594 h 1890712"/>
                <a:gd name="connsiteX114" fmla="*/ 1824038 w 2543175"/>
                <a:gd name="connsiteY114" fmla="*/ 1333500 h 1890712"/>
                <a:gd name="connsiteX115" fmla="*/ 1843088 w 2543175"/>
                <a:gd name="connsiteY115" fmla="*/ 1352550 h 1890712"/>
                <a:gd name="connsiteX116" fmla="*/ 1852613 w 2543175"/>
                <a:gd name="connsiteY116" fmla="*/ 1359694 h 1890712"/>
                <a:gd name="connsiteX117" fmla="*/ 1859757 w 2543175"/>
                <a:gd name="connsiteY117" fmla="*/ 1366837 h 1890712"/>
                <a:gd name="connsiteX118" fmla="*/ 1869282 w 2543175"/>
                <a:gd name="connsiteY118" fmla="*/ 1371600 h 1890712"/>
                <a:gd name="connsiteX119" fmla="*/ 1883569 w 2543175"/>
                <a:gd name="connsiteY119" fmla="*/ 1388269 h 1890712"/>
                <a:gd name="connsiteX120" fmla="*/ 1893094 w 2543175"/>
                <a:gd name="connsiteY120" fmla="*/ 1395412 h 1890712"/>
                <a:gd name="connsiteX121" fmla="*/ 1902619 w 2543175"/>
                <a:gd name="connsiteY121" fmla="*/ 1404937 h 1890712"/>
                <a:gd name="connsiteX122" fmla="*/ 1912144 w 2543175"/>
                <a:gd name="connsiteY122" fmla="*/ 1409700 h 1890712"/>
                <a:gd name="connsiteX123" fmla="*/ 1931194 w 2543175"/>
                <a:gd name="connsiteY123" fmla="*/ 1421606 h 1890712"/>
                <a:gd name="connsiteX124" fmla="*/ 1935957 w 2543175"/>
                <a:gd name="connsiteY124" fmla="*/ 1428750 h 1890712"/>
                <a:gd name="connsiteX125" fmla="*/ 1952625 w 2543175"/>
                <a:gd name="connsiteY125" fmla="*/ 1438275 h 1890712"/>
                <a:gd name="connsiteX126" fmla="*/ 1971675 w 2543175"/>
                <a:gd name="connsiteY126" fmla="*/ 1450181 h 1890712"/>
                <a:gd name="connsiteX127" fmla="*/ 1981200 w 2543175"/>
                <a:gd name="connsiteY127" fmla="*/ 1454944 h 1890712"/>
                <a:gd name="connsiteX128" fmla="*/ 1997869 w 2543175"/>
                <a:gd name="connsiteY128" fmla="*/ 1471612 h 1890712"/>
                <a:gd name="connsiteX129" fmla="*/ 2007394 w 2543175"/>
                <a:gd name="connsiteY129" fmla="*/ 1478756 h 1890712"/>
                <a:gd name="connsiteX130" fmla="*/ 2016919 w 2543175"/>
                <a:gd name="connsiteY130" fmla="*/ 1483519 h 1890712"/>
                <a:gd name="connsiteX131" fmla="*/ 2024063 w 2543175"/>
                <a:gd name="connsiteY131" fmla="*/ 1490662 h 1890712"/>
                <a:gd name="connsiteX132" fmla="*/ 2033588 w 2543175"/>
                <a:gd name="connsiteY132" fmla="*/ 1495425 h 1890712"/>
                <a:gd name="connsiteX133" fmla="*/ 2040732 w 2543175"/>
                <a:gd name="connsiteY133" fmla="*/ 1502569 h 1890712"/>
                <a:gd name="connsiteX134" fmla="*/ 2047875 w 2543175"/>
                <a:gd name="connsiteY134" fmla="*/ 1507331 h 1890712"/>
                <a:gd name="connsiteX135" fmla="*/ 2057400 w 2543175"/>
                <a:gd name="connsiteY135" fmla="*/ 1514475 h 1890712"/>
                <a:gd name="connsiteX136" fmla="*/ 2064544 w 2543175"/>
                <a:gd name="connsiteY136" fmla="*/ 1519237 h 1890712"/>
                <a:gd name="connsiteX137" fmla="*/ 2071688 w 2543175"/>
                <a:gd name="connsiteY137" fmla="*/ 1526381 h 1890712"/>
                <a:gd name="connsiteX138" fmla="*/ 2081213 w 2543175"/>
                <a:gd name="connsiteY138" fmla="*/ 1531144 h 1890712"/>
                <a:gd name="connsiteX139" fmla="*/ 2090738 w 2543175"/>
                <a:gd name="connsiteY139" fmla="*/ 1538287 h 1890712"/>
                <a:gd name="connsiteX140" fmla="*/ 2109788 w 2543175"/>
                <a:gd name="connsiteY140" fmla="*/ 1547812 h 1890712"/>
                <a:gd name="connsiteX141" fmla="*/ 2131219 w 2543175"/>
                <a:gd name="connsiteY141" fmla="*/ 1562100 h 1890712"/>
                <a:gd name="connsiteX142" fmla="*/ 2140744 w 2543175"/>
                <a:gd name="connsiteY142" fmla="*/ 1566862 h 1890712"/>
                <a:gd name="connsiteX143" fmla="*/ 2152650 w 2543175"/>
                <a:gd name="connsiteY143" fmla="*/ 1576387 h 1890712"/>
                <a:gd name="connsiteX144" fmla="*/ 2181225 w 2543175"/>
                <a:gd name="connsiteY144" fmla="*/ 1590675 h 1890712"/>
                <a:gd name="connsiteX145" fmla="*/ 2200275 w 2543175"/>
                <a:gd name="connsiteY145" fmla="*/ 1607344 h 1890712"/>
                <a:gd name="connsiteX146" fmla="*/ 2207419 w 2543175"/>
                <a:gd name="connsiteY146" fmla="*/ 1612106 h 1890712"/>
                <a:gd name="connsiteX147" fmla="*/ 2216944 w 2543175"/>
                <a:gd name="connsiteY147" fmla="*/ 1619250 h 1890712"/>
                <a:gd name="connsiteX148" fmla="*/ 2224088 w 2543175"/>
                <a:gd name="connsiteY148" fmla="*/ 1624012 h 1890712"/>
                <a:gd name="connsiteX149" fmla="*/ 2247900 w 2543175"/>
                <a:gd name="connsiteY149" fmla="*/ 1643062 h 1890712"/>
                <a:gd name="connsiteX150" fmla="*/ 2255044 w 2543175"/>
                <a:gd name="connsiteY150" fmla="*/ 1650206 h 1890712"/>
                <a:gd name="connsiteX151" fmla="*/ 2281238 w 2543175"/>
                <a:gd name="connsiteY151" fmla="*/ 1664494 h 1890712"/>
                <a:gd name="connsiteX152" fmla="*/ 2297907 w 2543175"/>
                <a:gd name="connsiteY152" fmla="*/ 1674019 h 1890712"/>
                <a:gd name="connsiteX153" fmla="*/ 2312194 w 2543175"/>
                <a:gd name="connsiteY153" fmla="*/ 1685925 h 1890712"/>
                <a:gd name="connsiteX154" fmla="*/ 2328863 w 2543175"/>
                <a:gd name="connsiteY154" fmla="*/ 1697831 h 1890712"/>
                <a:gd name="connsiteX155" fmla="*/ 2350294 w 2543175"/>
                <a:gd name="connsiteY155" fmla="*/ 1712119 h 1890712"/>
                <a:gd name="connsiteX156" fmla="*/ 2369344 w 2543175"/>
                <a:gd name="connsiteY156" fmla="*/ 1724025 h 1890712"/>
                <a:gd name="connsiteX157" fmla="*/ 2428876 w 2543175"/>
                <a:gd name="connsiteY157" fmla="*/ 1785938 h 1890712"/>
                <a:gd name="connsiteX158" fmla="*/ 2466975 w 2543175"/>
                <a:gd name="connsiteY158" fmla="*/ 1783556 h 1890712"/>
                <a:gd name="connsiteX159" fmla="*/ 2481263 w 2543175"/>
                <a:gd name="connsiteY159" fmla="*/ 1795462 h 1890712"/>
                <a:gd name="connsiteX160" fmla="*/ 2486025 w 2543175"/>
                <a:gd name="connsiteY160" fmla="*/ 1802606 h 1890712"/>
                <a:gd name="connsiteX161" fmla="*/ 2514600 w 2543175"/>
                <a:gd name="connsiteY161" fmla="*/ 1850231 h 1890712"/>
                <a:gd name="connsiteX162" fmla="*/ 2519363 w 2543175"/>
                <a:gd name="connsiteY162" fmla="*/ 1857375 h 1890712"/>
                <a:gd name="connsiteX163" fmla="*/ 2540794 w 2543175"/>
                <a:gd name="connsiteY163" fmla="*/ 1883569 h 1890712"/>
                <a:gd name="connsiteX164" fmla="*/ 2543175 w 2543175"/>
                <a:gd name="connsiteY164" fmla="*/ 1890712 h 1890712"/>
                <a:gd name="connsiteX0" fmla="*/ 0 w 2543175"/>
                <a:gd name="connsiteY0" fmla="*/ 0 h 1890712"/>
                <a:gd name="connsiteX1" fmla="*/ 11907 w 2543175"/>
                <a:gd name="connsiteY1" fmla="*/ 11906 h 1890712"/>
                <a:gd name="connsiteX2" fmla="*/ 21432 w 2543175"/>
                <a:gd name="connsiteY2" fmla="*/ 16669 h 1890712"/>
                <a:gd name="connsiteX3" fmla="*/ 23813 w 2543175"/>
                <a:gd name="connsiteY3" fmla="*/ 23812 h 1890712"/>
                <a:gd name="connsiteX4" fmla="*/ 33338 w 2543175"/>
                <a:gd name="connsiteY4" fmla="*/ 33337 h 1890712"/>
                <a:gd name="connsiteX5" fmla="*/ 40482 w 2543175"/>
                <a:gd name="connsiteY5" fmla="*/ 42862 h 1890712"/>
                <a:gd name="connsiteX6" fmla="*/ 47625 w 2543175"/>
                <a:gd name="connsiteY6" fmla="*/ 47625 h 1890712"/>
                <a:gd name="connsiteX7" fmla="*/ 57150 w 2543175"/>
                <a:gd name="connsiteY7" fmla="*/ 54769 h 1890712"/>
                <a:gd name="connsiteX8" fmla="*/ 64294 w 2543175"/>
                <a:gd name="connsiteY8" fmla="*/ 59531 h 1890712"/>
                <a:gd name="connsiteX9" fmla="*/ 83344 w 2543175"/>
                <a:gd name="connsiteY9" fmla="*/ 73819 h 1890712"/>
                <a:gd name="connsiteX10" fmla="*/ 97632 w 2543175"/>
                <a:gd name="connsiteY10" fmla="*/ 80962 h 1890712"/>
                <a:gd name="connsiteX11" fmla="*/ 104775 w 2543175"/>
                <a:gd name="connsiteY11" fmla="*/ 85725 h 1890712"/>
                <a:gd name="connsiteX12" fmla="*/ 114300 w 2543175"/>
                <a:gd name="connsiteY12" fmla="*/ 95250 h 1890712"/>
                <a:gd name="connsiteX13" fmla="*/ 123825 w 2543175"/>
                <a:gd name="connsiteY13" fmla="*/ 97631 h 1890712"/>
                <a:gd name="connsiteX14" fmla="*/ 130969 w 2543175"/>
                <a:gd name="connsiteY14" fmla="*/ 104775 h 1890712"/>
                <a:gd name="connsiteX15" fmla="*/ 140494 w 2543175"/>
                <a:gd name="connsiteY15" fmla="*/ 111919 h 1890712"/>
                <a:gd name="connsiteX16" fmla="*/ 147638 w 2543175"/>
                <a:gd name="connsiteY16" fmla="*/ 116681 h 1890712"/>
                <a:gd name="connsiteX17" fmla="*/ 164307 w 2543175"/>
                <a:gd name="connsiteY17" fmla="*/ 128587 h 1890712"/>
                <a:gd name="connsiteX18" fmla="*/ 180975 w 2543175"/>
                <a:gd name="connsiteY18" fmla="*/ 140494 h 1890712"/>
                <a:gd name="connsiteX19" fmla="*/ 197644 w 2543175"/>
                <a:gd name="connsiteY19" fmla="*/ 152400 h 1890712"/>
                <a:gd name="connsiteX20" fmla="*/ 204788 w 2543175"/>
                <a:gd name="connsiteY20" fmla="*/ 157162 h 1890712"/>
                <a:gd name="connsiteX21" fmla="*/ 214313 w 2543175"/>
                <a:gd name="connsiteY21" fmla="*/ 164306 h 1890712"/>
                <a:gd name="connsiteX22" fmla="*/ 230982 w 2543175"/>
                <a:gd name="connsiteY22" fmla="*/ 180975 h 1890712"/>
                <a:gd name="connsiteX23" fmla="*/ 247650 w 2543175"/>
                <a:gd name="connsiteY23" fmla="*/ 185737 h 1890712"/>
                <a:gd name="connsiteX24" fmla="*/ 300038 w 2543175"/>
                <a:gd name="connsiteY24" fmla="*/ 219075 h 1890712"/>
                <a:gd name="connsiteX25" fmla="*/ 342900 w 2543175"/>
                <a:gd name="connsiteY25" fmla="*/ 254794 h 1890712"/>
                <a:gd name="connsiteX26" fmla="*/ 366713 w 2543175"/>
                <a:gd name="connsiteY26" fmla="*/ 264319 h 1890712"/>
                <a:gd name="connsiteX27" fmla="*/ 371475 w 2543175"/>
                <a:gd name="connsiteY27" fmla="*/ 271462 h 1890712"/>
                <a:gd name="connsiteX28" fmla="*/ 385763 w 2543175"/>
                <a:gd name="connsiteY28" fmla="*/ 283369 h 1890712"/>
                <a:gd name="connsiteX29" fmla="*/ 404813 w 2543175"/>
                <a:gd name="connsiteY29" fmla="*/ 295275 h 1890712"/>
                <a:gd name="connsiteX30" fmla="*/ 411957 w 2543175"/>
                <a:gd name="connsiteY30" fmla="*/ 297656 h 1890712"/>
                <a:gd name="connsiteX31" fmla="*/ 466725 w 2543175"/>
                <a:gd name="connsiteY31" fmla="*/ 328612 h 1890712"/>
                <a:gd name="connsiteX32" fmla="*/ 476250 w 2543175"/>
                <a:gd name="connsiteY32" fmla="*/ 335756 h 1890712"/>
                <a:gd name="connsiteX33" fmla="*/ 481013 w 2543175"/>
                <a:gd name="connsiteY33" fmla="*/ 342900 h 1890712"/>
                <a:gd name="connsiteX34" fmla="*/ 490538 w 2543175"/>
                <a:gd name="connsiteY34" fmla="*/ 352425 h 1890712"/>
                <a:gd name="connsiteX35" fmla="*/ 495300 w 2543175"/>
                <a:gd name="connsiteY35" fmla="*/ 359569 h 1890712"/>
                <a:gd name="connsiteX36" fmla="*/ 509588 w 2543175"/>
                <a:gd name="connsiteY36" fmla="*/ 376237 h 1890712"/>
                <a:gd name="connsiteX37" fmla="*/ 514350 w 2543175"/>
                <a:gd name="connsiteY37" fmla="*/ 383381 h 1890712"/>
                <a:gd name="connsiteX38" fmla="*/ 531019 w 2543175"/>
                <a:gd name="connsiteY38" fmla="*/ 397669 h 1890712"/>
                <a:gd name="connsiteX39" fmla="*/ 538163 w 2543175"/>
                <a:gd name="connsiteY39" fmla="*/ 407194 h 1890712"/>
                <a:gd name="connsiteX40" fmla="*/ 554832 w 2543175"/>
                <a:gd name="connsiteY40" fmla="*/ 421481 h 1890712"/>
                <a:gd name="connsiteX41" fmla="*/ 564357 w 2543175"/>
                <a:gd name="connsiteY41" fmla="*/ 431006 h 1890712"/>
                <a:gd name="connsiteX42" fmla="*/ 573882 w 2543175"/>
                <a:gd name="connsiteY42" fmla="*/ 438150 h 1890712"/>
                <a:gd name="connsiteX43" fmla="*/ 595313 w 2543175"/>
                <a:gd name="connsiteY43" fmla="*/ 454819 h 1890712"/>
                <a:gd name="connsiteX44" fmla="*/ 602457 w 2543175"/>
                <a:gd name="connsiteY44" fmla="*/ 457200 h 1890712"/>
                <a:gd name="connsiteX45" fmla="*/ 628650 w 2543175"/>
                <a:gd name="connsiteY45" fmla="*/ 469106 h 1890712"/>
                <a:gd name="connsiteX46" fmla="*/ 645319 w 2543175"/>
                <a:gd name="connsiteY46" fmla="*/ 483394 h 1890712"/>
                <a:gd name="connsiteX47" fmla="*/ 654844 w 2543175"/>
                <a:gd name="connsiteY47" fmla="*/ 488156 h 1890712"/>
                <a:gd name="connsiteX48" fmla="*/ 661988 w 2543175"/>
                <a:gd name="connsiteY48" fmla="*/ 497681 h 1890712"/>
                <a:gd name="connsiteX49" fmla="*/ 683419 w 2543175"/>
                <a:gd name="connsiteY49" fmla="*/ 514350 h 1890712"/>
                <a:gd name="connsiteX50" fmla="*/ 700088 w 2543175"/>
                <a:gd name="connsiteY50" fmla="*/ 526256 h 1890712"/>
                <a:gd name="connsiteX51" fmla="*/ 709613 w 2543175"/>
                <a:gd name="connsiteY51" fmla="*/ 535781 h 1890712"/>
                <a:gd name="connsiteX52" fmla="*/ 719138 w 2543175"/>
                <a:gd name="connsiteY52" fmla="*/ 542925 h 1890712"/>
                <a:gd name="connsiteX53" fmla="*/ 733425 w 2543175"/>
                <a:gd name="connsiteY53" fmla="*/ 557212 h 1890712"/>
                <a:gd name="connsiteX54" fmla="*/ 750094 w 2543175"/>
                <a:gd name="connsiteY54" fmla="*/ 569119 h 1890712"/>
                <a:gd name="connsiteX55" fmla="*/ 769144 w 2543175"/>
                <a:gd name="connsiteY55" fmla="*/ 581025 h 1890712"/>
                <a:gd name="connsiteX56" fmla="*/ 785813 w 2543175"/>
                <a:gd name="connsiteY56" fmla="*/ 590550 h 1890712"/>
                <a:gd name="connsiteX57" fmla="*/ 792957 w 2543175"/>
                <a:gd name="connsiteY57" fmla="*/ 600075 h 1890712"/>
                <a:gd name="connsiteX58" fmla="*/ 809625 w 2543175"/>
                <a:gd name="connsiteY58" fmla="*/ 611981 h 1890712"/>
                <a:gd name="connsiteX59" fmla="*/ 816769 w 2543175"/>
                <a:gd name="connsiteY59" fmla="*/ 619125 h 1890712"/>
                <a:gd name="connsiteX60" fmla="*/ 826294 w 2543175"/>
                <a:gd name="connsiteY60" fmla="*/ 626269 h 1890712"/>
                <a:gd name="connsiteX61" fmla="*/ 840582 w 2543175"/>
                <a:gd name="connsiteY61" fmla="*/ 638175 h 1890712"/>
                <a:gd name="connsiteX62" fmla="*/ 847725 w 2543175"/>
                <a:gd name="connsiteY62" fmla="*/ 645319 h 1890712"/>
                <a:gd name="connsiteX63" fmla="*/ 857250 w 2543175"/>
                <a:gd name="connsiteY63" fmla="*/ 652462 h 1890712"/>
                <a:gd name="connsiteX64" fmla="*/ 864394 w 2543175"/>
                <a:gd name="connsiteY64" fmla="*/ 657225 h 1890712"/>
                <a:gd name="connsiteX65" fmla="*/ 888207 w 2543175"/>
                <a:gd name="connsiteY65" fmla="*/ 676275 h 1890712"/>
                <a:gd name="connsiteX66" fmla="*/ 895350 w 2543175"/>
                <a:gd name="connsiteY66" fmla="*/ 681037 h 1890712"/>
                <a:gd name="connsiteX67" fmla="*/ 907257 w 2543175"/>
                <a:gd name="connsiteY67" fmla="*/ 683419 h 1890712"/>
                <a:gd name="connsiteX68" fmla="*/ 928688 w 2543175"/>
                <a:gd name="connsiteY68" fmla="*/ 695325 h 1890712"/>
                <a:gd name="connsiteX69" fmla="*/ 942975 w 2543175"/>
                <a:gd name="connsiteY69" fmla="*/ 700087 h 1890712"/>
                <a:gd name="connsiteX70" fmla="*/ 964407 w 2543175"/>
                <a:gd name="connsiteY70" fmla="*/ 716756 h 1890712"/>
                <a:gd name="connsiteX71" fmla="*/ 971550 w 2543175"/>
                <a:gd name="connsiteY71" fmla="*/ 723900 h 1890712"/>
                <a:gd name="connsiteX72" fmla="*/ 983457 w 2543175"/>
                <a:gd name="connsiteY72" fmla="*/ 733425 h 1890712"/>
                <a:gd name="connsiteX73" fmla="*/ 990600 w 2543175"/>
                <a:gd name="connsiteY73" fmla="*/ 738187 h 1890712"/>
                <a:gd name="connsiteX74" fmla="*/ 1007269 w 2543175"/>
                <a:gd name="connsiteY74" fmla="*/ 752475 h 1890712"/>
                <a:gd name="connsiteX75" fmla="*/ 1031082 w 2543175"/>
                <a:gd name="connsiteY75" fmla="*/ 766762 h 1890712"/>
                <a:gd name="connsiteX76" fmla="*/ 1042988 w 2543175"/>
                <a:gd name="connsiteY76" fmla="*/ 773906 h 1890712"/>
                <a:gd name="connsiteX77" fmla="*/ 1071563 w 2543175"/>
                <a:gd name="connsiteY77" fmla="*/ 785812 h 1890712"/>
                <a:gd name="connsiteX78" fmla="*/ 1097757 w 2543175"/>
                <a:gd name="connsiteY78" fmla="*/ 807244 h 1890712"/>
                <a:gd name="connsiteX79" fmla="*/ 1104900 w 2543175"/>
                <a:gd name="connsiteY79" fmla="*/ 814387 h 1890712"/>
                <a:gd name="connsiteX80" fmla="*/ 1121569 w 2543175"/>
                <a:gd name="connsiteY80" fmla="*/ 823912 h 1890712"/>
                <a:gd name="connsiteX81" fmla="*/ 1138238 w 2543175"/>
                <a:gd name="connsiteY81" fmla="*/ 835819 h 1890712"/>
                <a:gd name="connsiteX82" fmla="*/ 1147763 w 2543175"/>
                <a:gd name="connsiteY82" fmla="*/ 842962 h 1890712"/>
                <a:gd name="connsiteX83" fmla="*/ 1157288 w 2543175"/>
                <a:gd name="connsiteY83" fmla="*/ 847725 h 1890712"/>
                <a:gd name="connsiteX84" fmla="*/ 1178719 w 2543175"/>
                <a:gd name="connsiteY84" fmla="*/ 859631 h 1890712"/>
                <a:gd name="connsiteX85" fmla="*/ 1188244 w 2543175"/>
                <a:gd name="connsiteY85" fmla="*/ 866775 h 1890712"/>
                <a:gd name="connsiteX86" fmla="*/ 1195388 w 2543175"/>
                <a:gd name="connsiteY86" fmla="*/ 871537 h 1890712"/>
                <a:gd name="connsiteX87" fmla="*/ 1212057 w 2543175"/>
                <a:gd name="connsiteY87" fmla="*/ 883444 h 1890712"/>
                <a:gd name="connsiteX88" fmla="*/ 1226344 w 2543175"/>
                <a:gd name="connsiteY88" fmla="*/ 895350 h 1890712"/>
                <a:gd name="connsiteX89" fmla="*/ 1245394 w 2543175"/>
                <a:gd name="connsiteY89" fmla="*/ 907256 h 1890712"/>
                <a:gd name="connsiteX90" fmla="*/ 1254919 w 2543175"/>
                <a:gd name="connsiteY90" fmla="*/ 914400 h 1890712"/>
                <a:gd name="connsiteX91" fmla="*/ 1269207 w 2543175"/>
                <a:gd name="connsiteY91" fmla="*/ 921544 h 1890712"/>
                <a:gd name="connsiteX92" fmla="*/ 1290638 w 2543175"/>
                <a:gd name="connsiteY92" fmla="*/ 935831 h 1890712"/>
                <a:gd name="connsiteX93" fmla="*/ 1307307 w 2543175"/>
                <a:gd name="connsiteY93" fmla="*/ 952500 h 1890712"/>
                <a:gd name="connsiteX94" fmla="*/ 1333500 w 2543175"/>
                <a:gd name="connsiteY94" fmla="*/ 971550 h 1890712"/>
                <a:gd name="connsiteX95" fmla="*/ 1359694 w 2543175"/>
                <a:gd name="connsiteY95" fmla="*/ 990600 h 1890712"/>
                <a:gd name="connsiteX96" fmla="*/ 1385888 w 2543175"/>
                <a:gd name="connsiteY96" fmla="*/ 1021557 h 1890712"/>
                <a:gd name="connsiteX97" fmla="*/ 1435894 w 2543175"/>
                <a:gd name="connsiteY97" fmla="*/ 1054894 h 1890712"/>
                <a:gd name="connsiteX98" fmla="*/ 1497806 w 2543175"/>
                <a:gd name="connsiteY98" fmla="*/ 1104900 h 1890712"/>
                <a:gd name="connsiteX99" fmla="*/ 1559718 w 2543175"/>
                <a:gd name="connsiteY99" fmla="*/ 1154906 h 1890712"/>
                <a:gd name="connsiteX100" fmla="*/ 1595438 w 2543175"/>
                <a:gd name="connsiteY100" fmla="*/ 1181100 h 1890712"/>
                <a:gd name="connsiteX101" fmla="*/ 1628775 w 2543175"/>
                <a:gd name="connsiteY101" fmla="*/ 1183481 h 1890712"/>
                <a:gd name="connsiteX102" fmla="*/ 1662113 w 2543175"/>
                <a:gd name="connsiteY102" fmla="*/ 1209675 h 1890712"/>
                <a:gd name="connsiteX103" fmla="*/ 1678782 w 2543175"/>
                <a:gd name="connsiteY103" fmla="*/ 1226344 h 1890712"/>
                <a:gd name="connsiteX104" fmla="*/ 1700213 w 2543175"/>
                <a:gd name="connsiteY104" fmla="*/ 1247775 h 1890712"/>
                <a:gd name="connsiteX105" fmla="*/ 1712119 w 2543175"/>
                <a:gd name="connsiteY105" fmla="*/ 1259681 h 1890712"/>
                <a:gd name="connsiteX106" fmla="*/ 1733550 w 2543175"/>
                <a:gd name="connsiteY106" fmla="*/ 1273969 h 1890712"/>
                <a:gd name="connsiteX107" fmla="*/ 1743075 w 2543175"/>
                <a:gd name="connsiteY107" fmla="*/ 1283494 h 1890712"/>
                <a:gd name="connsiteX108" fmla="*/ 1754982 w 2543175"/>
                <a:gd name="connsiteY108" fmla="*/ 1290637 h 1890712"/>
                <a:gd name="connsiteX109" fmla="*/ 1766888 w 2543175"/>
                <a:gd name="connsiteY109" fmla="*/ 1300162 h 1890712"/>
                <a:gd name="connsiteX110" fmla="*/ 1783557 w 2543175"/>
                <a:gd name="connsiteY110" fmla="*/ 1307306 h 1890712"/>
                <a:gd name="connsiteX111" fmla="*/ 1790700 w 2543175"/>
                <a:gd name="connsiteY111" fmla="*/ 1312069 h 1890712"/>
                <a:gd name="connsiteX112" fmla="*/ 1800225 w 2543175"/>
                <a:gd name="connsiteY112" fmla="*/ 1319212 h 1890712"/>
                <a:gd name="connsiteX113" fmla="*/ 1807369 w 2543175"/>
                <a:gd name="connsiteY113" fmla="*/ 1321594 h 1890712"/>
                <a:gd name="connsiteX114" fmla="*/ 1824038 w 2543175"/>
                <a:gd name="connsiteY114" fmla="*/ 1333500 h 1890712"/>
                <a:gd name="connsiteX115" fmla="*/ 1843088 w 2543175"/>
                <a:gd name="connsiteY115" fmla="*/ 1352550 h 1890712"/>
                <a:gd name="connsiteX116" fmla="*/ 1852613 w 2543175"/>
                <a:gd name="connsiteY116" fmla="*/ 1359694 h 1890712"/>
                <a:gd name="connsiteX117" fmla="*/ 1859757 w 2543175"/>
                <a:gd name="connsiteY117" fmla="*/ 1366837 h 1890712"/>
                <a:gd name="connsiteX118" fmla="*/ 1869282 w 2543175"/>
                <a:gd name="connsiteY118" fmla="*/ 1371600 h 1890712"/>
                <a:gd name="connsiteX119" fmla="*/ 1883569 w 2543175"/>
                <a:gd name="connsiteY119" fmla="*/ 1388269 h 1890712"/>
                <a:gd name="connsiteX120" fmla="*/ 1893094 w 2543175"/>
                <a:gd name="connsiteY120" fmla="*/ 1395412 h 1890712"/>
                <a:gd name="connsiteX121" fmla="*/ 1902619 w 2543175"/>
                <a:gd name="connsiteY121" fmla="*/ 1404937 h 1890712"/>
                <a:gd name="connsiteX122" fmla="*/ 1912144 w 2543175"/>
                <a:gd name="connsiteY122" fmla="*/ 1409700 h 1890712"/>
                <a:gd name="connsiteX123" fmla="*/ 1931194 w 2543175"/>
                <a:gd name="connsiteY123" fmla="*/ 1421606 h 1890712"/>
                <a:gd name="connsiteX124" fmla="*/ 1935957 w 2543175"/>
                <a:gd name="connsiteY124" fmla="*/ 1428750 h 1890712"/>
                <a:gd name="connsiteX125" fmla="*/ 1952625 w 2543175"/>
                <a:gd name="connsiteY125" fmla="*/ 1438275 h 1890712"/>
                <a:gd name="connsiteX126" fmla="*/ 1971675 w 2543175"/>
                <a:gd name="connsiteY126" fmla="*/ 1450181 h 1890712"/>
                <a:gd name="connsiteX127" fmla="*/ 1981200 w 2543175"/>
                <a:gd name="connsiteY127" fmla="*/ 1454944 h 1890712"/>
                <a:gd name="connsiteX128" fmla="*/ 1997869 w 2543175"/>
                <a:gd name="connsiteY128" fmla="*/ 1471612 h 1890712"/>
                <a:gd name="connsiteX129" fmla="*/ 2007394 w 2543175"/>
                <a:gd name="connsiteY129" fmla="*/ 1478756 h 1890712"/>
                <a:gd name="connsiteX130" fmla="*/ 2016919 w 2543175"/>
                <a:gd name="connsiteY130" fmla="*/ 1483519 h 1890712"/>
                <a:gd name="connsiteX131" fmla="*/ 2024063 w 2543175"/>
                <a:gd name="connsiteY131" fmla="*/ 1490662 h 1890712"/>
                <a:gd name="connsiteX132" fmla="*/ 2033588 w 2543175"/>
                <a:gd name="connsiteY132" fmla="*/ 1495425 h 1890712"/>
                <a:gd name="connsiteX133" fmla="*/ 2040732 w 2543175"/>
                <a:gd name="connsiteY133" fmla="*/ 1502569 h 1890712"/>
                <a:gd name="connsiteX134" fmla="*/ 2047875 w 2543175"/>
                <a:gd name="connsiteY134" fmla="*/ 1507331 h 1890712"/>
                <a:gd name="connsiteX135" fmla="*/ 2057400 w 2543175"/>
                <a:gd name="connsiteY135" fmla="*/ 1514475 h 1890712"/>
                <a:gd name="connsiteX136" fmla="*/ 2064544 w 2543175"/>
                <a:gd name="connsiteY136" fmla="*/ 1519237 h 1890712"/>
                <a:gd name="connsiteX137" fmla="*/ 2071688 w 2543175"/>
                <a:gd name="connsiteY137" fmla="*/ 1526381 h 1890712"/>
                <a:gd name="connsiteX138" fmla="*/ 2081213 w 2543175"/>
                <a:gd name="connsiteY138" fmla="*/ 1531144 h 1890712"/>
                <a:gd name="connsiteX139" fmla="*/ 2090738 w 2543175"/>
                <a:gd name="connsiteY139" fmla="*/ 1538287 h 1890712"/>
                <a:gd name="connsiteX140" fmla="*/ 2109788 w 2543175"/>
                <a:gd name="connsiteY140" fmla="*/ 1547812 h 1890712"/>
                <a:gd name="connsiteX141" fmla="*/ 2131219 w 2543175"/>
                <a:gd name="connsiteY141" fmla="*/ 1562100 h 1890712"/>
                <a:gd name="connsiteX142" fmla="*/ 2140744 w 2543175"/>
                <a:gd name="connsiteY142" fmla="*/ 1566862 h 1890712"/>
                <a:gd name="connsiteX143" fmla="*/ 2152650 w 2543175"/>
                <a:gd name="connsiteY143" fmla="*/ 1576387 h 1890712"/>
                <a:gd name="connsiteX144" fmla="*/ 2181225 w 2543175"/>
                <a:gd name="connsiteY144" fmla="*/ 1590675 h 1890712"/>
                <a:gd name="connsiteX145" fmla="*/ 2200275 w 2543175"/>
                <a:gd name="connsiteY145" fmla="*/ 1607344 h 1890712"/>
                <a:gd name="connsiteX146" fmla="*/ 2207419 w 2543175"/>
                <a:gd name="connsiteY146" fmla="*/ 1612106 h 1890712"/>
                <a:gd name="connsiteX147" fmla="*/ 2216944 w 2543175"/>
                <a:gd name="connsiteY147" fmla="*/ 1619250 h 1890712"/>
                <a:gd name="connsiteX148" fmla="*/ 2224088 w 2543175"/>
                <a:gd name="connsiteY148" fmla="*/ 1624012 h 1890712"/>
                <a:gd name="connsiteX149" fmla="*/ 2247900 w 2543175"/>
                <a:gd name="connsiteY149" fmla="*/ 1643062 h 1890712"/>
                <a:gd name="connsiteX150" fmla="*/ 2255044 w 2543175"/>
                <a:gd name="connsiteY150" fmla="*/ 1650206 h 1890712"/>
                <a:gd name="connsiteX151" fmla="*/ 2281238 w 2543175"/>
                <a:gd name="connsiteY151" fmla="*/ 1664494 h 1890712"/>
                <a:gd name="connsiteX152" fmla="*/ 2297907 w 2543175"/>
                <a:gd name="connsiteY152" fmla="*/ 1674019 h 1890712"/>
                <a:gd name="connsiteX153" fmla="*/ 2312194 w 2543175"/>
                <a:gd name="connsiteY153" fmla="*/ 1685925 h 1890712"/>
                <a:gd name="connsiteX154" fmla="*/ 2328863 w 2543175"/>
                <a:gd name="connsiteY154" fmla="*/ 1697831 h 1890712"/>
                <a:gd name="connsiteX155" fmla="*/ 2350294 w 2543175"/>
                <a:gd name="connsiteY155" fmla="*/ 1712119 h 1890712"/>
                <a:gd name="connsiteX156" fmla="*/ 2369344 w 2543175"/>
                <a:gd name="connsiteY156" fmla="*/ 1724025 h 1890712"/>
                <a:gd name="connsiteX157" fmla="*/ 2428876 w 2543175"/>
                <a:gd name="connsiteY157" fmla="*/ 1785938 h 1890712"/>
                <a:gd name="connsiteX158" fmla="*/ 2466975 w 2543175"/>
                <a:gd name="connsiteY158" fmla="*/ 1783556 h 1890712"/>
                <a:gd name="connsiteX159" fmla="*/ 2481263 w 2543175"/>
                <a:gd name="connsiteY159" fmla="*/ 1795462 h 1890712"/>
                <a:gd name="connsiteX160" fmla="*/ 2486025 w 2543175"/>
                <a:gd name="connsiteY160" fmla="*/ 1802606 h 1890712"/>
                <a:gd name="connsiteX161" fmla="*/ 2514600 w 2543175"/>
                <a:gd name="connsiteY161" fmla="*/ 1850231 h 1890712"/>
                <a:gd name="connsiteX162" fmla="*/ 2519363 w 2543175"/>
                <a:gd name="connsiteY162" fmla="*/ 1857375 h 1890712"/>
                <a:gd name="connsiteX163" fmla="*/ 2540794 w 2543175"/>
                <a:gd name="connsiteY163" fmla="*/ 1883569 h 1890712"/>
                <a:gd name="connsiteX164" fmla="*/ 2543175 w 2543175"/>
                <a:gd name="connsiteY164" fmla="*/ 1890712 h 1890712"/>
                <a:gd name="connsiteX0" fmla="*/ 0 w 2543175"/>
                <a:gd name="connsiteY0" fmla="*/ 0 h 1890712"/>
                <a:gd name="connsiteX1" fmla="*/ 11907 w 2543175"/>
                <a:gd name="connsiteY1" fmla="*/ 11906 h 1890712"/>
                <a:gd name="connsiteX2" fmla="*/ 21432 w 2543175"/>
                <a:gd name="connsiteY2" fmla="*/ 16669 h 1890712"/>
                <a:gd name="connsiteX3" fmla="*/ 23813 w 2543175"/>
                <a:gd name="connsiteY3" fmla="*/ 23812 h 1890712"/>
                <a:gd name="connsiteX4" fmla="*/ 33338 w 2543175"/>
                <a:gd name="connsiteY4" fmla="*/ 33337 h 1890712"/>
                <a:gd name="connsiteX5" fmla="*/ 40482 w 2543175"/>
                <a:gd name="connsiteY5" fmla="*/ 42862 h 1890712"/>
                <a:gd name="connsiteX6" fmla="*/ 47625 w 2543175"/>
                <a:gd name="connsiteY6" fmla="*/ 47625 h 1890712"/>
                <a:gd name="connsiteX7" fmla="*/ 57150 w 2543175"/>
                <a:gd name="connsiteY7" fmla="*/ 54769 h 1890712"/>
                <a:gd name="connsiteX8" fmla="*/ 64294 w 2543175"/>
                <a:gd name="connsiteY8" fmla="*/ 59531 h 1890712"/>
                <a:gd name="connsiteX9" fmla="*/ 83344 w 2543175"/>
                <a:gd name="connsiteY9" fmla="*/ 73819 h 1890712"/>
                <a:gd name="connsiteX10" fmla="*/ 97632 w 2543175"/>
                <a:gd name="connsiteY10" fmla="*/ 80962 h 1890712"/>
                <a:gd name="connsiteX11" fmla="*/ 104775 w 2543175"/>
                <a:gd name="connsiteY11" fmla="*/ 85725 h 1890712"/>
                <a:gd name="connsiteX12" fmla="*/ 114300 w 2543175"/>
                <a:gd name="connsiteY12" fmla="*/ 95250 h 1890712"/>
                <a:gd name="connsiteX13" fmla="*/ 123825 w 2543175"/>
                <a:gd name="connsiteY13" fmla="*/ 97631 h 1890712"/>
                <a:gd name="connsiteX14" fmla="*/ 130969 w 2543175"/>
                <a:gd name="connsiteY14" fmla="*/ 104775 h 1890712"/>
                <a:gd name="connsiteX15" fmla="*/ 140494 w 2543175"/>
                <a:gd name="connsiteY15" fmla="*/ 111919 h 1890712"/>
                <a:gd name="connsiteX16" fmla="*/ 147638 w 2543175"/>
                <a:gd name="connsiteY16" fmla="*/ 116681 h 1890712"/>
                <a:gd name="connsiteX17" fmla="*/ 164307 w 2543175"/>
                <a:gd name="connsiteY17" fmla="*/ 128587 h 1890712"/>
                <a:gd name="connsiteX18" fmla="*/ 180975 w 2543175"/>
                <a:gd name="connsiteY18" fmla="*/ 140494 h 1890712"/>
                <a:gd name="connsiteX19" fmla="*/ 197644 w 2543175"/>
                <a:gd name="connsiteY19" fmla="*/ 152400 h 1890712"/>
                <a:gd name="connsiteX20" fmla="*/ 204788 w 2543175"/>
                <a:gd name="connsiteY20" fmla="*/ 157162 h 1890712"/>
                <a:gd name="connsiteX21" fmla="*/ 214313 w 2543175"/>
                <a:gd name="connsiteY21" fmla="*/ 164306 h 1890712"/>
                <a:gd name="connsiteX22" fmla="*/ 230982 w 2543175"/>
                <a:gd name="connsiteY22" fmla="*/ 180975 h 1890712"/>
                <a:gd name="connsiteX23" fmla="*/ 247650 w 2543175"/>
                <a:gd name="connsiteY23" fmla="*/ 185737 h 1890712"/>
                <a:gd name="connsiteX24" fmla="*/ 300038 w 2543175"/>
                <a:gd name="connsiteY24" fmla="*/ 219075 h 1890712"/>
                <a:gd name="connsiteX25" fmla="*/ 342900 w 2543175"/>
                <a:gd name="connsiteY25" fmla="*/ 254794 h 1890712"/>
                <a:gd name="connsiteX26" fmla="*/ 366713 w 2543175"/>
                <a:gd name="connsiteY26" fmla="*/ 264319 h 1890712"/>
                <a:gd name="connsiteX27" fmla="*/ 371475 w 2543175"/>
                <a:gd name="connsiteY27" fmla="*/ 271462 h 1890712"/>
                <a:gd name="connsiteX28" fmla="*/ 385763 w 2543175"/>
                <a:gd name="connsiteY28" fmla="*/ 283369 h 1890712"/>
                <a:gd name="connsiteX29" fmla="*/ 404813 w 2543175"/>
                <a:gd name="connsiteY29" fmla="*/ 295275 h 1890712"/>
                <a:gd name="connsiteX30" fmla="*/ 411957 w 2543175"/>
                <a:gd name="connsiteY30" fmla="*/ 297656 h 1890712"/>
                <a:gd name="connsiteX31" fmla="*/ 466725 w 2543175"/>
                <a:gd name="connsiteY31" fmla="*/ 328612 h 1890712"/>
                <a:gd name="connsiteX32" fmla="*/ 476250 w 2543175"/>
                <a:gd name="connsiteY32" fmla="*/ 335756 h 1890712"/>
                <a:gd name="connsiteX33" fmla="*/ 481013 w 2543175"/>
                <a:gd name="connsiteY33" fmla="*/ 342900 h 1890712"/>
                <a:gd name="connsiteX34" fmla="*/ 490538 w 2543175"/>
                <a:gd name="connsiteY34" fmla="*/ 352425 h 1890712"/>
                <a:gd name="connsiteX35" fmla="*/ 495300 w 2543175"/>
                <a:gd name="connsiteY35" fmla="*/ 359569 h 1890712"/>
                <a:gd name="connsiteX36" fmla="*/ 509588 w 2543175"/>
                <a:gd name="connsiteY36" fmla="*/ 376237 h 1890712"/>
                <a:gd name="connsiteX37" fmla="*/ 514350 w 2543175"/>
                <a:gd name="connsiteY37" fmla="*/ 383381 h 1890712"/>
                <a:gd name="connsiteX38" fmla="*/ 531019 w 2543175"/>
                <a:gd name="connsiteY38" fmla="*/ 397669 h 1890712"/>
                <a:gd name="connsiteX39" fmla="*/ 538163 w 2543175"/>
                <a:gd name="connsiteY39" fmla="*/ 407194 h 1890712"/>
                <a:gd name="connsiteX40" fmla="*/ 554832 w 2543175"/>
                <a:gd name="connsiteY40" fmla="*/ 421481 h 1890712"/>
                <a:gd name="connsiteX41" fmla="*/ 564357 w 2543175"/>
                <a:gd name="connsiteY41" fmla="*/ 431006 h 1890712"/>
                <a:gd name="connsiteX42" fmla="*/ 573882 w 2543175"/>
                <a:gd name="connsiteY42" fmla="*/ 438150 h 1890712"/>
                <a:gd name="connsiteX43" fmla="*/ 595313 w 2543175"/>
                <a:gd name="connsiteY43" fmla="*/ 454819 h 1890712"/>
                <a:gd name="connsiteX44" fmla="*/ 602457 w 2543175"/>
                <a:gd name="connsiteY44" fmla="*/ 457200 h 1890712"/>
                <a:gd name="connsiteX45" fmla="*/ 628650 w 2543175"/>
                <a:gd name="connsiteY45" fmla="*/ 469106 h 1890712"/>
                <a:gd name="connsiteX46" fmla="*/ 645319 w 2543175"/>
                <a:gd name="connsiteY46" fmla="*/ 483394 h 1890712"/>
                <a:gd name="connsiteX47" fmla="*/ 654844 w 2543175"/>
                <a:gd name="connsiteY47" fmla="*/ 488156 h 1890712"/>
                <a:gd name="connsiteX48" fmla="*/ 661988 w 2543175"/>
                <a:gd name="connsiteY48" fmla="*/ 497681 h 1890712"/>
                <a:gd name="connsiteX49" fmla="*/ 683419 w 2543175"/>
                <a:gd name="connsiteY49" fmla="*/ 514350 h 1890712"/>
                <a:gd name="connsiteX50" fmla="*/ 700088 w 2543175"/>
                <a:gd name="connsiteY50" fmla="*/ 526256 h 1890712"/>
                <a:gd name="connsiteX51" fmla="*/ 709613 w 2543175"/>
                <a:gd name="connsiteY51" fmla="*/ 535781 h 1890712"/>
                <a:gd name="connsiteX52" fmla="*/ 719138 w 2543175"/>
                <a:gd name="connsiteY52" fmla="*/ 542925 h 1890712"/>
                <a:gd name="connsiteX53" fmla="*/ 733425 w 2543175"/>
                <a:gd name="connsiteY53" fmla="*/ 557212 h 1890712"/>
                <a:gd name="connsiteX54" fmla="*/ 750094 w 2543175"/>
                <a:gd name="connsiteY54" fmla="*/ 569119 h 1890712"/>
                <a:gd name="connsiteX55" fmla="*/ 769144 w 2543175"/>
                <a:gd name="connsiteY55" fmla="*/ 581025 h 1890712"/>
                <a:gd name="connsiteX56" fmla="*/ 785813 w 2543175"/>
                <a:gd name="connsiteY56" fmla="*/ 590550 h 1890712"/>
                <a:gd name="connsiteX57" fmla="*/ 792957 w 2543175"/>
                <a:gd name="connsiteY57" fmla="*/ 600075 h 1890712"/>
                <a:gd name="connsiteX58" fmla="*/ 809625 w 2543175"/>
                <a:gd name="connsiteY58" fmla="*/ 611981 h 1890712"/>
                <a:gd name="connsiteX59" fmla="*/ 816769 w 2543175"/>
                <a:gd name="connsiteY59" fmla="*/ 619125 h 1890712"/>
                <a:gd name="connsiteX60" fmla="*/ 826294 w 2543175"/>
                <a:gd name="connsiteY60" fmla="*/ 626269 h 1890712"/>
                <a:gd name="connsiteX61" fmla="*/ 840582 w 2543175"/>
                <a:gd name="connsiteY61" fmla="*/ 638175 h 1890712"/>
                <a:gd name="connsiteX62" fmla="*/ 847725 w 2543175"/>
                <a:gd name="connsiteY62" fmla="*/ 645319 h 1890712"/>
                <a:gd name="connsiteX63" fmla="*/ 857250 w 2543175"/>
                <a:gd name="connsiteY63" fmla="*/ 652462 h 1890712"/>
                <a:gd name="connsiteX64" fmla="*/ 864394 w 2543175"/>
                <a:gd name="connsiteY64" fmla="*/ 657225 h 1890712"/>
                <a:gd name="connsiteX65" fmla="*/ 888207 w 2543175"/>
                <a:gd name="connsiteY65" fmla="*/ 676275 h 1890712"/>
                <a:gd name="connsiteX66" fmla="*/ 895350 w 2543175"/>
                <a:gd name="connsiteY66" fmla="*/ 681037 h 1890712"/>
                <a:gd name="connsiteX67" fmla="*/ 907257 w 2543175"/>
                <a:gd name="connsiteY67" fmla="*/ 683419 h 1890712"/>
                <a:gd name="connsiteX68" fmla="*/ 928688 w 2543175"/>
                <a:gd name="connsiteY68" fmla="*/ 695325 h 1890712"/>
                <a:gd name="connsiteX69" fmla="*/ 942975 w 2543175"/>
                <a:gd name="connsiteY69" fmla="*/ 700087 h 1890712"/>
                <a:gd name="connsiteX70" fmla="*/ 964407 w 2543175"/>
                <a:gd name="connsiteY70" fmla="*/ 716756 h 1890712"/>
                <a:gd name="connsiteX71" fmla="*/ 971550 w 2543175"/>
                <a:gd name="connsiteY71" fmla="*/ 723900 h 1890712"/>
                <a:gd name="connsiteX72" fmla="*/ 983457 w 2543175"/>
                <a:gd name="connsiteY72" fmla="*/ 733425 h 1890712"/>
                <a:gd name="connsiteX73" fmla="*/ 990600 w 2543175"/>
                <a:gd name="connsiteY73" fmla="*/ 738187 h 1890712"/>
                <a:gd name="connsiteX74" fmla="*/ 1007269 w 2543175"/>
                <a:gd name="connsiteY74" fmla="*/ 752475 h 1890712"/>
                <a:gd name="connsiteX75" fmla="*/ 1031082 w 2543175"/>
                <a:gd name="connsiteY75" fmla="*/ 766762 h 1890712"/>
                <a:gd name="connsiteX76" fmla="*/ 1042988 w 2543175"/>
                <a:gd name="connsiteY76" fmla="*/ 773906 h 1890712"/>
                <a:gd name="connsiteX77" fmla="*/ 1071563 w 2543175"/>
                <a:gd name="connsiteY77" fmla="*/ 785812 h 1890712"/>
                <a:gd name="connsiteX78" fmla="*/ 1097757 w 2543175"/>
                <a:gd name="connsiteY78" fmla="*/ 807244 h 1890712"/>
                <a:gd name="connsiteX79" fmla="*/ 1104900 w 2543175"/>
                <a:gd name="connsiteY79" fmla="*/ 814387 h 1890712"/>
                <a:gd name="connsiteX80" fmla="*/ 1121569 w 2543175"/>
                <a:gd name="connsiteY80" fmla="*/ 823912 h 1890712"/>
                <a:gd name="connsiteX81" fmla="*/ 1138238 w 2543175"/>
                <a:gd name="connsiteY81" fmla="*/ 835819 h 1890712"/>
                <a:gd name="connsiteX82" fmla="*/ 1147763 w 2543175"/>
                <a:gd name="connsiteY82" fmla="*/ 842962 h 1890712"/>
                <a:gd name="connsiteX83" fmla="*/ 1157288 w 2543175"/>
                <a:gd name="connsiteY83" fmla="*/ 847725 h 1890712"/>
                <a:gd name="connsiteX84" fmla="*/ 1178719 w 2543175"/>
                <a:gd name="connsiteY84" fmla="*/ 859631 h 1890712"/>
                <a:gd name="connsiteX85" fmla="*/ 1188244 w 2543175"/>
                <a:gd name="connsiteY85" fmla="*/ 866775 h 1890712"/>
                <a:gd name="connsiteX86" fmla="*/ 1195388 w 2543175"/>
                <a:gd name="connsiteY86" fmla="*/ 871537 h 1890712"/>
                <a:gd name="connsiteX87" fmla="*/ 1212057 w 2543175"/>
                <a:gd name="connsiteY87" fmla="*/ 883444 h 1890712"/>
                <a:gd name="connsiteX88" fmla="*/ 1226344 w 2543175"/>
                <a:gd name="connsiteY88" fmla="*/ 895350 h 1890712"/>
                <a:gd name="connsiteX89" fmla="*/ 1245394 w 2543175"/>
                <a:gd name="connsiteY89" fmla="*/ 907256 h 1890712"/>
                <a:gd name="connsiteX90" fmla="*/ 1254919 w 2543175"/>
                <a:gd name="connsiteY90" fmla="*/ 914400 h 1890712"/>
                <a:gd name="connsiteX91" fmla="*/ 1269207 w 2543175"/>
                <a:gd name="connsiteY91" fmla="*/ 921544 h 1890712"/>
                <a:gd name="connsiteX92" fmla="*/ 1290638 w 2543175"/>
                <a:gd name="connsiteY92" fmla="*/ 935831 h 1890712"/>
                <a:gd name="connsiteX93" fmla="*/ 1307307 w 2543175"/>
                <a:gd name="connsiteY93" fmla="*/ 952500 h 1890712"/>
                <a:gd name="connsiteX94" fmla="*/ 1333500 w 2543175"/>
                <a:gd name="connsiteY94" fmla="*/ 971550 h 1890712"/>
                <a:gd name="connsiteX95" fmla="*/ 1359694 w 2543175"/>
                <a:gd name="connsiteY95" fmla="*/ 990600 h 1890712"/>
                <a:gd name="connsiteX96" fmla="*/ 1385888 w 2543175"/>
                <a:gd name="connsiteY96" fmla="*/ 1021557 h 1890712"/>
                <a:gd name="connsiteX97" fmla="*/ 1435894 w 2543175"/>
                <a:gd name="connsiteY97" fmla="*/ 1054894 h 1890712"/>
                <a:gd name="connsiteX98" fmla="*/ 1497806 w 2543175"/>
                <a:gd name="connsiteY98" fmla="*/ 1104900 h 1890712"/>
                <a:gd name="connsiteX99" fmla="*/ 1559718 w 2543175"/>
                <a:gd name="connsiteY99" fmla="*/ 1154906 h 1890712"/>
                <a:gd name="connsiteX100" fmla="*/ 1595438 w 2543175"/>
                <a:gd name="connsiteY100" fmla="*/ 1181100 h 1890712"/>
                <a:gd name="connsiteX101" fmla="*/ 1628775 w 2543175"/>
                <a:gd name="connsiteY101" fmla="*/ 1207294 h 1890712"/>
                <a:gd name="connsiteX102" fmla="*/ 1662113 w 2543175"/>
                <a:gd name="connsiteY102" fmla="*/ 1209675 h 1890712"/>
                <a:gd name="connsiteX103" fmla="*/ 1678782 w 2543175"/>
                <a:gd name="connsiteY103" fmla="*/ 1226344 h 1890712"/>
                <a:gd name="connsiteX104" fmla="*/ 1700213 w 2543175"/>
                <a:gd name="connsiteY104" fmla="*/ 1247775 h 1890712"/>
                <a:gd name="connsiteX105" fmla="*/ 1712119 w 2543175"/>
                <a:gd name="connsiteY105" fmla="*/ 1259681 h 1890712"/>
                <a:gd name="connsiteX106" fmla="*/ 1733550 w 2543175"/>
                <a:gd name="connsiteY106" fmla="*/ 1273969 h 1890712"/>
                <a:gd name="connsiteX107" fmla="*/ 1743075 w 2543175"/>
                <a:gd name="connsiteY107" fmla="*/ 1283494 h 1890712"/>
                <a:gd name="connsiteX108" fmla="*/ 1754982 w 2543175"/>
                <a:gd name="connsiteY108" fmla="*/ 1290637 h 1890712"/>
                <a:gd name="connsiteX109" fmla="*/ 1766888 w 2543175"/>
                <a:gd name="connsiteY109" fmla="*/ 1300162 h 1890712"/>
                <a:gd name="connsiteX110" fmla="*/ 1783557 w 2543175"/>
                <a:gd name="connsiteY110" fmla="*/ 1307306 h 1890712"/>
                <a:gd name="connsiteX111" fmla="*/ 1790700 w 2543175"/>
                <a:gd name="connsiteY111" fmla="*/ 1312069 h 1890712"/>
                <a:gd name="connsiteX112" fmla="*/ 1800225 w 2543175"/>
                <a:gd name="connsiteY112" fmla="*/ 1319212 h 1890712"/>
                <a:gd name="connsiteX113" fmla="*/ 1807369 w 2543175"/>
                <a:gd name="connsiteY113" fmla="*/ 1321594 h 1890712"/>
                <a:gd name="connsiteX114" fmla="*/ 1824038 w 2543175"/>
                <a:gd name="connsiteY114" fmla="*/ 1333500 h 1890712"/>
                <a:gd name="connsiteX115" fmla="*/ 1843088 w 2543175"/>
                <a:gd name="connsiteY115" fmla="*/ 1352550 h 1890712"/>
                <a:gd name="connsiteX116" fmla="*/ 1852613 w 2543175"/>
                <a:gd name="connsiteY116" fmla="*/ 1359694 h 1890712"/>
                <a:gd name="connsiteX117" fmla="*/ 1859757 w 2543175"/>
                <a:gd name="connsiteY117" fmla="*/ 1366837 h 1890712"/>
                <a:gd name="connsiteX118" fmla="*/ 1869282 w 2543175"/>
                <a:gd name="connsiteY118" fmla="*/ 1371600 h 1890712"/>
                <a:gd name="connsiteX119" fmla="*/ 1883569 w 2543175"/>
                <a:gd name="connsiteY119" fmla="*/ 1388269 h 1890712"/>
                <a:gd name="connsiteX120" fmla="*/ 1893094 w 2543175"/>
                <a:gd name="connsiteY120" fmla="*/ 1395412 h 1890712"/>
                <a:gd name="connsiteX121" fmla="*/ 1902619 w 2543175"/>
                <a:gd name="connsiteY121" fmla="*/ 1404937 h 1890712"/>
                <a:gd name="connsiteX122" fmla="*/ 1912144 w 2543175"/>
                <a:gd name="connsiteY122" fmla="*/ 1409700 h 1890712"/>
                <a:gd name="connsiteX123" fmla="*/ 1931194 w 2543175"/>
                <a:gd name="connsiteY123" fmla="*/ 1421606 h 1890712"/>
                <a:gd name="connsiteX124" fmla="*/ 1935957 w 2543175"/>
                <a:gd name="connsiteY124" fmla="*/ 1428750 h 1890712"/>
                <a:gd name="connsiteX125" fmla="*/ 1952625 w 2543175"/>
                <a:gd name="connsiteY125" fmla="*/ 1438275 h 1890712"/>
                <a:gd name="connsiteX126" fmla="*/ 1971675 w 2543175"/>
                <a:gd name="connsiteY126" fmla="*/ 1450181 h 1890712"/>
                <a:gd name="connsiteX127" fmla="*/ 1981200 w 2543175"/>
                <a:gd name="connsiteY127" fmla="*/ 1454944 h 1890712"/>
                <a:gd name="connsiteX128" fmla="*/ 1997869 w 2543175"/>
                <a:gd name="connsiteY128" fmla="*/ 1471612 h 1890712"/>
                <a:gd name="connsiteX129" fmla="*/ 2007394 w 2543175"/>
                <a:gd name="connsiteY129" fmla="*/ 1478756 h 1890712"/>
                <a:gd name="connsiteX130" fmla="*/ 2016919 w 2543175"/>
                <a:gd name="connsiteY130" fmla="*/ 1483519 h 1890712"/>
                <a:gd name="connsiteX131" fmla="*/ 2024063 w 2543175"/>
                <a:gd name="connsiteY131" fmla="*/ 1490662 h 1890712"/>
                <a:gd name="connsiteX132" fmla="*/ 2033588 w 2543175"/>
                <a:gd name="connsiteY132" fmla="*/ 1495425 h 1890712"/>
                <a:gd name="connsiteX133" fmla="*/ 2040732 w 2543175"/>
                <a:gd name="connsiteY133" fmla="*/ 1502569 h 1890712"/>
                <a:gd name="connsiteX134" fmla="*/ 2047875 w 2543175"/>
                <a:gd name="connsiteY134" fmla="*/ 1507331 h 1890712"/>
                <a:gd name="connsiteX135" fmla="*/ 2057400 w 2543175"/>
                <a:gd name="connsiteY135" fmla="*/ 1514475 h 1890712"/>
                <a:gd name="connsiteX136" fmla="*/ 2064544 w 2543175"/>
                <a:gd name="connsiteY136" fmla="*/ 1519237 h 1890712"/>
                <a:gd name="connsiteX137" fmla="*/ 2071688 w 2543175"/>
                <a:gd name="connsiteY137" fmla="*/ 1526381 h 1890712"/>
                <a:gd name="connsiteX138" fmla="*/ 2081213 w 2543175"/>
                <a:gd name="connsiteY138" fmla="*/ 1531144 h 1890712"/>
                <a:gd name="connsiteX139" fmla="*/ 2090738 w 2543175"/>
                <a:gd name="connsiteY139" fmla="*/ 1538287 h 1890712"/>
                <a:gd name="connsiteX140" fmla="*/ 2109788 w 2543175"/>
                <a:gd name="connsiteY140" fmla="*/ 1547812 h 1890712"/>
                <a:gd name="connsiteX141" fmla="*/ 2131219 w 2543175"/>
                <a:gd name="connsiteY141" fmla="*/ 1562100 h 1890712"/>
                <a:gd name="connsiteX142" fmla="*/ 2140744 w 2543175"/>
                <a:gd name="connsiteY142" fmla="*/ 1566862 h 1890712"/>
                <a:gd name="connsiteX143" fmla="*/ 2152650 w 2543175"/>
                <a:gd name="connsiteY143" fmla="*/ 1576387 h 1890712"/>
                <a:gd name="connsiteX144" fmla="*/ 2181225 w 2543175"/>
                <a:gd name="connsiteY144" fmla="*/ 1590675 h 1890712"/>
                <a:gd name="connsiteX145" fmla="*/ 2200275 w 2543175"/>
                <a:gd name="connsiteY145" fmla="*/ 1607344 h 1890712"/>
                <a:gd name="connsiteX146" fmla="*/ 2207419 w 2543175"/>
                <a:gd name="connsiteY146" fmla="*/ 1612106 h 1890712"/>
                <a:gd name="connsiteX147" fmla="*/ 2216944 w 2543175"/>
                <a:gd name="connsiteY147" fmla="*/ 1619250 h 1890712"/>
                <a:gd name="connsiteX148" fmla="*/ 2224088 w 2543175"/>
                <a:gd name="connsiteY148" fmla="*/ 1624012 h 1890712"/>
                <a:gd name="connsiteX149" fmla="*/ 2247900 w 2543175"/>
                <a:gd name="connsiteY149" fmla="*/ 1643062 h 1890712"/>
                <a:gd name="connsiteX150" fmla="*/ 2255044 w 2543175"/>
                <a:gd name="connsiteY150" fmla="*/ 1650206 h 1890712"/>
                <a:gd name="connsiteX151" fmla="*/ 2281238 w 2543175"/>
                <a:gd name="connsiteY151" fmla="*/ 1664494 h 1890712"/>
                <a:gd name="connsiteX152" fmla="*/ 2297907 w 2543175"/>
                <a:gd name="connsiteY152" fmla="*/ 1674019 h 1890712"/>
                <a:gd name="connsiteX153" fmla="*/ 2312194 w 2543175"/>
                <a:gd name="connsiteY153" fmla="*/ 1685925 h 1890712"/>
                <a:gd name="connsiteX154" fmla="*/ 2328863 w 2543175"/>
                <a:gd name="connsiteY154" fmla="*/ 1697831 h 1890712"/>
                <a:gd name="connsiteX155" fmla="*/ 2350294 w 2543175"/>
                <a:gd name="connsiteY155" fmla="*/ 1712119 h 1890712"/>
                <a:gd name="connsiteX156" fmla="*/ 2369344 w 2543175"/>
                <a:gd name="connsiteY156" fmla="*/ 1724025 h 1890712"/>
                <a:gd name="connsiteX157" fmla="*/ 2428876 w 2543175"/>
                <a:gd name="connsiteY157" fmla="*/ 1785938 h 1890712"/>
                <a:gd name="connsiteX158" fmla="*/ 2466975 w 2543175"/>
                <a:gd name="connsiteY158" fmla="*/ 1783556 h 1890712"/>
                <a:gd name="connsiteX159" fmla="*/ 2481263 w 2543175"/>
                <a:gd name="connsiteY159" fmla="*/ 1795462 h 1890712"/>
                <a:gd name="connsiteX160" fmla="*/ 2486025 w 2543175"/>
                <a:gd name="connsiteY160" fmla="*/ 1802606 h 1890712"/>
                <a:gd name="connsiteX161" fmla="*/ 2514600 w 2543175"/>
                <a:gd name="connsiteY161" fmla="*/ 1850231 h 1890712"/>
                <a:gd name="connsiteX162" fmla="*/ 2519363 w 2543175"/>
                <a:gd name="connsiteY162" fmla="*/ 1857375 h 1890712"/>
                <a:gd name="connsiteX163" fmla="*/ 2540794 w 2543175"/>
                <a:gd name="connsiteY163" fmla="*/ 1883569 h 1890712"/>
                <a:gd name="connsiteX164" fmla="*/ 2543175 w 2543175"/>
                <a:gd name="connsiteY164" fmla="*/ 1890712 h 1890712"/>
                <a:gd name="connsiteX0" fmla="*/ 0 w 2543175"/>
                <a:gd name="connsiteY0" fmla="*/ 0 h 1890712"/>
                <a:gd name="connsiteX1" fmla="*/ 11907 w 2543175"/>
                <a:gd name="connsiteY1" fmla="*/ 11906 h 1890712"/>
                <a:gd name="connsiteX2" fmla="*/ 21432 w 2543175"/>
                <a:gd name="connsiteY2" fmla="*/ 16669 h 1890712"/>
                <a:gd name="connsiteX3" fmla="*/ 23813 w 2543175"/>
                <a:gd name="connsiteY3" fmla="*/ 23812 h 1890712"/>
                <a:gd name="connsiteX4" fmla="*/ 33338 w 2543175"/>
                <a:gd name="connsiteY4" fmla="*/ 33337 h 1890712"/>
                <a:gd name="connsiteX5" fmla="*/ 40482 w 2543175"/>
                <a:gd name="connsiteY5" fmla="*/ 42862 h 1890712"/>
                <a:gd name="connsiteX6" fmla="*/ 47625 w 2543175"/>
                <a:gd name="connsiteY6" fmla="*/ 47625 h 1890712"/>
                <a:gd name="connsiteX7" fmla="*/ 57150 w 2543175"/>
                <a:gd name="connsiteY7" fmla="*/ 54769 h 1890712"/>
                <a:gd name="connsiteX8" fmla="*/ 64294 w 2543175"/>
                <a:gd name="connsiteY8" fmla="*/ 59531 h 1890712"/>
                <a:gd name="connsiteX9" fmla="*/ 83344 w 2543175"/>
                <a:gd name="connsiteY9" fmla="*/ 73819 h 1890712"/>
                <a:gd name="connsiteX10" fmla="*/ 97632 w 2543175"/>
                <a:gd name="connsiteY10" fmla="*/ 80962 h 1890712"/>
                <a:gd name="connsiteX11" fmla="*/ 104775 w 2543175"/>
                <a:gd name="connsiteY11" fmla="*/ 85725 h 1890712"/>
                <a:gd name="connsiteX12" fmla="*/ 114300 w 2543175"/>
                <a:gd name="connsiteY12" fmla="*/ 95250 h 1890712"/>
                <a:gd name="connsiteX13" fmla="*/ 123825 w 2543175"/>
                <a:gd name="connsiteY13" fmla="*/ 97631 h 1890712"/>
                <a:gd name="connsiteX14" fmla="*/ 130969 w 2543175"/>
                <a:gd name="connsiteY14" fmla="*/ 104775 h 1890712"/>
                <a:gd name="connsiteX15" fmla="*/ 140494 w 2543175"/>
                <a:gd name="connsiteY15" fmla="*/ 111919 h 1890712"/>
                <a:gd name="connsiteX16" fmla="*/ 147638 w 2543175"/>
                <a:gd name="connsiteY16" fmla="*/ 116681 h 1890712"/>
                <a:gd name="connsiteX17" fmla="*/ 164307 w 2543175"/>
                <a:gd name="connsiteY17" fmla="*/ 128587 h 1890712"/>
                <a:gd name="connsiteX18" fmla="*/ 180975 w 2543175"/>
                <a:gd name="connsiteY18" fmla="*/ 140494 h 1890712"/>
                <a:gd name="connsiteX19" fmla="*/ 197644 w 2543175"/>
                <a:gd name="connsiteY19" fmla="*/ 152400 h 1890712"/>
                <a:gd name="connsiteX20" fmla="*/ 204788 w 2543175"/>
                <a:gd name="connsiteY20" fmla="*/ 157162 h 1890712"/>
                <a:gd name="connsiteX21" fmla="*/ 214313 w 2543175"/>
                <a:gd name="connsiteY21" fmla="*/ 164306 h 1890712"/>
                <a:gd name="connsiteX22" fmla="*/ 230982 w 2543175"/>
                <a:gd name="connsiteY22" fmla="*/ 180975 h 1890712"/>
                <a:gd name="connsiteX23" fmla="*/ 247650 w 2543175"/>
                <a:gd name="connsiteY23" fmla="*/ 185737 h 1890712"/>
                <a:gd name="connsiteX24" fmla="*/ 300038 w 2543175"/>
                <a:gd name="connsiteY24" fmla="*/ 219075 h 1890712"/>
                <a:gd name="connsiteX25" fmla="*/ 342900 w 2543175"/>
                <a:gd name="connsiteY25" fmla="*/ 254794 h 1890712"/>
                <a:gd name="connsiteX26" fmla="*/ 366713 w 2543175"/>
                <a:gd name="connsiteY26" fmla="*/ 264319 h 1890712"/>
                <a:gd name="connsiteX27" fmla="*/ 371475 w 2543175"/>
                <a:gd name="connsiteY27" fmla="*/ 271462 h 1890712"/>
                <a:gd name="connsiteX28" fmla="*/ 385763 w 2543175"/>
                <a:gd name="connsiteY28" fmla="*/ 283369 h 1890712"/>
                <a:gd name="connsiteX29" fmla="*/ 404813 w 2543175"/>
                <a:gd name="connsiteY29" fmla="*/ 295275 h 1890712"/>
                <a:gd name="connsiteX30" fmla="*/ 411957 w 2543175"/>
                <a:gd name="connsiteY30" fmla="*/ 297656 h 1890712"/>
                <a:gd name="connsiteX31" fmla="*/ 466725 w 2543175"/>
                <a:gd name="connsiteY31" fmla="*/ 328612 h 1890712"/>
                <a:gd name="connsiteX32" fmla="*/ 476250 w 2543175"/>
                <a:gd name="connsiteY32" fmla="*/ 335756 h 1890712"/>
                <a:gd name="connsiteX33" fmla="*/ 481013 w 2543175"/>
                <a:gd name="connsiteY33" fmla="*/ 342900 h 1890712"/>
                <a:gd name="connsiteX34" fmla="*/ 490538 w 2543175"/>
                <a:gd name="connsiteY34" fmla="*/ 352425 h 1890712"/>
                <a:gd name="connsiteX35" fmla="*/ 495300 w 2543175"/>
                <a:gd name="connsiteY35" fmla="*/ 359569 h 1890712"/>
                <a:gd name="connsiteX36" fmla="*/ 509588 w 2543175"/>
                <a:gd name="connsiteY36" fmla="*/ 376237 h 1890712"/>
                <a:gd name="connsiteX37" fmla="*/ 514350 w 2543175"/>
                <a:gd name="connsiteY37" fmla="*/ 383381 h 1890712"/>
                <a:gd name="connsiteX38" fmla="*/ 531019 w 2543175"/>
                <a:gd name="connsiteY38" fmla="*/ 397669 h 1890712"/>
                <a:gd name="connsiteX39" fmla="*/ 538163 w 2543175"/>
                <a:gd name="connsiteY39" fmla="*/ 407194 h 1890712"/>
                <a:gd name="connsiteX40" fmla="*/ 554832 w 2543175"/>
                <a:gd name="connsiteY40" fmla="*/ 421481 h 1890712"/>
                <a:gd name="connsiteX41" fmla="*/ 564357 w 2543175"/>
                <a:gd name="connsiteY41" fmla="*/ 431006 h 1890712"/>
                <a:gd name="connsiteX42" fmla="*/ 573882 w 2543175"/>
                <a:gd name="connsiteY42" fmla="*/ 438150 h 1890712"/>
                <a:gd name="connsiteX43" fmla="*/ 595313 w 2543175"/>
                <a:gd name="connsiteY43" fmla="*/ 454819 h 1890712"/>
                <a:gd name="connsiteX44" fmla="*/ 602457 w 2543175"/>
                <a:gd name="connsiteY44" fmla="*/ 457200 h 1890712"/>
                <a:gd name="connsiteX45" fmla="*/ 628650 w 2543175"/>
                <a:gd name="connsiteY45" fmla="*/ 469106 h 1890712"/>
                <a:gd name="connsiteX46" fmla="*/ 645319 w 2543175"/>
                <a:gd name="connsiteY46" fmla="*/ 483394 h 1890712"/>
                <a:gd name="connsiteX47" fmla="*/ 654844 w 2543175"/>
                <a:gd name="connsiteY47" fmla="*/ 488156 h 1890712"/>
                <a:gd name="connsiteX48" fmla="*/ 661988 w 2543175"/>
                <a:gd name="connsiteY48" fmla="*/ 497681 h 1890712"/>
                <a:gd name="connsiteX49" fmla="*/ 683419 w 2543175"/>
                <a:gd name="connsiteY49" fmla="*/ 514350 h 1890712"/>
                <a:gd name="connsiteX50" fmla="*/ 700088 w 2543175"/>
                <a:gd name="connsiteY50" fmla="*/ 526256 h 1890712"/>
                <a:gd name="connsiteX51" fmla="*/ 709613 w 2543175"/>
                <a:gd name="connsiteY51" fmla="*/ 535781 h 1890712"/>
                <a:gd name="connsiteX52" fmla="*/ 719138 w 2543175"/>
                <a:gd name="connsiteY52" fmla="*/ 542925 h 1890712"/>
                <a:gd name="connsiteX53" fmla="*/ 733425 w 2543175"/>
                <a:gd name="connsiteY53" fmla="*/ 557212 h 1890712"/>
                <a:gd name="connsiteX54" fmla="*/ 750094 w 2543175"/>
                <a:gd name="connsiteY54" fmla="*/ 569119 h 1890712"/>
                <a:gd name="connsiteX55" fmla="*/ 769144 w 2543175"/>
                <a:gd name="connsiteY55" fmla="*/ 581025 h 1890712"/>
                <a:gd name="connsiteX56" fmla="*/ 785813 w 2543175"/>
                <a:gd name="connsiteY56" fmla="*/ 590550 h 1890712"/>
                <a:gd name="connsiteX57" fmla="*/ 792957 w 2543175"/>
                <a:gd name="connsiteY57" fmla="*/ 600075 h 1890712"/>
                <a:gd name="connsiteX58" fmla="*/ 809625 w 2543175"/>
                <a:gd name="connsiteY58" fmla="*/ 611981 h 1890712"/>
                <a:gd name="connsiteX59" fmla="*/ 816769 w 2543175"/>
                <a:gd name="connsiteY59" fmla="*/ 619125 h 1890712"/>
                <a:gd name="connsiteX60" fmla="*/ 826294 w 2543175"/>
                <a:gd name="connsiteY60" fmla="*/ 626269 h 1890712"/>
                <a:gd name="connsiteX61" fmla="*/ 840582 w 2543175"/>
                <a:gd name="connsiteY61" fmla="*/ 638175 h 1890712"/>
                <a:gd name="connsiteX62" fmla="*/ 847725 w 2543175"/>
                <a:gd name="connsiteY62" fmla="*/ 645319 h 1890712"/>
                <a:gd name="connsiteX63" fmla="*/ 857250 w 2543175"/>
                <a:gd name="connsiteY63" fmla="*/ 652462 h 1890712"/>
                <a:gd name="connsiteX64" fmla="*/ 864394 w 2543175"/>
                <a:gd name="connsiteY64" fmla="*/ 657225 h 1890712"/>
                <a:gd name="connsiteX65" fmla="*/ 888207 w 2543175"/>
                <a:gd name="connsiteY65" fmla="*/ 676275 h 1890712"/>
                <a:gd name="connsiteX66" fmla="*/ 895350 w 2543175"/>
                <a:gd name="connsiteY66" fmla="*/ 681037 h 1890712"/>
                <a:gd name="connsiteX67" fmla="*/ 907257 w 2543175"/>
                <a:gd name="connsiteY67" fmla="*/ 683419 h 1890712"/>
                <a:gd name="connsiteX68" fmla="*/ 928688 w 2543175"/>
                <a:gd name="connsiteY68" fmla="*/ 695325 h 1890712"/>
                <a:gd name="connsiteX69" fmla="*/ 942975 w 2543175"/>
                <a:gd name="connsiteY69" fmla="*/ 700087 h 1890712"/>
                <a:gd name="connsiteX70" fmla="*/ 964407 w 2543175"/>
                <a:gd name="connsiteY70" fmla="*/ 716756 h 1890712"/>
                <a:gd name="connsiteX71" fmla="*/ 971550 w 2543175"/>
                <a:gd name="connsiteY71" fmla="*/ 723900 h 1890712"/>
                <a:gd name="connsiteX72" fmla="*/ 983457 w 2543175"/>
                <a:gd name="connsiteY72" fmla="*/ 733425 h 1890712"/>
                <a:gd name="connsiteX73" fmla="*/ 990600 w 2543175"/>
                <a:gd name="connsiteY73" fmla="*/ 738187 h 1890712"/>
                <a:gd name="connsiteX74" fmla="*/ 1007269 w 2543175"/>
                <a:gd name="connsiteY74" fmla="*/ 752475 h 1890712"/>
                <a:gd name="connsiteX75" fmla="*/ 1031082 w 2543175"/>
                <a:gd name="connsiteY75" fmla="*/ 766762 h 1890712"/>
                <a:gd name="connsiteX76" fmla="*/ 1042988 w 2543175"/>
                <a:gd name="connsiteY76" fmla="*/ 773906 h 1890712"/>
                <a:gd name="connsiteX77" fmla="*/ 1071563 w 2543175"/>
                <a:gd name="connsiteY77" fmla="*/ 785812 h 1890712"/>
                <a:gd name="connsiteX78" fmla="*/ 1097757 w 2543175"/>
                <a:gd name="connsiteY78" fmla="*/ 807244 h 1890712"/>
                <a:gd name="connsiteX79" fmla="*/ 1104900 w 2543175"/>
                <a:gd name="connsiteY79" fmla="*/ 814387 h 1890712"/>
                <a:gd name="connsiteX80" fmla="*/ 1121569 w 2543175"/>
                <a:gd name="connsiteY80" fmla="*/ 823912 h 1890712"/>
                <a:gd name="connsiteX81" fmla="*/ 1138238 w 2543175"/>
                <a:gd name="connsiteY81" fmla="*/ 835819 h 1890712"/>
                <a:gd name="connsiteX82" fmla="*/ 1147763 w 2543175"/>
                <a:gd name="connsiteY82" fmla="*/ 842962 h 1890712"/>
                <a:gd name="connsiteX83" fmla="*/ 1157288 w 2543175"/>
                <a:gd name="connsiteY83" fmla="*/ 847725 h 1890712"/>
                <a:gd name="connsiteX84" fmla="*/ 1178719 w 2543175"/>
                <a:gd name="connsiteY84" fmla="*/ 859631 h 1890712"/>
                <a:gd name="connsiteX85" fmla="*/ 1188244 w 2543175"/>
                <a:gd name="connsiteY85" fmla="*/ 866775 h 1890712"/>
                <a:gd name="connsiteX86" fmla="*/ 1195388 w 2543175"/>
                <a:gd name="connsiteY86" fmla="*/ 871537 h 1890712"/>
                <a:gd name="connsiteX87" fmla="*/ 1212057 w 2543175"/>
                <a:gd name="connsiteY87" fmla="*/ 883444 h 1890712"/>
                <a:gd name="connsiteX88" fmla="*/ 1226344 w 2543175"/>
                <a:gd name="connsiteY88" fmla="*/ 895350 h 1890712"/>
                <a:gd name="connsiteX89" fmla="*/ 1245394 w 2543175"/>
                <a:gd name="connsiteY89" fmla="*/ 907256 h 1890712"/>
                <a:gd name="connsiteX90" fmla="*/ 1254919 w 2543175"/>
                <a:gd name="connsiteY90" fmla="*/ 914400 h 1890712"/>
                <a:gd name="connsiteX91" fmla="*/ 1269207 w 2543175"/>
                <a:gd name="connsiteY91" fmla="*/ 921544 h 1890712"/>
                <a:gd name="connsiteX92" fmla="*/ 1290638 w 2543175"/>
                <a:gd name="connsiteY92" fmla="*/ 935831 h 1890712"/>
                <a:gd name="connsiteX93" fmla="*/ 1307307 w 2543175"/>
                <a:gd name="connsiteY93" fmla="*/ 952500 h 1890712"/>
                <a:gd name="connsiteX94" fmla="*/ 1333500 w 2543175"/>
                <a:gd name="connsiteY94" fmla="*/ 971550 h 1890712"/>
                <a:gd name="connsiteX95" fmla="*/ 1359694 w 2543175"/>
                <a:gd name="connsiteY95" fmla="*/ 990600 h 1890712"/>
                <a:gd name="connsiteX96" fmla="*/ 1385888 w 2543175"/>
                <a:gd name="connsiteY96" fmla="*/ 1021557 h 1890712"/>
                <a:gd name="connsiteX97" fmla="*/ 1435894 w 2543175"/>
                <a:gd name="connsiteY97" fmla="*/ 1054894 h 1890712"/>
                <a:gd name="connsiteX98" fmla="*/ 1497806 w 2543175"/>
                <a:gd name="connsiteY98" fmla="*/ 1104900 h 1890712"/>
                <a:gd name="connsiteX99" fmla="*/ 1559718 w 2543175"/>
                <a:gd name="connsiteY99" fmla="*/ 1154906 h 1890712"/>
                <a:gd name="connsiteX100" fmla="*/ 1595438 w 2543175"/>
                <a:gd name="connsiteY100" fmla="*/ 1181100 h 1890712"/>
                <a:gd name="connsiteX101" fmla="*/ 1628775 w 2543175"/>
                <a:gd name="connsiteY101" fmla="*/ 1207294 h 1890712"/>
                <a:gd name="connsiteX102" fmla="*/ 1662113 w 2543175"/>
                <a:gd name="connsiteY102" fmla="*/ 1231107 h 1890712"/>
                <a:gd name="connsiteX103" fmla="*/ 1678782 w 2543175"/>
                <a:gd name="connsiteY103" fmla="*/ 1226344 h 1890712"/>
                <a:gd name="connsiteX104" fmla="*/ 1700213 w 2543175"/>
                <a:gd name="connsiteY104" fmla="*/ 1247775 h 1890712"/>
                <a:gd name="connsiteX105" fmla="*/ 1712119 w 2543175"/>
                <a:gd name="connsiteY105" fmla="*/ 1259681 h 1890712"/>
                <a:gd name="connsiteX106" fmla="*/ 1733550 w 2543175"/>
                <a:gd name="connsiteY106" fmla="*/ 1273969 h 1890712"/>
                <a:gd name="connsiteX107" fmla="*/ 1743075 w 2543175"/>
                <a:gd name="connsiteY107" fmla="*/ 1283494 h 1890712"/>
                <a:gd name="connsiteX108" fmla="*/ 1754982 w 2543175"/>
                <a:gd name="connsiteY108" fmla="*/ 1290637 h 1890712"/>
                <a:gd name="connsiteX109" fmla="*/ 1766888 w 2543175"/>
                <a:gd name="connsiteY109" fmla="*/ 1300162 h 1890712"/>
                <a:gd name="connsiteX110" fmla="*/ 1783557 w 2543175"/>
                <a:gd name="connsiteY110" fmla="*/ 1307306 h 1890712"/>
                <a:gd name="connsiteX111" fmla="*/ 1790700 w 2543175"/>
                <a:gd name="connsiteY111" fmla="*/ 1312069 h 1890712"/>
                <a:gd name="connsiteX112" fmla="*/ 1800225 w 2543175"/>
                <a:gd name="connsiteY112" fmla="*/ 1319212 h 1890712"/>
                <a:gd name="connsiteX113" fmla="*/ 1807369 w 2543175"/>
                <a:gd name="connsiteY113" fmla="*/ 1321594 h 1890712"/>
                <a:gd name="connsiteX114" fmla="*/ 1824038 w 2543175"/>
                <a:gd name="connsiteY114" fmla="*/ 1333500 h 1890712"/>
                <a:gd name="connsiteX115" fmla="*/ 1843088 w 2543175"/>
                <a:gd name="connsiteY115" fmla="*/ 1352550 h 1890712"/>
                <a:gd name="connsiteX116" fmla="*/ 1852613 w 2543175"/>
                <a:gd name="connsiteY116" fmla="*/ 1359694 h 1890712"/>
                <a:gd name="connsiteX117" fmla="*/ 1859757 w 2543175"/>
                <a:gd name="connsiteY117" fmla="*/ 1366837 h 1890712"/>
                <a:gd name="connsiteX118" fmla="*/ 1869282 w 2543175"/>
                <a:gd name="connsiteY118" fmla="*/ 1371600 h 1890712"/>
                <a:gd name="connsiteX119" fmla="*/ 1883569 w 2543175"/>
                <a:gd name="connsiteY119" fmla="*/ 1388269 h 1890712"/>
                <a:gd name="connsiteX120" fmla="*/ 1893094 w 2543175"/>
                <a:gd name="connsiteY120" fmla="*/ 1395412 h 1890712"/>
                <a:gd name="connsiteX121" fmla="*/ 1902619 w 2543175"/>
                <a:gd name="connsiteY121" fmla="*/ 1404937 h 1890712"/>
                <a:gd name="connsiteX122" fmla="*/ 1912144 w 2543175"/>
                <a:gd name="connsiteY122" fmla="*/ 1409700 h 1890712"/>
                <a:gd name="connsiteX123" fmla="*/ 1931194 w 2543175"/>
                <a:gd name="connsiteY123" fmla="*/ 1421606 h 1890712"/>
                <a:gd name="connsiteX124" fmla="*/ 1935957 w 2543175"/>
                <a:gd name="connsiteY124" fmla="*/ 1428750 h 1890712"/>
                <a:gd name="connsiteX125" fmla="*/ 1952625 w 2543175"/>
                <a:gd name="connsiteY125" fmla="*/ 1438275 h 1890712"/>
                <a:gd name="connsiteX126" fmla="*/ 1971675 w 2543175"/>
                <a:gd name="connsiteY126" fmla="*/ 1450181 h 1890712"/>
                <a:gd name="connsiteX127" fmla="*/ 1981200 w 2543175"/>
                <a:gd name="connsiteY127" fmla="*/ 1454944 h 1890712"/>
                <a:gd name="connsiteX128" fmla="*/ 1997869 w 2543175"/>
                <a:gd name="connsiteY128" fmla="*/ 1471612 h 1890712"/>
                <a:gd name="connsiteX129" fmla="*/ 2007394 w 2543175"/>
                <a:gd name="connsiteY129" fmla="*/ 1478756 h 1890712"/>
                <a:gd name="connsiteX130" fmla="*/ 2016919 w 2543175"/>
                <a:gd name="connsiteY130" fmla="*/ 1483519 h 1890712"/>
                <a:gd name="connsiteX131" fmla="*/ 2024063 w 2543175"/>
                <a:gd name="connsiteY131" fmla="*/ 1490662 h 1890712"/>
                <a:gd name="connsiteX132" fmla="*/ 2033588 w 2543175"/>
                <a:gd name="connsiteY132" fmla="*/ 1495425 h 1890712"/>
                <a:gd name="connsiteX133" fmla="*/ 2040732 w 2543175"/>
                <a:gd name="connsiteY133" fmla="*/ 1502569 h 1890712"/>
                <a:gd name="connsiteX134" fmla="*/ 2047875 w 2543175"/>
                <a:gd name="connsiteY134" fmla="*/ 1507331 h 1890712"/>
                <a:gd name="connsiteX135" fmla="*/ 2057400 w 2543175"/>
                <a:gd name="connsiteY135" fmla="*/ 1514475 h 1890712"/>
                <a:gd name="connsiteX136" fmla="*/ 2064544 w 2543175"/>
                <a:gd name="connsiteY136" fmla="*/ 1519237 h 1890712"/>
                <a:gd name="connsiteX137" fmla="*/ 2071688 w 2543175"/>
                <a:gd name="connsiteY137" fmla="*/ 1526381 h 1890712"/>
                <a:gd name="connsiteX138" fmla="*/ 2081213 w 2543175"/>
                <a:gd name="connsiteY138" fmla="*/ 1531144 h 1890712"/>
                <a:gd name="connsiteX139" fmla="*/ 2090738 w 2543175"/>
                <a:gd name="connsiteY139" fmla="*/ 1538287 h 1890712"/>
                <a:gd name="connsiteX140" fmla="*/ 2109788 w 2543175"/>
                <a:gd name="connsiteY140" fmla="*/ 1547812 h 1890712"/>
                <a:gd name="connsiteX141" fmla="*/ 2131219 w 2543175"/>
                <a:gd name="connsiteY141" fmla="*/ 1562100 h 1890712"/>
                <a:gd name="connsiteX142" fmla="*/ 2140744 w 2543175"/>
                <a:gd name="connsiteY142" fmla="*/ 1566862 h 1890712"/>
                <a:gd name="connsiteX143" fmla="*/ 2152650 w 2543175"/>
                <a:gd name="connsiteY143" fmla="*/ 1576387 h 1890712"/>
                <a:gd name="connsiteX144" fmla="*/ 2181225 w 2543175"/>
                <a:gd name="connsiteY144" fmla="*/ 1590675 h 1890712"/>
                <a:gd name="connsiteX145" fmla="*/ 2200275 w 2543175"/>
                <a:gd name="connsiteY145" fmla="*/ 1607344 h 1890712"/>
                <a:gd name="connsiteX146" fmla="*/ 2207419 w 2543175"/>
                <a:gd name="connsiteY146" fmla="*/ 1612106 h 1890712"/>
                <a:gd name="connsiteX147" fmla="*/ 2216944 w 2543175"/>
                <a:gd name="connsiteY147" fmla="*/ 1619250 h 1890712"/>
                <a:gd name="connsiteX148" fmla="*/ 2224088 w 2543175"/>
                <a:gd name="connsiteY148" fmla="*/ 1624012 h 1890712"/>
                <a:gd name="connsiteX149" fmla="*/ 2247900 w 2543175"/>
                <a:gd name="connsiteY149" fmla="*/ 1643062 h 1890712"/>
                <a:gd name="connsiteX150" fmla="*/ 2255044 w 2543175"/>
                <a:gd name="connsiteY150" fmla="*/ 1650206 h 1890712"/>
                <a:gd name="connsiteX151" fmla="*/ 2281238 w 2543175"/>
                <a:gd name="connsiteY151" fmla="*/ 1664494 h 1890712"/>
                <a:gd name="connsiteX152" fmla="*/ 2297907 w 2543175"/>
                <a:gd name="connsiteY152" fmla="*/ 1674019 h 1890712"/>
                <a:gd name="connsiteX153" fmla="*/ 2312194 w 2543175"/>
                <a:gd name="connsiteY153" fmla="*/ 1685925 h 1890712"/>
                <a:gd name="connsiteX154" fmla="*/ 2328863 w 2543175"/>
                <a:gd name="connsiteY154" fmla="*/ 1697831 h 1890712"/>
                <a:gd name="connsiteX155" fmla="*/ 2350294 w 2543175"/>
                <a:gd name="connsiteY155" fmla="*/ 1712119 h 1890712"/>
                <a:gd name="connsiteX156" fmla="*/ 2369344 w 2543175"/>
                <a:gd name="connsiteY156" fmla="*/ 1724025 h 1890712"/>
                <a:gd name="connsiteX157" fmla="*/ 2428876 w 2543175"/>
                <a:gd name="connsiteY157" fmla="*/ 1785938 h 1890712"/>
                <a:gd name="connsiteX158" fmla="*/ 2466975 w 2543175"/>
                <a:gd name="connsiteY158" fmla="*/ 1783556 h 1890712"/>
                <a:gd name="connsiteX159" fmla="*/ 2481263 w 2543175"/>
                <a:gd name="connsiteY159" fmla="*/ 1795462 h 1890712"/>
                <a:gd name="connsiteX160" fmla="*/ 2486025 w 2543175"/>
                <a:gd name="connsiteY160" fmla="*/ 1802606 h 1890712"/>
                <a:gd name="connsiteX161" fmla="*/ 2514600 w 2543175"/>
                <a:gd name="connsiteY161" fmla="*/ 1850231 h 1890712"/>
                <a:gd name="connsiteX162" fmla="*/ 2519363 w 2543175"/>
                <a:gd name="connsiteY162" fmla="*/ 1857375 h 1890712"/>
                <a:gd name="connsiteX163" fmla="*/ 2540794 w 2543175"/>
                <a:gd name="connsiteY163" fmla="*/ 1883569 h 1890712"/>
                <a:gd name="connsiteX164" fmla="*/ 2543175 w 2543175"/>
                <a:gd name="connsiteY164" fmla="*/ 1890712 h 1890712"/>
                <a:gd name="connsiteX0" fmla="*/ 0 w 2543175"/>
                <a:gd name="connsiteY0" fmla="*/ 0 h 1890712"/>
                <a:gd name="connsiteX1" fmla="*/ 11907 w 2543175"/>
                <a:gd name="connsiteY1" fmla="*/ 11906 h 1890712"/>
                <a:gd name="connsiteX2" fmla="*/ 21432 w 2543175"/>
                <a:gd name="connsiteY2" fmla="*/ 16669 h 1890712"/>
                <a:gd name="connsiteX3" fmla="*/ 23813 w 2543175"/>
                <a:gd name="connsiteY3" fmla="*/ 23812 h 1890712"/>
                <a:gd name="connsiteX4" fmla="*/ 33338 w 2543175"/>
                <a:gd name="connsiteY4" fmla="*/ 33337 h 1890712"/>
                <a:gd name="connsiteX5" fmla="*/ 40482 w 2543175"/>
                <a:gd name="connsiteY5" fmla="*/ 42862 h 1890712"/>
                <a:gd name="connsiteX6" fmla="*/ 47625 w 2543175"/>
                <a:gd name="connsiteY6" fmla="*/ 47625 h 1890712"/>
                <a:gd name="connsiteX7" fmla="*/ 57150 w 2543175"/>
                <a:gd name="connsiteY7" fmla="*/ 54769 h 1890712"/>
                <a:gd name="connsiteX8" fmla="*/ 64294 w 2543175"/>
                <a:gd name="connsiteY8" fmla="*/ 59531 h 1890712"/>
                <a:gd name="connsiteX9" fmla="*/ 83344 w 2543175"/>
                <a:gd name="connsiteY9" fmla="*/ 73819 h 1890712"/>
                <a:gd name="connsiteX10" fmla="*/ 97632 w 2543175"/>
                <a:gd name="connsiteY10" fmla="*/ 80962 h 1890712"/>
                <a:gd name="connsiteX11" fmla="*/ 104775 w 2543175"/>
                <a:gd name="connsiteY11" fmla="*/ 85725 h 1890712"/>
                <a:gd name="connsiteX12" fmla="*/ 114300 w 2543175"/>
                <a:gd name="connsiteY12" fmla="*/ 95250 h 1890712"/>
                <a:gd name="connsiteX13" fmla="*/ 123825 w 2543175"/>
                <a:gd name="connsiteY13" fmla="*/ 97631 h 1890712"/>
                <a:gd name="connsiteX14" fmla="*/ 130969 w 2543175"/>
                <a:gd name="connsiteY14" fmla="*/ 104775 h 1890712"/>
                <a:gd name="connsiteX15" fmla="*/ 140494 w 2543175"/>
                <a:gd name="connsiteY15" fmla="*/ 111919 h 1890712"/>
                <a:gd name="connsiteX16" fmla="*/ 147638 w 2543175"/>
                <a:gd name="connsiteY16" fmla="*/ 116681 h 1890712"/>
                <a:gd name="connsiteX17" fmla="*/ 164307 w 2543175"/>
                <a:gd name="connsiteY17" fmla="*/ 128587 h 1890712"/>
                <a:gd name="connsiteX18" fmla="*/ 180975 w 2543175"/>
                <a:gd name="connsiteY18" fmla="*/ 140494 h 1890712"/>
                <a:gd name="connsiteX19" fmla="*/ 197644 w 2543175"/>
                <a:gd name="connsiteY19" fmla="*/ 152400 h 1890712"/>
                <a:gd name="connsiteX20" fmla="*/ 204788 w 2543175"/>
                <a:gd name="connsiteY20" fmla="*/ 157162 h 1890712"/>
                <a:gd name="connsiteX21" fmla="*/ 214313 w 2543175"/>
                <a:gd name="connsiteY21" fmla="*/ 164306 h 1890712"/>
                <a:gd name="connsiteX22" fmla="*/ 230982 w 2543175"/>
                <a:gd name="connsiteY22" fmla="*/ 180975 h 1890712"/>
                <a:gd name="connsiteX23" fmla="*/ 247650 w 2543175"/>
                <a:gd name="connsiteY23" fmla="*/ 185737 h 1890712"/>
                <a:gd name="connsiteX24" fmla="*/ 300038 w 2543175"/>
                <a:gd name="connsiteY24" fmla="*/ 219075 h 1890712"/>
                <a:gd name="connsiteX25" fmla="*/ 342900 w 2543175"/>
                <a:gd name="connsiteY25" fmla="*/ 254794 h 1890712"/>
                <a:gd name="connsiteX26" fmla="*/ 366713 w 2543175"/>
                <a:gd name="connsiteY26" fmla="*/ 264319 h 1890712"/>
                <a:gd name="connsiteX27" fmla="*/ 371475 w 2543175"/>
                <a:gd name="connsiteY27" fmla="*/ 271462 h 1890712"/>
                <a:gd name="connsiteX28" fmla="*/ 385763 w 2543175"/>
                <a:gd name="connsiteY28" fmla="*/ 283369 h 1890712"/>
                <a:gd name="connsiteX29" fmla="*/ 404813 w 2543175"/>
                <a:gd name="connsiteY29" fmla="*/ 295275 h 1890712"/>
                <a:gd name="connsiteX30" fmla="*/ 411957 w 2543175"/>
                <a:gd name="connsiteY30" fmla="*/ 297656 h 1890712"/>
                <a:gd name="connsiteX31" fmla="*/ 466725 w 2543175"/>
                <a:gd name="connsiteY31" fmla="*/ 328612 h 1890712"/>
                <a:gd name="connsiteX32" fmla="*/ 476250 w 2543175"/>
                <a:gd name="connsiteY32" fmla="*/ 335756 h 1890712"/>
                <a:gd name="connsiteX33" fmla="*/ 481013 w 2543175"/>
                <a:gd name="connsiteY33" fmla="*/ 342900 h 1890712"/>
                <a:gd name="connsiteX34" fmla="*/ 490538 w 2543175"/>
                <a:gd name="connsiteY34" fmla="*/ 352425 h 1890712"/>
                <a:gd name="connsiteX35" fmla="*/ 495300 w 2543175"/>
                <a:gd name="connsiteY35" fmla="*/ 359569 h 1890712"/>
                <a:gd name="connsiteX36" fmla="*/ 509588 w 2543175"/>
                <a:gd name="connsiteY36" fmla="*/ 376237 h 1890712"/>
                <a:gd name="connsiteX37" fmla="*/ 514350 w 2543175"/>
                <a:gd name="connsiteY37" fmla="*/ 383381 h 1890712"/>
                <a:gd name="connsiteX38" fmla="*/ 531019 w 2543175"/>
                <a:gd name="connsiteY38" fmla="*/ 397669 h 1890712"/>
                <a:gd name="connsiteX39" fmla="*/ 538163 w 2543175"/>
                <a:gd name="connsiteY39" fmla="*/ 407194 h 1890712"/>
                <a:gd name="connsiteX40" fmla="*/ 554832 w 2543175"/>
                <a:gd name="connsiteY40" fmla="*/ 421481 h 1890712"/>
                <a:gd name="connsiteX41" fmla="*/ 564357 w 2543175"/>
                <a:gd name="connsiteY41" fmla="*/ 431006 h 1890712"/>
                <a:gd name="connsiteX42" fmla="*/ 573882 w 2543175"/>
                <a:gd name="connsiteY42" fmla="*/ 438150 h 1890712"/>
                <a:gd name="connsiteX43" fmla="*/ 595313 w 2543175"/>
                <a:gd name="connsiteY43" fmla="*/ 454819 h 1890712"/>
                <a:gd name="connsiteX44" fmla="*/ 602457 w 2543175"/>
                <a:gd name="connsiteY44" fmla="*/ 457200 h 1890712"/>
                <a:gd name="connsiteX45" fmla="*/ 628650 w 2543175"/>
                <a:gd name="connsiteY45" fmla="*/ 469106 h 1890712"/>
                <a:gd name="connsiteX46" fmla="*/ 645319 w 2543175"/>
                <a:gd name="connsiteY46" fmla="*/ 483394 h 1890712"/>
                <a:gd name="connsiteX47" fmla="*/ 654844 w 2543175"/>
                <a:gd name="connsiteY47" fmla="*/ 488156 h 1890712"/>
                <a:gd name="connsiteX48" fmla="*/ 661988 w 2543175"/>
                <a:gd name="connsiteY48" fmla="*/ 497681 h 1890712"/>
                <a:gd name="connsiteX49" fmla="*/ 683419 w 2543175"/>
                <a:gd name="connsiteY49" fmla="*/ 514350 h 1890712"/>
                <a:gd name="connsiteX50" fmla="*/ 700088 w 2543175"/>
                <a:gd name="connsiteY50" fmla="*/ 526256 h 1890712"/>
                <a:gd name="connsiteX51" fmla="*/ 709613 w 2543175"/>
                <a:gd name="connsiteY51" fmla="*/ 535781 h 1890712"/>
                <a:gd name="connsiteX52" fmla="*/ 719138 w 2543175"/>
                <a:gd name="connsiteY52" fmla="*/ 542925 h 1890712"/>
                <a:gd name="connsiteX53" fmla="*/ 733425 w 2543175"/>
                <a:gd name="connsiteY53" fmla="*/ 557212 h 1890712"/>
                <a:gd name="connsiteX54" fmla="*/ 750094 w 2543175"/>
                <a:gd name="connsiteY54" fmla="*/ 569119 h 1890712"/>
                <a:gd name="connsiteX55" fmla="*/ 769144 w 2543175"/>
                <a:gd name="connsiteY55" fmla="*/ 581025 h 1890712"/>
                <a:gd name="connsiteX56" fmla="*/ 785813 w 2543175"/>
                <a:gd name="connsiteY56" fmla="*/ 590550 h 1890712"/>
                <a:gd name="connsiteX57" fmla="*/ 792957 w 2543175"/>
                <a:gd name="connsiteY57" fmla="*/ 600075 h 1890712"/>
                <a:gd name="connsiteX58" fmla="*/ 809625 w 2543175"/>
                <a:gd name="connsiteY58" fmla="*/ 611981 h 1890712"/>
                <a:gd name="connsiteX59" fmla="*/ 816769 w 2543175"/>
                <a:gd name="connsiteY59" fmla="*/ 619125 h 1890712"/>
                <a:gd name="connsiteX60" fmla="*/ 826294 w 2543175"/>
                <a:gd name="connsiteY60" fmla="*/ 626269 h 1890712"/>
                <a:gd name="connsiteX61" fmla="*/ 840582 w 2543175"/>
                <a:gd name="connsiteY61" fmla="*/ 638175 h 1890712"/>
                <a:gd name="connsiteX62" fmla="*/ 847725 w 2543175"/>
                <a:gd name="connsiteY62" fmla="*/ 645319 h 1890712"/>
                <a:gd name="connsiteX63" fmla="*/ 857250 w 2543175"/>
                <a:gd name="connsiteY63" fmla="*/ 652462 h 1890712"/>
                <a:gd name="connsiteX64" fmla="*/ 864394 w 2543175"/>
                <a:gd name="connsiteY64" fmla="*/ 657225 h 1890712"/>
                <a:gd name="connsiteX65" fmla="*/ 888207 w 2543175"/>
                <a:gd name="connsiteY65" fmla="*/ 676275 h 1890712"/>
                <a:gd name="connsiteX66" fmla="*/ 895350 w 2543175"/>
                <a:gd name="connsiteY66" fmla="*/ 681037 h 1890712"/>
                <a:gd name="connsiteX67" fmla="*/ 907257 w 2543175"/>
                <a:gd name="connsiteY67" fmla="*/ 683419 h 1890712"/>
                <a:gd name="connsiteX68" fmla="*/ 928688 w 2543175"/>
                <a:gd name="connsiteY68" fmla="*/ 695325 h 1890712"/>
                <a:gd name="connsiteX69" fmla="*/ 942975 w 2543175"/>
                <a:gd name="connsiteY69" fmla="*/ 700087 h 1890712"/>
                <a:gd name="connsiteX70" fmla="*/ 964407 w 2543175"/>
                <a:gd name="connsiteY70" fmla="*/ 716756 h 1890712"/>
                <a:gd name="connsiteX71" fmla="*/ 971550 w 2543175"/>
                <a:gd name="connsiteY71" fmla="*/ 723900 h 1890712"/>
                <a:gd name="connsiteX72" fmla="*/ 983457 w 2543175"/>
                <a:gd name="connsiteY72" fmla="*/ 733425 h 1890712"/>
                <a:gd name="connsiteX73" fmla="*/ 990600 w 2543175"/>
                <a:gd name="connsiteY73" fmla="*/ 738187 h 1890712"/>
                <a:gd name="connsiteX74" fmla="*/ 1007269 w 2543175"/>
                <a:gd name="connsiteY74" fmla="*/ 752475 h 1890712"/>
                <a:gd name="connsiteX75" fmla="*/ 1031082 w 2543175"/>
                <a:gd name="connsiteY75" fmla="*/ 766762 h 1890712"/>
                <a:gd name="connsiteX76" fmla="*/ 1042988 w 2543175"/>
                <a:gd name="connsiteY76" fmla="*/ 773906 h 1890712"/>
                <a:gd name="connsiteX77" fmla="*/ 1071563 w 2543175"/>
                <a:gd name="connsiteY77" fmla="*/ 785812 h 1890712"/>
                <a:gd name="connsiteX78" fmla="*/ 1097757 w 2543175"/>
                <a:gd name="connsiteY78" fmla="*/ 807244 h 1890712"/>
                <a:gd name="connsiteX79" fmla="*/ 1104900 w 2543175"/>
                <a:gd name="connsiteY79" fmla="*/ 814387 h 1890712"/>
                <a:gd name="connsiteX80" fmla="*/ 1121569 w 2543175"/>
                <a:gd name="connsiteY80" fmla="*/ 823912 h 1890712"/>
                <a:gd name="connsiteX81" fmla="*/ 1138238 w 2543175"/>
                <a:gd name="connsiteY81" fmla="*/ 835819 h 1890712"/>
                <a:gd name="connsiteX82" fmla="*/ 1147763 w 2543175"/>
                <a:gd name="connsiteY82" fmla="*/ 842962 h 1890712"/>
                <a:gd name="connsiteX83" fmla="*/ 1157288 w 2543175"/>
                <a:gd name="connsiteY83" fmla="*/ 847725 h 1890712"/>
                <a:gd name="connsiteX84" fmla="*/ 1178719 w 2543175"/>
                <a:gd name="connsiteY84" fmla="*/ 859631 h 1890712"/>
                <a:gd name="connsiteX85" fmla="*/ 1188244 w 2543175"/>
                <a:gd name="connsiteY85" fmla="*/ 866775 h 1890712"/>
                <a:gd name="connsiteX86" fmla="*/ 1195388 w 2543175"/>
                <a:gd name="connsiteY86" fmla="*/ 871537 h 1890712"/>
                <a:gd name="connsiteX87" fmla="*/ 1212057 w 2543175"/>
                <a:gd name="connsiteY87" fmla="*/ 883444 h 1890712"/>
                <a:gd name="connsiteX88" fmla="*/ 1226344 w 2543175"/>
                <a:gd name="connsiteY88" fmla="*/ 895350 h 1890712"/>
                <a:gd name="connsiteX89" fmla="*/ 1245394 w 2543175"/>
                <a:gd name="connsiteY89" fmla="*/ 907256 h 1890712"/>
                <a:gd name="connsiteX90" fmla="*/ 1254919 w 2543175"/>
                <a:gd name="connsiteY90" fmla="*/ 914400 h 1890712"/>
                <a:gd name="connsiteX91" fmla="*/ 1269207 w 2543175"/>
                <a:gd name="connsiteY91" fmla="*/ 921544 h 1890712"/>
                <a:gd name="connsiteX92" fmla="*/ 1290638 w 2543175"/>
                <a:gd name="connsiteY92" fmla="*/ 935831 h 1890712"/>
                <a:gd name="connsiteX93" fmla="*/ 1307307 w 2543175"/>
                <a:gd name="connsiteY93" fmla="*/ 952500 h 1890712"/>
                <a:gd name="connsiteX94" fmla="*/ 1333500 w 2543175"/>
                <a:gd name="connsiteY94" fmla="*/ 971550 h 1890712"/>
                <a:gd name="connsiteX95" fmla="*/ 1359694 w 2543175"/>
                <a:gd name="connsiteY95" fmla="*/ 990600 h 1890712"/>
                <a:gd name="connsiteX96" fmla="*/ 1385888 w 2543175"/>
                <a:gd name="connsiteY96" fmla="*/ 1021557 h 1890712"/>
                <a:gd name="connsiteX97" fmla="*/ 1435894 w 2543175"/>
                <a:gd name="connsiteY97" fmla="*/ 1054894 h 1890712"/>
                <a:gd name="connsiteX98" fmla="*/ 1497806 w 2543175"/>
                <a:gd name="connsiteY98" fmla="*/ 1104900 h 1890712"/>
                <a:gd name="connsiteX99" fmla="*/ 1559718 w 2543175"/>
                <a:gd name="connsiteY99" fmla="*/ 1154906 h 1890712"/>
                <a:gd name="connsiteX100" fmla="*/ 1595438 w 2543175"/>
                <a:gd name="connsiteY100" fmla="*/ 1181100 h 1890712"/>
                <a:gd name="connsiteX101" fmla="*/ 1628775 w 2543175"/>
                <a:gd name="connsiteY101" fmla="*/ 1207294 h 1890712"/>
                <a:gd name="connsiteX102" fmla="*/ 1662113 w 2543175"/>
                <a:gd name="connsiteY102" fmla="*/ 1231107 h 1890712"/>
                <a:gd name="connsiteX103" fmla="*/ 1700213 w 2543175"/>
                <a:gd name="connsiteY103" fmla="*/ 1247775 h 1890712"/>
                <a:gd name="connsiteX104" fmla="*/ 1712119 w 2543175"/>
                <a:gd name="connsiteY104" fmla="*/ 1259681 h 1890712"/>
                <a:gd name="connsiteX105" fmla="*/ 1733550 w 2543175"/>
                <a:gd name="connsiteY105" fmla="*/ 1273969 h 1890712"/>
                <a:gd name="connsiteX106" fmla="*/ 1743075 w 2543175"/>
                <a:gd name="connsiteY106" fmla="*/ 1283494 h 1890712"/>
                <a:gd name="connsiteX107" fmla="*/ 1754982 w 2543175"/>
                <a:gd name="connsiteY107" fmla="*/ 1290637 h 1890712"/>
                <a:gd name="connsiteX108" fmla="*/ 1766888 w 2543175"/>
                <a:gd name="connsiteY108" fmla="*/ 1300162 h 1890712"/>
                <a:gd name="connsiteX109" fmla="*/ 1783557 w 2543175"/>
                <a:gd name="connsiteY109" fmla="*/ 1307306 h 1890712"/>
                <a:gd name="connsiteX110" fmla="*/ 1790700 w 2543175"/>
                <a:gd name="connsiteY110" fmla="*/ 1312069 h 1890712"/>
                <a:gd name="connsiteX111" fmla="*/ 1800225 w 2543175"/>
                <a:gd name="connsiteY111" fmla="*/ 1319212 h 1890712"/>
                <a:gd name="connsiteX112" fmla="*/ 1807369 w 2543175"/>
                <a:gd name="connsiteY112" fmla="*/ 1321594 h 1890712"/>
                <a:gd name="connsiteX113" fmla="*/ 1824038 w 2543175"/>
                <a:gd name="connsiteY113" fmla="*/ 1333500 h 1890712"/>
                <a:gd name="connsiteX114" fmla="*/ 1843088 w 2543175"/>
                <a:gd name="connsiteY114" fmla="*/ 1352550 h 1890712"/>
                <a:gd name="connsiteX115" fmla="*/ 1852613 w 2543175"/>
                <a:gd name="connsiteY115" fmla="*/ 1359694 h 1890712"/>
                <a:gd name="connsiteX116" fmla="*/ 1859757 w 2543175"/>
                <a:gd name="connsiteY116" fmla="*/ 1366837 h 1890712"/>
                <a:gd name="connsiteX117" fmla="*/ 1869282 w 2543175"/>
                <a:gd name="connsiteY117" fmla="*/ 1371600 h 1890712"/>
                <a:gd name="connsiteX118" fmla="*/ 1883569 w 2543175"/>
                <a:gd name="connsiteY118" fmla="*/ 1388269 h 1890712"/>
                <a:gd name="connsiteX119" fmla="*/ 1893094 w 2543175"/>
                <a:gd name="connsiteY119" fmla="*/ 1395412 h 1890712"/>
                <a:gd name="connsiteX120" fmla="*/ 1902619 w 2543175"/>
                <a:gd name="connsiteY120" fmla="*/ 1404937 h 1890712"/>
                <a:gd name="connsiteX121" fmla="*/ 1912144 w 2543175"/>
                <a:gd name="connsiteY121" fmla="*/ 1409700 h 1890712"/>
                <a:gd name="connsiteX122" fmla="*/ 1931194 w 2543175"/>
                <a:gd name="connsiteY122" fmla="*/ 1421606 h 1890712"/>
                <a:gd name="connsiteX123" fmla="*/ 1935957 w 2543175"/>
                <a:gd name="connsiteY123" fmla="*/ 1428750 h 1890712"/>
                <a:gd name="connsiteX124" fmla="*/ 1952625 w 2543175"/>
                <a:gd name="connsiteY124" fmla="*/ 1438275 h 1890712"/>
                <a:gd name="connsiteX125" fmla="*/ 1971675 w 2543175"/>
                <a:gd name="connsiteY125" fmla="*/ 1450181 h 1890712"/>
                <a:gd name="connsiteX126" fmla="*/ 1981200 w 2543175"/>
                <a:gd name="connsiteY126" fmla="*/ 1454944 h 1890712"/>
                <a:gd name="connsiteX127" fmla="*/ 1997869 w 2543175"/>
                <a:gd name="connsiteY127" fmla="*/ 1471612 h 1890712"/>
                <a:gd name="connsiteX128" fmla="*/ 2007394 w 2543175"/>
                <a:gd name="connsiteY128" fmla="*/ 1478756 h 1890712"/>
                <a:gd name="connsiteX129" fmla="*/ 2016919 w 2543175"/>
                <a:gd name="connsiteY129" fmla="*/ 1483519 h 1890712"/>
                <a:gd name="connsiteX130" fmla="*/ 2024063 w 2543175"/>
                <a:gd name="connsiteY130" fmla="*/ 1490662 h 1890712"/>
                <a:gd name="connsiteX131" fmla="*/ 2033588 w 2543175"/>
                <a:gd name="connsiteY131" fmla="*/ 1495425 h 1890712"/>
                <a:gd name="connsiteX132" fmla="*/ 2040732 w 2543175"/>
                <a:gd name="connsiteY132" fmla="*/ 1502569 h 1890712"/>
                <a:gd name="connsiteX133" fmla="*/ 2047875 w 2543175"/>
                <a:gd name="connsiteY133" fmla="*/ 1507331 h 1890712"/>
                <a:gd name="connsiteX134" fmla="*/ 2057400 w 2543175"/>
                <a:gd name="connsiteY134" fmla="*/ 1514475 h 1890712"/>
                <a:gd name="connsiteX135" fmla="*/ 2064544 w 2543175"/>
                <a:gd name="connsiteY135" fmla="*/ 1519237 h 1890712"/>
                <a:gd name="connsiteX136" fmla="*/ 2071688 w 2543175"/>
                <a:gd name="connsiteY136" fmla="*/ 1526381 h 1890712"/>
                <a:gd name="connsiteX137" fmla="*/ 2081213 w 2543175"/>
                <a:gd name="connsiteY137" fmla="*/ 1531144 h 1890712"/>
                <a:gd name="connsiteX138" fmla="*/ 2090738 w 2543175"/>
                <a:gd name="connsiteY138" fmla="*/ 1538287 h 1890712"/>
                <a:gd name="connsiteX139" fmla="*/ 2109788 w 2543175"/>
                <a:gd name="connsiteY139" fmla="*/ 1547812 h 1890712"/>
                <a:gd name="connsiteX140" fmla="*/ 2131219 w 2543175"/>
                <a:gd name="connsiteY140" fmla="*/ 1562100 h 1890712"/>
                <a:gd name="connsiteX141" fmla="*/ 2140744 w 2543175"/>
                <a:gd name="connsiteY141" fmla="*/ 1566862 h 1890712"/>
                <a:gd name="connsiteX142" fmla="*/ 2152650 w 2543175"/>
                <a:gd name="connsiteY142" fmla="*/ 1576387 h 1890712"/>
                <a:gd name="connsiteX143" fmla="*/ 2181225 w 2543175"/>
                <a:gd name="connsiteY143" fmla="*/ 1590675 h 1890712"/>
                <a:gd name="connsiteX144" fmla="*/ 2200275 w 2543175"/>
                <a:gd name="connsiteY144" fmla="*/ 1607344 h 1890712"/>
                <a:gd name="connsiteX145" fmla="*/ 2207419 w 2543175"/>
                <a:gd name="connsiteY145" fmla="*/ 1612106 h 1890712"/>
                <a:gd name="connsiteX146" fmla="*/ 2216944 w 2543175"/>
                <a:gd name="connsiteY146" fmla="*/ 1619250 h 1890712"/>
                <a:gd name="connsiteX147" fmla="*/ 2224088 w 2543175"/>
                <a:gd name="connsiteY147" fmla="*/ 1624012 h 1890712"/>
                <a:gd name="connsiteX148" fmla="*/ 2247900 w 2543175"/>
                <a:gd name="connsiteY148" fmla="*/ 1643062 h 1890712"/>
                <a:gd name="connsiteX149" fmla="*/ 2255044 w 2543175"/>
                <a:gd name="connsiteY149" fmla="*/ 1650206 h 1890712"/>
                <a:gd name="connsiteX150" fmla="*/ 2281238 w 2543175"/>
                <a:gd name="connsiteY150" fmla="*/ 1664494 h 1890712"/>
                <a:gd name="connsiteX151" fmla="*/ 2297907 w 2543175"/>
                <a:gd name="connsiteY151" fmla="*/ 1674019 h 1890712"/>
                <a:gd name="connsiteX152" fmla="*/ 2312194 w 2543175"/>
                <a:gd name="connsiteY152" fmla="*/ 1685925 h 1890712"/>
                <a:gd name="connsiteX153" fmla="*/ 2328863 w 2543175"/>
                <a:gd name="connsiteY153" fmla="*/ 1697831 h 1890712"/>
                <a:gd name="connsiteX154" fmla="*/ 2350294 w 2543175"/>
                <a:gd name="connsiteY154" fmla="*/ 1712119 h 1890712"/>
                <a:gd name="connsiteX155" fmla="*/ 2369344 w 2543175"/>
                <a:gd name="connsiteY155" fmla="*/ 1724025 h 1890712"/>
                <a:gd name="connsiteX156" fmla="*/ 2428876 w 2543175"/>
                <a:gd name="connsiteY156" fmla="*/ 1785938 h 1890712"/>
                <a:gd name="connsiteX157" fmla="*/ 2466975 w 2543175"/>
                <a:gd name="connsiteY157" fmla="*/ 1783556 h 1890712"/>
                <a:gd name="connsiteX158" fmla="*/ 2481263 w 2543175"/>
                <a:gd name="connsiteY158" fmla="*/ 1795462 h 1890712"/>
                <a:gd name="connsiteX159" fmla="*/ 2486025 w 2543175"/>
                <a:gd name="connsiteY159" fmla="*/ 1802606 h 1890712"/>
                <a:gd name="connsiteX160" fmla="*/ 2514600 w 2543175"/>
                <a:gd name="connsiteY160" fmla="*/ 1850231 h 1890712"/>
                <a:gd name="connsiteX161" fmla="*/ 2519363 w 2543175"/>
                <a:gd name="connsiteY161" fmla="*/ 1857375 h 1890712"/>
                <a:gd name="connsiteX162" fmla="*/ 2540794 w 2543175"/>
                <a:gd name="connsiteY162" fmla="*/ 1883569 h 1890712"/>
                <a:gd name="connsiteX163" fmla="*/ 2543175 w 2543175"/>
                <a:gd name="connsiteY163" fmla="*/ 1890712 h 1890712"/>
                <a:gd name="connsiteX0" fmla="*/ 0 w 2543175"/>
                <a:gd name="connsiteY0" fmla="*/ 0 h 1890712"/>
                <a:gd name="connsiteX1" fmla="*/ 11907 w 2543175"/>
                <a:gd name="connsiteY1" fmla="*/ 11906 h 1890712"/>
                <a:gd name="connsiteX2" fmla="*/ 21432 w 2543175"/>
                <a:gd name="connsiteY2" fmla="*/ 16669 h 1890712"/>
                <a:gd name="connsiteX3" fmla="*/ 23813 w 2543175"/>
                <a:gd name="connsiteY3" fmla="*/ 23812 h 1890712"/>
                <a:gd name="connsiteX4" fmla="*/ 33338 w 2543175"/>
                <a:gd name="connsiteY4" fmla="*/ 33337 h 1890712"/>
                <a:gd name="connsiteX5" fmla="*/ 40482 w 2543175"/>
                <a:gd name="connsiteY5" fmla="*/ 42862 h 1890712"/>
                <a:gd name="connsiteX6" fmla="*/ 47625 w 2543175"/>
                <a:gd name="connsiteY6" fmla="*/ 47625 h 1890712"/>
                <a:gd name="connsiteX7" fmla="*/ 57150 w 2543175"/>
                <a:gd name="connsiteY7" fmla="*/ 54769 h 1890712"/>
                <a:gd name="connsiteX8" fmla="*/ 64294 w 2543175"/>
                <a:gd name="connsiteY8" fmla="*/ 59531 h 1890712"/>
                <a:gd name="connsiteX9" fmla="*/ 83344 w 2543175"/>
                <a:gd name="connsiteY9" fmla="*/ 73819 h 1890712"/>
                <a:gd name="connsiteX10" fmla="*/ 97632 w 2543175"/>
                <a:gd name="connsiteY10" fmla="*/ 80962 h 1890712"/>
                <a:gd name="connsiteX11" fmla="*/ 104775 w 2543175"/>
                <a:gd name="connsiteY11" fmla="*/ 85725 h 1890712"/>
                <a:gd name="connsiteX12" fmla="*/ 114300 w 2543175"/>
                <a:gd name="connsiteY12" fmla="*/ 95250 h 1890712"/>
                <a:gd name="connsiteX13" fmla="*/ 123825 w 2543175"/>
                <a:gd name="connsiteY13" fmla="*/ 97631 h 1890712"/>
                <a:gd name="connsiteX14" fmla="*/ 130969 w 2543175"/>
                <a:gd name="connsiteY14" fmla="*/ 104775 h 1890712"/>
                <a:gd name="connsiteX15" fmla="*/ 140494 w 2543175"/>
                <a:gd name="connsiteY15" fmla="*/ 111919 h 1890712"/>
                <a:gd name="connsiteX16" fmla="*/ 147638 w 2543175"/>
                <a:gd name="connsiteY16" fmla="*/ 116681 h 1890712"/>
                <a:gd name="connsiteX17" fmla="*/ 164307 w 2543175"/>
                <a:gd name="connsiteY17" fmla="*/ 128587 h 1890712"/>
                <a:gd name="connsiteX18" fmla="*/ 180975 w 2543175"/>
                <a:gd name="connsiteY18" fmla="*/ 140494 h 1890712"/>
                <a:gd name="connsiteX19" fmla="*/ 197644 w 2543175"/>
                <a:gd name="connsiteY19" fmla="*/ 152400 h 1890712"/>
                <a:gd name="connsiteX20" fmla="*/ 204788 w 2543175"/>
                <a:gd name="connsiteY20" fmla="*/ 157162 h 1890712"/>
                <a:gd name="connsiteX21" fmla="*/ 214313 w 2543175"/>
                <a:gd name="connsiteY21" fmla="*/ 164306 h 1890712"/>
                <a:gd name="connsiteX22" fmla="*/ 230982 w 2543175"/>
                <a:gd name="connsiteY22" fmla="*/ 180975 h 1890712"/>
                <a:gd name="connsiteX23" fmla="*/ 247650 w 2543175"/>
                <a:gd name="connsiteY23" fmla="*/ 185737 h 1890712"/>
                <a:gd name="connsiteX24" fmla="*/ 300038 w 2543175"/>
                <a:gd name="connsiteY24" fmla="*/ 219075 h 1890712"/>
                <a:gd name="connsiteX25" fmla="*/ 342900 w 2543175"/>
                <a:gd name="connsiteY25" fmla="*/ 254794 h 1890712"/>
                <a:gd name="connsiteX26" fmla="*/ 366713 w 2543175"/>
                <a:gd name="connsiteY26" fmla="*/ 264319 h 1890712"/>
                <a:gd name="connsiteX27" fmla="*/ 371475 w 2543175"/>
                <a:gd name="connsiteY27" fmla="*/ 271462 h 1890712"/>
                <a:gd name="connsiteX28" fmla="*/ 385763 w 2543175"/>
                <a:gd name="connsiteY28" fmla="*/ 283369 h 1890712"/>
                <a:gd name="connsiteX29" fmla="*/ 404813 w 2543175"/>
                <a:gd name="connsiteY29" fmla="*/ 295275 h 1890712"/>
                <a:gd name="connsiteX30" fmla="*/ 411957 w 2543175"/>
                <a:gd name="connsiteY30" fmla="*/ 297656 h 1890712"/>
                <a:gd name="connsiteX31" fmla="*/ 466725 w 2543175"/>
                <a:gd name="connsiteY31" fmla="*/ 328612 h 1890712"/>
                <a:gd name="connsiteX32" fmla="*/ 476250 w 2543175"/>
                <a:gd name="connsiteY32" fmla="*/ 335756 h 1890712"/>
                <a:gd name="connsiteX33" fmla="*/ 481013 w 2543175"/>
                <a:gd name="connsiteY33" fmla="*/ 342900 h 1890712"/>
                <a:gd name="connsiteX34" fmla="*/ 490538 w 2543175"/>
                <a:gd name="connsiteY34" fmla="*/ 352425 h 1890712"/>
                <a:gd name="connsiteX35" fmla="*/ 495300 w 2543175"/>
                <a:gd name="connsiteY35" fmla="*/ 359569 h 1890712"/>
                <a:gd name="connsiteX36" fmla="*/ 509588 w 2543175"/>
                <a:gd name="connsiteY36" fmla="*/ 376237 h 1890712"/>
                <a:gd name="connsiteX37" fmla="*/ 514350 w 2543175"/>
                <a:gd name="connsiteY37" fmla="*/ 383381 h 1890712"/>
                <a:gd name="connsiteX38" fmla="*/ 531019 w 2543175"/>
                <a:gd name="connsiteY38" fmla="*/ 397669 h 1890712"/>
                <a:gd name="connsiteX39" fmla="*/ 538163 w 2543175"/>
                <a:gd name="connsiteY39" fmla="*/ 407194 h 1890712"/>
                <a:gd name="connsiteX40" fmla="*/ 554832 w 2543175"/>
                <a:gd name="connsiteY40" fmla="*/ 421481 h 1890712"/>
                <a:gd name="connsiteX41" fmla="*/ 564357 w 2543175"/>
                <a:gd name="connsiteY41" fmla="*/ 431006 h 1890712"/>
                <a:gd name="connsiteX42" fmla="*/ 573882 w 2543175"/>
                <a:gd name="connsiteY42" fmla="*/ 438150 h 1890712"/>
                <a:gd name="connsiteX43" fmla="*/ 595313 w 2543175"/>
                <a:gd name="connsiteY43" fmla="*/ 454819 h 1890712"/>
                <a:gd name="connsiteX44" fmla="*/ 602457 w 2543175"/>
                <a:gd name="connsiteY44" fmla="*/ 457200 h 1890712"/>
                <a:gd name="connsiteX45" fmla="*/ 628650 w 2543175"/>
                <a:gd name="connsiteY45" fmla="*/ 469106 h 1890712"/>
                <a:gd name="connsiteX46" fmla="*/ 645319 w 2543175"/>
                <a:gd name="connsiteY46" fmla="*/ 483394 h 1890712"/>
                <a:gd name="connsiteX47" fmla="*/ 654844 w 2543175"/>
                <a:gd name="connsiteY47" fmla="*/ 488156 h 1890712"/>
                <a:gd name="connsiteX48" fmla="*/ 661988 w 2543175"/>
                <a:gd name="connsiteY48" fmla="*/ 497681 h 1890712"/>
                <a:gd name="connsiteX49" fmla="*/ 683419 w 2543175"/>
                <a:gd name="connsiteY49" fmla="*/ 514350 h 1890712"/>
                <a:gd name="connsiteX50" fmla="*/ 700088 w 2543175"/>
                <a:gd name="connsiteY50" fmla="*/ 526256 h 1890712"/>
                <a:gd name="connsiteX51" fmla="*/ 709613 w 2543175"/>
                <a:gd name="connsiteY51" fmla="*/ 535781 h 1890712"/>
                <a:gd name="connsiteX52" fmla="*/ 719138 w 2543175"/>
                <a:gd name="connsiteY52" fmla="*/ 542925 h 1890712"/>
                <a:gd name="connsiteX53" fmla="*/ 733425 w 2543175"/>
                <a:gd name="connsiteY53" fmla="*/ 557212 h 1890712"/>
                <a:gd name="connsiteX54" fmla="*/ 750094 w 2543175"/>
                <a:gd name="connsiteY54" fmla="*/ 569119 h 1890712"/>
                <a:gd name="connsiteX55" fmla="*/ 769144 w 2543175"/>
                <a:gd name="connsiteY55" fmla="*/ 581025 h 1890712"/>
                <a:gd name="connsiteX56" fmla="*/ 785813 w 2543175"/>
                <a:gd name="connsiteY56" fmla="*/ 590550 h 1890712"/>
                <a:gd name="connsiteX57" fmla="*/ 792957 w 2543175"/>
                <a:gd name="connsiteY57" fmla="*/ 600075 h 1890712"/>
                <a:gd name="connsiteX58" fmla="*/ 809625 w 2543175"/>
                <a:gd name="connsiteY58" fmla="*/ 611981 h 1890712"/>
                <a:gd name="connsiteX59" fmla="*/ 816769 w 2543175"/>
                <a:gd name="connsiteY59" fmla="*/ 619125 h 1890712"/>
                <a:gd name="connsiteX60" fmla="*/ 826294 w 2543175"/>
                <a:gd name="connsiteY60" fmla="*/ 626269 h 1890712"/>
                <a:gd name="connsiteX61" fmla="*/ 840582 w 2543175"/>
                <a:gd name="connsiteY61" fmla="*/ 638175 h 1890712"/>
                <a:gd name="connsiteX62" fmla="*/ 847725 w 2543175"/>
                <a:gd name="connsiteY62" fmla="*/ 645319 h 1890712"/>
                <a:gd name="connsiteX63" fmla="*/ 857250 w 2543175"/>
                <a:gd name="connsiteY63" fmla="*/ 652462 h 1890712"/>
                <a:gd name="connsiteX64" fmla="*/ 864394 w 2543175"/>
                <a:gd name="connsiteY64" fmla="*/ 657225 h 1890712"/>
                <a:gd name="connsiteX65" fmla="*/ 888207 w 2543175"/>
                <a:gd name="connsiteY65" fmla="*/ 676275 h 1890712"/>
                <a:gd name="connsiteX66" fmla="*/ 895350 w 2543175"/>
                <a:gd name="connsiteY66" fmla="*/ 681037 h 1890712"/>
                <a:gd name="connsiteX67" fmla="*/ 907257 w 2543175"/>
                <a:gd name="connsiteY67" fmla="*/ 683419 h 1890712"/>
                <a:gd name="connsiteX68" fmla="*/ 928688 w 2543175"/>
                <a:gd name="connsiteY68" fmla="*/ 695325 h 1890712"/>
                <a:gd name="connsiteX69" fmla="*/ 942975 w 2543175"/>
                <a:gd name="connsiteY69" fmla="*/ 700087 h 1890712"/>
                <a:gd name="connsiteX70" fmla="*/ 964407 w 2543175"/>
                <a:gd name="connsiteY70" fmla="*/ 716756 h 1890712"/>
                <a:gd name="connsiteX71" fmla="*/ 971550 w 2543175"/>
                <a:gd name="connsiteY71" fmla="*/ 723900 h 1890712"/>
                <a:gd name="connsiteX72" fmla="*/ 983457 w 2543175"/>
                <a:gd name="connsiteY72" fmla="*/ 733425 h 1890712"/>
                <a:gd name="connsiteX73" fmla="*/ 990600 w 2543175"/>
                <a:gd name="connsiteY73" fmla="*/ 738187 h 1890712"/>
                <a:gd name="connsiteX74" fmla="*/ 1007269 w 2543175"/>
                <a:gd name="connsiteY74" fmla="*/ 752475 h 1890712"/>
                <a:gd name="connsiteX75" fmla="*/ 1031082 w 2543175"/>
                <a:gd name="connsiteY75" fmla="*/ 766762 h 1890712"/>
                <a:gd name="connsiteX76" fmla="*/ 1042988 w 2543175"/>
                <a:gd name="connsiteY76" fmla="*/ 773906 h 1890712"/>
                <a:gd name="connsiteX77" fmla="*/ 1071563 w 2543175"/>
                <a:gd name="connsiteY77" fmla="*/ 785812 h 1890712"/>
                <a:gd name="connsiteX78" fmla="*/ 1097757 w 2543175"/>
                <a:gd name="connsiteY78" fmla="*/ 807244 h 1890712"/>
                <a:gd name="connsiteX79" fmla="*/ 1104900 w 2543175"/>
                <a:gd name="connsiteY79" fmla="*/ 814387 h 1890712"/>
                <a:gd name="connsiteX80" fmla="*/ 1121569 w 2543175"/>
                <a:gd name="connsiteY80" fmla="*/ 823912 h 1890712"/>
                <a:gd name="connsiteX81" fmla="*/ 1138238 w 2543175"/>
                <a:gd name="connsiteY81" fmla="*/ 835819 h 1890712"/>
                <a:gd name="connsiteX82" fmla="*/ 1147763 w 2543175"/>
                <a:gd name="connsiteY82" fmla="*/ 842962 h 1890712"/>
                <a:gd name="connsiteX83" fmla="*/ 1157288 w 2543175"/>
                <a:gd name="connsiteY83" fmla="*/ 847725 h 1890712"/>
                <a:gd name="connsiteX84" fmla="*/ 1178719 w 2543175"/>
                <a:gd name="connsiteY84" fmla="*/ 859631 h 1890712"/>
                <a:gd name="connsiteX85" fmla="*/ 1188244 w 2543175"/>
                <a:gd name="connsiteY85" fmla="*/ 866775 h 1890712"/>
                <a:gd name="connsiteX86" fmla="*/ 1195388 w 2543175"/>
                <a:gd name="connsiteY86" fmla="*/ 871537 h 1890712"/>
                <a:gd name="connsiteX87" fmla="*/ 1212057 w 2543175"/>
                <a:gd name="connsiteY87" fmla="*/ 883444 h 1890712"/>
                <a:gd name="connsiteX88" fmla="*/ 1226344 w 2543175"/>
                <a:gd name="connsiteY88" fmla="*/ 895350 h 1890712"/>
                <a:gd name="connsiteX89" fmla="*/ 1245394 w 2543175"/>
                <a:gd name="connsiteY89" fmla="*/ 907256 h 1890712"/>
                <a:gd name="connsiteX90" fmla="*/ 1254919 w 2543175"/>
                <a:gd name="connsiteY90" fmla="*/ 914400 h 1890712"/>
                <a:gd name="connsiteX91" fmla="*/ 1269207 w 2543175"/>
                <a:gd name="connsiteY91" fmla="*/ 921544 h 1890712"/>
                <a:gd name="connsiteX92" fmla="*/ 1290638 w 2543175"/>
                <a:gd name="connsiteY92" fmla="*/ 935831 h 1890712"/>
                <a:gd name="connsiteX93" fmla="*/ 1307307 w 2543175"/>
                <a:gd name="connsiteY93" fmla="*/ 952500 h 1890712"/>
                <a:gd name="connsiteX94" fmla="*/ 1333500 w 2543175"/>
                <a:gd name="connsiteY94" fmla="*/ 971550 h 1890712"/>
                <a:gd name="connsiteX95" fmla="*/ 1359694 w 2543175"/>
                <a:gd name="connsiteY95" fmla="*/ 990600 h 1890712"/>
                <a:gd name="connsiteX96" fmla="*/ 1385888 w 2543175"/>
                <a:gd name="connsiteY96" fmla="*/ 1021557 h 1890712"/>
                <a:gd name="connsiteX97" fmla="*/ 1435894 w 2543175"/>
                <a:gd name="connsiteY97" fmla="*/ 1054894 h 1890712"/>
                <a:gd name="connsiteX98" fmla="*/ 1497806 w 2543175"/>
                <a:gd name="connsiteY98" fmla="*/ 1104900 h 1890712"/>
                <a:gd name="connsiteX99" fmla="*/ 1559718 w 2543175"/>
                <a:gd name="connsiteY99" fmla="*/ 1154906 h 1890712"/>
                <a:gd name="connsiteX100" fmla="*/ 1595438 w 2543175"/>
                <a:gd name="connsiteY100" fmla="*/ 1181100 h 1890712"/>
                <a:gd name="connsiteX101" fmla="*/ 1628775 w 2543175"/>
                <a:gd name="connsiteY101" fmla="*/ 1207294 h 1890712"/>
                <a:gd name="connsiteX102" fmla="*/ 1662113 w 2543175"/>
                <a:gd name="connsiteY102" fmla="*/ 1231107 h 1890712"/>
                <a:gd name="connsiteX103" fmla="*/ 1700213 w 2543175"/>
                <a:gd name="connsiteY103" fmla="*/ 1247775 h 1890712"/>
                <a:gd name="connsiteX104" fmla="*/ 1712119 w 2543175"/>
                <a:gd name="connsiteY104" fmla="*/ 1259681 h 1890712"/>
                <a:gd name="connsiteX105" fmla="*/ 1733550 w 2543175"/>
                <a:gd name="connsiteY105" fmla="*/ 1273969 h 1890712"/>
                <a:gd name="connsiteX106" fmla="*/ 1743075 w 2543175"/>
                <a:gd name="connsiteY106" fmla="*/ 1283494 h 1890712"/>
                <a:gd name="connsiteX107" fmla="*/ 1754982 w 2543175"/>
                <a:gd name="connsiteY107" fmla="*/ 1290637 h 1890712"/>
                <a:gd name="connsiteX108" fmla="*/ 1766888 w 2543175"/>
                <a:gd name="connsiteY108" fmla="*/ 1300162 h 1890712"/>
                <a:gd name="connsiteX109" fmla="*/ 1783557 w 2543175"/>
                <a:gd name="connsiteY109" fmla="*/ 1307306 h 1890712"/>
                <a:gd name="connsiteX110" fmla="*/ 1790700 w 2543175"/>
                <a:gd name="connsiteY110" fmla="*/ 1312069 h 1890712"/>
                <a:gd name="connsiteX111" fmla="*/ 1800225 w 2543175"/>
                <a:gd name="connsiteY111" fmla="*/ 1319212 h 1890712"/>
                <a:gd name="connsiteX112" fmla="*/ 1807369 w 2543175"/>
                <a:gd name="connsiteY112" fmla="*/ 1321594 h 1890712"/>
                <a:gd name="connsiteX113" fmla="*/ 1824038 w 2543175"/>
                <a:gd name="connsiteY113" fmla="*/ 1333500 h 1890712"/>
                <a:gd name="connsiteX114" fmla="*/ 1843088 w 2543175"/>
                <a:gd name="connsiteY114" fmla="*/ 1352550 h 1890712"/>
                <a:gd name="connsiteX115" fmla="*/ 1852613 w 2543175"/>
                <a:gd name="connsiteY115" fmla="*/ 1359694 h 1890712"/>
                <a:gd name="connsiteX116" fmla="*/ 1859757 w 2543175"/>
                <a:gd name="connsiteY116" fmla="*/ 1366837 h 1890712"/>
                <a:gd name="connsiteX117" fmla="*/ 1869282 w 2543175"/>
                <a:gd name="connsiteY117" fmla="*/ 1371600 h 1890712"/>
                <a:gd name="connsiteX118" fmla="*/ 1883569 w 2543175"/>
                <a:gd name="connsiteY118" fmla="*/ 1388269 h 1890712"/>
                <a:gd name="connsiteX119" fmla="*/ 1893094 w 2543175"/>
                <a:gd name="connsiteY119" fmla="*/ 1395412 h 1890712"/>
                <a:gd name="connsiteX120" fmla="*/ 1902619 w 2543175"/>
                <a:gd name="connsiteY120" fmla="*/ 1404937 h 1890712"/>
                <a:gd name="connsiteX121" fmla="*/ 1912144 w 2543175"/>
                <a:gd name="connsiteY121" fmla="*/ 1409700 h 1890712"/>
                <a:gd name="connsiteX122" fmla="*/ 1931194 w 2543175"/>
                <a:gd name="connsiteY122" fmla="*/ 1421606 h 1890712"/>
                <a:gd name="connsiteX123" fmla="*/ 1935957 w 2543175"/>
                <a:gd name="connsiteY123" fmla="*/ 1428750 h 1890712"/>
                <a:gd name="connsiteX124" fmla="*/ 1952625 w 2543175"/>
                <a:gd name="connsiteY124" fmla="*/ 1438275 h 1890712"/>
                <a:gd name="connsiteX125" fmla="*/ 1971675 w 2543175"/>
                <a:gd name="connsiteY125" fmla="*/ 1450181 h 1890712"/>
                <a:gd name="connsiteX126" fmla="*/ 1981200 w 2543175"/>
                <a:gd name="connsiteY126" fmla="*/ 1454944 h 1890712"/>
                <a:gd name="connsiteX127" fmla="*/ 1997869 w 2543175"/>
                <a:gd name="connsiteY127" fmla="*/ 1471612 h 1890712"/>
                <a:gd name="connsiteX128" fmla="*/ 2007394 w 2543175"/>
                <a:gd name="connsiteY128" fmla="*/ 1478756 h 1890712"/>
                <a:gd name="connsiteX129" fmla="*/ 2016919 w 2543175"/>
                <a:gd name="connsiteY129" fmla="*/ 1483519 h 1890712"/>
                <a:gd name="connsiteX130" fmla="*/ 2024063 w 2543175"/>
                <a:gd name="connsiteY130" fmla="*/ 1490662 h 1890712"/>
                <a:gd name="connsiteX131" fmla="*/ 2033588 w 2543175"/>
                <a:gd name="connsiteY131" fmla="*/ 1495425 h 1890712"/>
                <a:gd name="connsiteX132" fmla="*/ 2040732 w 2543175"/>
                <a:gd name="connsiteY132" fmla="*/ 1502569 h 1890712"/>
                <a:gd name="connsiteX133" fmla="*/ 2047875 w 2543175"/>
                <a:gd name="connsiteY133" fmla="*/ 1507331 h 1890712"/>
                <a:gd name="connsiteX134" fmla="*/ 2057400 w 2543175"/>
                <a:gd name="connsiteY134" fmla="*/ 1514475 h 1890712"/>
                <a:gd name="connsiteX135" fmla="*/ 2064544 w 2543175"/>
                <a:gd name="connsiteY135" fmla="*/ 1519237 h 1890712"/>
                <a:gd name="connsiteX136" fmla="*/ 2071688 w 2543175"/>
                <a:gd name="connsiteY136" fmla="*/ 1526381 h 1890712"/>
                <a:gd name="connsiteX137" fmla="*/ 2081213 w 2543175"/>
                <a:gd name="connsiteY137" fmla="*/ 1531144 h 1890712"/>
                <a:gd name="connsiteX138" fmla="*/ 2090738 w 2543175"/>
                <a:gd name="connsiteY138" fmla="*/ 1538287 h 1890712"/>
                <a:gd name="connsiteX139" fmla="*/ 2109788 w 2543175"/>
                <a:gd name="connsiteY139" fmla="*/ 1547812 h 1890712"/>
                <a:gd name="connsiteX140" fmla="*/ 2131219 w 2543175"/>
                <a:gd name="connsiteY140" fmla="*/ 1562100 h 1890712"/>
                <a:gd name="connsiteX141" fmla="*/ 2140744 w 2543175"/>
                <a:gd name="connsiteY141" fmla="*/ 1566862 h 1890712"/>
                <a:gd name="connsiteX142" fmla="*/ 2152650 w 2543175"/>
                <a:gd name="connsiteY142" fmla="*/ 1576387 h 1890712"/>
                <a:gd name="connsiteX143" fmla="*/ 2181225 w 2543175"/>
                <a:gd name="connsiteY143" fmla="*/ 1590675 h 1890712"/>
                <a:gd name="connsiteX144" fmla="*/ 2200275 w 2543175"/>
                <a:gd name="connsiteY144" fmla="*/ 1607344 h 1890712"/>
                <a:gd name="connsiteX145" fmla="*/ 2207419 w 2543175"/>
                <a:gd name="connsiteY145" fmla="*/ 1612106 h 1890712"/>
                <a:gd name="connsiteX146" fmla="*/ 2216944 w 2543175"/>
                <a:gd name="connsiteY146" fmla="*/ 1619250 h 1890712"/>
                <a:gd name="connsiteX147" fmla="*/ 2224088 w 2543175"/>
                <a:gd name="connsiteY147" fmla="*/ 1624012 h 1890712"/>
                <a:gd name="connsiteX148" fmla="*/ 2247900 w 2543175"/>
                <a:gd name="connsiteY148" fmla="*/ 1643062 h 1890712"/>
                <a:gd name="connsiteX149" fmla="*/ 2255044 w 2543175"/>
                <a:gd name="connsiteY149" fmla="*/ 1650206 h 1890712"/>
                <a:gd name="connsiteX150" fmla="*/ 2281238 w 2543175"/>
                <a:gd name="connsiteY150" fmla="*/ 1664494 h 1890712"/>
                <a:gd name="connsiteX151" fmla="*/ 2297907 w 2543175"/>
                <a:gd name="connsiteY151" fmla="*/ 1674019 h 1890712"/>
                <a:gd name="connsiteX152" fmla="*/ 2312194 w 2543175"/>
                <a:gd name="connsiteY152" fmla="*/ 1685925 h 1890712"/>
                <a:gd name="connsiteX153" fmla="*/ 2328863 w 2543175"/>
                <a:gd name="connsiteY153" fmla="*/ 1697831 h 1890712"/>
                <a:gd name="connsiteX154" fmla="*/ 2350294 w 2543175"/>
                <a:gd name="connsiteY154" fmla="*/ 1712119 h 1890712"/>
                <a:gd name="connsiteX155" fmla="*/ 2428876 w 2543175"/>
                <a:gd name="connsiteY155" fmla="*/ 1785938 h 1890712"/>
                <a:gd name="connsiteX156" fmla="*/ 2466975 w 2543175"/>
                <a:gd name="connsiteY156" fmla="*/ 1783556 h 1890712"/>
                <a:gd name="connsiteX157" fmla="*/ 2481263 w 2543175"/>
                <a:gd name="connsiteY157" fmla="*/ 1795462 h 1890712"/>
                <a:gd name="connsiteX158" fmla="*/ 2486025 w 2543175"/>
                <a:gd name="connsiteY158" fmla="*/ 1802606 h 1890712"/>
                <a:gd name="connsiteX159" fmla="*/ 2514600 w 2543175"/>
                <a:gd name="connsiteY159" fmla="*/ 1850231 h 1890712"/>
                <a:gd name="connsiteX160" fmla="*/ 2519363 w 2543175"/>
                <a:gd name="connsiteY160" fmla="*/ 1857375 h 1890712"/>
                <a:gd name="connsiteX161" fmla="*/ 2540794 w 2543175"/>
                <a:gd name="connsiteY161" fmla="*/ 1883569 h 1890712"/>
                <a:gd name="connsiteX162" fmla="*/ 2543175 w 2543175"/>
                <a:gd name="connsiteY162" fmla="*/ 1890712 h 1890712"/>
                <a:gd name="connsiteX0" fmla="*/ 0 w 2543175"/>
                <a:gd name="connsiteY0" fmla="*/ 0 h 1890712"/>
                <a:gd name="connsiteX1" fmla="*/ 11907 w 2543175"/>
                <a:gd name="connsiteY1" fmla="*/ 11906 h 1890712"/>
                <a:gd name="connsiteX2" fmla="*/ 21432 w 2543175"/>
                <a:gd name="connsiteY2" fmla="*/ 16669 h 1890712"/>
                <a:gd name="connsiteX3" fmla="*/ 23813 w 2543175"/>
                <a:gd name="connsiteY3" fmla="*/ 23812 h 1890712"/>
                <a:gd name="connsiteX4" fmla="*/ 33338 w 2543175"/>
                <a:gd name="connsiteY4" fmla="*/ 33337 h 1890712"/>
                <a:gd name="connsiteX5" fmla="*/ 40482 w 2543175"/>
                <a:gd name="connsiteY5" fmla="*/ 42862 h 1890712"/>
                <a:gd name="connsiteX6" fmla="*/ 47625 w 2543175"/>
                <a:gd name="connsiteY6" fmla="*/ 47625 h 1890712"/>
                <a:gd name="connsiteX7" fmla="*/ 57150 w 2543175"/>
                <a:gd name="connsiteY7" fmla="*/ 54769 h 1890712"/>
                <a:gd name="connsiteX8" fmla="*/ 64294 w 2543175"/>
                <a:gd name="connsiteY8" fmla="*/ 59531 h 1890712"/>
                <a:gd name="connsiteX9" fmla="*/ 83344 w 2543175"/>
                <a:gd name="connsiteY9" fmla="*/ 73819 h 1890712"/>
                <a:gd name="connsiteX10" fmla="*/ 97632 w 2543175"/>
                <a:gd name="connsiteY10" fmla="*/ 80962 h 1890712"/>
                <a:gd name="connsiteX11" fmla="*/ 104775 w 2543175"/>
                <a:gd name="connsiteY11" fmla="*/ 85725 h 1890712"/>
                <a:gd name="connsiteX12" fmla="*/ 114300 w 2543175"/>
                <a:gd name="connsiteY12" fmla="*/ 95250 h 1890712"/>
                <a:gd name="connsiteX13" fmla="*/ 123825 w 2543175"/>
                <a:gd name="connsiteY13" fmla="*/ 97631 h 1890712"/>
                <a:gd name="connsiteX14" fmla="*/ 130969 w 2543175"/>
                <a:gd name="connsiteY14" fmla="*/ 104775 h 1890712"/>
                <a:gd name="connsiteX15" fmla="*/ 140494 w 2543175"/>
                <a:gd name="connsiteY15" fmla="*/ 111919 h 1890712"/>
                <a:gd name="connsiteX16" fmla="*/ 147638 w 2543175"/>
                <a:gd name="connsiteY16" fmla="*/ 116681 h 1890712"/>
                <a:gd name="connsiteX17" fmla="*/ 164307 w 2543175"/>
                <a:gd name="connsiteY17" fmla="*/ 128587 h 1890712"/>
                <a:gd name="connsiteX18" fmla="*/ 180975 w 2543175"/>
                <a:gd name="connsiteY18" fmla="*/ 140494 h 1890712"/>
                <a:gd name="connsiteX19" fmla="*/ 197644 w 2543175"/>
                <a:gd name="connsiteY19" fmla="*/ 152400 h 1890712"/>
                <a:gd name="connsiteX20" fmla="*/ 204788 w 2543175"/>
                <a:gd name="connsiteY20" fmla="*/ 157162 h 1890712"/>
                <a:gd name="connsiteX21" fmla="*/ 214313 w 2543175"/>
                <a:gd name="connsiteY21" fmla="*/ 164306 h 1890712"/>
                <a:gd name="connsiteX22" fmla="*/ 230982 w 2543175"/>
                <a:gd name="connsiteY22" fmla="*/ 180975 h 1890712"/>
                <a:gd name="connsiteX23" fmla="*/ 247650 w 2543175"/>
                <a:gd name="connsiteY23" fmla="*/ 185737 h 1890712"/>
                <a:gd name="connsiteX24" fmla="*/ 300038 w 2543175"/>
                <a:gd name="connsiteY24" fmla="*/ 219075 h 1890712"/>
                <a:gd name="connsiteX25" fmla="*/ 342900 w 2543175"/>
                <a:gd name="connsiteY25" fmla="*/ 254794 h 1890712"/>
                <a:gd name="connsiteX26" fmla="*/ 366713 w 2543175"/>
                <a:gd name="connsiteY26" fmla="*/ 264319 h 1890712"/>
                <a:gd name="connsiteX27" fmla="*/ 371475 w 2543175"/>
                <a:gd name="connsiteY27" fmla="*/ 271462 h 1890712"/>
                <a:gd name="connsiteX28" fmla="*/ 385763 w 2543175"/>
                <a:gd name="connsiteY28" fmla="*/ 283369 h 1890712"/>
                <a:gd name="connsiteX29" fmla="*/ 404813 w 2543175"/>
                <a:gd name="connsiteY29" fmla="*/ 295275 h 1890712"/>
                <a:gd name="connsiteX30" fmla="*/ 411957 w 2543175"/>
                <a:gd name="connsiteY30" fmla="*/ 297656 h 1890712"/>
                <a:gd name="connsiteX31" fmla="*/ 466725 w 2543175"/>
                <a:gd name="connsiteY31" fmla="*/ 328612 h 1890712"/>
                <a:gd name="connsiteX32" fmla="*/ 476250 w 2543175"/>
                <a:gd name="connsiteY32" fmla="*/ 335756 h 1890712"/>
                <a:gd name="connsiteX33" fmla="*/ 481013 w 2543175"/>
                <a:gd name="connsiteY33" fmla="*/ 342900 h 1890712"/>
                <a:gd name="connsiteX34" fmla="*/ 490538 w 2543175"/>
                <a:gd name="connsiteY34" fmla="*/ 352425 h 1890712"/>
                <a:gd name="connsiteX35" fmla="*/ 495300 w 2543175"/>
                <a:gd name="connsiteY35" fmla="*/ 359569 h 1890712"/>
                <a:gd name="connsiteX36" fmla="*/ 509588 w 2543175"/>
                <a:gd name="connsiteY36" fmla="*/ 376237 h 1890712"/>
                <a:gd name="connsiteX37" fmla="*/ 514350 w 2543175"/>
                <a:gd name="connsiteY37" fmla="*/ 383381 h 1890712"/>
                <a:gd name="connsiteX38" fmla="*/ 531019 w 2543175"/>
                <a:gd name="connsiteY38" fmla="*/ 397669 h 1890712"/>
                <a:gd name="connsiteX39" fmla="*/ 538163 w 2543175"/>
                <a:gd name="connsiteY39" fmla="*/ 407194 h 1890712"/>
                <a:gd name="connsiteX40" fmla="*/ 554832 w 2543175"/>
                <a:gd name="connsiteY40" fmla="*/ 421481 h 1890712"/>
                <a:gd name="connsiteX41" fmla="*/ 564357 w 2543175"/>
                <a:gd name="connsiteY41" fmla="*/ 431006 h 1890712"/>
                <a:gd name="connsiteX42" fmla="*/ 573882 w 2543175"/>
                <a:gd name="connsiteY42" fmla="*/ 438150 h 1890712"/>
                <a:gd name="connsiteX43" fmla="*/ 595313 w 2543175"/>
                <a:gd name="connsiteY43" fmla="*/ 454819 h 1890712"/>
                <a:gd name="connsiteX44" fmla="*/ 602457 w 2543175"/>
                <a:gd name="connsiteY44" fmla="*/ 457200 h 1890712"/>
                <a:gd name="connsiteX45" fmla="*/ 628650 w 2543175"/>
                <a:gd name="connsiteY45" fmla="*/ 469106 h 1890712"/>
                <a:gd name="connsiteX46" fmla="*/ 645319 w 2543175"/>
                <a:gd name="connsiteY46" fmla="*/ 483394 h 1890712"/>
                <a:gd name="connsiteX47" fmla="*/ 654844 w 2543175"/>
                <a:gd name="connsiteY47" fmla="*/ 488156 h 1890712"/>
                <a:gd name="connsiteX48" fmla="*/ 661988 w 2543175"/>
                <a:gd name="connsiteY48" fmla="*/ 497681 h 1890712"/>
                <a:gd name="connsiteX49" fmla="*/ 683419 w 2543175"/>
                <a:gd name="connsiteY49" fmla="*/ 514350 h 1890712"/>
                <a:gd name="connsiteX50" fmla="*/ 700088 w 2543175"/>
                <a:gd name="connsiteY50" fmla="*/ 526256 h 1890712"/>
                <a:gd name="connsiteX51" fmla="*/ 709613 w 2543175"/>
                <a:gd name="connsiteY51" fmla="*/ 535781 h 1890712"/>
                <a:gd name="connsiteX52" fmla="*/ 719138 w 2543175"/>
                <a:gd name="connsiteY52" fmla="*/ 542925 h 1890712"/>
                <a:gd name="connsiteX53" fmla="*/ 733425 w 2543175"/>
                <a:gd name="connsiteY53" fmla="*/ 557212 h 1890712"/>
                <a:gd name="connsiteX54" fmla="*/ 750094 w 2543175"/>
                <a:gd name="connsiteY54" fmla="*/ 569119 h 1890712"/>
                <a:gd name="connsiteX55" fmla="*/ 769144 w 2543175"/>
                <a:gd name="connsiteY55" fmla="*/ 581025 h 1890712"/>
                <a:gd name="connsiteX56" fmla="*/ 785813 w 2543175"/>
                <a:gd name="connsiteY56" fmla="*/ 590550 h 1890712"/>
                <a:gd name="connsiteX57" fmla="*/ 792957 w 2543175"/>
                <a:gd name="connsiteY57" fmla="*/ 600075 h 1890712"/>
                <a:gd name="connsiteX58" fmla="*/ 809625 w 2543175"/>
                <a:gd name="connsiteY58" fmla="*/ 611981 h 1890712"/>
                <a:gd name="connsiteX59" fmla="*/ 816769 w 2543175"/>
                <a:gd name="connsiteY59" fmla="*/ 619125 h 1890712"/>
                <a:gd name="connsiteX60" fmla="*/ 826294 w 2543175"/>
                <a:gd name="connsiteY60" fmla="*/ 626269 h 1890712"/>
                <a:gd name="connsiteX61" fmla="*/ 840582 w 2543175"/>
                <a:gd name="connsiteY61" fmla="*/ 638175 h 1890712"/>
                <a:gd name="connsiteX62" fmla="*/ 847725 w 2543175"/>
                <a:gd name="connsiteY62" fmla="*/ 645319 h 1890712"/>
                <a:gd name="connsiteX63" fmla="*/ 857250 w 2543175"/>
                <a:gd name="connsiteY63" fmla="*/ 652462 h 1890712"/>
                <a:gd name="connsiteX64" fmla="*/ 864394 w 2543175"/>
                <a:gd name="connsiteY64" fmla="*/ 657225 h 1890712"/>
                <a:gd name="connsiteX65" fmla="*/ 888207 w 2543175"/>
                <a:gd name="connsiteY65" fmla="*/ 676275 h 1890712"/>
                <a:gd name="connsiteX66" fmla="*/ 895350 w 2543175"/>
                <a:gd name="connsiteY66" fmla="*/ 681037 h 1890712"/>
                <a:gd name="connsiteX67" fmla="*/ 907257 w 2543175"/>
                <a:gd name="connsiteY67" fmla="*/ 683419 h 1890712"/>
                <a:gd name="connsiteX68" fmla="*/ 928688 w 2543175"/>
                <a:gd name="connsiteY68" fmla="*/ 695325 h 1890712"/>
                <a:gd name="connsiteX69" fmla="*/ 942975 w 2543175"/>
                <a:gd name="connsiteY69" fmla="*/ 700087 h 1890712"/>
                <a:gd name="connsiteX70" fmla="*/ 964407 w 2543175"/>
                <a:gd name="connsiteY70" fmla="*/ 716756 h 1890712"/>
                <a:gd name="connsiteX71" fmla="*/ 971550 w 2543175"/>
                <a:gd name="connsiteY71" fmla="*/ 723900 h 1890712"/>
                <a:gd name="connsiteX72" fmla="*/ 983457 w 2543175"/>
                <a:gd name="connsiteY72" fmla="*/ 733425 h 1890712"/>
                <a:gd name="connsiteX73" fmla="*/ 990600 w 2543175"/>
                <a:gd name="connsiteY73" fmla="*/ 738187 h 1890712"/>
                <a:gd name="connsiteX74" fmla="*/ 1007269 w 2543175"/>
                <a:gd name="connsiteY74" fmla="*/ 752475 h 1890712"/>
                <a:gd name="connsiteX75" fmla="*/ 1031082 w 2543175"/>
                <a:gd name="connsiteY75" fmla="*/ 766762 h 1890712"/>
                <a:gd name="connsiteX76" fmla="*/ 1042988 w 2543175"/>
                <a:gd name="connsiteY76" fmla="*/ 773906 h 1890712"/>
                <a:gd name="connsiteX77" fmla="*/ 1071563 w 2543175"/>
                <a:gd name="connsiteY77" fmla="*/ 785812 h 1890712"/>
                <a:gd name="connsiteX78" fmla="*/ 1097757 w 2543175"/>
                <a:gd name="connsiteY78" fmla="*/ 807244 h 1890712"/>
                <a:gd name="connsiteX79" fmla="*/ 1104900 w 2543175"/>
                <a:gd name="connsiteY79" fmla="*/ 814387 h 1890712"/>
                <a:gd name="connsiteX80" fmla="*/ 1121569 w 2543175"/>
                <a:gd name="connsiteY80" fmla="*/ 823912 h 1890712"/>
                <a:gd name="connsiteX81" fmla="*/ 1138238 w 2543175"/>
                <a:gd name="connsiteY81" fmla="*/ 835819 h 1890712"/>
                <a:gd name="connsiteX82" fmla="*/ 1147763 w 2543175"/>
                <a:gd name="connsiteY82" fmla="*/ 842962 h 1890712"/>
                <a:gd name="connsiteX83" fmla="*/ 1157288 w 2543175"/>
                <a:gd name="connsiteY83" fmla="*/ 847725 h 1890712"/>
                <a:gd name="connsiteX84" fmla="*/ 1178719 w 2543175"/>
                <a:gd name="connsiteY84" fmla="*/ 859631 h 1890712"/>
                <a:gd name="connsiteX85" fmla="*/ 1188244 w 2543175"/>
                <a:gd name="connsiteY85" fmla="*/ 866775 h 1890712"/>
                <a:gd name="connsiteX86" fmla="*/ 1195388 w 2543175"/>
                <a:gd name="connsiteY86" fmla="*/ 871537 h 1890712"/>
                <a:gd name="connsiteX87" fmla="*/ 1212057 w 2543175"/>
                <a:gd name="connsiteY87" fmla="*/ 883444 h 1890712"/>
                <a:gd name="connsiteX88" fmla="*/ 1226344 w 2543175"/>
                <a:gd name="connsiteY88" fmla="*/ 895350 h 1890712"/>
                <a:gd name="connsiteX89" fmla="*/ 1245394 w 2543175"/>
                <a:gd name="connsiteY89" fmla="*/ 907256 h 1890712"/>
                <a:gd name="connsiteX90" fmla="*/ 1254919 w 2543175"/>
                <a:gd name="connsiteY90" fmla="*/ 914400 h 1890712"/>
                <a:gd name="connsiteX91" fmla="*/ 1269207 w 2543175"/>
                <a:gd name="connsiteY91" fmla="*/ 921544 h 1890712"/>
                <a:gd name="connsiteX92" fmla="*/ 1290638 w 2543175"/>
                <a:gd name="connsiteY92" fmla="*/ 935831 h 1890712"/>
                <a:gd name="connsiteX93" fmla="*/ 1307307 w 2543175"/>
                <a:gd name="connsiteY93" fmla="*/ 952500 h 1890712"/>
                <a:gd name="connsiteX94" fmla="*/ 1333500 w 2543175"/>
                <a:gd name="connsiteY94" fmla="*/ 971550 h 1890712"/>
                <a:gd name="connsiteX95" fmla="*/ 1359694 w 2543175"/>
                <a:gd name="connsiteY95" fmla="*/ 990600 h 1890712"/>
                <a:gd name="connsiteX96" fmla="*/ 1385888 w 2543175"/>
                <a:gd name="connsiteY96" fmla="*/ 1021557 h 1890712"/>
                <a:gd name="connsiteX97" fmla="*/ 1435894 w 2543175"/>
                <a:gd name="connsiteY97" fmla="*/ 1054894 h 1890712"/>
                <a:gd name="connsiteX98" fmla="*/ 1497806 w 2543175"/>
                <a:gd name="connsiteY98" fmla="*/ 1104900 h 1890712"/>
                <a:gd name="connsiteX99" fmla="*/ 1559718 w 2543175"/>
                <a:gd name="connsiteY99" fmla="*/ 1154906 h 1890712"/>
                <a:gd name="connsiteX100" fmla="*/ 1595438 w 2543175"/>
                <a:gd name="connsiteY100" fmla="*/ 1181100 h 1890712"/>
                <a:gd name="connsiteX101" fmla="*/ 1628775 w 2543175"/>
                <a:gd name="connsiteY101" fmla="*/ 1207294 h 1890712"/>
                <a:gd name="connsiteX102" fmla="*/ 1662113 w 2543175"/>
                <a:gd name="connsiteY102" fmla="*/ 1231107 h 1890712"/>
                <a:gd name="connsiteX103" fmla="*/ 1700213 w 2543175"/>
                <a:gd name="connsiteY103" fmla="*/ 1247775 h 1890712"/>
                <a:gd name="connsiteX104" fmla="*/ 1712119 w 2543175"/>
                <a:gd name="connsiteY104" fmla="*/ 1259681 h 1890712"/>
                <a:gd name="connsiteX105" fmla="*/ 1733550 w 2543175"/>
                <a:gd name="connsiteY105" fmla="*/ 1273969 h 1890712"/>
                <a:gd name="connsiteX106" fmla="*/ 1743075 w 2543175"/>
                <a:gd name="connsiteY106" fmla="*/ 1283494 h 1890712"/>
                <a:gd name="connsiteX107" fmla="*/ 1754982 w 2543175"/>
                <a:gd name="connsiteY107" fmla="*/ 1290637 h 1890712"/>
                <a:gd name="connsiteX108" fmla="*/ 1766888 w 2543175"/>
                <a:gd name="connsiteY108" fmla="*/ 1300162 h 1890712"/>
                <a:gd name="connsiteX109" fmla="*/ 1783557 w 2543175"/>
                <a:gd name="connsiteY109" fmla="*/ 1307306 h 1890712"/>
                <a:gd name="connsiteX110" fmla="*/ 1790700 w 2543175"/>
                <a:gd name="connsiteY110" fmla="*/ 1312069 h 1890712"/>
                <a:gd name="connsiteX111" fmla="*/ 1800225 w 2543175"/>
                <a:gd name="connsiteY111" fmla="*/ 1319212 h 1890712"/>
                <a:gd name="connsiteX112" fmla="*/ 1807369 w 2543175"/>
                <a:gd name="connsiteY112" fmla="*/ 1321594 h 1890712"/>
                <a:gd name="connsiteX113" fmla="*/ 1824038 w 2543175"/>
                <a:gd name="connsiteY113" fmla="*/ 1333500 h 1890712"/>
                <a:gd name="connsiteX114" fmla="*/ 1843088 w 2543175"/>
                <a:gd name="connsiteY114" fmla="*/ 1352550 h 1890712"/>
                <a:gd name="connsiteX115" fmla="*/ 1852613 w 2543175"/>
                <a:gd name="connsiteY115" fmla="*/ 1359694 h 1890712"/>
                <a:gd name="connsiteX116" fmla="*/ 1859757 w 2543175"/>
                <a:gd name="connsiteY116" fmla="*/ 1366837 h 1890712"/>
                <a:gd name="connsiteX117" fmla="*/ 1869282 w 2543175"/>
                <a:gd name="connsiteY117" fmla="*/ 1371600 h 1890712"/>
                <a:gd name="connsiteX118" fmla="*/ 1883569 w 2543175"/>
                <a:gd name="connsiteY118" fmla="*/ 1388269 h 1890712"/>
                <a:gd name="connsiteX119" fmla="*/ 1893094 w 2543175"/>
                <a:gd name="connsiteY119" fmla="*/ 1395412 h 1890712"/>
                <a:gd name="connsiteX120" fmla="*/ 1902619 w 2543175"/>
                <a:gd name="connsiteY120" fmla="*/ 1404937 h 1890712"/>
                <a:gd name="connsiteX121" fmla="*/ 1912144 w 2543175"/>
                <a:gd name="connsiteY121" fmla="*/ 1409700 h 1890712"/>
                <a:gd name="connsiteX122" fmla="*/ 1931194 w 2543175"/>
                <a:gd name="connsiteY122" fmla="*/ 1421606 h 1890712"/>
                <a:gd name="connsiteX123" fmla="*/ 1935957 w 2543175"/>
                <a:gd name="connsiteY123" fmla="*/ 1428750 h 1890712"/>
                <a:gd name="connsiteX124" fmla="*/ 1952625 w 2543175"/>
                <a:gd name="connsiteY124" fmla="*/ 1438275 h 1890712"/>
                <a:gd name="connsiteX125" fmla="*/ 1971675 w 2543175"/>
                <a:gd name="connsiteY125" fmla="*/ 1450181 h 1890712"/>
                <a:gd name="connsiteX126" fmla="*/ 1981200 w 2543175"/>
                <a:gd name="connsiteY126" fmla="*/ 1454944 h 1890712"/>
                <a:gd name="connsiteX127" fmla="*/ 1997869 w 2543175"/>
                <a:gd name="connsiteY127" fmla="*/ 1471612 h 1890712"/>
                <a:gd name="connsiteX128" fmla="*/ 2007394 w 2543175"/>
                <a:gd name="connsiteY128" fmla="*/ 1478756 h 1890712"/>
                <a:gd name="connsiteX129" fmla="*/ 2016919 w 2543175"/>
                <a:gd name="connsiteY129" fmla="*/ 1483519 h 1890712"/>
                <a:gd name="connsiteX130" fmla="*/ 2024063 w 2543175"/>
                <a:gd name="connsiteY130" fmla="*/ 1490662 h 1890712"/>
                <a:gd name="connsiteX131" fmla="*/ 2033588 w 2543175"/>
                <a:gd name="connsiteY131" fmla="*/ 1495425 h 1890712"/>
                <a:gd name="connsiteX132" fmla="*/ 2040732 w 2543175"/>
                <a:gd name="connsiteY132" fmla="*/ 1502569 h 1890712"/>
                <a:gd name="connsiteX133" fmla="*/ 2047875 w 2543175"/>
                <a:gd name="connsiteY133" fmla="*/ 1507331 h 1890712"/>
                <a:gd name="connsiteX134" fmla="*/ 2057400 w 2543175"/>
                <a:gd name="connsiteY134" fmla="*/ 1514475 h 1890712"/>
                <a:gd name="connsiteX135" fmla="*/ 2064544 w 2543175"/>
                <a:gd name="connsiteY135" fmla="*/ 1519237 h 1890712"/>
                <a:gd name="connsiteX136" fmla="*/ 2071688 w 2543175"/>
                <a:gd name="connsiteY136" fmla="*/ 1526381 h 1890712"/>
                <a:gd name="connsiteX137" fmla="*/ 2081213 w 2543175"/>
                <a:gd name="connsiteY137" fmla="*/ 1531144 h 1890712"/>
                <a:gd name="connsiteX138" fmla="*/ 2090738 w 2543175"/>
                <a:gd name="connsiteY138" fmla="*/ 1538287 h 1890712"/>
                <a:gd name="connsiteX139" fmla="*/ 2109788 w 2543175"/>
                <a:gd name="connsiteY139" fmla="*/ 1547812 h 1890712"/>
                <a:gd name="connsiteX140" fmla="*/ 2131219 w 2543175"/>
                <a:gd name="connsiteY140" fmla="*/ 1562100 h 1890712"/>
                <a:gd name="connsiteX141" fmla="*/ 2140744 w 2543175"/>
                <a:gd name="connsiteY141" fmla="*/ 1566862 h 1890712"/>
                <a:gd name="connsiteX142" fmla="*/ 2152650 w 2543175"/>
                <a:gd name="connsiteY142" fmla="*/ 1576387 h 1890712"/>
                <a:gd name="connsiteX143" fmla="*/ 2181225 w 2543175"/>
                <a:gd name="connsiteY143" fmla="*/ 1590675 h 1890712"/>
                <a:gd name="connsiteX144" fmla="*/ 2200275 w 2543175"/>
                <a:gd name="connsiteY144" fmla="*/ 1607344 h 1890712"/>
                <a:gd name="connsiteX145" fmla="*/ 2207419 w 2543175"/>
                <a:gd name="connsiteY145" fmla="*/ 1612106 h 1890712"/>
                <a:gd name="connsiteX146" fmla="*/ 2216944 w 2543175"/>
                <a:gd name="connsiteY146" fmla="*/ 1619250 h 1890712"/>
                <a:gd name="connsiteX147" fmla="*/ 2247900 w 2543175"/>
                <a:gd name="connsiteY147" fmla="*/ 1643062 h 1890712"/>
                <a:gd name="connsiteX148" fmla="*/ 2255044 w 2543175"/>
                <a:gd name="connsiteY148" fmla="*/ 1650206 h 1890712"/>
                <a:gd name="connsiteX149" fmla="*/ 2281238 w 2543175"/>
                <a:gd name="connsiteY149" fmla="*/ 1664494 h 1890712"/>
                <a:gd name="connsiteX150" fmla="*/ 2297907 w 2543175"/>
                <a:gd name="connsiteY150" fmla="*/ 1674019 h 1890712"/>
                <a:gd name="connsiteX151" fmla="*/ 2312194 w 2543175"/>
                <a:gd name="connsiteY151" fmla="*/ 1685925 h 1890712"/>
                <a:gd name="connsiteX152" fmla="*/ 2328863 w 2543175"/>
                <a:gd name="connsiteY152" fmla="*/ 1697831 h 1890712"/>
                <a:gd name="connsiteX153" fmla="*/ 2350294 w 2543175"/>
                <a:gd name="connsiteY153" fmla="*/ 1712119 h 1890712"/>
                <a:gd name="connsiteX154" fmla="*/ 2428876 w 2543175"/>
                <a:gd name="connsiteY154" fmla="*/ 1785938 h 1890712"/>
                <a:gd name="connsiteX155" fmla="*/ 2466975 w 2543175"/>
                <a:gd name="connsiteY155" fmla="*/ 1783556 h 1890712"/>
                <a:gd name="connsiteX156" fmla="*/ 2481263 w 2543175"/>
                <a:gd name="connsiteY156" fmla="*/ 1795462 h 1890712"/>
                <a:gd name="connsiteX157" fmla="*/ 2486025 w 2543175"/>
                <a:gd name="connsiteY157" fmla="*/ 1802606 h 1890712"/>
                <a:gd name="connsiteX158" fmla="*/ 2514600 w 2543175"/>
                <a:gd name="connsiteY158" fmla="*/ 1850231 h 1890712"/>
                <a:gd name="connsiteX159" fmla="*/ 2519363 w 2543175"/>
                <a:gd name="connsiteY159" fmla="*/ 1857375 h 1890712"/>
                <a:gd name="connsiteX160" fmla="*/ 2540794 w 2543175"/>
                <a:gd name="connsiteY160" fmla="*/ 1883569 h 1890712"/>
                <a:gd name="connsiteX161" fmla="*/ 2543175 w 2543175"/>
                <a:gd name="connsiteY161" fmla="*/ 1890712 h 1890712"/>
                <a:gd name="connsiteX0" fmla="*/ 0 w 2543175"/>
                <a:gd name="connsiteY0" fmla="*/ 0 h 1890712"/>
                <a:gd name="connsiteX1" fmla="*/ 11907 w 2543175"/>
                <a:gd name="connsiteY1" fmla="*/ 11906 h 1890712"/>
                <a:gd name="connsiteX2" fmla="*/ 21432 w 2543175"/>
                <a:gd name="connsiteY2" fmla="*/ 16669 h 1890712"/>
                <a:gd name="connsiteX3" fmla="*/ 23813 w 2543175"/>
                <a:gd name="connsiteY3" fmla="*/ 23812 h 1890712"/>
                <a:gd name="connsiteX4" fmla="*/ 33338 w 2543175"/>
                <a:gd name="connsiteY4" fmla="*/ 33337 h 1890712"/>
                <a:gd name="connsiteX5" fmla="*/ 40482 w 2543175"/>
                <a:gd name="connsiteY5" fmla="*/ 42862 h 1890712"/>
                <a:gd name="connsiteX6" fmla="*/ 47625 w 2543175"/>
                <a:gd name="connsiteY6" fmla="*/ 47625 h 1890712"/>
                <a:gd name="connsiteX7" fmla="*/ 57150 w 2543175"/>
                <a:gd name="connsiteY7" fmla="*/ 54769 h 1890712"/>
                <a:gd name="connsiteX8" fmla="*/ 64294 w 2543175"/>
                <a:gd name="connsiteY8" fmla="*/ 59531 h 1890712"/>
                <a:gd name="connsiteX9" fmla="*/ 83344 w 2543175"/>
                <a:gd name="connsiteY9" fmla="*/ 73819 h 1890712"/>
                <a:gd name="connsiteX10" fmla="*/ 97632 w 2543175"/>
                <a:gd name="connsiteY10" fmla="*/ 80962 h 1890712"/>
                <a:gd name="connsiteX11" fmla="*/ 104775 w 2543175"/>
                <a:gd name="connsiteY11" fmla="*/ 85725 h 1890712"/>
                <a:gd name="connsiteX12" fmla="*/ 114300 w 2543175"/>
                <a:gd name="connsiteY12" fmla="*/ 95250 h 1890712"/>
                <a:gd name="connsiteX13" fmla="*/ 123825 w 2543175"/>
                <a:gd name="connsiteY13" fmla="*/ 97631 h 1890712"/>
                <a:gd name="connsiteX14" fmla="*/ 130969 w 2543175"/>
                <a:gd name="connsiteY14" fmla="*/ 104775 h 1890712"/>
                <a:gd name="connsiteX15" fmla="*/ 140494 w 2543175"/>
                <a:gd name="connsiteY15" fmla="*/ 111919 h 1890712"/>
                <a:gd name="connsiteX16" fmla="*/ 147638 w 2543175"/>
                <a:gd name="connsiteY16" fmla="*/ 116681 h 1890712"/>
                <a:gd name="connsiteX17" fmla="*/ 164307 w 2543175"/>
                <a:gd name="connsiteY17" fmla="*/ 128587 h 1890712"/>
                <a:gd name="connsiteX18" fmla="*/ 180975 w 2543175"/>
                <a:gd name="connsiteY18" fmla="*/ 140494 h 1890712"/>
                <a:gd name="connsiteX19" fmla="*/ 197644 w 2543175"/>
                <a:gd name="connsiteY19" fmla="*/ 152400 h 1890712"/>
                <a:gd name="connsiteX20" fmla="*/ 204788 w 2543175"/>
                <a:gd name="connsiteY20" fmla="*/ 157162 h 1890712"/>
                <a:gd name="connsiteX21" fmla="*/ 214313 w 2543175"/>
                <a:gd name="connsiteY21" fmla="*/ 164306 h 1890712"/>
                <a:gd name="connsiteX22" fmla="*/ 230982 w 2543175"/>
                <a:gd name="connsiteY22" fmla="*/ 180975 h 1890712"/>
                <a:gd name="connsiteX23" fmla="*/ 247650 w 2543175"/>
                <a:gd name="connsiteY23" fmla="*/ 185737 h 1890712"/>
                <a:gd name="connsiteX24" fmla="*/ 300038 w 2543175"/>
                <a:gd name="connsiteY24" fmla="*/ 219075 h 1890712"/>
                <a:gd name="connsiteX25" fmla="*/ 342900 w 2543175"/>
                <a:gd name="connsiteY25" fmla="*/ 254794 h 1890712"/>
                <a:gd name="connsiteX26" fmla="*/ 366713 w 2543175"/>
                <a:gd name="connsiteY26" fmla="*/ 264319 h 1890712"/>
                <a:gd name="connsiteX27" fmla="*/ 371475 w 2543175"/>
                <a:gd name="connsiteY27" fmla="*/ 271462 h 1890712"/>
                <a:gd name="connsiteX28" fmla="*/ 385763 w 2543175"/>
                <a:gd name="connsiteY28" fmla="*/ 283369 h 1890712"/>
                <a:gd name="connsiteX29" fmla="*/ 404813 w 2543175"/>
                <a:gd name="connsiteY29" fmla="*/ 295275 h 1890712"/>
                <a:gd name="connsiteX30" fmla="*/ 411957 w 2543175"/>
                <a:gd name="connsiteY30" fmla="*/ 297656 h 1890712"/>
                <a:gd name="connsiteX31" fmla="*/ 466725 w 2543175"/>
                <a:gd name="connsiteY31" fmla="*/ 328612 h 1890712"/>
                <a:gd name="connsiteX32" fmla="*/ 476250 w 2543175"/>
                <a:gd name="connsiteY32" fmla="*/ 335756 h 1890712"/>
                <a:gd name="connsiteX33" fmla="*/ 481013 w 2543175"/>
                <a:gd name="connsiteY33" fmla="*/ 342900 h 1890712"/>
                <a:gd name="connsiteX34" fmla="*/ 490538 w 2543175"/>
                <a:gd name="connsiteY34" fmla="*/ 352425 h 1890712"/>
                <a:gd name="connsiteX35" fmla="*/ 495300 w 2543175"/>
                <a:gd name="connsiteY35" fmla="*/ 359569 h 1890712"/>
                <a:gd name="connsiteX36" fmla="*/ 509588 w 2543175"/>
                <a:gd name="connsiteY36" fmla="*/ 376237 h 1890712"/>
                <a:gd name="connsiteX37" fmla="*/ 514350 w 2543175"/>
                <a:gd name="connsiteY37" fmla="*/ 383381 h 1890712"/>
                <a:gd name="connsiteX38" fmla="*/ 531019 w 2543175"/>
                <a:gd name="connsiteY38" fmla="*/ 397669 h 1890712"/>
                <a:gd name="connsiteX39" fmla="*/ 538163 w 2543175"/>
                <a:gd name="connsiteY39" fmla="*/ 407194 h 1890712"/>
                <a:gd name="connsiteX40" fmla="*/ 554832 w 2543175"/>
                <a:gd name="connsiteY40" fmla="*/ 421481 h 1890712"/>
                <a:gd name="connsiteX41" fmla="*/ 564357 w 2543175"/>
                <a:gd name="connsiteY41" fmla="*/ 431006 h 1890712"/>
                <a:gd name="connsiteX42" fmla="*/ 573882 w 2543175"/>
                <a:gd name="connsiteY42" fmla="*/ 438150 h 1890712"/>
                <a:gd name="connsiteX43" fmla="*/ 595313 w 2543175"/>
                <a:gd name="connsiteY43" fmla="*/ 454819 h 1890712"/>
                <a:gd name="connsiteX44" fmla="*/ 602457 w 2543175"/>
                <a:gd name="connsiteY44" fmla="*/ 457200 h 1890712"/>
                <a:gd name="connsiteX45" fmla="*/ 628650 w 2543175"/>
                <a:gd name="connsiteY45" fmla="*/ 469106 h 1890712"/>
                <a:gd name="connsiteX46" fmla="*/ 645319 w 2543175"/>
                <a:gd name="connsiteY46" fmla="*/ 483394 h 1890712"/>
                <a:gd name="connsiteX47" fmla="*/ 654844 w 2543175"/>
                <a:gd name="connsiteY47" fmla="*/ 488156 h 1890712"/>
                <a:gd name="connsiteX48" fmla="*/ 661988 w 2543175"/>
                <a:gd name="connsiteY48" fmla="*/ 497681 h 1890712"/>
                <a:gd name="connsiteX49" fmla="*/ 683419 w 2543175"/>
                <a:gd name="connsiteY49" fmla="*/ 514350 h 1890712"/>
                <a:gd name="connsiteX50" fmla="*/ 700088 w 2543175"/>
                <a:gd name="connsiteY50" fmla="*/ 526256 h 1890712"/>
                <a:gd name="connsiteX51" fmla="*/ 709613 w 2543175"/>
                <a:gd name="connsiteY51" fmla="*/ 535781 h 1890712"/>
                <a:gd name="connsiteX52" fmla="*/ 719138 w 2543175"/>
                <a:gd name="connsiteY52" fmla="*/ 542925 h 1890712"/>
                <a:gd name="connsiteX53" fmla="*/ 733425 w 2543175"/>
                <a:gd name="connsiteY53" fmla="*/ 557212 h 1890712"/>
                <a:gd name="connsiteX54" fmla="*/ 750094 w 2543175"/>
                <a:gd name="connsiteY54" fmla="*/ 569119 h 1890712"/>
                <a:gd name="connsiteX55" fmla="*/ 769144 w 2543175"/>
                <a:gd name="connsiteY55" fmla="*/ 581025 h 1890712"/>
                <a:gd name="connsiteX56" fmla="*/ 785813 w 2543175"/>
                <a:gd name="connsiteY56" fmla="*/ 590550 h 1890712"/>
                <a:gd name="connsiteX57" fmla="*/ 792957 w 2543175"/>
                <a:gd name="connsiteY57" fmla="*/ 600075 h 1890712"/>
                <a:gd name="connsiteX58" fmla="*/ 809625 w 2543175"/>
                <a:gd name="connsiteY58" fmla="*/ 611981 h 1890712"/>
                <a:gd name="connsiteX59" fmla="*/ 816769 w 2543175"/>
                <a:gd name="connsiteY59" fmla="*/ 619125 h 1890712"/>
                <a:gd name="connsiteX60" fmla="*/ 826294 w 2543175"/>
                <a:gd name="connsiteY60" fmla="*/ 626269 h 1890712"/>
                <a:gd name="connsiteX61" fmla="*/ 840582 w 2543175"/>
                <a:gd name="connsiteY61" fmla="*/ 638175 h 1890712"/>
                <a:gd name="connsiteX62" fmla="*/ 847725 w 2543175"/>
                <a:gd name="connsiteY62" fmla="*/ 645319 h 1890712"/>
                <a:gd name="connsiteX63" fmla="*/ 857250 w 2543175"/>
                <a:gd name="connsiteY63" fmla="*/ 652462 h 1890712"/>
                <a:gd name="connsiteX64" fmla="*/ 864394 w 2543175"/>
                <a:gd name="connsiteY64" fmla="*/ 657225 h 1890712"/>
                <a:gd name="connsiteX65" fmla="*/ 888207 w 2543175"/>
                <a:gd name="connsiteY65" fmla="*/ 676275 h 1890712"/>
                <a:gd name="connsiteX66" fmla="*/ 895350 w 2543175"/>
                <a:gd name="connsiteY66" fmla="*/ 681037 h 1890712"/>
                <a:gd name="connsiteX67" fmla="*/ 907257 w 2543175"/>
                <a:gd name="connsiteY67" fmla="*/ 683419 h 1890712"/>
                <a:gd name="connsiteX68" fmla="*/ 928688 w 2543175"/>
                <a:gd name="connsiteY68" fmla="*/ 695325 h 1890712"/>
                <a:gd name="connsiteX69" fmla="*/ 942975 w 2543175"/>
                <a:gd name="connsiteY69" fmla="*/ 700087 h 1890712"/>
                <a:gd name="connsiteX70" fmla="*/ 964407 w 2543175"/>
                <a:gd name="connsiteY70" fmla="*/ 716756 h 1890712"/>
                <a:gd name="connsiteX71" fmla="*/ 971550 w 2543175"/>
                <a:gd name="connsiteY71" fmla="*/ 723900 h 1890712"/>
                <a:gd name="connsiteX72" fmla="*/ 983457 w 2543175"/>
                <a:gd name="connsiteY72" fmla="*/ 733425 h 1890712"/>
                <a:gd name="connsiteX73" fmla="*/ 990600 w 2543175"/>
                <a:gd name="connsiteY73" fmla="*/ 738187 h 1890712"/>
                <a:gd name="connsiteX74" fmla="*/ 1007269 w 2543175"/>
                <a:gd name="connsiteY74" fmla="*/ 752475 h 1890712"/>
                <a:gd name="connsiteX75" fmla="*/ 1031082 w 2543175"/>
                <a:gd name="connsiteY75" fmla="*/ 766762 h 1890712"/>
                <a:gd name="connsiteX76" fmla="*/ 1042988 w 2543175"/>
                <a:gd name="connsiteY76" fmla="*/ 773906 h 1890712"/>
                <a:gd name="connsiteX77" fmla="*/ 1071563 w 2543175"/>
                <a:gd name="connsiteY77" fmla="*/ 785812 h 1890712"/>
                <a:gd name="connsiteX78" fmla="*/ 1097757 w 2543175"/>
                <a:gd name="connsiteY78" fmla="*/ 807244 h 1890712"/>
                <a:gd name="connsiteX79" fmla="*/ 1104900 w 2543175"/>
                <a:gd name="connsiteY79" fmla="*/ 814387 h 1890712"/>
                <a:gd name="connsiteX80" fmla="*/ 1121569 w 2543175"/>
                <a:gd name="connsiteY80" fmla="*/ 823912 h 1890712"/>
                <a:gd name="connsiteX81" fmla="*/ 1138238 w 2543175"/>
                <a:gd name="connsiteY81" fmla="*/ 835819 h 1890712"/>
                <a:gd name="connsiteX82" fmla="*/ 1147763 w 2543175"/>
                <a:gd name="connsiteY82" fmla="*/ 842962 h 1890712"/>
                <a:gd name="connsiteX83" fmla="*/ 1157288 w 2543175"/>
                <a:gd name="connsiteY83" fmla="*/ 847725 h 1890712"/>
                <a:gd name="connsiteX84" fmla="*/ 1178719 w 2543175"/>
                <a:gd name="connsiteY84" fmla="*/ 859631 h 1890712"/>
                <a:gd name="connsiteX85" fmla="*/ 1188244 w 2543175"/>
                <a:gd name="connsiteY85" fmla="*/ 866775 h 1890712"/>
                <a:gd name="connsiteX86" fmla="*/ 1195388 w 2543175"/>
                <a:gd name="connsiteY86" fmla="*/ 871537 h 1890712"/>
                <a:gd name="connsiteX87" fmla="*/ 1212057 w 2543175"/>
                <a:gd name="connsiteY87" fmla="*/ 883444 h 1890712"/>
                <a:gd name="connsiteX88" fmla="*/ 1226344 w 2543175"/>
                <a:gd name="connsiteY88" fmla="*/ 895350 h 1890712"/>
                <a:gd name="connsiteX89" fmla="*/ 1245394 w 2543175"/>
                <a:gd name="connsiteY89" fmla="*/ 907256 h 1890712"/>
                <a:gd name="connsiteX90" fmla="*/ 1254919 w 2543175"/>
                <a:gd name="connsiteY90" fmla="*/ 914400 h 1890712"/>
                <a:gd name="connsiteX91" fmla="*/ 1269207 w 2543175"/>
                <a:gd name="connsiteY91" fmla="*/ 921544 h 1890712"/>
                <a:gd name="connsiteX92" fmla="*/ 1290638 w 2543175"/>
                <a:gd name="connsiteY92" fmla="*/ 935831 h 1890712"/>
                <a:gd name="connsiteX93" fmla="*/ 1307307 w 2543175"/>
                <a:gd name="connsiteY93" fmla="*/ 952500 h 1890712"/>
                <a:gd name="connsiteX94" fmla="*/ 1333500 w 2543175"/>
                <a:gd name="connsiteY94" fmla="*/ 971550 h 1890712"/>
                <a:gd name="connsiteX95" fmla="*/ 1359694 w 2543175"/>
                <a:gd name="connsiteY95" fmla="*/ 990600 h 1890712"/>
                <a:gd name="connsiteX96" fmla="*/ 1385888 w 2543175"/>
                <a:gd name="connsiteY96" fmla="*/ 1021557 h 1890712"/>
                <a:gd name="connsiteX97" fmla="*/ 1435894 w 2543175"/>
                <a:gd name="connsiteY97" fmla="*/ 1054894 h 1890712"/>
                <a:gd name="connsiteX98" fmla="*/ 1497806 w 2543175"/>
                <a:gd name="connsiteY98" fmla="*/ 1104900 h 1890712"/>
                <a:gd name="connsiteX99" fmla="*/ 1559718 w 2543175"/>
                <a:gd name="connsiteY99" fmla="*/ 1154906 h 1890712"/>
                <a:gd name="connsiteX100" fmla="*/ 1595438 w 2543175"/>
                <a:gd name="connsiteY100" fmla="*/ 1181100 h 1890712"/>
                <a:gd name="connsiteX101" fmla="*/ 1628775 w 2543175"/>
                <a:gd name="connsiteY101" fmla="*/ 1207294 h 1890712"/>
                <a:gd name="connsiteX102" fmla="*/ 1662113 w 2543175"/>
                <a:gd name="connsiteY102" fmla="*/ 1231107 h 1890712"/>
                <a:gd name="connsiteX103" fmla="*/ 1700213 w 2543175"/>
                <a:gd name="connsiteY103" fmla="*/ 1247775 h 1890712"/>
                <a:gd name="connsiteX104" fmla="*/ 1712119 w 2543175"/>
                <a:gd name="connsiteY104" fmla="*/ 1259681 h 1890712"/>
                <a:gd name="connsiteX105" fmla="*/ 1733550 w 2543175"/>
                <a:gd name="connsiteY105" fmla="*/ 1273969 h 1890712"/>
                <a:gd name="connsiteX106" fmla="*/ 1743075 w 2543175"/>
                <a:gd name="connsiteY106" fmla="*/ 1283494 h 1890712"/>
                <a:gd name="connsiteX107" fmla="*/ 1754982 w 2543175"/>
                <a:gd name="connsiteY107" fmla="*/ 1290637 h 1890712"/>
                <a:gd name="connsiteX108" fmla="*/ 1766888 w 2543175"/>
                <a:gd name="connsiteY108" fmla="*/ 1300162 h 1890712"/>
                <a:gd name="connsiteX109" fmla="*/ 1783557 w 2543175"/>
                <a:gd name="connsiteY109" fmla="*/ 1307306 h 1890712"/>
                <a:gd name="connsiteX110" fmla="*/ 1790700 w 2543175"/>
                <a:gd name="connsiteY110" fmla="*/ 1312069 h 1890712"/>
                <a:gd name="connsiteX111" fmla="*/ 1800225 w 2543175"/>
                <a:gd name="connsiteY111" fmla="*/ 1319212 h 1890712"/>
                <a:gd name="connsiteX112" fmla="*/ 1807369 w 2543175"/>
                <a:gd name="connsiteY112" fmla="*/ 1321594 h 1890712"/>
                <a:gd name="connsiteX113" fmla="*/ 1824038 w 2543175"/>
                <a:gd name="connsiteY113" fmla="*/ 1333500 h 1890712"/>
                <a:gd name="connsiteX114" fmla="*/ 1843088 w 2543175"/>
                <a:gd name="connsiteY114" fmla="*/ 1352550 h 1890712"/>
                <a:gd name="connsiteX115" fmla="*/ 1852613 w 2543175"/>
                <a:gd name="connsiteY115" fmla="*/ 1359694 h 1890712"/>
                <a:gd name="connsiteX116" fmla="*/ 1859757 w 2543175"/>
                <a:gd name="connsiteY116" fmla="*/ 1366837 h 1890712"/>
                <a:gd name="connsiteX117" fmla="*/ 1869282 w 2543175"/>
                <a:gd name="connsiteY117" fmla="*/ 1371600 h 1890712"/>
                <a:gd name="connsiteX118" fmla="*/ 1883569 w 2543175"/>
                <a:gd name="connsiteY118" fmla="*/ 1388269 h 1890712"/>
                <a:gd name="connsiteX119" fmla="*/ 1893094 w 2543175"/>
                <a:gd name="connsiteY119" fmla="*/ 1395412 h 1890712"/>
                <a:gd name="connsiteX120" fmla="*/ 1902619 w 2543175"/>
                <a:gd name="connsiteY120" fmla="*/ 1404937 h 1890712"/>
                <a:gd name="connsiteX121" fmla="*/ 1912144 w 2543175"/>
                <a:gd name="connsiteY121" fmla="*/ 1409700 h 1890712"/>
                <a:gd name="connsiteX122" fmla="*/ 1931194 w 2543175"/>
                <a:gd name="connsiteY122" fmla="*/ 1421606 h 1890712"/>
                <a:gd name="connsiteX123" fmla="*/ 1935957 w 2543175"/>
                <a:gd name="connsiteY123" fmla="*/ 1428750 h 1890712"/>
                <a:gd name="connsiteX124" fmla="*/ 1952625 w 2543175"/>
                <a:gd name="connsiteY124" fmla="*/ 1438275 h 1890712"/>
                <a:gd name="connsiteX125" fmla="*/ 1971675 w 2543175"/>
                <a:gd name="connsiteY125" fmla="*/ 1450181 h 1890712"/>
                <a:gd name="connsiteX126" fmla="*/ 1981200 w 2543175"/>
                <a:gd name="connsiteY126" fmla="*/ 1454944 h 1890712"/>
                <a:gd name="connsiteX127" fmla="*/ 1997869 w 2543175"/>
                <a:gd name="connsiteY127" fmla="*/ 1471612 h 1890712"/>
                <a:gd name="connsiteX128" fmla="*/ 2007394 w 2543175"/>
                <a:gd name="connsiteY128" fmla="*/ 1478756 h 1890712"/>
                <a:gd name="connsiteX129" fmla="*/ 2016919 w 2543175"/>
                <a:gd name="connsiteY129" fmla="*/ 1483519 h 1890712"/>
                <a:gd name="connsiteX130" fmla="*/ 2024063 w 2543175"/>
                <a:gd name="connsiteY130" fmla="*/ 1490662 h 1890712"/>
                <a:gd name="connsiteX131" fmla="*/ 2033588 w 2543175"/>
                <a:gd name="connsiteY131" fmla="*/ 1495425 h 1890712"/>
                <a:gd name="connsiteX132" fmla="*/ 2040732 w 2543175"/>
                <a:gd name="connsiteY132" fmla="*/ 1502569 h 1890712"/>
                <a:gd name="connsiteX133" fmla="*/ 2047875 w 2543175"/>
                <a:gd name="connsiteY133" fmla="*/ 1507331 h 1890712"/>
                <a:gd name="connsiteX134" fmla="*/ 2057400 w 2543175"/>
                <a:gd name="connsiteY134" fmla="*/ 1514475 h 1890712"/>
                <a:gd name="connsiteX135" fmla="*/ 2064544 w 2543175"/>
                <a:gd name="connsiteY135" fmla="*/ 1519237 h 1890712"/>
                <a:gd name="connsiteX136" fmla="*/ 2071688 w 2543175"/>
                <a:gd name="connsiteY136" fmla="*/ 1526381 h 1890712"/>
                <a:gd name="connsiteX137" fmla="*/ 2081213 w 2543175"/>
                <a:gd name="connsiteY137" fmla="*/ 1531144 h 1890712"/>
                <a:gd name="connsiteX138" fmla="*/ 2090738 w 2543175"/>
                <a:gd name="connsiteY138" fmla="*/ 1538287 h 1890712"/>
                <a:gd name="connsiteX139" fmla="*/ 2109788 w 2543175"/>
                <a:gd name="connsiteY139" fmla="*/ 1547812 h 1890712"/>
                <a:gd name="connsiteX140" fmla="*/ 2131219 w 2543175"/>
                <a:gd name="connsiteY140" fmla="*/ 1562100 h 1890712"/>
                <a:gd name="connsiteX141" fmla="*/ 2140744 w 2543175"/>
                <a:gd name="connsiteY141" fmla="*/ 1566862 h 1890712"/>
                <a:gd name="connsiteX142" fmla="*/ 2152650 w 2543175"/>
                <a:gd name="connsiteY142" fmla="*/ 1576387 h 1890712"/>
                <a:gd name="connsiteX143" fmla="*/ 2181225 w 2543175"/>
                <a:gd name="connsiteY143" fmla="*/ 1590675 h 1890712"/>
                <a:gd name="connsiteX144" fmla="*/ 2200275 w 2543175"/>
                <a:gd name="connsiteY144" fmla="*/ 1607344 h 1890712"/>
                <a:gd name="connsiteX145" fmla="*/ 2207419 w 2543175"/>
                <a:gd name="connsiteY145" fmla="*/ 1612106 h 1890712"/>
                <a:gd name="connsiteX146" fmla="*/ 2216944 w 2543175"/>
                <a:gd name="connsiteY146" fmla="*/ 1619250 h 1890712"/>
                <a:gd name="connsiteX147" fmla="*/ 2247900 w 2543175"/>
                <a:gd name="connsiteY147" fmla="*/ 1643062 h 1890712"/>
                <a:gd name="connsiteX148" fmla="*/ 2255044 w 2543175"/>
                <a:gd name="connsiteY148" fmla="*/ 1650206 h 1890712"/>
                <a:gd name="connsiteX149" fmla="*/ 2281238 w 2543175"/>
                <a:gd name="connsiteY149" fmla="*/ 1664494 h 1890712"/>
                <a:gd name="connsiteX150" fmla="*/ 2297907 w 2543175"/>
                <a:gd name="connsiteY150" fmla="*/ 1674019 h 1890712"/>
                <a:gd name="connsiteX151" fmla="*/ 2312194 w 2543175"/>
                <a:gd name="connsiteY151" fmla="*/ 1685925 h 1890712"/>
                <a:gd name="connsiteX152" fmla="*/ 2328863 w 2543175"/>
                <a:gd name="connsiteY152" fmla="*/ 1697831 h 1890712"/>
                <a:gd name="connsiteX153" fmla="*/ 2350294 w 2543175"/>
                <a:gd name="connsiteY153" fmla="*/ 1712119 h 1890712"/>
                <a:gd name="connsiteX154" fmla="*/ 2428876 w 2543175"/>
                <a:gd name="connsiteY154" fmla="*/ 1785938 h 1890712"/>
                <a:gd name="connsiteX155" fmla="*/ 2481263 w 2543175"/>
                <a:gd name="connsiteY155" fmla="*/ 1795462 h 1890712"/>
                <a:gd name="connsiteX156" fmla="*/ 2486025 w 2543175"/>
                <a:gd name="connsiteY156" fmla="*/ 1802606 h 1890712"/>
                <a:gd name="connsiteX157" fmla="*/ 2514600 w 2543175"/>
                <a:gd name="connsiteY157" fmla="*/ 1850231 h 1890712"/>
                <a:gd name="connsiteX158" fmla="*/ 2519363 w 2543175"/>
                <a:gd name="connsiteY158" fmla="*/ 1857375 h 1890712"/>
                <a:gd name="connsiteX159" fmla="*/ 2540794 w 2543175"/>
                <a:gd name="connsiteY159" fmla="*/ 1883569 h 1890712"/>
                <a:gd name="connsiteX160" fmla="*/ 2543175 w 2543175"/>
                <a:gd name="connsiteY160" fmla="*/ 1890712 h 1890712"/>
                <a:gd name="connsiteX0" fmla="*/ 0 w 2543175"/>
                <a:gd name="connsiteY0" fmla="*/ 0 h 1890712"/>
                <a:gd name="connsiteX1" fmla="*/ 11907 w 2543175"/>
                <a:gd name="connsiteY1" fmla="*/ 11906 h 1890712"/>
                <a:gd name="connsiteX2" fmla="*/ 21432 w 2543175"/>
                <a:gd name="connsiteY2" fmla="*/ 16669 h 1890712"/>
                <a:gd name="connsiteX3" fmla="*/ 23813 w 2543175"/>
                <a:gd name="connsiteY3" fmla="*/ 23812 h 1890712"/>
                <a:gd name="connsiteX4" fmla="*/ 33338 w 2543175"/>
                <a:gd name="connsiteY4" fmla="*/ 33337 h 1890712"/>
                <a:gd name="connsiteX5" fmla="*/ 40482 w 2543175"/>
                <a:gd name="connsiteY5" fmla="*/ 42862 h 1890712"/>
                <a:gd name="connsiteX6" fmla="*/ 47625 w 2543175"/>
                <a:gd name="connsiteY6" fmla="*/ 47625 h 1890712"/>
                <a:gd name="connsiteX7" fmla="*/ 57150 w 2543175"/>
                <a:gd name="connsiteY7" fmla="*/ 54769 h 1890712"/>
                <a:gd name="connsiteX8" fmla="*/ 64294 w 2543175"/>
                <a:gd name="connsiteY8" fmla="*/ 59531 h 1890712"/>
                <a:gd name="connsiteX9" fmla="*/ 83344 w 2543175"/>
                <a:gd name="connsiteY9" fmla="*/ 73819 h 1890712"/>
                <a:gd name="connsiteX10" fmla="*/ 97632 w 2543175"/>
                <a:gd name="connsiteY10" fmla="*/ 80962 h 1890712"/>
                <a:gd name="connsiteX11" fmla="*/ 104775 w 2543175"/>
                <a:gd name="connsiteY11" fmla="*/ 85725 h 1890712"/>
                <a:gd name="connsiteX12" fmla="*/ 114300 w 2543175"/>
                <a:gd name="connsiteY12" fmla="*/ 95250 h 1890712"/>
                <a:gd name="connsiteX13" fmla="*/ 123825 w 2543175"/>
                <a:gd name="connsiteY13" fmla="*/ 97631 h 1890712"/>
                <a:gd name="connsiteX14" fmla="*/ 130969 w 2543175"/>
                <a:gd name="connsiteY14" fmla="*/ 104775 h 1890712"/>
                <a:gd name="connsiteX15" fmla="*/ 140494 w 2543175"/>
                <a:gd name="connsiteY15" fmla="*/ 111919 h 1890712"/>
                <a:gd name="connsiteX16" fmla="*/ 147638 w 2543175"/>
                <a:gd name="connsiteY16" fmla="*/ 116681 h 1890712"/>
                <a:gd name="connsiteX17" fmla="*/ 164307 w 2543175"/>
                <a:gd name="connsiteY17" fmla="*/ 128587 h 1890712"/>
                <a:gd name="connsiteX18" fmla="*/ 180975 w 2543175"/>
                <a:gd name="connsiteY18" fmla="*/ 140494 h 1890712"/>
                <a:gd name="connsiteX19" fmla="*/ 197644 w 2543175"/>
                <a:gd name="connsiteY19" fmla="*/ 152400 h 1890712"/>
                <a:gd name="connsiteX20" fmla="*/ 204788 w 2543175"/>
                <a:gd name="connsiteY20" fmla="*/ 157162 h 1890712"/>
                <a:gd name="connsiteX21" fmla="*/ 214313 w 2543175"/>
                <a:gd name="connsiteY21" fmla="*/ 164306 h 1890712"/>
                <a:gd name="connsiteX22" fmla="*/ 230982 w 2543175"/>
                <a:gd name="connsiteY22" fmla="*/ 180975 h 1890712"/>
                <a:gd name="connsiteX23" fmla="*/ 247650 w 2543175"/>
                <a:gd name="connsiteY23" fmla="*/ 185737 h 1890712"/>
                <a:gd name="connsiteX24" fmla="*/ 300038 w 2543175"/>
                <a:gd name="connsiteY24" fmla="*/ 219075 h 1890712"/>
                <a:gd name="connsiteX25" fmla="*/ 342900 w 2543175"/>
                <a:gd name="connsiteY25" fmla="*/ 254794 h 1890712"/>
                <a:gd name="connsiteX26" fmla="*/ 366713 w 2543175"/>
                <a:gd name="connsiteY26" fmla="*/ 264319 h 1890712"/>
                <a:gd name="connsiteX27" fmla="*/ 371475 w 2543175"/>
                <a:gd name="connsiteY27" fmla="*/ 271462 h 1890712"/>
                <a:gd name="connsiteX28" fmla="*/ 385763 w 2543175"/>
                <a:gd name="connsiteY28" fmla="*/ 283369 h 1890712"/>
                <a:gd name="connsiteX29" fmla="*/ 404813 w 2543175"/>
                <a:gd name="connsiteY29" fmla="*/ 295275 h 1890712"/>
                <a:gd name="connsiteX30" fmla="*/ 411957 w 2543175"/>
                <a:gd name="connsiteY30" fmla="*/ 297656 h 1890712"/>
                <a:gd name="connsiteX31" fmla="*/ 466725 w 2543175"/>
                <a:gd name="connsiteY31" fmla="*/ 328612 h 1890712"/>
                <a:gd name="connsiteX32" fmla="*/ 476250 w 2543175"/>
                <a:gd name="connsiteY32" fmla="*/ 335756 h 1890712"/>
                <a:gd name="connsiteX33" fmla="*/ 481013 w 2543175"/>
                <a:gd name="connsiteY33" fmla="*/ 342900 h 1890712"/>
                <a:gd name="connsiteX34" fmla="*/ 490538 w 2543175"/>
                <a:gd name="connsiteY34" fmla="*/ 352425 h 1890712"/>
                <a:gd name="connsiteX35" fmla="*/ 495300 w 2543175"/>
                <a:gd name="connsiteY35" fmla="*/ 359569 h 1890712"/>
                <a:gd name="connsiteX36" fmla="*/ 509588 w 2543175"/>
                <a:gd name="connsiteY36" fmla="*/ 376237 h 1890712"/>
                <a:gd name="connsiteX37" fmla="*/ 514350 w 2543175"/>
                <a:gd name="connsiteY37" fmla="*/ 383381 h 1890712"/>
                <a:gd name="connsiteX38" fmla="*/ 531019 w 2543175"/>
                <a:gd name="connsiteY38" fmla="*/ 397669 h 1890712"/>
                <a:gd name="connsiteX39" fmla="*/ 538163 w 2543175"/>
                <a:gd name="connsiteY39" fmla="*/ 407194 h 1890712"/>
                <a:gd name="connsiteX40" fmla="*/ 554832 w 2543175"/>
                <a:gd name="connsiteY40" fmla="*/ 421481 h 1890712"/>
                <a:gd name="connsiteX41" fmla="*/ 564357 w 2543175"/>
                <a:gd name="connsiteY41" fmla="*/ 431006 h 1890712"/>
                <a:gd name="connsiteX42" fmla="*/ 573882 w 2543175"/>
                <a:gd name="connsiteY42" fmla="*/ 438150 h 1890712"/>
                <a:gd name="connsiteX43" fmla="*/ 595313 w 2543175"/>
                <a:gd name="connsiteY43" fmla="*/ 454819 h 1890712"/>
                <a:gd name="connsiteX44" fmla="*/ 602457 w 2543175"/>
                <a:gd name="connsiteY44" fmla="*/ 457200 h 1890712"/>
                <a:gd name="connsiteX45" fmla="*/ 628650 w 2543175"/>
                <a:gd name="connsiteY45" fmla="*/ 469106 h 1890712"/>
                <a:gd name="connsiteX46" fmla="*/ 645319 w 2543175"/>
                <a:gd name="connsiteY46" fmla="*/ 483394 h 1890712"/>
                <a:gd name="connsiteX47" fmla="*/ 654844 w 2543175"/>
                <a:gd name="connsiteY47" fmla="*/ 488156 h 1890712"/>
                <a:gd name="connsiteX48" fmla="*/ 661988 w 2543175"/>
                <a:gd name="connsiteY48" fmla="*/ 497681 h 1890712"/>
                <a:gd name="connsiteX49" fmla="*/ 683419 w 2543175"/>
                <a:gd name="connsiteY49" fmla="*/ 514350 h 1890712"/>
                <a:gd name="connsiteX50" fmla="*/ 700088 w 2543175"/>
                <a:gd name="connsiteY50" fmla="*/ 526256 h 1890712"/>
                <a:gd name="connsiteX51" fmla="*/ 709613 w 2543175"/>
                <a:gd name="connsiteY51" fmla="*/ 535781 h 1890712"/>
                <a:gd name="connsiteX52" fmla="*/ 719138 w 2543175"/>
                <a:gd name="connsiteY52" fmla="*/ 542925 h 1890712"/>
                <a:gd name="connsiteX53" fmla="*/ 733425 w 2543175"/>
                <a:gd name="connsiteY53" fmla="*/ 557212 h 1890712"/>
                <a:gd name="connsiteX54" fmla="*/ 750094 w 2543175"/>
                <a:gd name="connsiteY54" fmla="*/ 569119 h 1890712"/>
                <a:gd name="connsiteX55" fmla="*/ 769144 w 2543175"/>
                <a:gd name="connsiteY55" fmla="*/ 581025 h 1890712"/>
                <a:gd name="connsiteX56" fmla="*/ 785813 w 2543175"/>
                <a:gd name="connsiteY56" fmla="*/ 590550 h 1890712"/>
                <a:gd name="connsiteX57" fmla="*/ 792957 w 2543175"/>
                <a:gd name="connsiteY57" fmla="*/ 600075 h 1890712"/>
                <a:gd name="connsiteX58" fmla="*/ 809625 w 2543175"/>
                <a:gd name="connsiteY58" fmla="*/ 611981 h 1890712"/>
                <a:gd name="connsiteX59" fmla="*/ 816769 w 2543175"/>
                <a:gd name="connsiteY59" fmla="*/ 619125 h 1890712"/>
                <a:gd name="connsiteX60" fmla="*/ 826294 w 2543175"/>
                <a:gd name="connsiteY60" fmla="*/ 626269 h 1890712"/>
                <a:gd name="connsiteX61" fmla="*/ 840582 w 2543175"/>
                <a:gd name="connsiteY61" fmla="*/ 638175 h 1890712"/>
                <a:gd name="connsiteX62" fmla="*/ 847725 w 2543175"/>
                <a:gd name="connsiteY62" fmla="*/ 645319 h 1890712"/>
                <a:gd name="connsiteX63" fmla="*/ 857250 w 2543175"/>
                <a:gd name="connsiteY63" fmla="*/ 652462 h 1890712"/>
                <a:gd name="connsiteX64" fmla="*/ 864394 w 2543175"/>
                <a:gd name="connsiteY64" fmla="*/ 657225 h 1890712"/>
                <a:gd name="connsiteX65" fmla="*/ 888207 w 2543175"/>
                <a:gd name="connsiteY65" fmla="*/ 676275 h 1890712"/>
                <a:gd name="connsiteX66" fmla="*/ 895350 w 2543175"/>
                <a:gd name="connsiteY66" fmla="*/ 681037 h 1890712"/>
                <a:gd name="connsiteX67" fmla="*/ 907257 w 2543175"/>
                <a:gd name="connsiteY67" fmla="*/ 683419 h 1890712"/>
                <a:gd name="connsiteX68" fmla="*/ 928688 w 2543175"/>
                <a:gd name="connsiteY68" fmla="*/ 695325 h 1890712"/>
                <a:gd name="connsiteX69" fmla="*/ 942975 w 2543175"/>
                <a:gd name="connsiteY69" fmla="*/ 700087 h 1890712"/>
                <a:gd name="connsiteX70" fmla="*/ 964407 w 2543175"/>
                <a:gd name="connsiteY70" fmla="*/ 716756 h 1890712"/>
                <a:gd name="connsiteX71" fmla="*/ 971550 w 2543175"/>
                <a:gd name="connsiteY71" fmla="*/ 723900 h 1890712"/>
                <a:gd name="connsiteX72" fmla="*/ 983457 w 2543175"/>
                <a:gd name="connsiteY72" fmla="*/ 733425 h 1890712"/>
                <a:gd name="connsiteX73" fmla="*/ 990600 w 2543175"/>
                <a:gd name="connsiteY73" fmla="*/ 738187 h 1890712"/>
                <a:gd name="connsiteX74" fmla="*/ 1007269 w 2543175"/>
                <a:gd name="connsiteY74" fmla="*/ 752475 h 1890712"/>
                <a:gd name="connsiteX75" fmla="*/ 1031082 w 2543175"/>
                <a:gd name="connsiteY75" fmla="*/ 766762 h 1890712"/>
                <a:gd name="connsiteX76" fmla="*/ 1042988 w 2543175"/>
                <a:gd name="connsiteY76" fmla="*/ 773906 h 1890712"/>
                <a:gd name="connsiteX77" fmla="*/ 1071563 w 2543175"/>
                <a:gd name="connsiteY77" fmla="*/ 785812 h 1890712"/>
                <a:gd name="connsiteX78" fmla="*/ 1097757 w 2543175"/>
                <a:gd name="connsiteY78" fmla="*/ 807244 h 1890712"/>
                <a:gd name="connsiteX79" fmla="*/ 1104900 w 2543175"/>
                <a:gd name="connsiteY79" fmla="*/ 814387 h 1890712"/>
                <a:gd name="connsiteX80" fmla="*/ 1121569 w 2543175"/>
                <a:gd name="connsiteY80" fmla="*/ 823912 h 1890712"/>
                <a:gd name="connsiteX81" fmla="*/ 1138238 w 2543175"/>
                <a:gd name="connsiteY81" fmla="*/ 835819 h 1890712"/>
                <a:gd name="connsiteX82" fmla="*/ 1147763 w 2543175"/>
                <a:gd name="connsiteY82" fmla="*/ 842962 h 1890712"/>
                <a:gd name="connsiteX83" fmla="*/ 1157288 w 2543175"/>
                <a:gd name="connsiteY83" fmla="*/ 847725 h 1890712"/>
                <a:gd name="connsiteX84" fmla="*/ 1178719 w 2543175"/>
                <a:gd name="connsiteY84" fmla="*/ 859631 h 1890712"/>
                <a:gd name="connsiteX85" fmla="*/ 1188244 w 2543175"/>
                <a:gd name="connsiteY85" fmla="*/ 866775 h 1890712"/>
                <a:gd name="connsiteX86" fmla="*/ 1195388 w 2543175"/>
                <a:gd name="connsiteY86" fmla="*/ 871537 h 1890712"/>
                <a:gd name="connsiteX87" fmla="*/ 1212057 w 2543175"/>
                <a:gd name="connsiteY87" fmla="*/ 883444 h 1890712"/>
                <a:gd name="connsiteX88" fmla="*/ 1226344 w 2543175"/>
                <a:gd name="connsiteY88" fmla="*/ 895350 h 1890712"/>
                <a:gd name="connsiteX89" fmla="*/ 1245394 w 2543175"/>
                <a:gd name="connsiteY89" fmla="*/ 907256 h 1890712"/>
                <a:gd name="connsiteX90" fmla="*/ 1254919 w 2543175"/>
                <a:gd name="connsiteY90" fmla="*/ 914400 h 1890712"/>
                <a:gd name="connsiteX91" fmla="*/ 1269207 w 2543175"/>
                <a:gd name="connsiteY91" fmla="*/ 921544 h 1890712"/>
                <a:gd name="connsiteX92" fmla="*/ 1290638 w 2543175"/>
                <a:gd name="connsiteY92" fmla="*/ 935831 h 1890712"/>
                <a:gd name="connsiteX93" fmla="*/ 1307307 w 2543175"/>
                <a:gd name="connsiteY93" fmla="*/ 952500 h 1890712"/>
                <a:gd name="connsiteX94" fmla="*/ 1333500 w 2543175"/>
                <a:gd name="connsiteY94" fmla="*/ 971550 h 1890712"/>
                <a:gd name="connsiteX95" fmla="*/ 1359694 w 2543175"/>
                <a:gd name="connsiteY95" fmla="*/ 990600 h 1890712"/>
                <a:gd name="connsiteX96" fmla="*/ 1385888 w 2543175"/>
                <a:gd name="connsiteY96" fmla="*/ 1021557 h 1890712"/>
                <a:gd name="connsiteX97" fmla="*/ 1435894 w 2543175"/>
                <a:gd name="connsiteY97" fmla="*/ 1054894 h 1890712"/>
                <a:gd name="connsiteX98" fmla="*/ 1497806 w 2543175"/>
                <a:gd name="connsiteY98" fmla="*/ 1104900 h 1890712"/>
                <a:gd name="connsiteX99" fmla="*/ 1559718 w 2543175"/>
                <a:gd name="connsiteY99" fmla="*/ 1154906 h 1890712"/>
                <a:gd name="connsiteX100" fmla="*/ 1595438 w 2543175"/>
                <a:gd name="connsiteY100" fmla="*/ 1181100 h 1890712"/>
                <a:gd name="connsiteX101" fmla="*/ 1628775 w 2543175"/>
                <a:gd name="connsiteY101" fmla="*/ 1207294 h 1890712"/>
                <a:gd name="connsiteX102" fmla="*/ 1662113 w 2543175"/>
                <a:gd name="connsiteY102" fmla="*/ 1231107 h 1890712"/>
                <a:gd name="connsiteX103" fmla="*/ 1700213 w 2543175"/>
                <a:gd name="connsiteY103" fmla="*/ 1247775 h 1890712"/>
                <a:gd name="connsiteX104" fmla="*/ 1712119 w 2543175"/>
                <a:gd name="connsiteY104" fmla="*/ 1259681 h 1890712"/>
                <a:gd name="connsiteX105" fmla="*/ 1733550 w 2543175"/>
                <a:gd name="connsiteY105" fmla="*/ 1273969 h 1890712"/>
                <a:gd name="connsiteX106" fmla="*/ 1743075 w 2543175"/>
                <a:gd name="connsiteY106" fmla="*/ 1283494 h 1890712"/>
                <a:gd name="connsiteX107" fmla="*/ 1754982 w 2543175"/>
                <a:gd name="connsiteY107" fmla="*/ 1290637 h 1890712"/>
                <a:gd name="connsiteX108" fmla="*/ 1766888 w 2543175"/>
                <a:gd name="connsiteY108" fmla="*/ 1300162 h 1890712"/>
                <a:gd name="connsiteX109" fmla="*/ 1783557 w 2543175"/>
                <a:gd name="connsiteY109" fmla="*/ 1307306 h 1890712"/>
                <a:gd name="connsiteX110" fmla="*/ 1790700 w 2543175"/>
                <a:gd name="connsiteY110" fmla="*/ 1312069 h 1890712"/>
                <a:gd name="connsiteX111" fmla="*/ 1800225 w 2543175"/>
                <a:gd name="connsiteY111" fmla="*/ 1319212 h 1890712"/>
                <a:gd name="connsiteX112" fmla="*/ 1807369 w 2543175"/>
                <a:gd name="connsiteY112" fmla="*/ 1321594 h 1890712"/>
                <a:gd name="connsiteX113" fmla="*/ 1824038 w 2543175"/>
                <a:gd name="connsiteY113" fmla="*/ 1333500 h 1890712"/>
                <a:gd name="connsiteX114" fmla="*/ 1843088 w 2543175"/>
                <a:gd name="connsiteY114" fmla="*/ 1352550 h 1890712"/>
                <a:gd name="connsiteX115" fmla="*/ 1852613 w 2543175"/>
                <a:gd name="connsiteY115" fmla="*/ 1359694 h 1890712"/>
                <a:gd name="connsiteX116" fmla="*/ 1859757 w 2543175"/>
                <a:gd name="connsiteY116" fmla="*/ 1366837 h 1890712"/>
                <a:gd name="connsiteX117" fmla="*/ 1869282 w 2543175"/>
                <a:gd name="connsiteY117" fmla="*/ 1371600 h 1890712"/>
                <a:gd name="connsiteX118" fmla="*/ 1883569 w 2543175"/>
                <a:gd name="connsiteY118" fmla="*/ 1388269 h 1890712"/>
                <a:gd name="connsiteX119" fmla="*/ 1893094 w 2543175"/>
                <a:gd name="connsiteY119" fmla="*/ 1395412 h 1890712"/>
                <a:gd name="connsiteX120" fmla="*/ 1902619 w 2543175"/>
                <a:gd name="connsiteY120" fmla="*/ 1404937 h 1890712"/>
                <a:gd name="connsiteX121" fmla="*/ 1912144 w 2543175"/>
                <a:gd name="connsiteY121" fmla="*/ 1409700 h 1890712"/>
                <a:gd name="connsiteX122" fmla="*/ 1931194 w 2543175"/>
                <a:gd name="connsiteY122" fmla="*/ 1421606 h 1890712"/>
                <a:gd name="connsiteX123" fmla="*/ 1935957 w 2543175"/>
                <a:gd name="connsiteY123" fmla="*/ 1428750 h 1890712"/>
                <a:gd name="connsiteX124" fmla="*/ 1952625 w 2543175"/>
                <a:gd name="connsiteY124" fmla="*/ 1438275 h 1890712"/>
                <a:gd name="connsiteX125" fmla="*/ 1971675 w 2543175"/>
                <a:gd name="connsiteY125" fmla="*/ 1450181 h 1890712"/>
                <a:gd name="connsiteX126" fmla="*/ 1981200 w 2543175"/>
                <a:gd name="connsiteY126" fmla="*/ 1454944 h 1890712"/>
                <a:gd name="connsiteX127" fmla="*/ 1997869 w 2543175"/>
                <a:gd name="connsiteY127" fmla="*/ 1471612 h 1890712"/>
                <a:gd name="connsiteX128" fmla="*/ 2007394 w 2543175"/>
                <a:gd name="connsiteY128" fmla="*/ 1478756 h 1890712"/>
                <a:gd name="connsiteX129" fmla="*/ 2016919 w 2543175"/>
                <a:gd name="connsiteY129" fmla="*/ 1483519 h 1890712"/>
                <a:gd name="connsiteX130" fmla="*/ 2024063 w 2543175"/>
                <a:gd name="connsiteY130" fmla="*/ 1490662 h 1890712"/>
                <a:gd name="connsiteX131" fmla="*/ 2033588 w 2543175"/>
                <a:gd name="connsiteY131" fmla="*/ 1495425 h 1890712"/>
                <a:gd name="connsiteX132" fmla="*/ 2040732 w 2543175"/>
                <a:gd name="connsiteY132" fmla="*/ 1502569 h 1890712"/>
                <a:gd name="connsiteX133" fmla="*/ 2047875 w 2543175"/>
                <a:gd name="connsiteY133" fmla="*/ 1507331 h 1890712"/>
                <a:gd name="connsiteX134" fmla="*/ 2057400 w 2543175"/>
                <a:gd name="connsiteY134" fmla="*/ 1514475 h 1890712"/>
                <a:gd name="connsiteX135" fmla="*/ 2064544 w 2543175"/>
                <a:gd name="connsiteY135" fmla="*/ 1519237 h 1890712"/>
                <a:gd name="connsiteX136" fmla="*/ 2071688 w 2543175"/>
                <a:gd name="connsiteY136" fmla="*/ 1526381 h 1890712"/>
                <a:gd name="connsiteX137" fmla="*/ 2081213 w 2543175"/>
                <a:gd name="connsiteY137" fmla="*/ 1531144 h 1890712"/>
                <a:gd name="connsiteX138" fmla="*/ 2090738 w 2543175"/>
                <a:gd name="connsiteY138" fmla="*/ 1538287 h 1890712"/>
                <a:gd name="connsiteX139" fmla="*/ 2109788 w 2543175"/>
                <a:gd name="connsiteY139" fmla="*/ 1547812 h 1890712"/>
                <a:gd name="connsiteX140" fmla="*/ 2131219 w 2543175"/>
                <a:gd name="connsiteY140" fmla="*/ 1562100 h 1890712"/>
                <a:gd name="connsiteX141" fmla="*/ 2140744 w 2543175"/>
                <a:gd name="connsiteY141" fmla="*/ 1566862 h 1890712"/>
                <a:gd name="connsiteX142" fmla="*/ 2152650 w 2543175"/>
                <a:gd name="connsiteY142" fmla="*/ 1576387 h 1890712"/>
                <a:gd name="connsiteX143" fmla="*/ 2181225 w 2543175"/>
                <a:gd name="connsiteY143" fmla="*/ 1590675 h 1890712"/>
                <a:gd name="connsiteX144" fmla="*/ 2200275 w 2543175"/>
                <a:gd name="connsiteY144" fmla="*/ 1607344 h 1890712"/>
                <a:gd name="connsiteX145" fmla="*/ 2207419 w 2543175"/>
                <a:gd name="connsiteY145" fmla="*/ 1612106 h 1890712"/>
                <a:gd name="connsiteX146" fmla="*/ 2216944 w 2543175"/>
                <a:gd name="connsiteY146" fmla="*/ 1619250 h 1890712"/>
                <a:gd name="connsiteX147" fmla="*/ 2247900 w 2543175"/>
                <a:gd name="connsiteY147" fmla="*/ 1643062 h 1890712"/>
                <a:gd name="connsiteX148" fmla="*/ 2255044 w 2543175"/>
                <a:gd name="connsiteY148" fmla="*/ 1650206 h 1890712"/>
                <a:gd name="connsiteX149" fmla="*/ 2281238 w 2543175"/>
                <a:gd name="connsiteY149" fmla="*/ 1664494 h 1890712"/>
                <a:gd name="connsiteX150" fmla="*/ 2297907 w 2543175"/>
                <a:gd name="connsiteY150" fmla="*/ 1674019 h 1890712"/>
                <a:gd name="connsiteX151" fmla="*/ 2312194 w 2543175"/>
                <a:gd name="connsiteY151" fmla="*/ 1685925 h 1890712"/>
                <a:gd name="connsiteX152" fmla="*/ 2328863 w 2543175"/>
                <a:gd name="connsiteY152" fmla="*/ 1697831 h 1890712"/>
                <a:gd name="connsiteX153" fmla="*/ 2350294 w 2543175"/>
                <a:gd name="connsiteY153" fmla="*/ 1712119 h 1890712"/>
                <a:gd name="connsiteX154" fmla="*/ 2428876 w 2543175"/>
                <a:gd name="connsiteY154" fmla="*/ 1785938 h 1890712"/>
                <a:gd name="connsiteX155" fmla="*/ 2481263 w 2543175"/>
                <a:gd name="connsiteY155" fmla="*/ 1795462 h 1890712"/>
                <a:gd name="connsiteX156" fmla="*/ 2514600 w 2543175"/>
                <a:gd name="connsiteY156" fmla="*/ 1850231 h 1890712"/>
                <a:gd name="connsiteX157" fmla="*/ 2519363 w 2543175"/>
                <a:gd name="connsiteY157" fmla="*/ 1857375 h 1890712"/>
                <a:gd name="connsiteX158" fmla="*/ 2540794 w 2543175"/>
                <a:gd name="connsiteY158" fmla="*/ 1883569 h 1890712"/>
                <a:gd name="connsiteX159" fmla="*/ 2543175 w 2543175"/>
                <a:gd name="connsiteY159" fmla="*/ 1890712 h 1890712"/>
                <a:gd name="connsiteX0" fmla="*/ 0 w 2543175"/>
                <a:gd name="connsiteY0" fmla="*/ 0 h 1890712"/>
                <a:gd name="connsiteX1" fmla="*/ 11907 w 2543175"/>
                <a:gd name="connsiteY1" fmla="*/ 11906 h 1890712"/>
                <a:gd name="connsiteX2" fmla="*/ 21432 w 2543175"/>
                <a:gd name="connsiteY2" fmla="*/ 16669 h 1890712"/>
                <a:gd name="connsiteX3" fmla="*/ 23813 w 2543175"/>
                <a:gd name="connsiteY3" fmla="*/ 23812 h 1890712"/>
                <a:gd name="connsiteX4" fmla="*/ 33338 w 2543175"/>
                <a:gd name="connsiteY4" fmla="*/ 33337 h 1890712"/>
                <a:gd name="connsiteX5" fmla="*/ 40482 w 2543175"/>
                <a:gd name="connsiteY5" fmla="*/ 42862 h 1890712"/>
                <a:gd name="connsiteX6" fmla="*/ 47625 w 2543175"/>
                <a:gd name="connsiteY6" fmla="*/ 47625 h 1890712"/>
                <a:gd name="connsiteX7" fmla="*/ 57150 w 2543175"/>
                <a:gd name="connsiteY7" fmla="*/ 54769 h 1890712"/>
                <a:gd name="connsiteX8" fmla="*/ 64294 w 2543175"/>
                <a:gd name="connsiteY8" fmla="*/ 59531 h 1890712"/>
                <a:gd name="connsiteX9" fmla="*/ 83344 w 2543175"/>
                <a:gd name="connsiteY9" fmla="*/ 73819 h 1890712"/>
                <a:gd name="connsiteX10" fmla="*/ 97632 w 2543175"/>
                <a:gd name="connsiteY10" fmla="*/ 80962 h 1890712"/>
                <a:gd name="connsiteX11" fmla="*/ 104775 w 2543175"/>
                <a:gd name="connsiteY11" fmla="*/ 85725 h 1890712"/>
                <a:gd name="connsiteX12" fmla="*/ 114300 w 2543175"/>
                <a:gd name="connsiteY12" fmla="*/ 95250 h 1890712"/>
                <a:gd name="connsiteX13" fmla="*/ 123825 w 2543175"/>
                <a:gd name="connsiteY13" fmla="*/ 97631 h 1890712"/>
                <a:gd name="connsiteX14" fmla="*/ 130969 w 2543175"/>
                <a:gd name="connsiteY14" fmla="*/ 104775 h 1890712"/>
                <a:gd name="connsiteX15" fmla="*/ 140494 w 2543175"/>
                <a:gd name="connsiteY15" fmla="*/ 111919 h 1890712"/>
                <a:gd name="connsiteX16" fmla="*/ 147638 w 2543175"/>
                <a:gd name="connsiteY16" fmla="*/ 116681 h 1890712"/>
                <a:gd name="connsiteX17" fmla="*/ 164307 w 2543175"/>
                <a:gd name="connsiteY17" fmla="*/ 128587 h 1890712"/>
                <a:gd name="connsiteX18" fmla="*/ 180975 w 2543175"/>
                <a:gd name="connsiteY18" fmla="*/ 140494 h 1890712"/>
                <a:gd name="connsiteX19" fmla="*/ 197644 w 2543175"/>
                <a:gd name="connsiteY19" fmla="*/ 152400 h 1890712"/>
                <a:gd name="connsiteX20" fmla="*/ 204788 w 2543175"/>
                <a:gd name="connsiteY20" fmla="*/ 157162 h 1890712"/>
                <a:gd name="connsiteX21" fmla="*/ 214313 w 2543175"/>
                <a:gd name="connsiteY21" fmla="*/ 164306 h 1890712"/>
                <a:gd name="connsiteX22" fmla="*/ 230982 w 2543175"/>
                <a:gd name="connsiteY22" fmla="*/ 180975 h 1890712"/>
                <a:gd name="connsiteX23" fmla="*/ 247650 w 2543175"/>
                <a:gd name="connsiteY23" fmla="*/ 185737 h 1890712"/>
                <a:gd name="connsiteX24" fmla="*/ 300038 w 2543175"/>
                <a:gd name="connsiteY24" fmla="*/ 219075 h 1890712"/>
                <a:gd name="connsiteX25" fmla="*/ 342900 w 2543175"/>
                <a:gd name="connsiteY25" fmla="*/ 254794 h 1890712"/>
                <a:gd name="connsiteX26" fmla="*/ 366713 w 2543175"/>
                <a:gd name="connsiteY26" fmla="*/ 264319 h 1890712"/>
                <a:gd name="connsiteX27" fmla="*/ 371475 w 2543175"/>
                <a:gd name="connsiteY27" fmla="*/ 271462 h 1890712"/>
                <a:gd name="connsiteX28" fmla="*/ 385763 w 2543175"/>
                <a:gd name="connsiteY28" fmla="*/ 283369 h 1890712"/>
                <a:gd name="connsiteX29" fmla="*/ 404813 w 2543175"/>
                <a:gd name="connsiteY29" fmla="*/ 295275 h 1890712"/>
                <a:gd name="connsiteX30" fmla="*/ 411957 w 2543175"/>
                <a:gd name="connsiteY30" fmla="*/ 297656 h 1890712"/>
                <a:gd name="connsiteX31" fmla="*/ 466725 w 2543175"/>
                <a:gd name="connsiteY31" fmla="*/ 328612 h 1890712"/>
                <a:gd name="connsiteX32" fmla="*/ 476250 w 2543175"/>
                <a:gd name="connsiteY32" fmla="*/ 335756 h 1890712"/>
                <a:gd name="connsiteX33" fmla="*/ 481013 w 2543175"/>
                <a:gd name="connsiteY33" fmla="*/ 342900 h 1890712"/>
                <a:gd name="connsiteX34" fmla="*/ 490538 w 2543175"/>
                <a:gd name="connsiteY34" fmla="*/ 352425 h 1890712"/>
                <a:gd name="connsiteX35" fmla="*/ 495300 w 2543175"/>
                <a:gd name="connsiteY35" fmla="*/ 359569 h 1890712"/>
                <a:gd name="connsiteX36" fmla="*/ 509588 w 2543175"/>
                <a:gd name="connsiteY36" fmla="*/ 376237 h 1890712"/>
                <a:gd name="connsiteX37" fmla="*/ 514350 w 2543175"/>
                <a:gd name="connsiteY37" fmla="*/ 383381 h 1890712"/>
                <a:gd name="connsiteX38" fmla="*/ 531019 w 2543175"/>
                <a:gd name="connsiteY38" fmla="*/ 397669 h 1890712"/>
                <a:gd name="connsiteX39" fmla="*/ 538163 w 2543175"/>
                <a:gd name="connsiteY39" fmla="*/ 407194 h 1890712"/>
                <a:gd name="connsiteX40" fmla="*/ 554832 w 2543175"/>
                <a:gd name="connsiteY40" fmla="*/ 421481 h 1890712"/>
                <a:gd name="connsiteX41" fmla="*/ 564357 w 2543175"/>
                <a:gd name="connsiteY41" fmla="*/ 431006 h 1890712"/>
                <a:gd name="connsiteX42" fmla="*/ 573882 w 2543175"/>
                <a:gd name="connsiteY42" fmla="*/ 438150 h 1890712"/>
                <a:gd name="connsiteX43" fmla="*/ 595313 w 2543175"/>
                <a:gd name="connsiteY43" fmla="*/ 454819 h 1890712"/>
                <a:gd name="connsiteX44" fmla="*/ 602457 w 2543175"/>
                <a:gd name="connsiteY44" fmla="*/ 457200 h 1890712"/>
                <a:gd name="connsiteX45" fmla="*/ 628650 w 2543175"/>
                <a:gd name="connsiteY45" fmla="*/ 469106 h 1890712"/>
                <a:gd name="connsiteX46" fmla="*/ 645319 w 2543175"/>
                <a:gd name="connsiteY46" fmla="*/ 483394 h 1890712"/>
                <a:gd name="connsiteX47" fmla="*/ 654844 w 2543175"/>
                <a:gd name="connsiteY47" fmla="*/ 488156 h 1890712"/>
                <a:gd name="connsiteX48" fmla="*/ 661988 w 2543175"/>
                <a:gd name="connsiteY48" fmla="*/ 497681 h 1890712"/>
                <a:gd name="connsiteX49" fmla="*/ 683419 w 2543175"/>
                <a:gd name="connsiteY49" fmla="*/ 514350 h 1890712"/>
                <a:gd name="connsiteX50" fmla="*/ 700088 w 2543175"/>
                <a:gd name="connsiteY50" fmla="*/ 526256 h 1890712"/>
                <a:gd name="connsiteX51" fmla="*/ 709613 w 2543175"/>
                <a:gd name="connsiteY51" fmla="*/ 535781 h 1890712"/>
                <a:gd name="connsiteX52" fmla="*/ 719138 w 2543175"/>
                <a:gd name="connsiteY52" fmla="*/ 542925 h 1890712"/>
                <a:gd name="connsiteX53" fmla="*/ 733425 w 2543175"/>
                <a:gd name="connsiteY53" fmla="*/ 557212 h 1890712"/>
                <a:gd name="connsiteX54" fmla="*/ 750094 w 2543175"/>
                <a:gd name="connsiteY54" fmla="*/ 569119 h 1890712"/>
                <a:gd name="connsiteX55" fmla="*/ 769144 w 2543175"/>
                <a:gd name="connsiteY55" fmla="*/ 581025 h 1890712"/>
                <a:gd name="connsiteX56" fmla="*/ 785813 w 2543175"/>
                <a:gd name="connsiteY56" fmla="*/ 590550 h 1890712"/>
                <a:gd name="connsiteX57" fmla="*/ 792957 w 2543175"/>
                <a:gd name="connsiteY57" fmla="*/ 600075 h 1890712"/>
                <a:gd name="connsiteX58" fmla="*/ 809625 w 2543175"/>
                <a:gd name="connsiteY58" fmla="*/ 611981 h 1890712"/>
                <a:gd name="connsiteX59" fmla="*/ 816769 w 2543175"/>
                <a:gd name="connsiteY59" fmla="*/ 619125 h 1890712"/>
                <a:gd name="connsiteX60" fmla="*/ 826294 w 2543175"/>
                <a:gd name="connsiteY60" fmla="*/ 626269 h 1890712"/>
                <a:gd name="connsiteX61" fmla="*/ 840582 w 2543175"/>
                <a:gd name="connsiteY61" fmla="*/ 638175 h 1890712"/>
                <a:gd name="connsiteX62" fmla="*/ 847725 w 2543175"/>
                <a:gd name="connsiteY62" fmla="*/ 645319 h 1890712"/>
                <a:gd name="connsiteX63" fmla="*/ 857250 w 2543175"/>
                <a:gd name="connsiteY63" fmla="*/ 652462 h 1890712"/>
                <a:gd name="connsiteX64" fmla="*/ 864394 w 2543175"/>
                <a:gd name="connsiteY64" fmla="*/ 657225 h 1890712"/>
                <a:gd name="connsiteX65" fmla="*/ 888207 w 2543175"/>
                <a:gd name="connsiteY65" fmla="*/ 676275 h 1890712"/>
                <a:gd name="connsiteX66" fmla="*/ 895350 w 2543175"/>
                <a:gd name="connsiteY66" fmla="*/ 681037 h 1890712"/>
                <a:gd name="connsiteX67" fmla="*/ 907257 w 2543175"/>
                <a:gd name="connsiteY67" fmla="*/ 683419 h 1890712"/>
                <a:gd name="connsiteX68" fmla="*/ 928688 w 2543175"/>
                <a:gd name="connsiteY68" fmla="*/ 695325 h 1890712"/>
                <a:gd name="connsiteX69" fmla="*/ 942975 w 2543175"/>
                <a:gd name="connsiteY69" fmla="*/ 700087 h 1890712"/>
                <a:gd name="connsiteX70" fmla="*/ 964407 w 2543175"/>
                <a:gd name="connsiteY70" fmla="*/ 716756 h 1890712"/>
                <a:gd name="connsiteX71" fmla="*/ 971550 w 2543175"/>
                <a:gd name="connsiteY71" fmla="*/ 723900 h 1890712"/>
                <a:gd name="connsiteX72" fmla="*/ 983457 w 2543175"/>
                <a:gd name="connsiteY72" fmla="*/ 733425 h 1890712"/>
                <a:gd name="connsiteX73" fmla="*/ 990600 w 2543175"/>
                <a:gd name="connsiteY73" fmla="*/ 738187 h 1890712"/>
                <a:gd name="connsiteX74" fmla="*/ 1007269 w 2543175"/>
                <a:gd name="connsiteY74" fmla="*/ 752475 h 1890712"/>
                <a:gd name="connsiteX75" fmla="*/ 1031082 w 2543175"/>
                <a:gd name="connsiteY75" fmla="*/ 766762 h 1890712"/>
                <a:gd name="connsiteX76" fmla="*/ 1042988 w 2543175"/>
                <a:gd name="connsiteY76" fmla="*/ 773906 h 1890712"/>
                <a:gd name="connsiteX77" fmla="*/ 1071563 w 2543175"/>
                <a:gd name="connsiteY77" fmla="*/ 785812 h 1890712"/>
                <a:gd name="connsiteX78" fmla="*/ 1097757 w 2543175"/>
                <a:gd name="connsiteY78" fmla="*/ 807244 h 1890712"/>
                <a:gd name="connsiteX79" fmla="*/ 1104900 w 2543175"/>
                <a:gd name="connsiteY79" fmla="*/ 814387 h 1890712"/>
                <a:gd name="connsiteX80" fmla="*/ 1121569 w 2543175"/>
                <a:gd name="connsiteY80" fmla="*/ 823912 h 1890712"/>
                <a:gd name="connsiteX81" fmla="*/ 1138238 w 2543175"/>
                <a:gd name="connsiteY81" fmla="*/ 835819 h 1890712"/>
                <a:gd name="connsiteX82" fmla="*/ 1147763 w 2543175"/>
                <a:gd name="connsiteY82" fmla="*/ 842962 h 1890712"/>
                <a:gd name="connsiteX83" fmla="*/ 1157288 w 2543175"/>
                <a:gd name="connsiteY83" fmla="*/ 847725 h 1890712"/>
                <a:gd name="connsiteX84" fmla="*/ 1178719 w 2543175"/>
                <a:gd name="connsiteY84" fmla="*/ 859631 h 1890712"/>
                <a:gd name="connsiteX85" fmla="*/ 1188244 w 2543175"/>
                <a:gd name="connsiteY85" fmla="*/ 866775 h 1890712"/>
                <a:gd name="connsiteX86" fmla="*/ 1195388 w 2543175"/>
                <a:gd name="connsiteY86" fmla="*/ 871537 h 1890712"/>
                <a:gd name="connsiteX87" fmla="*/ 1212057 w 2543175"/>
                <a:gd name="connsiteY87" fmla="*/ 883444 h 1890712"/>
                <a:gd name="connsiteX88" fmla="*/ 1226344 w 2543175"/>
                <a:gd name="connsiteY88" fmla="*/ 895350 h 1890712"/>
                <a:gd name="connsiteX89" fmla="*/ 1245394 w 2543175"/>
                <a:gd name="connsiteY89" fmla="*/ 907256 h 1890712"/>
                <a:gd name="connsiteX90" fmla="*/ 1254919 w 2543175"/>
                <a:gd name="connsiteY90" fmla="*/ 914400 h 1890712"/>
                <a:gd name="connsiteX91" fmla="*/ 1269207 w 2543175"/>
                <a:gd name="connsiteY91" fmla="*/ 921544 h 1890712"/>
                <a:gd name="connsiteX92" fmla="*/ 1290638 w 2543175"/>
                <a:gd name="connsiteY92" fmla="*/ 935831 h 1890712"/>
                <a:gd name="connsiteX93" fmla="*/ 1307307 w 2543175"/>
                <a:gd name="connsiteY93" fmla="*/ 952500 h 1890712"/>
                <a:gd name="connsiteX94" fmla="*/ 1333500 w 2543175"/>
                <a:gd name="connsiteY94" fmla="*/ 971550 h 1890712"/>
                <a:gd name="connsiteX95" fmla="*/ 1359694 w 2543175"/>
                <a:gd name="connsiteY95" fmla="*/ 990600 h 1890712"/>
                <a:gd name="connsiteX96" fmla="*/ 1385888 w 2543175"/>
                <a:gd name="connsiteY96" fmla="*/ 1021557 h 1890712"/>
                <a:gd name="connsiteX97" fmla="*/ 1435894 w 2543175"/>
                <a:gd name="connsiteY97" fmla="*/ 1054894 h 1890712"/>
                <a:gd name="connsiteX98" fmla="*/ 1497806 w 2543175"/>
                <a:gd name="connsiteY98" fmla="*/ 1104900 h 1890712"/>
                <a:gd name="connsiteX99" fmla="*/ 1559718 w 2543175"/>
                <a:gd name="connsiteY99" fmla="*/ 1154906 h 1890712"/>
                <a:gd name="connsiteX100" fmla="*/ 1595438 w 2543175"/>
                <a:gd name="connsiteY100" fmla="*/ 1181100 h 1890712"/>
                <a:gd name="connsiteX101" fmla="*/ 1628775 w 2543175"/>
                <a:gd name="connsiteY101" fmla="*/ 1207294 h 1890712"/>
                <a:gd name="connsiteX102" fmla="*/ 1662113 w 2543175"/>
                <a:gd name="connsiteY102" fmla="*/ 1231107 h 1890712"/>
                <a:gd name="connsiteX103" fmla="*/ 1700213 w 2543175"/>
                <a:gd name="connsiteY103" fmla="*/ 1247775 h 1890712"/>
                <a:gd name="connsiteX104" fmla="*/ 1712119 w 2543175"/>
                <a:gd name="connsiteY104" fmla="*/ 1259681 h 1890712"/>
                <a:gd name="connsiteX105" fmla="*/ 1733550 w 2543175"/>
                <a:gd name="connsiteY105" fmla="*/ 1273969 h 1890712"/>
                <a:gd name="connsiteX106" fmla="*/ 1743075 w 2543175"/>
                <a:gd name="connsiteY106" fmla="*/ 1283494 h 1890712"/>
                <a:gd name="connsiteX107" fmla="*/ 1754982 w 2543175"/>
                <a:gd name="connsiteY107" fmla="*/ 1290637 h 1890712"/>
                <a:gd name="connsiteX108" fmla="*/ 1766888 w 2543175"/>
                <a:gd name="connsiteY108" fmla="*/ 1300162 h 1890712"/>
                <a:gd name="connsiteX109" fmla="*/ 1783557 w 2543175"/>
                <a:gd name="connsiteY109" fmla="*/ 1307306 h 1890712"/>
                <a:gd name="connsiteX110" fmla="*/ 1790700 w 2543175"/>
                <a:gd name="connsiteY110" fmla="*/ 1312069 h 1890712"/>
                <a:gd name="connsiteX111" fmla="*/ 1800225 w 2543175"/>
                <a:gd name="connsiteY111" fmla="*/ 1319212 h 1890712"/>
                <a:gd name="connsiteX112" fmla="*/ 1807369 w 2543175"/>
                <a:gd name="connsiteY112" fmla="*/ 1321594 h 1890712"/>
                <a:gd name="connsiteX113" fmla="*/ 1824038 w 2543175"/>
                <a:gd name="connsiteY113" fmla="*/ 1333500 h 1890712"/>
                <a:gd name="connsiteX114" fmla="*/ 1843088 w 2543175"/>
                <a:gd name="connsiteY114" fmla="*/ 1352550 h 1890712"/>
                <a:gd name="connsiteX115" fmla="*/ 1852613 w 2543175"/>
                <a:gd name="connsiteY115" fmla="*/ 1359694 h 1890712"/>
                <a:gd name="connsiteX116" fmla="*/ 1859757 w 2543175"/>
                <a:gd name="connsiteY116" fmla="*/ 1366837 h 1890712"/>
                <a:gd name="connsiteX117" fmla="*/ 1869282 w 2543175"/>
                <a:gd name="connsiteY117" fmla="*/ 1371600 h 1890712"/>
                <a:gd name="connsiteX118" fmla="*/ 1883569 w 2543175"/>
                <a:gd name="connsiteY118" fmla="*/ 1388269 h 1890712"/>
                <a:gd name="connsiteX119" fmla="*/ 1893094 w 2543175"/>
                <a:gd name="connsiteY119" fmla="*/ 1395412 h 1890712"/>
                <a:gd name="connsiteX120" fmla="*/ 1902619 w 2543175"/>
                <a:gd name="connsiteY120" fmla="*/ 1404937 h 1890712"/>
                <a:gd name="connsiteX121" fmla="*/ 1912144 w 2543175"/>
                <a:gd name="connsiteY121" fmla="*/ 1409700 h 1890712"/>
                <a:gd name="connsiteX122" fmla="*/ 1931194 w 2543175"/>
                <a:gd name="connsiteY122" fmla="*/ 1421606 h 1890712"/>
                <a:gd name="connsiteX123" fmla="*/ 1935957 w 2543175"/>
                <a:gd name="connsiteY123" fmla="*/ 1428750 h 1890712"/>
                <a:gd name="connsiteX124" fmla="*/ 1952625 w 2543175"/>
                <a:gd name="connsiteY124" fmla="*/ 1438275 h 1890712"/>
                <a:gd name="connsiteX125" fmla="*/ 1971675 w 2543175"/>
                <a:gd name="connsiteY125" fmla="*/ 1450181 h 1890712"/>
                <a:gd name="connsiteX126" fmla="*/ 1981200 w 2543175"/>
                <a:gd name="connsiteY126" fmla="*/ 1454944 h 1890712"/>
                <a:gd name="connsiteX127" fmla="*/ 1997869 w 2543175"/>
                <a:gd name="connsiteY127" fmla="*/ 1471612 h 1890712"/>
                <a:gd name="connsiteX128" fmla="*/ 2007394 w 2543175"/>
                <a:gd name="connsiteY128" fmla="*/ 1478756 h 1890712"/>
                <a:gd name="connsiteX129" fmla="*/ 2016919 w 2543175"/>
                <a:gd name="connsiteY129" fmla="*/ 1483519 h 1890712"/>
                <a:gd name="connsiteX130" fmla="*/ 2024063 w 2543175"/>
                <a:gd name="connsiteY130" fmla="*/ 1490662 h 1890712"/>
                <a:gd name="connsiteX131" fmla="*/ 2033588 w 2543175"/>
                <a:gd name="connsiteY131" fmla="*/ 1495425 h 1890712"/>
                <a:gd name="connsiteX132" fmla="*/ 2040732 w 2543175"/>
                <a:gd name="connsiteY132" fmla="*/ 1502569 h 1890712"/>
                <a:gd name="connsiteX133" fmla="*/ 2047875 w 2543175"/>
                <a:gd name="connsiteY133" fmla="*/ 1507331 h 1890712"/>
                <a:gd name="connsiteX134" fmla="*/ 2057400 w 2543175"/>
                <a:gd name="connsiteY134" fmla="*/ 1514475 h 1890712"/>
                <a:gd name="connsiteX135" fmla="*/ 2064544 w 2543175"/>
                <a:gd name="connsiteY135" fmla="*/ 1519237 h 1890712"/>
                <a:gd name="connsiteX136" fmla="*/ 2071688 w 2543175"/>
                <a:gd name="connsiteY136" fmla="*/ 1526381 h 1890712"/>
                <a:gd name="connsiteX137" fmla="*/ 2081213 w 2543175"/>
                <a:gd name="connsiteY137" fmla="*/ 1531144 h 1890712"/>
                <a:gd name="connsiteX138" fmla="*/ 2090738 w 2543175"/>
                <a:gd name="connsiteY138" fmla="*/ 1538287 h 1890712"/>
                <a:gd name="connsiteX139" fmla="*/ 2109788 w 2543175"/>
                <a:gd name="connsiteY139" fmla="*/ 1547812 h 1890712"/>
                <a:gd name="connsiteX140" fmla="*/ 2131219 w 2543175"/>
                <a:gd name="connsiteY140" fmla="*/ 1562100 h 1890712"/>
                <a:gd name="connsiteX141" fmla="*/ 2140744 w 2543175"/>
                <a:gd name="connsiteY141" fmla="*/ 1566862 h 1890712"/>
                <a:gd name="connsiteX142" fmla="*/ 2152650 w 2543175"/>
                <a:gd name="connsiteY142" fmla="*/ 1576387 h 1890712"/>
                <a:gd name="connsiteX143" fmla="*/ 2181225 w 2543175"/>
                <a:gd name="connsiteY143" fmla="*/ 1590675 h 1890712"/>
                <a:gd name="connsiteX144" fmla="*/ 2200275 w 2543175"/>
                <a:gd name="connsiteY144" fmla="*/ 1607344 h 1890712"/>
                <a:gd name="connsiteX145" fmla="*/ 2207419 w 2543175"/>
                <a:gd name="connsiteY145" fmla="*/ 1612106 h 1890712"/>
                <a:gd name="connsiteX146" fmla="*/ 2216944 w 2543175"/>
                <a:gd name="connsiteY146" fmla="*/ 1619250 h 1890712"/>
                <a:gd name="connsiteX147" fmla="*/ 2247900 w 2543175"/>
                <a:gd name="connsiteY147" fmla="*/ 1643062 h 1890712"/>
                <a:gd name="connsiteX148" fmla="*/ 2255044 w 2543175"/>
                <a:gd name="connsiteY148" fmla="*/ 1650206 h 1890712"/>
                <a:gd name="connsiteX149" fmla="*/ 2281238 w 2543175"/>
                <a:gd name="connsiteY149" fmla="*/ 1664494 h 1890712"/>
                <a:gd name="connsiteX150" fmla="*/ 2297907 w 2543175"/>
                <a:gd name="connsiteY150" fmla="*/ 1674019 h 1890712"/>
                <a:gd name="connsiteX151" fmla="*/ 2312194 w 2543175"/>
                <a:gd name="connsiteY151" fmla="*/ 1685925 h 1890712"/>
                <a:gd name="connsiteX152" fmla="*/ 2328863 w 2543175"/>
                <a:gd name="connsiteY152" fmla="*/ 1697831 h 1890712"/>
                <a:gd name="connsiteX153" fmla="*/ 2350294 w 2543175"/>
                <a:gd name="connsiteY153" fmla="*/ 1712119 h 1890712"/>
                <a:gd name="connsiteX154" fmla="*/ 2428876 w 2543175"/>
                <a:gd name="connsiteY154" fmla="*/ 1785938 h 1890712"/>
                <a:gd name="connsiteX155" fmla="*/ 2469356 w 2543175"/>
                <a:gd name="connsiteY155" fmla="*/ 1816894 h 1890712"/>
                <a:gd name="connsiteX156" fmla="*/ 2514600 w 2543175"/>
                <a:gd name="connsiteY156" fmla="*/ 1850231 h 1890712"/>
                <a:gd name="connsiteX157" fmla="*/ 2519363 w 2543175"/>
                <a:gd name="connsiteY157" fmla="*/ 1857375 h 1890712"/>
                <a:gd name="connsiteX158" fmla="*/ 2540794 w 2543175"/>
                <a:gd name="connsiteY158" fmla="*/ 1883569 h 1890712"/>
                <a:gd name="connsiteX159" fmla="*/ 2543175 w 2543175"/>
                <a:gd name="connsiteY159" fmla="*/ 1890712 h 1890712"/>
                <a:gd name="connsiteX0" fmla="*/ 0 w 2543175"/>
                <a:gd name="connsiteY0" fmla="*/ 0 h 1890712"/>
                <a:gd name="connsiteX1" fmla="*/ 11907 w 2543175"/>
                <a:gd name="connsiteY1" fmla="*/ 11906 h 1890712"/>
                <a:gd name="connsiteX2" fmla="*/ 21432 w 2543175"/>
                <a:gd name="connsiteY2" fmla="*/ 16669 h 1890712"/>
                <a:gd name="connsiteX3" fmla="*/ 23813 w 2543175"/>
                <a:gd name="connsiteY3" fmla="*/ 23812 h 1890712"/>
                <a:gd name="connsiteX4" fmla="*/ 33338 w 2543175"/>
                <a:gd name="connsiteY4" fmla="*/ 33337 h 1890712"/>
                <a:gd name="connsiteX5" fmla="*/ 40482 w 2543175"/>
                <a:gd name="connsiteY5" fmla="*/ 42862 h 1890712"/>
                <a:gd name="connsiteX6" fmla="*/ 47625 w 2543175"/>
                <a:gd name="connsiteY6" fmla="*/ 47625 h 1890712"/>
                <a:gd name="connsiteX7" fmla="*/ 57150 w 2543175"/>
                <a:gd name="connsiteY7" fmla="*/ 54769 h 1890712"/>
                <a:gd name="connsiteX8" fmla="*/ 64294 w 2543175"/>
                <a:gd name="connsiteY8" fmla="*/ 59531 h 1890712"/>
                <a:gd name="connsiteX9" fmla="*/ 83344 w 2543175"/>
                <a:gd name="connsiteY9" fmla="*/ 73819 h 1890712"/>
                <a:gd name="connsiteX10" fmla="*/ 97632 w 2543175"/>
                <a:gd name="connsiteY10" fmla="*/ 80962 h 1890712"/>
                <a:gd name="connsiteX11" fmla="*/ 104775 w 2543175"/>
                <a:gd name="connsiteY11" fmla="*/ 85725 h 1890712"/>
                <a:gd name="connsiteX12" fmla="*/ 114300 w 2543175"/>
                <a:gd name="connsiteY12" fmla="*/ 95250 h 1890712"/>
                <a:gd name="connsiteX13" fmla="*/ 123825 w 2543175"/>
                <a:gd name="connsiteY13" fmla="*/ 97631 h 1890712"/>
                <a:gd name="connsiteX14" fmla="*/ 130969 w 2543175"/>
                <a:gd name="connsiteY14" fmla="*/ 104775 h 1890712"/>
                <a:gd name="connsiteX15" fmla="*/ 140494 w 2543175"/>
                <a:gd name="connsiteY15" fmla="*/ 111919 h 1890712"/>
                <a:gd name="connsiteX16" fmla="*/ 147638 w 2543175"/>
                <a:gd name="connsiteY16" fmla="*/ 116681 h 1890712"/>
                <a:gd name="connsiteX17" fmla="*/ 164307 w 2543175"/>
                <a:gd name="connsiteY17" fmla="*/ 128587 h 1890712"/>
                <a:gd name="connsiteX18" fmla="*/ 180975 w 2543175"/>
                <a:gd name="connsiteY18" fmla="*/ 140494 h 1890712"/>
                <a:gd name="connsiteX19" fmla="*/ 197644 w 2543175"/>
                <a:gd name="connsiteY19" fmla="*/ 152400 h 1890712"/>
                <a:gd name="connsiteX20" fmla="*/ 204788 w 2543175"/>
                <a:gd name="connsiteY20" fmla="*/ 157162 h 1890712"/>
                <a:gd name="connsiteX21" fmla="*/ 214313 w 2543175"/>
                <a:gd name="connsiteY21" fmla="*/ 164306 h 1890712"/>
                <a:gd name="connsiteX22" fmla="*/ 230982 w 2543175"/>
                <a:gd name="connsiteY22" fmla="*/ 180975 h 1890712"/>
                <a:gd name="connsiteX23" fmla="*/ 247650 w 2543175"/>
                <a:gd name="connsiteY23" fmla="*/ 185737 h 1890712"/>
                <a:gd name="connsiteX24" fmla="*/ 300038 w 2543175"/>
                <a:gd name="connsiteY24" fmla="*/ 219075 h 1890712"/>
                <a:gd name="connsiteX25" fmla="*/ 342900 w 2543175"/>
                <a:gd name="connsiteY25" fmla="*/ 254794 h 1890712"/>
                <a:gd name="connsiteX26" fmla="*/ 366713 w 2543175"/>
                <a:gd name="connsiteY26" fmla="*/ 264319 h 1890712"/>
                <a:gd name="connsiteX27" fmla="*/ 371475 w 2543175"/>
                <a:gd name="connsiteY27" fmla="*/ 271462 h 1890712"/>
                <a:gd name="connsiteX28" fmla="*/ 385763 w 2543175"/>
                <a:gd name="connsiteY28" fmla="*/ 283369 h 1890712"/>
                <a:gd name="connsiteX29" fmla="*/ 404813 w 2543175"/>
                <a:gd name="connsiteY29" fmla="*/ 295275 h 1890712"/>
                <a:gd name="connsiteX30" fmla="*/ 411957 w 2543175"/>
                <a:gd name="connsiteY30" fmla="*/ 297656 h 1890712"/>
                <a:gd name="connsiteX31" fmla="*/ 466725 w 2543175"/>
                <a:gd name="connsiteY31" fmla="*/ 328612 h 1890712"/>
                <a:gd name="connsiteX32" fmla="*/ 476250 w 2543175"/>
                <a:gd name="connsiteY32" fmla="*/ 335756 h 1890712"/>
                <a:gd name="connsiteX33" fmla="*/ 481013 w 2543175"/>
                <a:gd name="connsiteY33" fmla="*/ 342900 h 1890712"/>
                <a:gd name="connsiteX34" fmla="*/ 490538 w 2543175"/>
                <a:gd name="connsiteY34" fmla="*/ 352425 h 1890712"/>
                <a:gd name="connsiteX35" fmla="*/ 495300 w 2543175"/>
                <a:gd name="connsiteY35" fmla="*/ 359569 h 1890712"/>
                <a:gd name="connsiteX36" fmla="*/ 509588 w 2543175"/>
                <a:gd name="connsiteY36" fmla="*/ 376237 h 1890712"/>
                <a:gd name="connsiteX37" fmla="*/ 514350 w 2543175"/>
                <a:gd name="connsiteY37" fmla="*/ 383381 h 1890712"/>
                <a:gd name="connsiteX38" fmla="*/ 531019 w 2543175"/>
                <a:gd name="connsiteY38" fmla="*/ 397669 h 1890712"/>
                <a:gd name="connsiteX39" fmla="*/ 538163 w 2543175"/>
                <a:gd name="connsiteY39" fmla="*/ 407194 h 1890712"/>
                <a:gd name="connsiteX40" fmla="*/ 554832 w 2543175"/>
                <a:gd name="connsiteY40" fmla="*/ 421481 h 1890712"/>
                <a:gd name="connsiteX41" fmla="*/ 564357 w 2543175"/>
                <a:gd name="connsiteY41" fmla="*/ 431006 h 1890712"/>
                <a:gd name="connsiteX42" fmla="*/ 573882 w 2543175"/>
                <a:gd name="connsiteY42" fmla="*/ 438150 h 1890712"/>
                <a:gd name="connsiteX43" fmla="*/ 595313 w 2543175"/>
                <a:gd name="connsiteY43" fmla="*/ 454819 h 1890712"/>
                <a:gd name="connsiteX44" fmla="*/ 602457 w 2543175"/>
                <a:gd name="connsiteY44" fmla="*/ 457200 h 1890712"/>
                <a:gd name="connsiteX45" fmla="*/ 628650 w 2543175"/>
                <a:gd name="connsiteY45" fmla="*/ 469106 h 1890712"/>
                <a:gd name="connsiteX46" fmla="*/ 645319 w 2543175"/>
                <a:gd name="connsiteY46" fmla="*/ 483394 h 1890712"/>
                <a:gd name="connsiteX47" fmla="*/ 654844 w 2543175"/>
                <a:gd name="connsiteY47" fmla="*/ 488156 h 1890712"/>
                <a:gd name="connsiteX48" fmla="*/ 661988 w 2543175"/>
                <a:gd name="connsiteY48" fmla="*/ 497681 h 1890712"/>
                <a:gd name="connsiteX49" fmla="*/ 683419 w 2543175"/>
                <a:gd name="connsiteY49" fmla="*/ 514350 h 1890712"/>
                <a:gd name="connsiteX50" fmla="*/ 700088 w 2543175"/>
                <a:gd name="connsiteY50" fmla="*/ 526256 h 1890712"/>
                <a:gd name="connsiteX51" fmla="*/ 709613 w 2543175"/>
                <a:gd name="connsiteY51" fmla="*/ 535781 h 1890712"/>
                <a:gd name="connsiteX52" fmla="*/ 719138 w 2543175"/>
                <a:gd name="connsiteY52" fmla="*/ 542925 h 1890712"/>
                <a:gd name="connsiteX53" fmla="*/ 733425 w 2543175"/>
                <a:gd name="connsiteY53" fmla="*/ 557212 h 1890712"/>
                <a:gd name="connsiteX54" fmla="*/ 750094 w 2543175"/>
                <a:gd name="connsiteY54" fmla="*/ 569119 h 1890712"/>
                <a:gd name="connsiteX55" fmla="*/ 769144 w 2543175"/>
                <a:gd name="connsiteY55" fmla="*/ 581025 h 1890712"/>
                <a:gd name="connsiteX56" fmla="*/ 785813 w 2543175"/>
                <a:gd name="connsiteY56" fmla="*/ 590550 h 1890712"/>
                <a:gd name="connsiteX57" fmla="*/ 792957 w 2543175"/>
                <a:gd name="connsiteY57" fmla="*/ 600075 h 1890712"/>
                <a:gd name="connsiteX58" fmla="*/ 809625 w 2543175"/>
                <a:gd name="connsiteY58" fmla="*/ 611981 h 1890712"/>
                <a:gd name="connsiteX59" fmla="*/ 816769 w 2543175"/>
                <a:gd name="connsiteY59" fmla="*/ 619125 h 1890712"/>
                <a:gd name="connsiteX60" fmla="*/ 826294 w 2543175"/>
                <a:gd name="connsiteY60" fmla="*/ 626269 h 1890712"/>
                <a:gd name="connsiteX61" fmla="*/ 840582 w 2543175"/>
                <a:gd name="connsiteY61" fmla="*/ 638175 h 1890712"/>
                <a:gd name="connsiteX62" fmla="*/ 847725 w 2543175"/>
                <a:gd name="connsiteY62" fmla="*/ 645319 h 1890712"/>
                <a:gd name="connsiteX63" fmla="*/ 857250 w 2543175"/>
                <a:gd name="connsiteY63" fmla="*/ 652462 h 1890712"/>
                <a:gd name="connsiteX64" fmla="*/ 864394 w 2543175"/>
                <a:gd name="connsiteY64" fmla="*/ 657225 h 1890712"/>
                <a:gd name="connsiteX65" fmla="*/ 888207 w 2543175"/>
                <a:gd name="connsiteY65" fmla="*/ 676275 h 1890712"/>
                <a:gd name="connsiteX66" fmla="*/ 895350 w 2543175"/>
                <a:gd name="connsiteY66" fmla="*/ 681037 h 1890712"/>
                <a:gd name="connsiteX67" fmla="*/ 907257 w 2543175"/>
                <a:gd name="connsiteY67" fmla="*/ 683419 h 1890712"/>
                <a:gd name="connsiteX68" fmla="*/ 928688 w 2543175"/>
                <a:gd name="connsiteY68" fmla="*/ 695325 h 1890712"/>
                <a:gd name="connsiteX69" fmla="*/ 942975 w 2543175"/>
                <a:gd name="connsiteY69" fmla="*/ 700087 h 1890712"/>
                <a:gd name="connsiteX70" fmla="*/ 964407 w 2543175"/>
                <a:gd name="connsiteY70" fmla="*/ 716756 h 1890712"/>
                <a:gd name="connsiteX71" fmla="*/ 971550 w 2543175"/>
                <a:gd name="connsiteY71" fmla="*/ 723900 h 1890712"/>
                <a:gd name="connsiteX72" fmla="*/ 983457 w 2543175"/>
                <a:gd name="connsiteY72" fmla="*/ 733425 h 1890712"/>
                <a:gd name="connsiteX73" fmla="*/ 990600 w 2543175"/>
                <a:gd name="connsiteY73" fmla="*/ 738187 h 1890712"/>
                <a:gd name="connsiteX74" fmla="*/ 1007269 w 2543175"/>
                <a:gd name="connsiteY74" fmla="*/ 752475 h 1890712"/>
                <a:gd name="connsiteX75" fmla="*/ 1031082 w 2543175"/>
                <a:gd name="connsiteY75" fmla="*/ 766762 h 1890712"/>
                <a:gd name="connsiteX76" fmla="*/ 1042988 w 2543175"/>
                <a:gd name="connsiteY76" fmla="*/ 773906 h 1890712"/>
                <a:gd name="connsiteX77" fmla="*/ 1071563 w 2543175"/>
                <a:gd name="connsiteY77" fmla="*/ 785812 h 1890712"/>
                <a:gd name="connsiteX78" fmla="*/ 1097757 w 2543175"/>
                <a:gd name="connsiteY78" fmla="*/ 807244 h 1890712"/>
                <a:gd name="connsiteX79" fmla="*/ 1104900 w 2543175"/>
                <a:gd name="connsiteY79" fmla="*/ 814387 h 1890712"/>
                <a:gd name="connsiteX80" fmla="*/ 1121569 w 2543175"/>
                <a:gd name="connsiteY80" fmla="*/ 823912 h 1890712"/>
                <a:gd name="connsiteX81" fmla="*/ 1138238 w 2543175"/>
                <a:gd name="connsiteY81" fmla="*/ 835819 h 1890712"/>
                <a:gd name="connsiteX82" fmla="*/ 1147763 w 2543175"/>
                <a:gd name="connsiteY82" fmla="*/ 842962 h 1890712"/>
                <a:gd name="connsiteX83" fmla="*/ 1157288 w 2543175"/>
                <a:gd name="connsiteY83" fmla="*/ 847725 h 1890712"/>
                <a:gd name="connsiteX84" fmla="*/ 1178719 w 2543175"/>
                <a:gd name="connsiteY84" fmla="*/ 859631 h 1890712"/>
                <a:gd name="connsiteX85" fmla="*/ 1188244 w 2543175"/>
                <a:gd name="connsiteY85" fmla="*/ 866775 h 1890712"/>
                <a:gd name="connsiteX86" fmla="*/ 1195388 w 2543175"/>
                <a:gd name="connsiteY86" fmla="*/ 871537 h 1890712"/>
                <a:gd name="connsiteX87" fmla="*/ 1212057 w 2543175"/>
                <a:gd name="connsiteY87" fmla="*/ 883444 h 1890712"/>
                <a:gd name="connsiteX88" fmla="*/ 1226344 w 2543175"/>
                <a:gd name="connsiteY88" fmla="*/ 895350 h 1890712"/>
                <a:gd name="connsiteX89" fmla="*/ 1245394 w 2543175"/>
                <a:gd name="connsiteY89" fmla="*/ 907256 h 1890712"/>
                <a:gd name="connsiteX90" fmla="*/ 1254919 w 2543175"/>
                <a:gd name="connsiteY90" fmla="*/ 914400 h 1890712"/>
                <a:gd name="connsiteX91" fmla="*/ 1269207 w 2543175"/>
                <a:gd name="connsiteY91" fmla="*/ 921544 h 1890712"/>
                <a:gd name="connsiteX92" fmla="*/ 1290638 w 2543175"/>
                <a:gd name="connsiteY92" fmla="*/ 935831 h 1890712"/>
                <a:gd name="connsiteX93" fmla="*/ 1307307 w 2543175"/>
                <a:gd name="connsiteY93" fmla="*/ 952500 h 1890712"/>
                <a:gd name="connsiteX94" fmla="*/ 1333500 w 2543175"/>
                <a:gd name="connsiteY94" fmla="*/ 971550 h 1890712"/>
                <a:gd name="connsiteX95" fmla="*/ 1359694 w 2543175"/>
                <a:gd name="connsiteY95" fmla="*/ 990600 h 1890712"/>
                <a:gd name="connsiteX96" fmla="*/ 1385888 w 2543175"/>
                <a:gd name="connsiteY96" fmla="*/ 1021557 h 1890712"/>
                <a:gd name="connsiteX97" fmla="*/ 1435894 w 2543175"/>
                <a:gd name="connsiteY97" fmla="*/ 1054894 h 1890712"/>
                <a:gd name="connsiteX98" fmla="*/ 1497806 w 2543175"/>
                <a:gd name="connsiteY98" fmla="*/ 1104900 h 1890712"/>
                <a:gd name="connsiteX99" fmla="*/ 1559718 w 2543175"/>
                <a:gd name="connsiteY99" fmla="*/ 1154906 h 1890712"/>
                <a:gd name="connsiteX100" fmla="*/ 1595438 w 2543175"/>
                <a:gd name="connsiteY100" fmla="*/ 1181100 h 1890712"/>
                <a:gd name="connsiteX101" fmla="*/ 1628775 w 2543175"/>
                <a:gd name="connsiteY101" fmla="*/ 1207294 h 1890712"/>
                <a:gd name="connsiteX102" fmla="*/ 1662113 w 2543175"/>
                <a:gd name="connsiteY102" fmla="*/ 1231107 h 1890712"/>
                <a:gd name="connsiteX103" fmla="*/ 1700213 w 2543175"/>
                <a:gd name="connsiteY103" fmla="*/ 1247775 h 1890712"/>
                <a:gd name="connsiteX104" fmla="*/ 1712119 w 2543175"/>
                <a:gd name="connsiteY104" fmla="*/ 1259681 h 1890712"/>
                <a:gd name="connsiteX105" fmla="*/ 1733550 w 2543175"/>
                <a:gd name="connsiteY105" fmla="*/ 1273969 h 1890712"/>
                <a:gd name="connsiteX106" fmla="*/ 1743075 w 2543175"/>
                <a:gd name="connsiteY106" fmla="*/ 1283494 h 1890712"/>
                <a:gd name="connsiteX107" fmla="*/ 1754982 w 2543175"/>
                <a:gd name="connsiteY107" fmla="*/ 1290637 h 1890712"/>
                <a:gd name="connsiteX108" fmla="*/ 1766888 w 2543175"/>
                <a:gd name="connsiteY108" fmla="*/ 1300162 h 1890712"/>
                <a:gd name="connsiteX109" fmla="*/ 1783557 w 2543175"/>
                <a:gd name="connsiteY109" fmla="*/ 1307306 h 1890712"/>
                <a:gd name="connsiteX110" fmla="*/ 1790700 w 2543175"/>
                <a:gd name="connsiteY110" fmla="*/ 1312069 h 1890712"/>
                <a:gd name="connsiteX111" fmla="*/ 1800225 w 2543175"/>
                <a:gd name="connsiteY111" fmla="*/ 1319212 h 1890712"/>
                <a:gd name="connsiteX112" fmla="*/ 1807369 w 2543175"/>
                <a:gd name="connsiteY112" fmla="*/ 1321594 h 1890712"/>
                <a:gd name="connsiteX113" fmla="*/ 1824038 w 2543175"/>
                <a:gd name="connsiteY113" fmla="*/ 1333500 h 1890712"/>
                <a:gd name="connsiteX114" fmla="*/ 1843088 w 2543175"/>
                <a:gd name="connsiteY114" fmla="*/ 1352550 h 1890712"/>
                <a:gd name="connsiteX115" fmla="*/ 1852613 w 2543175"/>
                <a:gd name="connsiteY115" fmla="*/ 1359694 h 1890712"/>
                <a:gd name="connsiteX116" fmla="*/ 1859757 w 2543175"/>
                <a:gd name="connsiteY116" fmla="*/ 1366837 h 1890712"/>
                <a:gd name="connsiteX117" fmla="*/ 1869282 w 2543175"/>
                <a:gd name="connsiteY117" fmla="*/ 1371600 h 1890712"/>
                <a:gd name="connsiteX118" fmla="*/ 1883569 w 2543175"/>
                <a:gd name="connsiteY118" fmla="*/ 1388269 h 1890712"/>
                <a:gd name="connsiteX119" fmla="*/ 1893094 w 2543175"/>
                <a:gd name="connsiteY119" fmla="*/ 1395412 h 1890712"/>
                <a:gd name="connsiteX120" fmla="*/ 1902619 w 2543175"/>
                <a:gd name="connsiteY120" fmla="*/ 1404937 h 1890712"/>
                <a:gd name="connsiteX121" fmla="*/ 1912144 w 2543175"/>
                <a:gd name="connsiteY121" fmla="*/ 1409700 h 1890712"/>
                <a:gd name="connsiteX122" fmla="*/ 1931194 w 2543175"/>
                <a:gd name="connsiteY122" fmla="*/ 1421606 h 1890712"/>
                <a:gd name="connsiteX123" fmla="*/ 1935957 w 2543175"/>
                <a:gd name="connsiteY123" fmla="*/ 1428750 h 1890712"/>
                <a:gd name="connsiteX124" fmla="*/ 1952625 w 2543175"/>
                <a:gd name="connsiteY124" fmla="*/ 1438275 h 1890712"/>
                <a:gd name="connsiteX125" fmla="*/ 1971675 w 2543175"/>
                <a:gd name="connsiteY125" fmla="*/ 1450181 h 1890712"/>
                <a:gd name="connsiteX126" fmla="*/ 1981200 w 2543175"/>
                <a:gd name="connsiteY126" fmla="*/ 1454944 h 1890712"/>
                <a:gd name="connsiteX127" fmla="*/ 1997869 w 2543175"/>
                <a:gd name="connsiteY127" fmla="*/ 1471612 h 1890712"/>
                <a:gd name="connsiteX128" fmla="*/ 2007394 w 2543175"/>
                <a:gd name="connsiteY128" fmla="*/ 1478756 h 1890712"/>
                <a:gd name="connsiteX129" fmla="*/ 2016919 w 2543175"/>
                <a:gd name="connsiteY129" fmla="*/ 1483519 h 1890712"/>
                <a:gd name="connsiteX130" fmla="*/ 2024063 w 2543175"/>
                <a:gd name="connsiteY130" fmla="*/ 1490662 h 1890712"/>
                <a:gd name="connsiteX131" fmla="*/ 2033588 w 2543175"/>
                <a:gd name="connsiteY131" fmla="*/ 1495425 h 1890712"/>
                <a:gd name="connsiteX132" fmla="*/ 2040732 w 2543175"/>
                <a:gd name="connsiteY132" fmla="*/ 1502569 h 1890712"/>
                <a:gd name="connsiteX133" fmla="*/ 2047875 w 2543175"/>
                <a:gd name="connsiteY133" fmla="*/ 1507331 h 1890712"/>
                <a:gd name="connsiteX134" fmla="*/ 2057400 w 2543175"/>
                <a:gd name="connsiteY134" fmla="*/ 1514475 h 1890712"/>
                <a:gd name="connsiteX135" fmla="*/ 2064544 w 2543175"/>
                <a:gd name="connsiteY135" fmla="*/ 1519237 h 1890712"/>
                <a:gd name="connsiteX136" fmla="*/ 2071688 w 2543175"/>
                <a:gd name="connsiteY136" fmla="*/ 1526381 h 1890712"/>
                <a:gd name="connsiteX137" fmla="*/ 2081213 w 2543175"/>
                <a:gd name="connsiteY137" fmla="*/ 1531144 h 1890712"/>
                <a:gd name="connsiteX138" fmla="*/ 2090738 w 2543175"/>
                <a:gd name="connsiteY138" fmla="*/ 1538287 h 1890712"/>
                <a:gd name="connsiteX139" fmla="*/ 2109788 w 2543175"/>
                <a:gd name="connsiteY139" fmla="*/ 1547812 h 1890712"/>
                <a:gd name="connsiteX140" fmla="*/ 2131219 w 2543175"/>
                <a:gd name="connsiteY140" fmla="*/ 1562100 h 1890712"/>
                <a:gd name="connsiteX141" fmla="*/ 2140744 w 2543175"/>
                <a:gd name="connsiteY141" fmla="*/ 1566862 h 1890712"/>
                <a:gd name="connsiteX142" fmla="*/ 2152650 w 2543175"/>
                <a:gd name="connsiteY142" fmla="*/ 1576387 h 1890712"/>
                <a:gd name="connsiteX143" fmla="*/ 2181225 w 2543175"/>
                <a:gd name="connsiteY143" fmla="*/ 1590675 h 1890712"/>
                <a:gd name="connsiteX144" fmla="*/ 2200275 w 2543175"/>
                <a:gd name="connsiteY144" fmla="*/ 1607344 h 1890712"/>
                <a:gd name="connsiteX145" fmla="*/ 2207419 w 2543175"/>
                <a:gd name="connsiteY145" fmla="*/ 1612106 h 1890712"/>
                <a:gd name="connsiteX146" fmla="*/ 2216944 w 2543175"/>
                <a:gd name="connsiteY146" fmla="*/ 1619250 h 1890712"/>
                <a:gd name="connsiteX147" fmla="*/ 2247900 w 2543175"/>
                <a:gd name="connsiteY147" fmla="*/ 1643062 h 1890712"/>
                <a:gd name="connsiteX148" fmla="*/ 2255044 w 2543175"/>
                <a:gd name="connsiteY148" fmla="*/ 1650206 h 1890712"/>
                <a:gd name="connsiteX149" fmla="*/ 2281238 w 2543175"/>
                <a:gd name="connsiteY149" fmla="*/ 1664494 h 1890712"/>
                <a:gd name="connsiteX150" fmla="*/ 2297907 w 2543175"/>
                <a:gd name="connsiteY150" fmla="*/ 1674019 h 1890712"/>
                <a:gd name="connsiteX151" fmla="*/ 2312194 w 2543175"/>
                <a:gd name="connsiteY151" fmla="*/ 1685925 h 1890712"/>
                <a:gd name="connsiteX152" fmla="*/ 2350294 w 2543175"/>
                <a:gd name="connsiteY152" fmla="*/ 1712119 h 1890712"/>
                <a:gd name="connsiteX153" fmla="*/ 2428876 w 2543175"/>
                <a:gd name="connsiteY153" fmla="*/ 1785938 h 1890712"/>
                <a:gd name="connsiteX154" fmla="*/ 2469356 w 2543175"/>
                <a:gd name="connsiteY154" fmla="*/ 1816894 h 1890712"/>
                <a:gd name="connsiteX155" fmla="*/ 2514600 w 2543175"/>
                <a:gd name="connsiteY155" fmla="*/ 1850231 h 1890712"/>
                <a:gd name="connsiteX156" fmla="*/ 2519363 w 2543175"/>
                <a:gd name="connsiteY156" fmla="*/ 1857375 h 1890712"/>
                <a:gd name="connsiteX157" fmla="*/ 2540794 w 2543175"/>
                <a:gd name="connsiteY157" fmla="*/ 1883569 h 1890712"/>
                <a:gd name="connsiteX158" fmla="*/ 2543175 w 2543175"/>
                <a:gd name="connsiteY158" fmla="*/ 1890712 h 1890712"/>
                <a:gd name="connsiteX0" fmla="*/ 0 w 2543175"/>
                <a:gd name="connsiteY0" fmla="*/ 0 h 1890712"/>
                <a:gd name="connsiteX1" fmla="*/ 11907 w 2543175"/>
                <a:gd name="connsiteY1" fmla="*/ 11906 h 1890712"/>
                <a:gd name="connsiteX2" fmla="*/ 21432 w 2543175"/>
                <a:gd name="connsiteY2" fmla="*/ 16669 h 1890712"/>
                <a:gd name="connsiteX3" fmla="*/ 23813 w 2543175"/>
                <a:gd name="connsiteY3" fmla="*/ 23812 h 1890712"/>
                <a:gd name="connsiteX4" fmla="*/ 33338 w 2543175"/>
                <a:gd name="connsiteY4" fmla="*/ 33337 h 1890712"/>
                <a:gd name="connsiteX5" fmla="*/ 40482 w 2543175"/>
                <a:gd name="connsiteY5" fmla="*/ 42862 h 1890712"/>
                <a:gd name="connsiteX6" fmla="*/ 47625 w 2543175"/>
                <a:gd name="connsiteY6" fmla="*/ 47625 h 1890712"/>
                <a:gd name="connsiteX7" fmla="*/ 57150 w 2543175"/>
                <a:gd name="connsiteY7" fmla="*/ 54769 h 1890712"/>
                <a:gd name="connsiteX8" fmla="*/ 64294 w 2543175"/>
                <a:gd name="connsiteY8" fmla="*/ 59531 h 1890712"/>
                <a:gd name="connsiteX9" fmla="*/ 83344 w 2543175"/>
                <a:gd name="connsiteY9" fmla="*/ 73819 h 1890712"/>
                <a:gd name="connsiteX10" fmla="*/ 97632 w 2543175"/>
                <a:gd name="connsiteY10" fmla="*/ 80962 h 1890712"/>
                <a:gd name="connsiteX11" fmla="*/ 104775 w 2543175"/>
                <a:gd name="connsiteY11" fmla="*/ 85725 h 1890712"/>
                <a:gd name="connsiteX12" fmla="*/ 114300 w 2543175"/>
                <a:gd name="connsiteY12" fmla="*/ 95250 h 1890712"/>
                <a:gd name="connsiteX13" fmla="*/ 123825 w 2543175"/>
                <a:gd name="connsiteY13" fmla="*/ 97631 h 1890712"/>
                <a:gd name="connsiteX14" fmla="*/ 130969 w 2543175"/>
                <a:gd name="connsiteY14" fmla="*/ 104775 h 1890712"/>
                <a:gd name="connsiteX15" fmla="*/ 140494 w 2543175"/>
                <a:gd name="connsiteY15" fmla="*/ 111919 h 1890712"/>
                <a:gd name="connsiteX16" fmla="*/ 147638 w 2543175"/>
                <a:gd name="connsiteY16" fmla="*/ 116681 h 1890712"/>
                <a:gd name="connsiteX17" fmla="*/ 164307 w 2543175"/>
                <a:gd name="connsiteY17" fmla="*/ 128587 h 1890712"/>
                <a:gd name="connsiteX18" fmla="*/ 180975 w 2543175"/>
                <a:gd name="connsiteY18" fmla="*/ 140494 h 1890712"/>
                <a:gd name="connsiteX19" fmla="*/ 197644 w 2543175"/>
                <a:gd name="connsiteY19" fmla="*/ 152400 h 1890712"/>
                <a:gd name="connsiteX20" fmla="*/ 204788 w 2543175"/>
                <a:gd name="connsiteY20" fmla="*/ 157162 h 1890712"/>
                <a:gd name="connsiteX21" fmla="*/ 214313 w 2543175"/>
                <a:gd name="connsiteY21" fmla="*/ 164306 h 1890712"/>
                <a:gd name="connsiteX22" fmla="*/ 230982 w 2543175"/>
                <a:gd name="connsiteY22" fmla="*/ 180975 h 1890712"/>
                <a:gd name="connsiteX23" fmla="*/ 247650 w 2543175"/>
                <a:gd name="connsiteY23" fmla="*/ 185737 h 1890712"/>
                <a:gd name="connsiteX24" fmla="*/ 300038 w 2543175"/>
                <a:gd name="connsiteY24" fmla="*/ 219075 h 1890712"/>
                <a:gd name="connsiteX25" fmla="*/ 342900 w 2543175"/>
                <a:gd name="connsiteY25" fmla="*/ 254794 h 1890712"/>
                <a:gd name="connsiteX26" fmla="*/ 366713 w 2543175"/>
                <a:gd name="connsiteY26" fmla="*/ 264319 h 1890712"/>
                <a:gd name="connsiteX27" fmla="*/ 371475 w 2543175"/>
                <a:gd name="connsiteY27" fmla="*/ 271462 h 1890712"/>
                <a:gd name="connsiteX28" fmla="*/ 385763 w 2543175"/>
                <a:gd name="connsiteY28" fmla="*/ 283369 h 1890712"/>
                <a:gd name="connsiteX29" fmla="*/ 404813 w 2543175"/>
                <a:gd name="connsiteY29" fmla="*/ 295275 h 1890712"/>
                <a:gd name="connsiteX30" fmla="*/ 411957 w 2543175"/>
                <a:gd name="connsiteY30" fmla="*/ 297656 h 1890712"/>
                <a:gd name="connsiteX31" fmla="*/ 466725 w 2543175"/>
                <a:gd name="connsiteY31" fmla="*/ 328612 h 1890712"/>
                <a:gd name="connsiteX32" fmla="*/ 476250 w 2543175"/>
                <a:gd name="connsiteY32" fmla="*/ 335756 h 1890712"/>
                <a:gd name="connsiteX33" fmla="*/ 481013 w 2543175"/>
                <a:gd name="connsiteY33" fmla="*/ 342900 h 1890712"/>
                <a:gd name="connsiteX34" fmla="*/ 490538 w 2543175"/>
                <a:gd name="connsiteY34" fmla="*/ 352425 h 1890712"/>
                <a:gd name="connsiteX35" fmla="*/ 495300 w 2543175"/>
                <a:gd name="connsiteY35" fmla="*/ 359569 h 1890712"/>
                <a:gd name="connsiteX36" fmla="*/ 509588 w 2543175"/>
                <a:gd name="connsiteY36" fmla="*/ 376237 h 1890712"/>
                <a:gd name="connsiteX37" fmla="*/ 514350 w 2543175"/>
                <a:gd name="connsiteY37" fmla="*/ 383381 h 1890712"/>
                <a:gd name="connsiteX38" fmla="*/ 531019 w 2543175"/>
                <a:gd name="connsiteY38" fmla="*/ 397669 h 1890712"/>
                <a:gd name="connsiteX39" fmla="*/ 538163 w 2543175"/>
                <a:gd name="connsiteY39" fmla="*/ 407194 h 1890712"/>
                <a:gd name="connsiteX40" fmla="*/ 554832 w 2543175"/>
                <a:gd name="connsiteY40" fmla="*/ 421481 h 1890712"/>
                <a:gd name="connsiteX41" fmla="*/ 564357 w 2543175"/>
                <a:gd name="connsiteY41" fmla="*/ 431006 h 1890712"/>
                <a:gd name="connsiteX42" fmla="*/ 573882 w 2543175"/>
                <a:gd name="connsiteY42" fmla="*/ 438150 h 1890712"/>
                <a:gd name="connsiteX43" fmla="*/ 595313 w 2543175"/>
                <a:gd name="connsiteY43" fmla="*/ 454819 h 1890712"/>
                <a:gd name="connsiteX44" fmla="*/ 602457 w 2543175"/>
                <a:gd name="connsiteY44" fmla="*/ 457200 h 1890712"/>
                <a:gd name="connsiteX45" fmla="*/ 628650 w 2543175"/>
                <a:gd name="connsiteY45" fmla="*/ 469106 h 1890712"/>
                <a:gd name="connsiteX46" fmla="*/ 645319 w 2543175"/>
                <a:gd name="connsiteY46" fmla="*/ 483394 h 1890712"/>
                <a:gd name="connsiteX47" fmla="*/ 654844 w 2543175"/>
                <a:gd name="connsiteY47" fmla="*/ 488156 h 1890712"/>
                <a:gd name="connsiteX48" fmla="*/ 661988 w 2543175"/>
                <a:gd name="connsiteY48" fmla="*/ 497681 h 1890712"/>
                <a:gd name="connsiteX49" fmla="*/ 683419 w 2543175"/>
                <a:gd name="connsiteY49" fmla="*/ 514350 h 1890712"/>
                <a:gd name="connsiteX50" fmla="*/ 700088 w 2543175"/>
                <a:gd name="connsiteY50" fmla="*/ 526256 h 1890712"/>
                <a:gd name="connsiteX51" fmla="*/ 709613 w 2543175"/>
                <a:gd name="connsiteY51" fmla="*/ 535781 h 1890712"/>
                <a:gd name="connsiteX52" fmla="*/ 719138 w 2543175"/>
                <a:gd name="connsiteY52" fmla="*/ 542925 h 1890712"/>
                <a:gd name="connsiteX53" fmla="*/ 733425 w 2543175"/>
                <a:gd name="connsiteY53" fmla="*/ 557212 h 1890712"/>
                <a:gd name="connsiteX54" fmla="*/ 750094 w 2543175"/>
                <a:gd name="connsiteY54" fmla="*/ 569119 h 1890712"/>
                <a:gd name="connsiteX55" fmla="*/ 769144 w 2543175"/>
                <a:gd name="connsiteY55" fmla="*/ 581025 h 1890712"/>
                <a:gd name="connsiteX56" fmla="*/ 785813 w 2543175"/>
                <a:gd name="connsiteY56" fmla="*/ 590550 h 1890712"/>
                <a:gd name="connsiteX57" fmla="*/ 792957 w 2543175"/>
                <a:gd name="connsiteY57" fmla="*/ 600075 h 1890712"/>
                <a:gd name="connsiteX58" fmla="*/ 809625 w 2543175"/>
                <a:gd name="connsiteY58" fmla="*/ 611981 h 1890712"/>
                <a:gd name="connsiteX59" fmla="*/ 816769 w 2543175"/>
                <a:gd name="connsiteY59" fmla="*/ 619125 h 1890712"/>
                <a:gd name="connsiteX60" fmla="*/ 826294 w 2543175"/>
                <a:gd name="connsiteY60" fmla="*/ 626269 h 1890712"/>
                <a:gd name="connsiteX61" fmla="*/ 840582 w 2543175"/>
                <a:gd name="connsiteY61" fmla="*/ 638175 h 1890712"/>
                <a:gd name="connsiteX62" fmla="*/ 847725 w 2543175"/>
                <a:gd name="connsiteY62" fmla="*/ 645319 h 1890712"/>
                <a:gd name="connsiteX63" fmla="*/ 857250 w 2543175"/>
                <a:gd name="connsiteY63" fmla="*/ 652462 h 1890712"/>
                <a:gd name="connsiteX64" fmla="*/ 864394 w 2543175"/>
                <a:gd name="connsiteY64" fmla="*/ 657225 h 1890712"/>
                <a:gd name="connsiteX65" fmla="*/ 888207 w 2543175"/>
                <a:gd name="connsiteY65" fmla="*/ 676275 h 1890712"/>
                <a:gd name="connsiteX66" fmla="*/ 895350 w 2543175"/>
                <a:gd name="connsiteY66" fmla="*/ 681037 h 1890712"/>
                <a:gd name="connsiteX67" fmla="*/ 907257 w 2543175"/>
                <a:gd name="connsiteY67" fmla="*/ 683419 h 1890712"/>
                <a:gd name="connsiteX68" fmla="*/ 928688 w 2543175"/>
                <a:gd name="connsiteY68" fmla="*/ 695325 h 1890712"/>
                <a:gd name="connsiteX69" fmla="*/ 942975 w 2543175"/>
                <a:gd name="connsiteY69" fmla="*/ 700087 h 1890712"/>
                <a:gd name="connsiteX70" fmla="*/ 964407 w 2543175"/>
                <a:gd name="connsiteY70" fmla="*/ 716756 h 1890712"/>
                <a:gd name="connsiteX71" fmla="*/ 971550 w 2543175"/>
                <a:gd name="connsiteY71" fmla="*/ 723900 h 1890712"/>
                <a:gd name="connsiteX72" fmla="*/ 983457 w 2543175"/>
                <a:gd name="connsiteY72" fmla="*/ 733425 h 1890712"/>
                <a:gd name="connsiteX73" fmla="*/ 990600 w 2543175"/>
                <a:gd name="connsiteY73" fmla="*/ 738187 h 1890712"/>
                <a:gd name="connsiteX74" fmla="*/ 1007269 w 2543175"/>
                <a:gd name="connsiteY74" fmla="*/ 752475 h 1890712"/>
                <a:gd name="connsiteX75" fmla="*/ 1031082 w 2543175"/>
                <a:gd name="connsiteY75" fmla="*/ 766762 h 1890712"/>
                <a:gd name="connsiteX76" fmla="*/ 1042988 w 2543175"/>
                <a:gd name="connsiteY76" fmla="*/ 773906 h 1890712"/>
                <a:gd name="connsiteX77" fmla="*/ 1071563 w 2543175"/>
                <a:gd name="connsiteY77" fmla="*/ 785812 h 1890712"/>
                <a:gd name="connsiteX78" fmla="*/ 1097757 w 2543175"/>
                <a:gd name="connsiteY78" fmla="*/ 807244 h 1890712"/>
                <a:gd name="connsiteX79" fmla="*/ 1104900 w 2543175"/>
                <a:gd name="connsiteY79" fmla="*/ 814387 h 1890712"/>
                <a:gd name="connsiteX80" fmla="*/ 1121569 w 2543175"/>
                <a:gd name="connsiteY80" fmla="*/ 823912 h 1890712"/>
                <a:gd name="connsiteX81" fmla="*/ 1138238 w 2543175"/>
                <a:gd name="connsiteY81" fmla="*/ 835819 h 1890712"/>
                <a:gd name="connsiteX82" fmla="*/ 1147763 w 2543175"/>
                <a:gd name="connsiteY82" fmla="*/ 842962 h 1890712"/>
                <a:gd name="connsiteX83" fmla="*/ 1157288 w 2543175"/>
                <a:gd name="connsiteY83" fmla="*/ 847725 h 1890712"/>
                <a:gd name="connsiteX84" fmla="*/ 1178719 w 2543175"/>
                <a:gd name="connsiteY84" fmla="*/ 859631 h 1890712"/>
                <a:gd name="connsiteX85" fmla="*/ 1188244 w 2543175"/>
                <a:gd name="connsiteY85" fmla="*/ 866775 h 1890712"/>
                <a:gd name="connsiteX86" fmla="*/ 1195388 w 2543175"/>
                <a:gd name="connsiteY86" fmla="*/ 871537 h 1890712"/>
                <a:gd name="connsiteX87" fmla="*/ 1212057 w 2543175"/>
                <a:gd name="connsiteY87" fmla="*/ 883444 h 1890712"/>
                <a:gd name="connsiteX88" fmla="*/ 1226344 w 2543175"/>
                <a:gd name="connsiteY88" fmla="*/ 895350 h 1890712"/>
                <a:gd name="connsiteX89" fmla="*/ 1245394 w 2543175"/>
                <a:gd name="connsiteY89" fmla="*/ 907256 h 1890712"/>
                <a:gd name="connsiteX90" fmla="*/ 1254919 w 2543175"/>
                <a:gd name="connsiteY90" fmla="*/ 914400 h 1890712"/>
                <a:gd name="connsiteX91" fmla="*/ 1269207 w 2543175"/>
                <a:gd name="connsiteY91" fmla="*/ 921544 h 1890712"/>
                <a:gd name="connsiteX92" fmla="*/ 1290638 w 2543175"/>
                <a:gd name="connsiteY92" fmla="*/ 935831 h 1890712"/>
                <a:gd name="connsiteX93" fmla="*/ 1307307 w 2543175"/>
                <a:gd name="connsiteY93" fmla="*/ 952500 h 1890712"/>
                <a:gd name="connsiteX94" fmla="*/ 1333500 w 2543175"/>
                <a:gd name="connsiteY94" fmla="*/ 971550 h 1890712"/>
                <a:gd name="connsiteX95" fmla="*/ 1359694 w 2543175"/>
                <a:gd name="connsiteY95" fmla="*/ 990600 h 1890712"/>
                <a:gd name="connsiteX96" fmla="*/ 1385888 w 2543175"/>
                <a:gd name="connsiteY96" fmla="*/ 1021557 h 1890712"/>
                <a:gd name="connsiteX97" fmla="*/ 1435894 w 2543175"/>
                <a:gd name="connsiteY97" fmla="*/ 1054894 h 1890712"/>
                <a:gd name="connsiteX98" fmla="*/ 1497806 w 2543175"/>
                <a:gd name="connsiteY98" fmla="*/ 1104900 h 1890712"/>
                <a:gd name="connsiteX99" fmla="*/ 1559718 w 2543175"/>
                <a:gd name="connsiteY99" fmla="*/ 1154906 h 1890712"/>
                <a:gd name="connsiteX100" fmla="*/ 1595438 w 2543175"/>
                <a:gd name="connsiteY100" fmla="*/ 1181100 h 1890712"/>
                <a:gd name="connsiteX101" fmla="*/ 1628775 w 2543175"/>
                <a:gd name="connsiteY101" fmla="*/ 1207294 h 1890712"/>
                <a:gd name="connsiteX102" fmla="*/ 1662113 w 2543175"/>
                <a:gd name="connsiteY102" fmla="*/ 1231107 h 1890712"/>
                <a:gd name="connsiteX103" fmla="*/ 1700213 w 2543175"/>
                <a:gd name="connsiteY103" fmla="*/ 1247775 h 1890712"/>
                <a:gd name="connsiteX104" fmla="*/ 1712119 w 2543175"/>
                <a:gd name="connsiteY104" fmla="*/ 1259681 h 1890712"/>
                <a:gd name="connsiteX105" fmla="*/ 1733550 w 2543175"/>
                <a:gd name="connsiteY105" fmla="*/ 1273969 h 1890712"/>
                <a:gd name="connsiteX106" fmla="*/ 1743075 w 2543175"/>
                <a:gd name="connsiteY106" fmla="*/ 1283494 h 1890712"/>
                <a:gd name="connsiteX107" fmla="*/ 1754982 w 2543175"/>
                <a:gd name="connsiteY107" fmla="*/ 1290637 h 1890712"/>
                <a:gd name="connsiteX108" fmla="*/ 1766888 w 2543175"/>
                <a:gd name="connsiteY108" fmla="*/ 1300162 h 1890712"/>
                <a:gd name="connsiteX109" fmla="*/ 1783557 w 2543175"/>
                <a:gd name="connsiteY109" fmla="*/ 1307306 h 1890712"/>
                <a:gd name="connsiteX110" fmla="*/ 1790700 w 2543175"/>
                <a:gd name="connsiteY110" fmla="*/ 1312069 h 1890712"/>
                <a:gd name="connsiteX111" fmla="*/ 1800225 w 2543175"/>
                <a:gd name="connsiteY111" fmla="*/ 1319212 h 1890712"/>
                <a:gd name="connsiteX112" fmla="*/ 1807369 w 2543175"/>
                <a:gd name="connsiteY112" fmla="*/ 1321594 h 1890712"/>
                <a:gd name="connsiteX113" fmla="*/ 1824038 w 2543175"/>
                <a:gd name="connsiteY113" fmla="*/ 1333500 h 1890712"/>
                <a:gd name="connsiteX114" fmla="*/ 1843088 w 2543175"/>
                <a:gd name="connsiteY114" fmla="*/ 1352550 h 1890712"/>
                <a:gd name="connsiteX115" fmla="*/ 1852613 w 2543175"/>
                <a:gd name="connsiteY115" fmla="*/ 1359694 h 1890712"/>
                <a:gd name="connsiteX116" fmla="*/ 1859757 w 2543175"/>
                <a:gd name="connsiteY116" fmla="*/ 1366837 h 1890712"/>
                <a:gd name="connsiteX117" fmla="*/ 1869282 w 2543175"/>
                <a:gd name="connsiteY117" fmla="*/ 1371600 h 1890712"/>
                <a:gd name="connsiteX118" fmla="*/ 1883569 w 2543175"/>
                <a:gd name="connsiteY118" fmla="*/ 1388269 h 1890712"/>
                <a:gd name="connsiteX119" fmla="*/ 1893094 w 2543175"/>
                <a:gd name="connsiteY119" fmla="*/ 1395412 h 1890712"/>
                <a:gd name="connsiteX120" fmla="*/ 1902619 w 2543175"/>
                <a:gd name="connsiteY120" fmla="*/ 1404937 h 1890712"/>
                <a:gd name="connsiteX121" fmla="*/ 1912144 w 2543175"/>
                <a:gd name="connsiteY121" fmla="*/ 1409700 h 1890712"/>
                <a:gd name="connsiteX122" fmla="*/ 1931194 w 2543175"/>
                <a:gd name="connsiteY122" fmla="*/ 1421606 h 1890712"/>
                <a:gd name="connsiteX123" fmla="*/ 1935957 w 2543175"/>
                <a:gd name="connsiteY123" fmla="*/ 1428750 h 1890712"/>
                <a:gd name="connsiteX124" fmla="*/ 1952625 w 2543175"/>
                <a:gd name="connsiteY124" fmla="*/ 1438275 h 1890712"/>
                <a:gd name="connsiteX125" fmla="*/ 1971675 w 2543175"/>
                <a:gd name="connsiteY125" fmla="*/ 1450181 h 1890712"/>
                <a:gd name="connsiteX126" fmla="*/ 1981200 w 2543175"/>
                <a:gd name="connsiteY126" fmla="*/ 1454944 h 1890712"/>
                <a:gd name="connsiteX127" fmla="*/ 1997869 w 2543175"/>
                <a:gd name="connsiteY127" fmla="*/ 1471612 h 1890712"/>
                <a:gd name="connsiteX128" fmla="*/ 2007394 w 2543175"/>
                <a:gd name="connsiteY128" fmla="*/ 1478756 h 1890712"/>
                <a:gd name="connsiteX129" fmla="*/ 2016919 w 2543175"/>
                <a:gd name="connsiteY129" fmla="*/ 1483519 h 1890712"/>
                <a:gd name="connsiteX130" fmla="*/ 2024063 w 2543175"/>
                <a:gd name="connsiteY130" fmla="*/ 1490662 h 1890712"/>
                <a:gd name="connsiteX131" fmla="*/ 2033588 w 2543175"/>
                <a:gd name="connsiteY131" fmla="*/ 1495425 h 1890712"/>
                <a:gd name="connsiteX132" fmla="*/ 2040732 w 2543175"/>
                <a:gd name="connsiteY132" fmla="*/ 1502569 h 1890712"/>
                <a:gd name="connsiteX133" fmla="*/ 2047875 w 2543175"/>
                <a:gd name="connsiteY133" fmla="*/ 1507331 h 1890712"/>
                <a:gd name="connsiteX134" fmla="*/ 2057400 w 2543175"/>
                <a:gd name="connsiteY134" fmla="*/ 1514475 h 1890712"/>
                <a:gd name="connsiteX135" fmla="*/ 2064544 w 2543175"/>
                <a:gd name="connsiteY135" fmla="*/ 1519237 h 1890712"/>
                <a:gd name="connsiteX136" fmla="*/ 2071688 w 2543175"/>
                <a:gd name="connsiteY136" fmla="*/ 1526381 h 1890712"/>
                <a:gd name="connsiteX137" fmla="*/ 2081213 w 2543175"/>
                <a:gd name="connsiteY137" fmla="*/ 1531144 h 1890712"/>
                <a:gd name="connsiteX138" fmla="*/ 2090738 w 2543175"/>
                <a:gd name="connsiteY138" fmla="*/ 1538287 h 1890712"/>
                <a:gd name="connsiteX139" fmla="*/ 2109788 w 2543175"/>
                <a:gd name="connsiteY139" fmla="*/ 1547812 h 1890712"/>
                <a:gd name="connsiteX140" fmla="*/ 2131219 w 2543175"/>
                <a:gd name="connsiteY140" fmla="*/ 1562100 h 1890712"/>
                <a:gd name="connsiteX141" fmla="*/ 2140744 w 2543175"/>
                <a:gd name="connsiteY141" fmla="*/ 1566862 h 1890712"/>
                <a:gd name="connsiteX142" fmla="*/ 2152650 w 2543175"/>
                <a:gd name="connsiteY142" fmla="*/ 1576387 h 1890712"/>
                <a:gd name="connsiteX143" fmla="*/ 2181225 w 2543175"/>
                <a:gd name="connsiteY143" fmla="*/ 1590675 h 1890712"/>
                <a:gd name="connsiteX144" fmla="*/ 2200275 w 2543175"/>
                <a:gd name="connsiteY144" fmla="*/ 1607344 h 1890712"/>
                <a:gd name="connsiteX145" fmla="*/ 2207419 w 2543175"/>
                <a:gd name="connsiteY145" fmla="*/ 1612106 h 1890712"/>
                <a:gd name="connsiteX146" fmla="*/ 2216944 w 2543175"/>
                <a:gd name="connsiteY146" fmla="*/ 1619250 h 1890712"/>
                <a:gd name="connsiteX147" fmla="*/ 2247900 w 2543175"/>
                <a:gd name="connsiteY147" fmla="*/ 1643062 h 1890712"/>
                <a:gd name="connsiteX148" fmla="*/ 2255044 w 2543175"/>
                <a:gd name="connsiteY148" fmla="*/ 1650206 h 1890712"/>
                <a:gd name="connsiteX149" fmla="*/ 2281238 w 2543175"/>
                <a:gd name="connsiteY149" fmla="*/ 1664494 h 1890712"/>
                <a:gd name="connsiteX150" fmla="*/ 2312194 w 2543175"/>
                <a:gd name="connsiteY150" fmla="*/ 1685925 h 1890712"/>
                <a:gd name="connsiteX151" fmla="*/ 2350294 w 2543175"/>
                <a:gd name="connsiteY151" fmla="*/ 1712119 h 1890712"/>
                <a:gd name="connsiteX152" fmla="*/ 2428876 w 2543175"/>
                <a:gd name="connsiteY152" fmla="*/ 1785938 h 1890712"/>
                <a:gd name="connsiteX153" fmla="*/ 2469356 w 2543175"/>
                <a:gd name="connsiteY153" fmla="*/ 1816894 h 1890712"/>
                <a:gd name="connsiteX154" fmla="*/ 2514600 w 2543175"/>
                <a:gd name="connsiteY154" fmla="*/ 1850231 h 1890712"/>
                <a:gd name="connsiteX155" fmla="*/ 2519363 w 2543175"/>
                <a:gd name="connsiteY155" fmla="*/ 1857375 h 1890712"/>
                <a:gd name="connsiteX156" fmla="*/ 2540794 w 2543175"/>
                <a:gd name="connsiteY156" fmla="*/ 1883569 h 1890712"/>
                <a:gd name="connsiteX157" fmla="*/ 2543175 w 2543175"/>
                <a:gd name="connsiteY157" fmla="*/ 1890712 h 1890712"/>
                <a:gd name="connsiteX0" fmla="*/ 0 w 2543175"/>
                <a:gd name="connsiteY0" fmla="*/ 0 h 1890712"/>
                <a:gd name="connsiteX1" fmla="*/ 11907 w 2543175"/>
                <a:gd name="connsiteY1" fmla="*/ 11906 h 1890712"/>
                <a:gd name="connsiteX2" fmla="*/ 21432 w 2543175"/>
                <a:gd name="connsiteY2" fmla="*/ 16669 h 1890712"/>
                <a:gd name="connsiteX3" fmla="*/ 23813 w 2543175"/>
                <a:gd name="connsiteY3" fmla="*/ 23812 h 1890712"/>
                <a:gd name="connsiteX4" fmla="*/ 33338 w 2543175"/>
                <a:gd name="connsiteY4" fmla="*/ 33337 h 1890712"/>
                <a:gd name="connsiteX5" fmla="*/ 40482 w 2543175"/>
                <a:gd name="connsiteY5" fmla="*/ 42862 h 1890712"/>
                <a:gd name="connsiteX6" fmla="*/ 47625 w 2543175"/>
                <a:gd name="connsiteY6" fmla="*/ 47625 h 1890712"/>
                <a:gd name="connsiteX7" fmla="*/ 57150 w 2543175"/>
                <a:gd name="connsiteY7" fmla="*/ 54769 h 1890712"/>
                <a:gd name="connsiteX8" fmla="*/ 64294 w 2543175"/>
                <a:gd name="connsiteY8" fmla="*/ 59531 h 1890712"/>
                <a:gd name="connsiteX9" fmla="*/ 83344 w 2543175"/>
                <a:gd name="connsiteY9" fmla="*/ 73819 h 1890712"/>
                <a:gd name="connsiteX10" fmla="*/ 97632 w 2543175"/>
                <a:gd name="connsiteY10" fmla="*/ 80962 h 1890712"/>
                <a:gd name="connsiteX11" fmla="*/ 104775 w 2543175"/>
                <a:gd name="connsiteY11" fmla="*/ 85725 h 1890712"/>
                <a:gd name="connsiteX12" fmla="*/ 114300 w 2543175"/>
                <a:gd name="connsiteY12" fmla="*/ 95250 h 1890712"/>
                <a:gd name="connsiteX13" fmla="*/ 123825 w 2543175"/>
                <a:gd name="connsiteY13" fmla="*/ 97631 h 1890712"/>
                <a:gd name="connsiteX14" fmla="*/ 130969 w 2543175"/>
                <a:gd name="connsiteY14" fmla="*/ 104775 h 1890712"/>
                <a:gd name="connsiteX15" fmla="*/ 140494 w 2543175"/>
                <a:gd name="connsiteY15" fmla="*/ 111919 h 1890712"/>
                <a:gd name="connsiteX16" fmla="*/ 147638 w 2543175"/>
                <a:gd name="connsiteY16" fmla="*/ 116681 h 1890712"/>
                <a:gd name="connsiteX17" fmla="*/ 164307 w 2543175"/>
                <a:gd name="connsiteY17" fmla="*/ 128587 h 1890712"/>
                <a:gd name="connsiteX18" fmla="*/ 180975 w 2543175"/>
                <a:gd name="connsiteY18" fmla="*/ 140494 h 1890712"/>
                <a:gd name="connsiteX19" fmla="*/ 197644 w 2543175"/>
                <a:gd name="connsiteY19" fmla="*/ 152400 h 1890712"/>
                <a:gd name="connsiteX20" fmla="*/ 204788 w 2543175"/>
                <a:gd name="connsiteY20" fmla="*/ 157162 h 1890712"/>
                <a:gd name="connsiteX21" fmla="*/ 214313 w 2543175"/>
                <a:gd name="connsiteY21" fmla="*/ 164306 h 1890712"/>
                <a:gd name="connsiteX22" fmla="*/ 230982 w 2543175"/>
                <a:gd name="connsiteY22" fmla="*/ 180975 h 1890712"/>
                <a:gd name="connsiteX23" fmla="*/ 247650 w 2543175"/>
                <a:gd name="connsiteY23" fmla="*/ 185737 h 1890712"/>
                <a:gd name="connsiteX24" fmla="*/ 300038 w 2543175"/>
                <a:gd name="connsiteY24" fmla="*/ 219075 h 1890712"/>
                <a:gd name="connsiteX25" fmla="*/ 342900 w 2543175"/>
                <a:gd name="connsiteY25" fmla="*/ 254794 h 1890712"/>
                <a:gd name="connsiteX26" fmla="*/ 366713 w 2543175"/>
                <a:gd name="connsiteY26" fmla="*/ 264319 h 1890712"/>
                <a:gd name="connsiteX27" fmla="*/ 371475 w 2543175"/>
                <a:gd name="connsiteY27" fmla="*/ 271462 h 1890712"/>
                <a:gd name="connsiteX28" fmla="*/ 385763 w 2543175"/>
                <a:gd name="connsiteY28" fmla="*/ 283369 h 1890712"/>
                <a:gd name="connsiteX29" fmla="*/ 404813 w 2543175"/>
                <a:gd name="connsiteY29" fmla="*/ 295275 h 1890712"/>
                <a:gd name="connsiteX30" fmla="*/ 411957 w 2543175"/>
                <a:gd name="connsiteY30" fmla="*/ 297656 h 1890712"/>
                <a:gd name="connsiteX31" fmla="*/ 466725 w 2543175"/>
                <a:gd name="connsiteY31" fmla="*/ 328612 h 1890712"/>
                <a:gd name="connsiteX32" fmla="*/ 476250 w 2543175"/>
                <a:gd name="connsiteY32" fmla="*/ 335756 h 1890712"/>
                <a:gd name="connsiteX33" fmla="*/ 481013 w 2543175"/>
                <a:gd name="connsiteY33" fmla="*/ 342900 h 1890712"/>
                <a:gd name="connsiteX34" fmla="*/ 490538 w 2543175"/>
                <a:gd name="connsiteY34" fmla="*/ 352425 h 1890712"/>
                <a:gd name="connsiteX35" fmla="*/ 495300 w 2543175"/>
                <a:gd name="connsiteY35" fmla="*/ 359569 h 1890712"/>
                <a:gd name="connsiteX36" fmla="*/ 509588 w 2543175"/>
                <a:gd name="connsiteY36" fmla="*/ 376237 h 1890712"/>
                <a:gd name="connsiteX37" fmla="*/ 514350 w 2543175"/>
                <a:gd name="connsiteY37" fmla="*/ 383381 h 1890712"/>
                <a:gd name="connsiteX38" fmla="*/ 531019 w 2543175"/>
                <a:gd name="connsiteY38" fmla="*/ 397669 h 1890712"/>
                <a:gd name="connsiteX39" fmla="*/ 538163 w 2543175"/>
                <a:gd name="connsiteY39" fmla="*/ 407194 h 1890712"/>
                <a:gd name="connsiteX40" fmla="*/ 554832 w 2543175"/>
                <a:gd name="connsiteY40" fmla="*/ 421481 h 1890712"/>
                <a:gd name="connsiteX41" fmla="*/ 564357 w 2543175"/>
                <a:gd name="connsiteY41" fmla="*/ 431006 h 1890712"/>
                <a:gd name="connsiteX42" fmla="*/ 573882 w 2543175"/>
                <a:gd name="connsiteY42" fmla="*/ 438150 h 1890712"/>
                <a:gd name="connsiteX43" fmla="*/ 595313 w 2543175"/>
                <a:gd name="connsiteY43" fmla="*/ 454819 h 1890712"/>
                <a:gd name="connsiteX44" fmla="*/ 602457 w 2543175"/>
                <a:gd name="connsiteY44" fmla="*/ 457200 h 1890712"/>
                <a:gd name="connsiteX45" fmla="*/ 628650 w 2543175"/>
                <a:gd name="connsiteY45" fmla="*/ 469106 h 1890712"/>
                <a:gd name="connsiteX46" fmla="*/ 645319 w 2543175"/>
                <a:gd name="connsiteY46" fmla="*/ 483394 h 1890712"/>
                <a:gd name="connsiteX47" fmla="*/ 654844 w 2543175"/>
                <a:gd name="connsiteY47" fmla="*/ 488156 h 1890712"/>
                <a:gd name="connsiteX48" fmla="*/ 661988 w 2543175"/>
                <a:gd name="connsiteY48" fmla="*/ 497681 h 1890712"/>
                <a:gd name="connsiteX49" fmla="*/ 683419 w 2543175"/>
                <a:gd name="connsiteY49" fmla="*/ 514350 h 1890712"/>
                <a:gd name="connsiteX50" fmla="*/ 700088 w 2543175"/>
                <a:gd name="connsiteY50" fmla="*/ 526256 h 1890712"/>
                <a:gd name="connsiteX51" fmla="*/ 709613 w 2543175"/>
                <a:gd name="connsiteY51" fmla="*/ 535781 h 1890712"/>
                <a:gd name="connsiteX52" fmla="*/ 719138 w 2543175"/>
                <a:gd name="connsiteY52" fmla="*/ 542925 h 1890712"/>
                <a:gd name="connsiteX53" fmla="*/ 733425 w 2543175"/>
                <a:gd name="connsiteY53" fmla="*/ 557212 h 1890712"/>
                <a:gd name="connsiteX54" fmla="*/ 750094 w 2543175"/>
                <a:gd name="connsiteY54" fmla="*/ 569119 h 1890712"/>
                <a:gd name="connsiteX55" fmla="*/ 769144 w 2543175"/>
                <a:gd name="connsiteY55" fmla="*/ 581025 h 1890712"/>
                <a:gd name="connsiteX56" fmla="*/ 785813 w 2543175"/>
                <a:gd name="connsiteY56" fmla="*/ 590550 h 1890712"/>
                <a:gd name="connsiteX57" fmla="*/ 792957 w 2543175"/>
                <a:gd name="connsiteY57" fmla="*/ 600075 h 1890712"/>
                <a:gd name="connsiteX58" fmla="*/ 809625 w 2543175"/>
                <a:gd name="connsiteY58" fmla="*/ 611981 h 1890712"/>
                <a:gd name="connsiteX59" fmla="*/ 816769 w 2543175"/>
                <a:gd name="connsiteY59" fmla="*/ 619125 h 1890712"/>
                <a:gd name="connsiteX60" fmla="*/ 826294 w 2543175"/>
                <a:gd name="connsiteY60" fmla="*/ 626269 h 1890712"/>
                <a:gd name="connsiteX61" fmla="*/ 840582 w 2543175"/>
                <a:gd name="connsiteY61" fmla="*/ 638175 h 1890712"/>
                <a:gd name="connsiteX62" fmla="*/ 847725 w 2543175"/>
                <a:gd name="connsiteY62" fmla="*/ 645319 h 1890712"/>
                <a:gd name="connsiteX63" fmla="*/ 857250 w 2543175"/>
                <a:gd name="connsiteY63" fmla="*/ 652462 h 1890712"/>
                <a:gd name="connsiteX64" fmla="*/ 864394 w 2543175"/>
                <a:gd name="connsiteY64" fmla="*/ 657225 h 1890712"/>
                <a:gd name="connsiteX65" fmla="*/ 888207 w 2543175"/>
                <a:gd name="connsiteY65" fmla="*/ 676275 h 1890712"/>
                <a:gd name="connsiteX66" fmla="*/ 895350 w 2543175"/>
                <a:gd name="connsiteY66" fmla="*/ 681037 h 1890712"/>
                <a:gd name="connsiteX67" fmla="*/ 907257 w 2543175"/>
                <a:gd name="connsiteY67" fmla="*/ 683419 h 1890712"/>
                <a:gd name="connsiteX68" fmla="*/ 928688 w 2543175"/>
                <a:gd name="connsiteY68" fmla="*/ 695325 h 1890712"/>
                <a:gd name="connsiteX69" fmla="*/ 942975 w 2543175"/>
                <a:gd name="connsiteY69" fmla="*/ 700087 h 1890712"/>
                <a:gd name="connsiteX70" fmla="*/ 964407 w 2543175"/>
                <a:gd name="connsiteY70" fmla="*/ 716756 h 1890712"/>
                <a:gd name="connsiteX71" fmla="*/ 971550 w 2543175"/>
                <a:gd name="connsiteY71" fmla="*/ 723900 h 1890712"/>
                <a:gd name="connsiteX72" fmla="*/ 983457 w 2543175"/>
                <a:gd name="connsiteY72" fmla="*/ 733425 h 1890712"/>
                <a:gd name="connsiteX73" fmla="*/ 990600 w 2543175"/>
                <a:gd name="connsiteY73" fmla="*/ 738187 h 1890712"/>
                <a:gd name="connsiteX74" fmla="*/ 1007269 w 2543175"/>
                <a:gd name="connsiteY74" fmla="*/ 752475 h 1890712"/>
                <a:gd name="connsiteX75" fmla="*/ 1031082 w 2543175"/>
                <a:gd name="connsiteY75" fmla="*/ 766762 h 1890712"/>
                <a:gd name="connsiteX76" fmla="*/ 1042988 w 2543175"/>
                <a:gd name="connsiteY76" fmla="*/ 773906 h 1890712"/>
                <a:gd name="connsiteX77" fmla="*/ 1071563 w 2543175"/>
                <a:gd name="connsiteY77" fmla="*/ 785812 h 1890712"/>
                <a:gd name="connsiteX78" fmla="*/ 1097757 w 2543175"/>
                <a:gd name="connsiteY78" fmla="*/ 807244 h 1890712"/>
                <a:gd name="connsiteX79" fmla="*/ 1104900 w 2543175"/>
                <a:gd name="connsiteY79" fmla="*/ 814387 h 1890712"/>
                <a:gd name="connsiteX80" fmla="*/ 1121569 w 2543175"/>
                <a:gd name="connsiteY80" fmla="*/ 823912 h 1890712"/>
                <a:gd name="connsiteX81" fmla="*/ 1138238 w 2543175"/>
                <a:gd name="connsiteY81" fmla="*/ 835819 h 1890712"/>
                <a:gd name="connsiteX82" fmla="*/ 1147763 w 2543175"/>
                <a:gd name="connsiteY82" fmla="*/ 842962 h 1890712"/>
                <a:gd name="connsiteX83" fmla="*/ 1157288 w 2543175"/>
                <a:gd name="connsiteY83" fmla="*/ 847725 h 1890712"/>
                <a:gd name="connsiteX84" fmla="*/ 1178719 w 2543175"/>
                <a:gd name="connsiteY84" fmla="*/ 859631 h 1890712"/>
                <a:gd name="connsiteX85" fmla="*/ 1188244 w 2543175"/>
                <a:gd name="connsiteY85" fmla="*/ 866775 h 1890712"/>
                <a:gd name="connsiteX86" fmla="*/ 1195388 w 2543175"/>
                <a:gd name="connsiteY86" fmla="*/ 871537 h 1890712"/>
                <a:gd name="connsiteX87" fmla="*/ 1212057 w 2543175"/>
                <a:gd name="connsiteY87" fmla="*/ 883444 h 1890712"/>
                <a:gd name="connsiteX88" fmla="*/ 1226344 w 2543175"/>
                <a:gd name="connsiteY88" fmla="*/ 895350 h 1890712"/>
                <a:gd name="connsiteX89" fmla="*/ 1245394 w 2543175"/>
                <a:gd name="connsiteY89" fmla="*/ 907256 h 1890712"/>
                <a:gd name="connsiteX90" fmla="*/ 1254919 w 2543175"/>
                <a:gd name="connsiteY90" fmla="*/ 914400 h 1890712"/>
                <a:gd name="connsiteX91" fmla="*/ 1269207 w 2543175"/>
                <a:gd name="connsiteY91" fmla="*/ 921544 h 1890712"/>
                <a:gd name="connsiteX92" fmla="*/ 1290638 w 2543175"/>
                <a:gd name="connsiteY92" fmla="*/ 935831 h 1890712"/>
                <a:gd name="connsiteX93" fmla="*/ 1307307 w 2543175"/>
                <a:gd name="connsiteY93" fmla="*/ 952500 h 1890712"/>
                <a:gd name="connsiteX94" fmla="*/ 1333500 w 2543175"/>
                <a:gd name="connsiteY94" fmla="*/ 971550 h 1890712"/>
                <a:gd name="connsiteX95" fmla="*/ 1359694 w 2543175"/>
                <a:gd name="connsiteY95" fmla="*/ 990600 h 1890712"/>
                <a:gd name="connsiteX96" fmla="*/ 1385888 w 2543175"/>
                <a:gd name="connsiteY96" fmla="*/ 1021557 h 1890712"/>
                <a:gd name="connsiteX97" fmla="*/ 1435894 w 2543175"/>
                <a:gd name="connsiteY97" fmla="*/ 1054894 h 1890712"/>
                <a:gd name="connsiteX98" fmla="*/ 1497806 w 2543175"/>
                <a:gd name="connsiteY98" fmla="*/ 1104900 h 1890712"/>
                <a:gd name="connsiteX99" fmla="*/ 1559718 w 2543175"/>
                <a:gd name="connsiteY99" fmla="*/ 1154906 h 1890712"/>
                <a:gd name="connsiteX100" fmla="*/ 1595438 w 2543175"/>
                <a:gd name="connsiteY100" fmla="*/ 1181100 h 1890712"/>
                <a:gd name="connsiteX101" fmla="*/ 1628775 w 2543175"/>
                <a:gd name="connsiteY101" fmla="*/ 1207294 h 1890712"/>
                <a:gd name="connsiteX102" fmla="*/ 1662113 w 2543175"/>
                <a:gd name="connsiteY102" fmla="*/ 1231107 h 1890712"/>
                <a:gd name="connsiteX103" fmla="*/ 1700213 w 2543175"/>
                <a:gd name="connsiteY103" fmla="*/ 1247775 h 1890712"/>
                <a:gd name="connsiteX104" fmla="*/ 1712119 w 2543175"/>
                <a:gd name="connsiteY104" fmla="*/ 1259681 h 1890712"/>
                <a:gd name="connsiteX105" fmla="*/ 1733550 w 2543175"/>
                <a:gd name="connsiteY105" fmla="*/ 1273969 h 1890712"/>
                <a:gd name="connsiteX106" fmla="*/ 1743075 w 2543175"/>
                <a:gd name="connsiteY106" fmla="*/ 1283494 h 1890712"/>
                <a:gd name="connsiteX107" fmla="*/ 1754982 w 2543175"/>
                <a:gd name="connsiteY107" fmla="*/ 1290637 h 1890712"/>
                <a:gd name="connsiteX108" fmla="*/ 1766888 w 2543175"/>
                <a:gd name="connsiteY108" fmla="*/ 1300162 h 1890712"/>
                <a:gd name="connsiteX109" fmla="*/ 1783557 w 2543175"/>
                <a:gd name="connsiteY109" fmla="*/ 1307306 h 1890712"/>
                <a:gd name="connsiteX110" fmla="*/ 1790700 w 2543175"/>
                <a:gd name="connsiteY110" fmla="*/ 1312069 h 1890712"/>
                <a:gd name="connsiteX111" fmla="*/ 1800225 w 2543175"/>
                <a:gd name="connsiteY111" fmla="*/ 1319212 h 1890712"/>
                <a:gd name="connsiteX112" fmla="*/ 1807369 w 2543175"/>
                <a:gd name="connsiteY112" fmla="*/ 1321594 h 1890712"/>
                <a:gd name="connsiteX113" fmla="*/ 1824038 w 2543175"/>
                <a:gd name="connsiteY113" fmla="*/ 1333500 h 1890712"/>
                <a:gd name="connsiteX114" fmla="*/ 1843088 w 2543175"/>
                <a:gd name="connsiteY114" fmla="*/ 1352550 h 1890712"/>
                <a:gd name="connsiteX115" fmla="*/ 1852613 w 2543175"/>
                <a:gd name="connsiteY115" fmla="*/ 1359694 h 1890712"/>
                <a:gd name="connsiteX116" fmla="*/ 1859757 w 2543175"/>
                <a:gd name="connsiteY116" fmla="*/ 1366837 h 1890712"/>
                <a:gd name="connsiteX117" fmla="*/ 1869282 w 2543175"/>
                <a:gd name="connsiteY117" fmla="*/ 1371600 h 1890712"/>
                <a:gd name="connsiteX118" fmla="*/ 1883569 w 2543175"/>
                <a:gd name="connsiteY118" fmla="*/ 1388269 h 1890712"/>
                <a:gd name="connsiteX119" fmla="*/ 1893094 w 2543175"/>
                <a:gd name="connsiteY119" fmla="*/ 1395412 h 1890712"/>
                <a:gd name="connsiteX120" fmla="*/ 1902619 w 2543175"/>
                <a:gd name="connsiteY120" fmla="*/ 1404937 h 1890712"/>
                <a:gd name="connsiteX121" fmla="*/ 1912144 w 2543175"/>
                <a:gd name="connsiteY121" fmla="*/ 1409700 h 1890712"/>
                <a:gd name="connsiteX122" fmla="*/ 1931194 w 2543175"/>
                <a:gd name="connsiteY122" fmla="*/ 1421606 h 1890712"/>
                <a:gd name="connsiteX123" fmla="*/ 1935957 w 2543175"/>
                <a:gd name="connsiteY123" fmla="*/ 1428750 h 1890712"/>
                <a:gd name="connsiteX124" fmla="*/ 1952625 w 2543175"/>
                <a:gd name="connsiteY124" fmla="*/ 1438275 h 1890712"/>
                <a:gd name="connsiteX125" fmla="*/ 1971675 w 2543175"/>
                <a:gd name="connsiteY125" fmla="*/ 1450181 h 1890712"/>
                <a:gd name="connsiteX126" fmla="*/ 1981200 w 2543175"/>
                <a:gd name="connsiteY126" fmla="*/ 1454944 h 1890712"/>
                <a:gd name="connsiteX127" fmla="*/ 1997869 w 2543175"/>
                <a:gd name="connsiteY127" fmla="*/ 1471612 h 1890712"/>
                <a:gd name="connsiteX128" fmla="*/ 2007394 w 2543175"/>
                <a:gd name="connsiteY128" fmla="*/ 1478756 h 1890712"/>
                <a:gd name="connsiteX129" fmla="*/ 2016919 w 2543175"/>
                <a:gd name="connsiteY129" fmla="*/ 1483519 h 1890712"/>
                <a:gd name="connsiteX130" fmla="*/ 2024063 w 2543175"/>
                <a:gd name="connsiteY130" fmla="*/ 1490662 h 1890712"/>
                <a:gd name="connsiteX131" fmla="*/ 2033588 w 2543175"/>
                <a:gd name="connsiteY131" fmla="*/ 1495425 h 1890712"/>
                <a:gd name="connsiteX132" fmla="*/ 2040732 w 2543175"/>
                <a:gd name="connsiteY132" fmla="*/ 1502569 h 1890712"/>
                <a:gd name="connsiteX133" fmla="*/ 2047875 w 2543175"/>
                <a:gd name="connsiteY133" fmla="*/ 1507331 h 1890712"/>
                <a:gd name="connsiteX134" fmla="*/ 2057400 w 2543175"/>
                <a:gd name="connsiteY134" fmla="*/ 1514475 h 1890712"/>
                <a:gd name="connsiteX135" fmla="*/ 2064544 w 2543175"/>
                <a:gd name="connsiteY135" fmla="*/ 1519237 h 1890712"/>
                <a:gd name="connsiteX136" fmla="*/ 2071688 w 2543175"/>
                <a:gd name="connsiteY136" fmla="*/ 1526381 h 1890712"/>
                <a:gd name="connsiteX137" fmla="*/ 2081213 w 2543175"/>
                <a:gd name="connsiteY137" fmla="*/ 1531144 h 1890712"/>
                <a:gd name="connsiteX138" fmla="*/ 2090738 w 2543175"/>
                <a:gd name="connsiteY138" fmla="*/ 1538287 h 1890712"/>
                <a:gd name="connsiteX139" fmla="*/ 2109788 w 2543175"/>
                <a:gd name="connsiteY139" fmla="*/ 1547812 h 1890712"/>
                <a:gd name="connsiteX140" fmla="*/ 2131219 w 2543175"/>
                <a:gd name="connsiteY140" fmla="*/ 1562100 h 1890712"/>
                <a:gd name="connsiteX141" fmla="*/ 2140744 w 2543175"/>
                <a:gd name="connsiteY141" fmla="*/ 1566862 h 1890712"/>
                <a:gd name="connsiteX142" fmla="*/ 2152650 w 2543175"/>
                <a:gd name="connsiteY142" fmla="*/ 1576387 h 1890712"/>
                <a:gd name="connsiteX143" fmla="*/ 2181225 w 2543175"/>
                <a:gd name="connsiteY143" fmla="*/ 1590675 h 1890712"/>
                <a:gd name="connsiteX144" fmla="*/ 2200275 w 2543175"/>
                <a:gd name="connsiteY144" fmla="*/ 1607344 h 1890712"/>
                <a:gd name="connsiteX145" fmla="*/ 2207419 w 2543175"/>
                <a:gd name="connsiteY145" fmla="*/ 1612106 h 1890712"/>
                <a:gd name="connsiteX146" fmla="*/ 2216944 w 2543175"/>
                <a:gd name="connsiteY146" fmla="*/ 1619250 h 1890712"/>
                <a:gd name="connsiteX147" fmla="*/ 2247900 w 2543175"/>
                <a:gd name="connsiteY147" fmla="*/ 1643062 h 1890712"/>
                <a:gd name="connsiteX148" fmla="*/ 2281238 w 2543175"/>
                <a:gd name="connsiteY148" fmla="*/ 1664494 h 1890712"/>
                <a:gd name="connsiteX149" fmla="*/ 2312194 w 2543175"/>
                <a:gd name="connsiteY149" fmla="*/ 1685925 h 1890712"/>
                <a:gd name="connsiteX150" fmla="*/ 2350294 w 2543175"/>
                <a:gd name="connsiteY150" fmla="*/ 1712119 h 1890712"/>
                <a:gd name="connsiteX151" fmla="*/ 2428876 w 2543175"/>
                <a:gd name="connsiteY151" fmla="*/ 1785938 h 1890712"/>
                <a:gd name="connsiteX152" fmla="*/ 2469356 w 2543175"/>
                <a:gd name="connsiteY152" fmla="*/ 1816894 h 1890712"/>
                <a:gd name="connsiteX153" fmla="*/ 2514600 w 2543175"/>
                <a:gd name="connsiteY153" fmla="*/ 1850231 h 1890712"/>
                <a:gd name="connsiteX154" fmla="*/ 2519363 w 2543175"/>
                <a:gd name="connsiteY154" fmla="*/ 1857375 h 1890712"/>
                <a:gd name="connsiteX155" fmla="*/ 2540794 w 2543175"/>
                <a:gd name="connsiteY155" fmla="*/ 1883569 h 1890712"/>
                <a:gd name="connsiteX156" fmla="*/ 2543175 w 2543175"/>
                <a:gd name="connsiteY156" fmla="*/ 1890712 h 1890712"/>
                <a:gd name="connsiteX0" fmla="*/ 0 w 2543175"/>
                <a:gd name="connsiteY0" fmla="*/ 0 h 1890712"/>
                <a:gd name="connsiteX1" fmla="*/ 11907 w 2543175"/>
                <a:gd name="connsiteY1" fmla="*/ 11906 h 1890712"/>
                <a:gd name="connsiteX2" fmla="*/ 21432 w 2543175"/>
                <a:gd name="connsiteY2" fmla="*/ 16669 h 1890712"/>
                <a:gd name="connsiteX3" fmla="*/ 23813 w 2543175"/>
                <a:gd name="connsiteY3" fmla="*/ 23812 h 1890712"/>
                <a:gd name="connsiteX4" fmla="*/ 33338 w 2543175"/>
                <a:gd name="connsiteY4" fmla="*/ 33337 h 1890712"/>
                <a:gd name="connsiteX5" fmla="*/ 40482 w 2543175"/>
                <a:gd name="connsiteY5" fmla="*/ 42862 h 1890712"/>
                <a:gd name="connsiteX6" fmla="*/ 47625 w 2543175"/>
                <a:gd name="connsiteY6" fmla="*/ 47625 h 1890712"/>
                <a:gd name="connsiteX7" fmla="*/ 57150 w 2543175"/>
                <a:gd name="connsiteY7" fmla="*/ 54769 h 1890712"/>
                <a:gd name="connsiteX8" fmla="*/ 64294 w 2543175"/>
                <a:gd name="connsiteY8" fmla="*/ 59531 h 1890712"/>
                <a:gd name="connsiteX9" fmla="*/ 83344 w 2543175"/>
                <a:gd name="connsiteY9" fmla="*/ 73819 h 1890712"/>
                <a:gd name="connsiteX10" fmla="*/ 97632 w 2543175"/>
                <a:gd name="connsiteY10" fmla="*/ 80962 h 1890712"/>
                <a:gd name="connsiteX11" fmla="*/ 104775 w 2543175"/>
                <a:gd name="connsiteY11" fmla="*/ 85725 h 1890712"/>
                <a:gd name="connsiteX12" fmla="*/ 114300 w 2543175"/>
                <a:gd name="connsiteY12" fmla="*/ 95250 h 1890712"/>
                <a:gd name="connsiteX13" fmla="*/ 123825 w 2543175"/>
                <a:gd name="connsiteY13" fmla="*/ 97631 h 1890712"/>
                <a:gd name="connsiteX14" fmla="*/ 130969 w 2543175"/>
                <a:gd name="connsiteY14" fmla="*/ 104775 h 1890712"/>
                <a:gd name="connsiteX15" fmla="*/ 140494 w 2543175"/>
                <a:gd name="connsiteY15" fmla="*/ 111919 h 1890712"/>
                <a:gd name="connsiteX16" fmla="*/ 147638 w 2543175"/>
                <a:gd name="connsiteY16" fmla="*/ 116681 h 1890712"/>
                <a:gd name="connsiteX17" fmla="*/ 164307 w 2543175"/>
                <a:gd name="connsiteY17" fmla="*/ 128587 h 1890712"/>
                <a:gd name="connsiteX18" fmla="*/ 180975 w 2543175"/>
                <a:gd name="connsiteY18" fmla="*/ 140494 h 1890712"/>
                <a:gd name="connsiteX19" fmla="*/ 197644 w 2543175"/>
                <a:gd name="connsiteY19" fmla="*/ 152400 h 1890712"/>
                <a:gd name="connsiteX20" fmla="*/ 204788 w 2543175"/>
                <a:gd name="connsiteY20" fmla="*/ 157162 h 1890712"/>
                <a:gd name="connsiteX21" fmla="*/ 214313 w 2543175"/>
                <a:gd name="connsiteY21" fmla="*/ 164306 h 1890712"/>
                <a:gd name="connsiteX22" fmla="*/ 230982 w 2543175"/>
                <a:gd name="connsiteY22" fmla="*/ 180975 h 1890712"/>
                <a:gd name="connsiteX23" fmla="*/ 247650 w 2543175"/>
                <a:gd name="connsiteY23" fmla="*/ 185737 h 1890712"/>
                <a:gd name="connsiteX24" fmla="*/ 300038 w 2543175"/>
                <a:gd name="connsiteY24" fmla="*/ 219075 h 1890712"/>
                <a:gd name="connsiteX25" fmla="*/ 342900 w 2543175"/>
                <a:gd name="connsiteY25" fmla="*/ 254794 h 1890712"/>
                <a:gd name="connsiteX26" fmla="*/ 366713 w 2543175"/>
                <a:gd name="connsiteY26" fmla="*/ 264319 h 1890712"/>
                <a:gd name="connsiteX27" fmla="*/ 371475 w 2543175"/>
                <a:gd name="connsiteY27" fmla="*/ 271462 h 1890712"/>
                <a:gd name="connsiteX28" fmla="*/ 385763 w 2543175"/>
                <a:gd name="connsiteY28" fmla="*/ 283369 h 1890712"/>
                <a:gd name="connsiteX29" fmla="*/ 404813 w 2543175"/>
                <a:gd name="connsiteY29" fmla="*/ 295275 h 1890712"/>
                <a:gd name="connsiteX30" fmla="*/ 411957 w 2543175"/>
                <a:gd name="connsiteY30" fmla="*/ 297656 h 1890712"/>
                <a:gd name="connsiteX31" fmla="*/ 466725 w 2543175"/>
                <a:gd name="connsiteY31" fmla="*/ 328612 h 1890712"/>
                <a:gd name="connsiteX32" fmla="*/ 476250 w 2543175"/>
                <a:gd name="connsiteY32" fmla="*/ 335756 h 1890712"/>
                <a:gd name="connsiteX33" fmla="*/ 481013 w 2543175"/>
                <a:gd name="connsiteY33" fmla="*/ 342900 h 1890712"/>
                <a:gd name="connsiteX34" fmla="*/ 490538 w 2543175"/>
                <a:gd name="connsiteY34" fmla="*/ 352425 h 1890712"/>
                <a:gd name="connsiteX35" fmla="*/ 495300 w 2543175"/>
                <a:gd name="connsiteY35" fmla="*/ 359569 h 1890712"/>
                <a:gd name="connsiteX36" fmla="*/ 509588 w 2543175"/>
                <a:gd name="connsiteY36" fmla="*/ 376237 h 1890712"/>
                <a:gd name="connsiteX37" fmla="*/ 514350 w 2543175"/>
                <a:gd name="connsiteY37" fmla="*/ 383381 h 1890712"/>
                <a:gd name="connsiteX38" fmla="*/ 531019 w 2543175"/>
                <a:gd name="connsiteY38" fmla="*/ 397669 h 1890712"/>
                <a:gd name="connsiteX39" fmla="*/ 538163 w 2543175"/>
                <a:gd name="connsiteY39" fmla="*/ 407194 h 1890712"/>
                <a:gd name="connsiteX40" fmla="*/ 554832 w 2543175"/>
                <a:gd name="connsiteY40" fmla="*/ 421481 h 1890712"/>
                <a:gd name="connsiteX41" fmla="*/ 564357 w 2543175"/>
                <a:gd name="connsiteY41" fmla="*/ 431006 h 1890712"/>
                <a:gd name="connsiteX42" fmla="*/ 573882 w 2543175"/>
                <a:gd name="connsiteY42" fmla="*/ 438150 h 1890712"/>
                <a:gd name="connsiteX43" fmla="*/ 595313 w 2543175"/>
                <a:gd name="connsiteY43" fmla="*/ 454819 h 1890712"/>
                <a:gd name="connsiteX44" fmla="*/ 602457 w 2543175"/>
                <a:gd name="connsiteY44" fmla="*/ 457200 h 1890712"/>
                <a:gd name="connsiteX45" fmla="*/ 628650 w 2543175"/>
                <a:gd name="connsiteY45" fmla="*/ 469106 h 1890712"/>
                <a:gd name="connsiteX46" fmla="*/ 645319 w 2543175"/>
                <a:gd name="connsiteY46" fmla="*/ 483394 h 1890712"/>
                <a:gd name="connsiteX47" fmla="*/ 654844 w 2543175"/>
                <a:gd name="connsiteY47" fmla="*/ 488156 h 1890712"/>
                <a:gd name="connsiteX48" fmla="*/ 661988 w 2543175"/>
                <a:gd name="connsiteY48" fmla="*/ 497681 h 1890712"/>
                <a:gd name="connsiteX49" fmla="*/ 683419 w 2543175"/>
                <a:gd name="connsiteY49" fmla="*/ 514350 h 1890712"/>
                <a:gd name="connsiteX50" fmla="*/ 700088 w 2543175"/>
                <a:gd name="connsiteY50" fmla="*/ 526256 h 1890712"/>
                <a:gd name="connsiteX51" fmla="*/ 709613 w 2543175"/>
                <a:gd name="connsiteY51" fmla="*/ 535781 h 1890712"/>
                <a:gd name="connsiteX52" fmla="*/ 719138 w 2543175"/>
                <a:gd name="connsiteY52" fmla="*/ 542925 h 1890712"/>
                <a:gd name="connsiteX53" fmla="*/ 733425 w 2543175"/>
                <a:gd name="connsiteY53" fmla="*/ 557212 h 1890712"/>
                <a:gd name="connsiteX54" fmla="*/ 750094 w 2543175"/>
                <a:gd name="connsiteY54" fmla="*/ 569119 h 1890712"/>
                <a:gd name="connsiteX55" fmla="*/ 769144 w 2543175"/>
                <a:gd name="connsiteY55" fmla="*/ 581025 h 1890712"/>
                <a:gd name="connsiteX56" fmla="*/ 785813 w 2543175"/>
                <a:gd name="connsiteY56" fmla="*/ 590550 h 1890712"/>
                <a:gd name="connsiteX57" fmla="*/ 792957 w 2543175"/>
                <a:gd name="connsiteY57" fmla="*/ 600075 h 1890712"/>
                <a:gd name="connsiteX58" fmla="*/ 809625 w 2543175"/>
                <a:gd name="connsiteY58" fmla="*/ 611981 h 1890712"/>
                <a:gd name="connsiteX59" fmla="*/ 816769 w 2543175"/>
                <a:gd name="connsiteY59" fmla="*/ 619125 h 1890712"/>
                <a:gd name="connsiteX60" fmla="*/ 826294 w 2543175"/>
                <a:gd name="connsiteY60" fmla="*/ 626269 h 1890712"/>
                <a:gd name="connsiteX61" fmla="*/ 840582 w 2543175"/>
                <a:gd name="connsiteY61" fmla="*/ 638175 h 1890712"/>
                <a:gd name="connsiteX62" fmla="*/ 847725 w 2543175"/>
                <a:gd name="connsiteY62" fmla="*/ 645319 h 1890712"/>
                <a:gd name="connsiteX63" fmla="*/ 857250 w 2543175"/>
                <a:gd name="connsiteY63" fmla="*/ 652462 h 1890712"/>
                <a:gd name="connsiteX64" fmla="*/ 864394 w 2543175"/>
                <a:gd name="connsiteY64" fmla="*/ 657225 h 1890712"/>
                <a:gd name="connsiteX65" fmla="*/ 888207 w 2543175"/>
                <a:gd name="connsiteY65" fmla="*/ 676275 h 1890712"/>
                <a:gd name="connsiteX66" fmla="*/ 895350 w 2543175"/>
                <a:gd name="connsiteY66" fmla="*/ 681037 h 1890712"/>
                <a:gd name="connsiteX67" fmla="*/ 907257 w 2543175"/>
                <a:gd name="connsiteY67" fmla="*/ 683419 h 1890712"/>
                <a:gd name="connsiteX68" fmla="*/ 928688 w 2543175"/>
                <a:gd name="connsiteY68" fmla="*/ 695325 h 1890712"/>
                <a:gd name="connsiteX69" fmla="*/ 942975 w 2543175"/>
                <a:gd name="connsiteY69" fmla="*/ 700087 h 1890712"/>
                <a:gd name="connsiteX70" fmla="*/ 964407 w 2543175"/>
                <a:gd name="connsiteY70" fmla="*/ 716756 h 1890712"/>
                <a:gd name="connsiteX71" fmla="*/ 971550 w 2543175"/>
                <a:gd name="connsiteY71" fmla="*/ 723900 h 1890712"/>
                <a:gd name="connsiteX72" fmla="*/ 983457 w 2543175"/>
                <a:gd name="connsiteY72" fmla="*/ 733425 h 1890712"/>
                <a:gd name="connsiteX73" fmla="*/ 990600 w 2543175"/>
                <a:gd name="connsiteY73" fmla="*/ 738187 h 1890712"/>
                <a:gd name="connsiteX74" fmla="*/ 1007269 w 2543175"/>
                <a:gd name="connsiteY74" fmla="*/ 752475 h 1890712"/>
                <a:gd name="connsiteX75" fmla="*/ 1031082 w 2543175"/>
                <a:gd name="connsiteY75" fmla="*/ 766762 h 1890712"/>
                <a:gd name="connsiteX76" fmla="*/ 1042988 w 2543175"/>
                <a:gd name="connsiteY76" fmla="*/ 773906 h 1890712"/>
                <a:gd name="connsiteX77" fmla="*/ 1071563 w 2543175"/>
                <a:gd name="connsiteY77" fmla="*/ 785812 h 1890712"/>
                <a:gd name="connsiteX78" fmla="*/ 1097757 w 2543175"/>
                <a:gd name="connsiteY78" fmla="*/ 807244 h 1890712"/>
                <a:gd name="connsiteX79" fmla="*/ 1104900 w 2543175"/>
                <a:gd name="connsiteY79" fmla="*/ 814387 h 1890712"/>
                <a:gd name="connsiteX80" fmla="*/ 1121569 w 2543175"/>
                <a:gd name="connsiteY80" fmla="*/ 823912 h 1890712"/>
                <a:gd name="connsiteX81" fmla="*/ 1138238 w 2543175"/>
                <a:gd name="connsiteY81" fmla="*/ 835819 h 1890712"/>
                <a:gd name="connsiteX82" fmla="*/ 1147763 w 2543175"/>
                <a:gd name="connsiteY82" fmla="*/ 842962 h 1890712"/>
                <a:gd name="connsiteX83" fmla="*/ 1157288 w 2543175"/>
                <a:gd name="connsiteY83" fmla="*/ 847725 h 1890712"/>
                <a:gd name="connsiteX84" fmla="*/ 1178719 w 2543175"/>
                <a:gd name="connsiteY84" fmla="*/ 859631 h 1890712"/>
                <a:gd name="connsiteX85" fmla="*/ 1188244 w 2543175"/>
                <a:gd name="connsiteY85" fmla="*/ 866775 h 1890712"/>
                <a:gd name="connsiteX86" fmla="*/ 1195388 w 2543175"/>
                <a:gd name="connsiteY86" fmla="*/ 871537 h 1890712"/>
                <a:gd name="connsiteX87" fmla="*/ 1212057 w 2543175"/>
                <a:gd name="connsiteY87" fmla="*/ 883444 h 1890712"/>
                <a:gd name="connsiteX88" fmla="*/ 1226344 w 2543175"/>
                <a:gd name="connsiteY88" fmla="*/ 895350 h 1890712"/>
                <a:gd name="connsiteX89" fmla="*/ 1245394 w 2543175"/>
                <a:gd name="connsiteY89" fmla="*/ 907256 h 1890712"/>
                <a:gd name="connsiteX90" fmla="*/ 1254919 w 2543175"/>
                <a:gd name="connsiteY90" fmla="*/ 914400 h 1890712"/>
                <a:gd name="connsiteX91" fmla="*/ 1269207 w 2543175"/>
                <a:gd name="connsiteY91" fmla="*/ 921544 h 1890712"/>
                <a:gd name="connsiteX92" fmla="*/ 1290638 w 2543175"/>
                <a:gd name="connsiteY92" fmla="*/ 935831 h 1890712"/>
                <a:gd name="connsiteX93" fmla="*/ 1307307 w 2543175"/>
                <a:gd name="connsiteY93" fmla="*/ 952500 h 1890712"/>
                <a:gd name="connsiteX94" fmla="*/ 1333500 w 2543175"/>
                <a:gd name="connsiteY94" fmla="*/ 971550 h 1890712"/>
                <a:gd name="connsiteX95" fmla="*/ 1359694 w 2543175"/>
                <a:gd name="connsiteY95" fmla="*/ 990600 h 1890712"/>
                <a:gd name="connsiteX96" fmla="*/ 1385888 w 2543175"/>
                <a:gd name="connsiteY96" fmla="*/ 1021557 h 1890712"/>
                <a:gd name="connsiteX97" fmla="*/ 1435894 w 2543175"/>
                <a:gd name="connsiteY97" fmla="*/ 1054894 h 1890712"/>
                <a:gd name="connsiteX98" fmla="*/ 1497806 w 2543175"/>
                <a:gd name="connsiteY98" fmla="*/ 1104900 h 1890712"/>
                <a:gd name="connsiteX99" fmla="*/ 1559718 w 2543175"/>
                <a:gd name="connsiteY99" fmla="*/ 1154906 h 1890712"/>
                <a:gd name="connsiteX100" fmla="*/ 1595438 w 2543175"/>
                <a:gd name="connsiteY100" fmla="*/ 1181100 h 1890712"/>
                <a:gd name="connsiteX101" fmla="*/ 1628775 w 2543175"/>
                <a:gd name="connsiteY101" fmla="*/ 1207294 h 1890712"/>
                <a:gd name="connsiteX102" fmla="*/ 1662113 w 2543175"/>
                <a:gd name="connsiteY102" fmla="*/ 1231107 h 1890712"/>
                <a:gd name="connsiteX103" fmla="*/ 1700213 w 2543175"/>
                <a:gd name="connsiteY103" fmla="*/ 1247775 h 1890712"/>
                <a:gd name="connsiteX104" fmla="*/ 1712119 w 2543175"/>
                <a:gd name="connsiteY104" fmla="*/ 1259681 h 1890712"/>
                <a:gd name="connsiteX105" fmla="*/ 1733550 w 2543175"/>
                <a:gd name="connsiteY105" fmla="*/ 1273969 h 1890712"/>
                <a:gd name="connsiteX106" fmla="*/ 1743075 w 2543175"/>
                <a:gd name="connsiteY106" fmla="*/ 1283494 h 1890712"/>
                <a:gd name="connsiteX107" fmla="*/ 1754982 w 2543175"/>
                <a:gd name="connsiteY107" fmla="*/ 1290637 h 1890712"/>
                <a:gd name="connsiteX108" fmla="*/ 1766888 w 2543175"/>
                <a:gd name="connsiteY108" fmla="*/ 1300162 h 1890712"/>
                <a:gd name="connsiteX109" fmla="*/ 1783557 w 2543175"/>
                <a:gd name="connsiteY109" fmla="*/ 1307306 h 1890712"/>
                <a:gd name="connsiteX110" fmla="*/ 1790700 w 2543175"/>
                <a:gd name="connsiteY110" fmla="*/ 1312069 h 1890712"/>
                <a:gd name="connsiteX111" fmla="*/ 1800225 w 2543175"/>
                <a:gd name="connsiteY111" fmla="*/ 1319212 h 1890712"/>
                <a:gd name="connsiteX112" fmla="*/ 1807369 w 2543175"/>
                <a:gd name="connsiteY112" fmla="*/ 1321594 h 1890712"/>
                <a:gd name="connsiteX113" fmla="*/ 1824038 w 2543175"/>
                <a:gd name="connsiteY113" fmla="*/ 1333500 h 1890712"/>
                <a:gd name="connsiteX114" fmla="*/ 1843088 w 2543175"/>
                <a:gd name="connsiteY114" fmla="*/ 1352550 h 1890712"/>
                <a:gd name="connsiteX115" fmla="*/ 1852613 w 2543175"/>
                <a:gd name="connsiteY115" fmla="*/ 1359694 h 1890712"/>
                <a:gd name="connsiteX116" fmla="*/ 1859757 w 2543175"/>
                <a:gd name="connsiteY116" fmla="*/ 1366837 h 1890712"/>
                <a:gd name="connsiteX117" fmla="*/ 1869282 w 2543175"/>
                <a:gd name="connsiteY117" fmla="*/ 1371600 h 1890712"/>
                <a:gd name="connsiteX118" fmla="*/ 1883569 w 2543175"/>
                <a:gd name="connsiteY118" fmla="*/ 1388269 h 1890712"/>
                <a:gd name="connsiteX119" fmla="*/ 1893094 w 2543175"/>
                <a:gd name="connsiteY119" fmla="*/ 1395412 h 1890712"/>
                <a:gd name="connsiteX120" fmla="*/ 1902619 w 2543175"/>
                <a:gd name="connsiteY120" fmla="*/ 1404937 h 1890712"/>
                <a:gd name="connsiteX121" fmla="*/ 1912144 w 2543175"/>
                <a:gd name="connsiteY121" fmla="*/ 1409700 h 1890712"/>
                <a:gd name="connsiteX122" fmla="*/ 1931194 w 2543175"/>
                <a:gd name="connsiteY122" fmla="*/ 1421606 h 1890712"/>
                <a:gd name="connsiteX123" fmla="*/ 1935957 w 2543175"/>
                <a:gd name="connsiteY123" fmla="*/ 1428750 h 1890712"/>
                <a:gd name="connsiteX124" fmla="*/ 1952625 w 2543175"/>
                <a:gd name="connsiteY124" fmla="*/ 1438275 h 1890712"/>
                <a:gd name="connsiteX125" fmla="*/ 1971675 w 2543175"/>
                <a:gd name="connsiteY125" fmla="*/ 1450181 h 1890712"/>
                <a:gd name="connsiteX126" fmla="*/ 1981200 w 2543175"/>
                <a:gd name="connsiteY126" fmla="*/ 1454944 h 1890712"/>
                <a:gd name="connsiteX127" fmla="*/ 1997869 w 2543175"/>
                <a:gd name="connsiteY127" fmla="*/ 1471612 h 1890712"/>
                <a:gd name="connsiteX128" fmla="*/ 2007394 w 2543175"/>
                <a:gd name="connsiteY128" fmla="*/ 1478756 h 1890712"/>
                <a:gd name="connsiteX129" fmla="*/ 2016919 w 2543175"/>
                <a:gd name="connsiteY129" fmla="*/ 1483519 h 1890712"/>
                <a:gd name="connsiteX130" fmla="*/ 2024063 w 2543175"/>
                <a:gd name="connsiteY130" fmla="*/ 1490662 h 1890712"/>
                <a:gd name="connsiteX131" fmla="*/ 2033588 w 2543175"/>
                <a:gd name="connsiteY131" fmla="*/ 1495425 h 1890712"/>
                <a:gd name="connsiteX132" fmla="*/ 2040732 w 2543175"/>
                <a:gd name="connsiteY132" fmla="*/ 1502569 h 1890712"/>
                <a:gd name="connsiteX133" fmla="*/ 2047875 w 2543175"/>
                <a:gd name="connsiteY133" fmla="*/ 1507331 h 1890712"/>
                <a:gd name="connsiteX134" fmla="*/ 2057400 w 2543175"/>
                <a:gd name="connsiteY134" fmla="*/ 1514475 h 1890712"/>
                <a:gd name="connsiteX135" fmla="*/ 2064544 w 2543175"/>
                <a:gd name="connsiteY135" fmla="*/ 1519237 h 1890712"/>
                <a:gd name="connsiteX136" fmla="*/ 2071688 w 2543175"/>
                <a:gd name="connsiteY136" fmla="*/ 1526381 h 1890712"/>
                <a:gd name="connsiteX137" fmla="*/ 2081213 w 2543175"/>
                <a:gd name="connsiteY137" fmla="*/ 1531144 h 1890712"/>
                <a:gd name="connsiteX138" fmla="*/ 2090738 w 2543175"/>
                <a:gd name="connsiteY138" fmla="*/ 1538287 h 1890712"/>
                <a:gd name="connsiteX139" fmla="*/ 2109788 w 2543175"/>
                <a:gd name="connsiteY139" fmla="*/ 1547812 h 1890712"/>
                <a:gd name="connsiteX140" fmla="*/ 2131219 w 2543175"/>
                <a:gd name="connsiteY140" fmla="*/ 1562100 h 1890712"/>
                <a:gd name="connsiteX141" fmla="*/ 2140744 w 2543175"/>
                <a:gd name="connsiteY141" fmla="*/ 1566862 h 1890712"/>
                <a:gd name="connsiteX142" fmla="*/ 2152650 w 2543175"/>
                <a:gd name="connsiteY142" fmla="*/ 1576387 h 1890712"/>
                <a:gd name="connsiteX143" fmla="*/ 2181225 w 2543175"/>
                <a:gd name="connsiteY143" fmla="*/ 1590675 h 1890712"/>
                <a:gd name="connsiteX144" fmla="*/ 2200275 w 2543175"/>
                <a:gd name="connsiteY144" fmla="*/ 1607344 h 1890712"/>
                <a:gd name="connsiteX145" fmla="*/ 2207419 w 2543175"/>
                <a:gd name="connsiteY145" fmla="*/ 1612106 h 1890712"/>
                <a:gd name="connsiteX146" fmla="*/ 2216944 w 2543175"/>
                <a:gd name="connsiteY146" fmla="*/ 1619250 h 1890712"/>
                <a:gd name="connsiteX147" fmla="*/ 2247900 w 2543175"/>
                <a:gd name="connsiteY147" fmla="*/ 1643062 h 1890712"/>
                <a:gd name="connsiteX148" fmla="*/ 2281238 w 2543175"/>
                <a:gd name="connsiteY148" fmla="*/ 1674019 h 1890712"/>
                <a:gd name="connsiteX149" fmla="*/ 2312194 w 2543175"/>
                <a:gd name="connsiteY149" fmla="*/ 1685925 h 1890712"/>
                <a:gd name="connsiteX150" fmla="*/ 2350294 w 2543175"/>
                <a:gd name="connsiteY150" fmla="*/ 1712119 h 1890712"/>
                <a:gd name="connsiteX151" fmla="*/ 2428876 w 2543175"/>
                <a:gd name="connsiteY151" fmla="*/ 1785938 h 1890712"/>
                <a:gd name="connsiteX152" fmla="*/ 2469356 w 2543175"/>
                <a:gd name="connsiteY152" fmla="*/ 1816894 h 1890712"/>
                <a:gd name="connsiteX153" fmla="*/ 2514600 w 2543175"/>
                <a:gd name="connsiteY153" fmla="*/ 1850231 h 1890712"/>
                <a:gd name="connsiteX154" fmla="*/ 2519363 w 2543175"/>
                <a:gd name="connsiteY154" fmla="*/ 1857375 h 1890712"/>
                <a:gd name="connsiteX155" fmla="*/ 2540794 w 2543175"/>
                <a:gd name="connsiteY155" fmla="*/ 1883569 h 1890712"/>
                <a:gd name="connsiteX156" fmla="*/ 2543175 w 2543175"/>
                <a:gd name="connsiteY156" fmla="*/ 1890712 h 1890712"/>
                <a:gd name="connsiteX0" fmla="*/ 0 w 2543175"/>
                <a:gd name="connsiteY0" fmla="*/ 0 h 1890712"/>
                <a:gd name="connsiteX1" fmla="*/ 11907 w 2543175"/>
                <a:gd name="connsiteY1" fmla="*/ 11906 h 1890712"/>
                <a:gd name="connsiteX2" fmla="*/ 21432 w 2543175"/>
                <a:gd name="connsiteY2" fmla="*/ 16669 h 1890712"/>
                <a:gd name="connsiteX3" fmla="*/ 23813 w 2543175"/>
                <a:gd name="connsiteY3" fmla="*/ 23812 h 1890712"/>
                <a:gd name="connsiteX4" fmla="*/ 33338 w 2543175"/>
                <a:gd name="connsiteY4" fmla="*/ 33337 h 1890712"/>
                <a:gd name="connsiteX5" fmla="*/ 40482 w 2543175"/>
                <a:gd name="connsiteY5" fmla="*/ 42862 h 1890712"/>
                <a:gd name="connsiteX6" fmla="*/ 47625 w 2543175"/>
                <a:gd name="connsiteY6" fmla="*/ 47625 h 1890712"/>
                <a:gd name="connsiteX7" fmla="*/ 57150 w 2543175"/>
                <a:gd name="connsiteY7" fmla="*/ 54769 h 1890712"/>
                <a:gd name="connsiteX8" fmla="*/ 64294 w 2543175"/>
                <a:gd name="connsiteY8" fmla="*/ 59531 h 1890712"/>
                <a:gd name="connsiteX9" fmla="*/ 83344 w 2543175"/>
                <a:gd name="connsiteY9" fmla="*/ 73819 h 1890712"/>
                <a:gd name="connsiteX10" fmla="*/ 97632 w 2543175"/>
                <a:gd name="connsiteY10" fmla="*/ 80962 h 1890712"/>
                <a:gd name="connsiteX11" fmla="*/ 104775 w 2543175"/>
                <a:gd name="connsiteY11" fmla="*/ 85725 h 1890712"/>
                <a:gd name="connsiteX12" fmla="*/ 114300 w 2543175"/>
                <a:gd name="connsiteY12" fmla="*/ 95250 h 1890712"/>
                <a:gd name="connsiteX13" fmla="*/ 123825 w 2543175"/>
                <a:gd name="connsiteY13" fmla="*/ 97631 h 1890712"/>
                <a:gd name="connsiteX14" fmla="*/ 130969 w 2543175"/>
                <a:gd name="connsiteY14" fmla="*/ 104775 h 1890712"/>
                <a:gd name="connsiteX15" fmla="*/ 140494 w 2543175"/>
                <a:gd name="connsiteY15" fmla="*/ 111919 h 1890712"/>
                <a:gd name="connsiteX16" fmla="*/ 147638 w 2543175"/>
                <a:gd name="connsiteY16" fmla="*/ 116681 h 1890712"/>
                <a:gd name="connsiteX17" fmla="*/ 164307 w 2543175"/>
                <a:gd name="connsiteY17" fmla="*/ 128587 h 1890712"/>
                <a:gd name="connsiteX18" fmla="*/ 180975 w 2543175"/>
                <a:gd name="connsiteY18" fmla="*/ 140494 h 1890712"/>
                <a:gd name="connsiteX19" fmla="*/ 197644 w 2543175"/>
                <a:gd name="connsiteY19" fmla="*/ 152400 h 1890712"/>
                <a:gd name="connsiteX20" fmla="*/ 204788 w 2543175"/>
                <a:gd name="connsiteY20" fmla="*/ 157162 h 1890712"/>
                <a:gd name="connsiteX21" fmla="*/ 214313 w 2543175"/>
                <a:gd name="connsiteY21" fmla="*/ 164306 h 1890712"/>
                <a:gd name="connsiteX22" fmla="*/ 230982 w 2543175"/>
                <a:gd name="connsiteY22" fmla="*/ 180975 h 1890712"/>
                <a:gd name="connsiteX23" fmla="*/ 247650 w 2543175"/>
                <a:gd name="connsiteY23" fmla="*/ 185737 h 1890712"/>
                <a:gd name="connsiteX24" fmla="*/ 300038 w 2543175"/>
                <a:gd name="connsiteY24" fmla="*/ 219075 h 1890712"/>
                <a:gd name="connsiteX25" fmla="*/ 342900 w 2543175"/>
                <a:gd name="connsiteY25" fmla="*/ 254794 h 1890712"/>
                <a:gd name="connsiteX26" fmla="*/ 366713 w 2543175"/>
                <a:gd name="connsiteY26" fmla="*/ 264319 h 1890712"/>
                <a:gd name="connsiteX27" fmla="*/ 371475 w 2543175"/>
                <a:gd name="connsiteY27" fmla="*/ 271462 h 1890712"/>
                <a:gd name="connsiteX28" fmla="*/ 385763 w 2543175"/>
                <a:gd name="connsiteY28" fmla="*/ 283369 h 1890712"/>
                <a:gd name="connsiteX29" fmla="*/ 404813 w 2543175"/>
                <a:gd name="connsiteY29" fmla="*/ 295275 h 1890712"/>
                <a:gd name="connsiteX30" fmla="*/ 411957 w 2543175"/>
                <a:gd name="connsiteY30" fmla="*/ 297656 h 1890712"/>
                <a:gd name="connsiteX31" fmla="*/ 466725 w 2543175"/>
                <a:gd name="connsiteY31" fmla="*/ 328612 h 1890712"/>
                <a:gd name="connsiteX32" fmla="*/ 476250 w 2543175"/>
                <a:gd name="connsiteY32" fmla="*/ 335756 h 1890712"/>
                <a:gd name="connsiteX33" fmla="*/ 481013 w 2543175"/>
                <a:gd name="connsiteY33" fmla="*/ 342900 h 1890712"/>
                <a:gd name="connsiteX34" fmla="*/ 490538 w 2543175"/>
                <a:gd name="connsiteY34" fmla="*/ 352425 h 1890712"/>
                <a:gd name="connsiteX35" fmla="*/ 495300 w 2543175"/>
                <a:gd name="connsiteY35" fmla="*/ 359569 h 1890712"/>
                <a:gd name="connsiteX36" fmla="*/ 509588 w 2543175"/>
                <a:gd name="connsiteY36" fmla="*/ 376237 h 1890712"/>
                <a:gd name="connsiteX37" fmla="*/ 514350 w 2543175"/>
                <a:gd name="connsiteY37" fmla="*/ 383381 h 1890712"/>
                <a:gd name="connsiteX38" fmla="*/ 531019 w 2543175"/>
                <a:gd name="connsiteY38" fmla="*/ 397669 h 1890712"/>
                <a:gd name="connsiteX39" fmla="*/ 538163 w 2543175"/>
                <a:gd name="connsiteY39" fmla="*/ 407194 h 1890712"/>
                <a:gd name="connsiteX40" fmla="*/ 554832 w 2543175"/>
                <a:gd name="connsiteY40" fmla="*/ 421481 h 1890712"/>
                <a:gd name="connsiteX41" fmla="*/ 564357 w 2543175"/>
                <a:gd name="connsiteY41" fmla="*/ 431006 h 1890712"/>
                <a:gd name="connsiteX42" fmla="*/ 573882 w 2543175"/>
                <a:gd name="connsiteY42" fmla="*/ 438150 h 1890712"/>
                <a:gd name="connsiteX43" fmla="*/ 595313 w 2543175"/>
                <a:gd name="connsiteY43" fmla="*/ 454819 h 1890712"/>
                <a:gd name="connsiteX44" fmla="*/ 602457 w 2543175"/>
                <a:gd name="connsiteY44" fmla="*/ 457200 h 1890712"/>
                <a:gd name="connsiteX45" fmla="*/ 628650 w 2543175"/>
                <a:gd name="connsiteY45" fmla="*/ 469106 h 1890712"/>
                <a:gd name="connsiteX46" fmla="*/ 645319 w 2543175"/>
                <a:gd name="connsiteY46" fmla="*/ 483394 h 1890712"/>
                <a:gd name="connsiteX47" fmla="*/ 654844 w 2543175"/>
                <a:gd name="connsiteY47" fmla="*/ 488156 h 1890712"/>
                <a:gd name="connsiteX48" fmla="*/ 661988 w 2543175"/>
                <a:gd name="connsiteY48" fmla="*/ 497681 h 1890712"/>
                <a:gd name="connsiteX49" fmla="*/ 683419 w 2543175"/>
                <a:gd name="connsiteY49" fmla="*/ 514350 h 1890712"/>
                <a:gd name="connsiteX50" fmla="*/ 700088 w 2543175"/>
                <a:gd name="connsiteY50" fmla="*/ 526256 h 1890712"/>
                <a:gd name="connsiteX51" fmla="*/ 709613 w 2543175"/>
                <a:gd name="connsiteY51" fmla="*/ 535781 h 1890712"/>
                <a:gd name="connsiteX52" fmla="*/ 719138 w 2543175"/>
                <a:gd name="connsiteY52" fmla="*/ 542925 h 1890712"/>
                <a:gd name="connsiteX53" fmla="*/ 733425 w 2543175"/>
                <a:gd name="connsiteY53" fmla="*/ 557212 h 1890712"/>
                <a:gd name="connsiteX54" fmla="*/ 750094 w 2543175"/>
                <a:gd name="connsiteY54" fmla="*/ 569119 h 1890712"/>
                <a:gd name="connsiteX55" fmla="*/ 769144 w 2543175"/>
                <a:gd name="connsiteY55" fmla="*/ 581025 h 1890712"/>
                <a:gd name="connsiteX56" fmla="*/ 785813 w 2543175"/>
                <a:gd name="connsiteY56" fmla="*/ 590550 h 1890712"/>
                <a:gd name="connsiteX57" fmla="*/ 792957 w 2543175"/>
                <a:gd name="connsiteY57" fmla="*/ 600075 h 1890712"/>
                <a:gd name="connsiteX58" fmla="*/ 809625 w 2543175"/>
                <a:gd name="connsiteY58" fmla="*/ 611981 h 1890712"/>
                <a:gd name="connsiteX59" fmla="*/ 816769 w 2543175"/>
                <a:gd name="connsiteY59" fmla="*/ 619125 h 1890712"/>
                <a:gd name="connsiteX60" fmla="*/ 826294 w 2543175"/>
                <a:gd name="connsiteY60" fmla="*/ 626269 h 1890712"/>
                <a:gd name="connsiteX61" fmla="*/ 840582 w 2543175"/>
                <a:gd name="connsiteY61" fmla="*/ 638175 h 1890712"/>
                <a:gd name="connsiteX62" fmla="*/ 847725 w 2543175"/>
                <a:gd name="connsiteY62" fmla="*/ 645319 h 1890712"/>
                <a:gd name="connsiteX63" fmla="*/ 857250 w 2543175"/>
                <a:gd name="connsiteY63" fmla="*/ 652462 h 1890712"/>
                <a:gd name="connsiteX64" fmla="*/ 864394 w 2543175"/>
                <a:gd name="connsiteY64" fmla="*/ 657225 h 1890712"/>
                <a:gd name="connsiteX65" fmla="*/ 888207 w 2543175"/>
                <a:gd name="connsiteY65" fmla="*/ 676275 h 1890712"/>
                <a:gd name="connsiteX66" fmla="*/ 895350 w 2543175"/>
                <a:gd name="connsiteY66" fmla="*/ 681037 h 1890712"/>
                <a:gd name="connsiteX67" fmla="*/ 907257 w 2543175"/>
                <a:gd name="connsiteY67" fmla="*/ 683419 h 1890712"/>
                <a:gd name="connsiteX68" fmla="*/ 928688 w 2543175"/>
                <a:gd name="connsiteY68" fmla="*/ 695325 h 1890712"/>
                <a:gd name="connsiteX69" fmla="*/ 942975 w 2543175"/>
                <a:gd name="connsiteY69" fmla="*/ 700087 h 1890712"/>
                <a:gd name="connsiteX70" fmla="*/ 964407 w 2543175"/>
                <a:gd name="connsiteY70" fmla="*/ 716756 h 1890712"/>
                <a:gd name="connsiteX71" fmla="*/ 971550 w 2543175"/>
                <a:gd name="connsiteY71" fmla="*/ 723900 h 1890712"/>
                <a:gd name="connsiteX72" fmla="*/ 983457 w 2543175"/>
                <a:gd name="connsiteY72" fmla="*/ 733425 h 1890712"/>
                <a:gd name="connsiteX73" fmla="*/ 990600 w 2543175"/>
                <a:gd name="connsiteY73" fmla="*/ 738187 h 1890712"/>
                <a:gd name="connsiteX74" fmla="*/ 1007269 w 2543175"/>
                <a:gd name="connsiteY74" fmla="*/ 752475 h 1890712"/>
                <a:gd name="connsiteX75" fmla="*/ 1031082 w 2543175"/>
                <a:gd name="connsiteY75" fmla="*/ 766762 h 1890712"/>
                <a:gd name="connsiteX76" fmla="*/ 1042988 w 2543175"/>
                <a:gd name="connsiteY76" fmla="*/ 773906 h 1890712"/>
                <a:gd name="connsiteX77" fmla="*/ 1071563 w 2543175"/>
                <a:gd name="connsiteY77" fmla="*/ 785812 h 1890712"/>
                <a:gd name="connsiteX78" fmla="*/ 1097757 w 2543175"/>
                <a:gd name="connsiteY78" fmla="*/ 807244 h 1890712"/>
                <a:gd name="connsiteX79" fmla="*/ 1104900 w 2543175"/>
                <a:gd name="connsiteY79" fmla="*/ 814387 h 1890712"/>
                <a:gd name="connsiteX80" fmla="*/ 1121569 w 2543175"/>
                <a:gd name="connsiteY80" fmla="*/ 823912 h 1890712"/>
                <a:gd name="connsiteX81" fmla="*/ 1138238 w 2543175"/>
                <a:gd name="connsiteY81" fmla="*/ 835819 h 1890712"/>
                <a:gd name="connsiteX82" fmla="*/ 1147763 w 2543175"/>
                <a:gd name="connsiteY82" fmla="*/ 842962 h 1890712"/>
                <a:gd name="connsiteX83" fmla="*/ 1157288 w 2543175"/>
                <a:gd name="connsiteY83" fmla="*/ 847725 h 1890712"/>
                <a:gd name="connsiteX84" fmla="*/ 1178719 w 2543175"/>
                <a:gd name="connsiteY84" fmla="*/ 859631 h 1890712"/>
                <a:gd name="connsiteX85" fmla="*/ 1188244 w 2543175"/>
                <a:gd name="connsiteY85" fmla="*/ 866775 h 1890712"/>
                <a:gd name="connsiteX86" fmla="*/ 1195388 w 2543175"/>
                <a:gd name="connsiteY86" fmla="*/ 871537 h 1890712"/>
                <a:gd name="connsiteX87" fmla="*/ 1212057 w 2543175"/>
                <a:gd name="connsiteY87" fmla="*/ 883444 h 1890712"/>
                <a:gd name="connsiteX88" fmla="*/ 1226344 w 2543175"/>
                <a:gd name="connsiteY88" fmla="*/ 895350 h 1890712"/>
                <a:gd name="connsiteX89" fmla="*/ 1245394 w 2543175"/>
                <a:gd name="connsiteY89" fmla="*/ 907256 h 1890712"/>
                <a:gd name="connsiteX90" fmla="*/ 1254919 w 2543175"/>
                <a:gd name="connsiteY90" fmla="*/ 914400 h 1890712"/>
                <a:gd name="connsiteX91" fmla="*/ 1269207 w 2543175"/>
                <a:gd name="connsiteY91" fmla="*/ 921544 h 1890712"/>
                <a:gd name="connsiteX92" fmla="*/ 1290638 w 2543175"/>
                <a:gd name="connsiteY92" fmla="*/ 935831 h 1890712"/>
                <a:gd name="connsiteX93" fmla="*/ 1307307 w 2543175"/>
                <a:gd name="connsiteY93" fmla="*/ 952500 h 1890712"/>
                <a:gd name="connsiteX94" fmla="*/ 1333500 w 2543175"/>
                <a:gd name="connsiteY94" fmla="*/ 971550 h 1890712"/>
                <a:gd name="connsiteX95" fmla="*/ 1359694 w 2543175"/>
                <a:gd name="connsiteY95" fmla="*/ 990600 h 1890712"/>
                <a:gd name="connsiteX96" fmla="*/ 1385888 w 2543175"/>
                <a:gd name="connsiteY96" fmla="*/ 1021557 h 1890712"/>
                <a:gd name="connsiteX97" fmla="*/ 1435894 w 2543175"/>
                <a:gd name="connsiteY97" fmla="*/ 1054894 h 1890712"/>
                <a:gd name="connsiteX98" fmla="*/ 1497806 w 2543175"/>
                <a:gd name="connsiteY98" fmla="*/ 1104900 h 1890712"/>
                <a:gd name="connsiteX99" fmla="*/ 1559718 w 2543175"/>
                <a:gd name="connsiteY99" fmla="*/ 1154906 h 1890712"/>
                <a:gd name="connsiteX100" fmla="*/ 1595438 w 2543175"/>
                <a:gd name="connsiteY100" fmla="*/ 1181100 h 1890712"/>
                <a:gd name="connsiteX101" fmla="*/ 1628775 w 2543175"/>
                <a:gd name="connsiteY101" fmla="*/ 1207294 h 1890712"/>
                <a:gd name="connsiteX102" fmla="*/ 1662113 w 2543175"/>
                <a:gd name="connsiteY102" fmla="*/ 1231107 h 1890712"/>
                <a:gd name="connsiteX103" fmla="*/ 1700213 w 2543175"/>
                <a:gd name="connsiteY103" fmla="*/ 1247775 h 1890712"/>
                <a:gd name="connsiteX104" fmla="*/ 1712119 w 2543175"/>
                <a:gd name="connsiteY104" fmla="*/ 1259681 h 1890712"/>
                <a:gd name="connsiteX105" fmla="*/ 1733550 w 2543175"/>
                <a:gd name="connsiteY105" fmla="*/ 1273969 h 1890712"/>
                <a:gd name="connsiteX106" fmla="*/ 1743075 w 2543175"/>
                <a:gd name="connsiteY106" fmla="*/ 1283494 h 1890712"/>
                <a:gd name="connsiteX107" fmla="*/ 1754982 w 2543175"/>
                <a:gd name="connsiteY107" fmla="*/ 1290637 h 1890712"/>
                <a:gd name="connsiteX108" fmla="*/ 1766888 w 2543175"/>
                <a:gd name="connsiteY108" fmla="*/ 1300162 h 1890712"/>
                <a:gd name="connsiteX109" fmla="*/ 1783557 w 2543175"/>
                <a:gd name="connsiteY109" fmla="*/ 1307306 h 1890712"/>
                <a:gd name="connsiteX110" fmla="*/ 1790700 w 2543175"/>
                <a:gd name="connsiteY110" fmla="*/ 1312069 h 1890712"/>
                <a:gd name="connsiteX111" fmla="*/ 1800225 w 2543175"/>
                <a:gd name="connsiteY111" fmla="*/ 1319212 h 1890712"/>
                <a:gd name="connsiteX112" fmla="*/ 1807369 w 2543175"/>
                <a:gd name="connsiteY112" fmla="*/ 1321594 h 1890712"/>
                <a:gd name="connsiteX113" fmla="*/ 1824038 w 2543175"/>
                <a:gd name="connsiteY113" fmla="*/ 1333500 h 1890712"/>
                <a:gd name="connsiteX114" fmla="*/ 1843088 w 2543175"/>
                <a:gd name="connsiteY114" fmla="*/ 1352550 h 1890712"/>
                <a:gd name="connsiteX115" fmla="*/ 1852613 w 2543175"/>
                <a:gd name="connsiteY115" fmla="*/ 1359694 h 1890712"/>
                <a:gd name="connsiteX116" fmla="*/ 1859757 w 2543175"/>
                <a:gd name="connsiteY116" fmla="*/ 1366837 h 1890712"/>
                <a:gd name="connsiteX117" fmla="*/ 1869282 w 2543175"/>
                <a:gd name="connsiteY117" fmla="*/ 1371600 h 1890712"/>
                <a:gd name="connsiteX118" fmla="*/ 1883569 w 2543175"/>
                <a:gd name="connsiteY118" fmla="*/ 1388269 h 1890712"/>
                <a:gd name="connsiteX119" fmla="*/ 1893094 w 2543175"/>
                <a:gd name="connsiteY119" fmla="*/ 1395412 h 1890712"/>
                <a:gd name="connsiteX120" fmla="*/ 1902619 w 2543175"/>
                <a:gd name="connsiteY120" fmla="*/ 1404937 h 1890712"/>
                <a:gd name="connsiteX121" fmla="*/ 1912144 w 2543175"/>
                <a:gd name="connsiteY121" fmla="*/ 1409700 h 1890712"/>
                <a:gd name="connsiteX122" fmla="*/ 1931194 w 2543175"/>
                <a:gd name="connsiteY122" fmla="*/ 1421606 h 1890712"/>
                <a:gd name="connsiteX123" fmla="*/ 1935957 w 2543175"/>
                <a:gd name="connsiteY123" fmla="*/ 1428750 h 1890712"/>
                <a:gd name="connsiteX124" fmla="*/ 1952625 w 2543175"/>
                <a:gd name="connsiteY124" fmla="*/ 1438275 h 1890712"/>
                <a:gd name="connsiteX125" fmla="*/ 1971675 w 2543175"/>
                <a:gd name="connsiteY125" fmla="*/ 1450181 h 1890712"/>
                <a:gd name="connsiteX126" fmla="*/ 1981200 w 2543175"/>
                <a:gd name="connsiteY126" fmla="*/ 1454944 h 1890712"/>
                <a:gd name="connsiteX127" fmla="*/ 1997869 w 2543175"/>
                <a:gd name="connsiteY127" fmla="*/ 1471612 h 1890712"/>
                <a:gd name="connsiteX128" fmla="*/ 2007394 w 2543175"/>
                <a:gd name="connsiteY128" fmla="*/ 1478756 h 1890712"/>
                <a:gd name="connsiteX129" fmla="*/ 2016919 w 2543175"/>
                <a:gd name="connsiteY129" fmla="*/ 1483519 h 1890712"/>
                <a:gd name="connsiteX130" fmla="*/ 2024063 w 2543175"/>
                <a:gd name="connsiteY130" fmla="*/ 1490662 h 1890712"/>
                <a:gd name="connsiteX131" fmla="*/ 2033588 w 2543175"/>
                <a:gd name="connsiteY131" fmla="*/ 1495425 h 1890712"/>
                <a:gd name="connsiteX132" fmla="*/ 2040732 w 2543175"/>
                <a:gd name="connsiteY132" fmla="*/ 1502569 h 1890712"/>
                <a:gd name="connsiteX133" fmla="*/ 2047875 w 2543175"/>
                <a:gd name="connsiteY133" fmla="*/ 1507331 h 1890712"/>
                <a:gd name="connsiteX134" fmla="*/ 2057400 w 2543175"/>
                <a:gd name="connsiteY134" fmla="*/ 1514475 h 1890712"/>
                <a:gd name="connsiteX135" fmla="*/ 2064544 w 2543175"/>
                <a:gd name="connsiteY135" fmla="*/ 1519237 h 1890712"/>
                <a:gd name="connsiteX136" fmla="*/ 2071688 w 2543175"/>
                <a:gd name="connsiteY136" fmla="*/ 1526381 h 1890712"/>
                <a:gd name="connsiteX137" fmla="*/ 2081213 w 2543175"/>
                <a:gd name="connsiteY137" fmla="*/ 1531144 h 1890712"/>
                <a:gd name="connsiteX138" fmla="*/ 2090738 w 2543175"/>
                <a:gd name="connsiteY138" fmla="*/ 1538287 h 1890712"/>
                <a:gd name="connsiteX139" fmla="*/ 2109788 w 2543175"/>
                <a:gd name="connsiteY139" fmla="*/ 1547812 h 1890712"/>
                <a:gd name="connsiteX140" fmla="*/ 2131219 w 2543175"/>
                <a:gd name="connsiteY140" fmla="*/ 1562100 h 1890712"/>
                <a:gd name="connsiteX141" fmla="*/ 2140744 w 2543175"/>
                <a:gd name="connsiteY141" fmla="*/ 1566862 h 1890712"/>
                <a:gd name="connsiteX142" fmla="*/ 2152650 w 2543175"/>
                <a:gd name="connsiteY142" fmla="*/ 1576387 h 1890712"/>
                <a:gd name="connsiteX143" fmla="*/ 2181225 w 2543175"/>
                <a:gd name="connsiteY143" fmla="*/ 1590675 h 1890712"/>
                <a:gd name="connsiteX144" fmla="*/ 2200275 w 2543175"/>
                <a:gd name="connsiteY144" fmla="*/ 1607344 h 1890712"/>
                <a:gd name="connsiteX145" fmla="*/ 2207419 w 2543175"/>
                <a:gd name="connsiteY145" fmla="*/ 1612106 h 1890712"/>
                <a:gd name="connsiteX146" fmla="*/ 2216944 w 2543175"/>
                <a:gd name="connsiteY146" fmla="*/ 1619250 h 1890712"/>
                <a:gd name="connsiteX147" fmla="*/ 2247900 w 2543175"/>
                <a:gd name="connsiteY147" fmla="*/ 1643062 h 1890712"/>
                <a:gd name="connsiteX148" fmla="*/ 2281238 w 2543175"/>
                <a:gd name="connsiteY148" fmla="*/ 1674019 h 1890712"/>
                <a:gd name="connsiteX149" fmla="*/ 2312194 w 2543175"/>
                <a:gd name="connsiteY149" fmla="*/ 1702594 h 1890712"/>
                <a:gd name="connsiteX150" fmla="*/ 2350294 w 2543175"/>
                <a:gd name="connsiteY150" fmla="*/ 1712119 h 1890712"/>
                <a:gd name="connsiteX151" fmla="*/ 2428876 w 2543175"/>
                <a:gd name="connsiteY151" fmla="*/ 1785938 h 1890712"/>
                <a:gd name="connsiteX152" fmla="*/ 2469356 w 2543175"/>
                <a:gd name="connsiteY152" fmla="*/ 1816894 h 1890712"/>
                <a:gd name="connsiteX153" fmla="*/ 2514600 w 2543175"/>
                <a:gd name="connsiteY153" fmla="*/ 1850231 h 1890712"/>
                <a:gd name="connsiteX154" fmla="*/ 2519363 w 2543175"/>
                <a:gd name="connsiteY154" fmla="*/ 1857375 h 1890712"/>
                <a:gd name="connsiteX155" fmla="*/ 2540794 w 2543175"/>
                <a:gd name="connsiteY155" fmla="*/ 1883569 h 1890712"/>
                <a:gd name="connsiteX156" fmla="*/ 2543175 w 2543175"/>
                <a:gd name="connsiteY156" fmla="*/ 1890712 h 1890712"/>
                <a:gd name="connsiteX0" fmla="*/ 0 w 2543175"/>
                <a:gd name="connsiteY0" fmla="*/ 0 h 1890712"/>
                <a:gd name="connsiteX1" fmla="*/ 11907 w 2543175"/>
                <a:gd name="connsiteY1" fmla="*/ 11906 h 1890712"/>
                <a:gd name="connsiteX2" fmla="*/ 21432 w 2543175"/>
                <a:gd name="connsiteY2" fmla="*/ 16669 h 1890712"/>
                <a:gd name="connsiteX3" fmla="*/ 23813 w 2543175"/>
                <a:gd name="connsiteY3" fmla="*/ 23812 h 1890712"/>
                <a:gd name="connsiteX4" fmla="*/ 33338 w 2543175"/>
                <a:gd name="connsiteY4" fmla="*/ 33337 h 1890712"/>
                <a:gd name="connsiteX5" fmla="*/ 40482 w 2543175"/>
                <a:gd name="connsiteY5" fmla="*/ 42862 h 1890712"/>
                <a:gd name="connsiteX6" fmla="*/ 47625 w 2543175"/>
                <a:gd name="connsiteY6" fmla="*/ 47625 h 1890712"/>
                <a:gd name="connsiteX7" fmla="*/ 57150 w 2543175"/>
                <a:gd name="connsiteY7" fmla="*/ 54769 h 1890712"/>
                <a:gd name="connsiteX8" fmla="*/ 64294 w 2543175"/>
                <a:gd name="connsiteY8" fmla="*/ 59531 h 1890712"/>
                <a:gd name="connsiteX9" fmla="*/ 83344 w 2543175"/>
                <a:gd name="connsiteY9" fmla="*/ 73819 h 1890712"/>
                <a:gd name="connsiteX10" fmla="*/ 97632 w 2543175"/>
                <a:gd name="connsiteY10" fmla="*/ 80962 h 1890712"/>
                <a:gd name="connsiteX11" fmla="*/ 104775 w 2543175"/>
                <a:gd name="connsiteY11" fmla="*/ 85725 h 1890712"/>
                <a:gd name="connsiteX12" fmla="*/ 114300 w 2543175"/>
                <a:gd name="connsiteY12" fmla="*/ 95250 h 1890712"/>
                <a:gd name="connsiteX13" fmla="*/ 123825 w 2543175"/>
                <a:gd name="connsiteY13" fmla="*/ 97631 h 1890712"/>
                <a:gd name="connsiteX14" fmla="*/ 130969 w 2543175"/>
                <a:gd name="connsiteY14" fmla="*/ 104775 h 1890712"/>
                <a:gd name="connsiteX15" fmla="*/ 140494 w 2543175"/>
                <a:gd name="connsiteY15" fmla="*/ 111919 h 1890712"/>
                <a:gd name="connsiteX16" fmla="*/ 147638 w 2543175"/>
                <a:gd name="connsiteY16" fmla="*/ 116681 h 1890712"/>
                <a:gd name="connsiteX17" fmla="*/ 164307 w 2543175"/>
                <a:gd name="connsiteY17" fmla="*/ 128587 h 1890712"/>
                <a:gd name="connsiteX18" fmla="*/ 180975 w 2543175"/>
                <a:gd name="connsiteY18" fmla="*/ 140494 h 1890712"/>
                <a:gd name="connsiteX19" fmla="*/ 197644 w 2543175"/>
                <a:gd name="connsiteY19" fmla="*/ 152400 h 1890712"/>
                <a:gd name="connsiteX20" fmla="*/ 204788 w 2543175"/>
                <a:gd name="connsiteY20" fmla="*/ 157162 h 1890712"/>
                <a:gd name="connsiteX21" fmla="*/ 214313 w 2543175"/>
                <a:gd name="connsiteY21" fmla="*/ 164306 h 1890712"/>
                <a:gd name="connsiteX22" fmla="*/ 230982 w 2543175"/>
                <a:gd name="connsiteY22" fmla="*/ 180975 h 1890712"/>
                <a:gd name="connsiteX23" fmla="*/ 247650 w 2543175"/>
                <a:gd name="connsiteY23" fmla="*/ 185737 h 1890712"/>
                <a:gd name="connsiteX24" fmla="*/ 300038 w 2543175"/>
                <a:gd name="connsiteY24" fmla="*/ 219075 h 1890712"/>
                <a:gd name="connsiteX25" fmla="*/ 342900 w 2543175"/>
                <a:gd name="connsiteY25" fmla="*/ 254794 h 1890712"/>
                <a:gd name="connsiteX26" fmla="*/ 366713 w 2543175"/>
                <a:gd name="connsiteY26" fmla="*/ 264319 h 1890712"/>
                <a:gd name="connsiteX27" fmla="*/ 371475 w 2543175"/>
                <a:gd name="connsiteY27" fmla="*/ 271462 h 1890712"/>
                <a:gd name="connsiteX28" fmla="*/ 385763 w 2543175"/>
                <a:gd name="connsiteY28" fmla="*/ 283369 h 1890712"/>
                <a:gd name="connsiteX29" fmla="*/ 404813 w 2543175"/>
                <a:gd name="connsiteY29" fmla="*/ 295275 h 1890712"/>
                <a:gd name="connsiteX30" fmla="*/ 411957 w 2543175"/>
                <a:gd name="connsiteY30" fmla="*/ 297656 h 1890712"/>
                <a:gd name="connsiteX31" fmla="*/ 466725 w 2543175"/>
                <a:gd name="connsiteY31" fmla="*/ 328612 h 1890712"/>
                <a:gd name="connsiteX32" fmla="*/ 476250 w 2543175"/>
                <a:gd name="connsiteY32" fmla="*/ 335756 h 1890712"/>
                <a:gd name="connsiteX33" fmla="*/ 481013 w 2543175"/>
                <a:gd name="connsiteY33" fmla="*/ 342900 h 1890712"/>
                <a:gd name="connsiteX34" fmla="*/ 490538 w 2543175"/>
                <a:gd name="connsiteY34" fmla="*/ 352425 h 1890712"/>
                <a:gd name="connsiteX35" fmla="*/ 495300 w 2543175"/>
                <a:gd name="connsiteY35" fmla="*/ 359569 h 1890712"/>
                <a:gd name="connsiteX36" fmla="*/ 509588 w 2543175"/>
                <a:gd name="connsiteY36" fmla="*/ 376237 h 1890712"/>
                <a:gd name="connsiteX37" fmla="*/ 514350 w 2543175"/>
                <a:gd name="connsiteY37" fmla="*/ 383381 h 1890712"/>
                <a:gd name="connsiteX38" fmla="*/ 531019 w 2543175"/>
                <a:gd name="connsiteY38" fmla="*/ 397669 h 1890712"/>
                <a:gd name="connsiteX39" fmla="*/ 538163 w 2543175"/>
                <a:gd name="connsiteY39" fmla="*/ 407194 h 1890712"/>
                <a:gd name="connsiteX40" fmla="*/ 554832 w 2543175"/>
                <a:gd name="connsiteY40" fmla="*/ 421481 h 1890712"/>
                <a:gd name="connsiteX41" fmla="*/ 564357 w 2543175"/>
                <a:gd name="connsiteY41" fmla="*/ 431006 h 1890712"/>
                <a:gd name="connsiteX42" fmla="*/ 573882 w 2543175"/>
                <a:gd name="connsiteY42" fmla="*/ 438150 h 1890712"/>
                <a:gd name="connsiteX43" fmla="*/ 595313 w 2543175"/>
                <a:gd name="connsiteY43" fmla="*/ 454819 h 1890712"/>
                <a:gd name="connsiteX44" fmla="*/ 602457 w 2543175"/>
                <a:gd name="connsiteY44" fmla="*/ 457200 h 1890712"/>
                <a:gd name="connsiteX45" fmla="*/ 628650 w 2543175"/>
                <a:gd name="connsiteY45" fmla="*/ 469106 h 1890712"/>
                <a:gd name="connsiteX46" fmla="*/ 645319 w 2543175"/>
                <a:gd name="connsiteY46" fmla="*/ 483394 h 1890712"/>
                <a:gd name="connsiteX47" fmla="*/ 654844 w 2543175"/>
                <a:gd name="connsiteY47" fmla="*/ 488156 h 1890712"/>
                <a:gd name="connsiteX48" fmla="*/ 661988 w 2543175"/>
                <a:gd name="connsiteY48" fmla="*/ 497681 h 1890712"/>
                <a:gd name="connsiteX49" fmla="*/ 683419 w 2543175"/>
                <a:gd name="connsiteY49" fmla="*/ 514350 h 1890712"/>
                <a:gd name="connsiteX50" fmla="*/ 700088 w 2543175"/>
                <a:gd name="connsiteY50" fmla="*/ 526256 h 1890712"/>
                <a:gd name="connsiteX51" fmla="*/ 709613 w 2543175"/>
                <a:gd name="connsiteY51" fmla="*/ 535781 h 1890712"/>
                <a:gd name="connsiteX52" fmla="*/ 719138 w 2543175"/>
                <a:gd name="connsiteY52" fmla="*/ 542925 h 1890712"/>
                <a:gd name="connsiteX53" fmla="*/ 733425 w 2543175"/>
                <a:gd name="connsiteY53" fmla="*/ 557212 h 1890712"/>
                <a:gd name="connsiteX54" fmla="*/ 750094 w 2543175"/>
                <a:gd name="connsiteY54" fmla="*/ 569119 h 1890712"/>
                <a:gd name="connsiteX55" fmla="*/ 769144 w 2543175"/>
                <a:gd name="connsiteY55" fmla="*/ 581025 h 1890712"/>
                <a:gd name="connsiteX56" fmla="*/ 785813 w 2543175"/>
                <a:gd name="connsiteY56" fmla="*/ 590550 h 1890712"/>
                <a:gd name="connsiteX57" fmla="*/ 792957 w 2543175"/>
                <a:gd name="connsiteY57" fmla="*/ 600075 h 1890712"/>
                <a:gd name="connsiteX58" fmla="*/ 809625 w 2543175"/>
                <a:gd name="connsiteY58" fmla="*/ 611981 h 1890712"/>
                <a:gd name="connsiteX59" fmla="*/ 816769 w 2543175"/>
                <a:gd name="connsiteY59" fmla="*/ 619125 h 1890712"/>
                <a:gd name="connsiteX60" fmla="*/ 826294 w 2543175"/>
                <a:gd name="connsiteY60" fmla="*/ 626269 h 1890712"/>
                <a:gd name="connsiteX61" fmla="*/ 840582 w 2543175"/>
                <a:gd name="connsiteY61" fmla="*/ 638175 h 1890712"/>
                <a:gd name="connsiteX62" fmla="*/ 847725 w 2543175"/>
                <a:gd name="connsiteY62" fmla="*/ 645319 h 1890712"/>
                <a:gd name="connsiteX63" fmla="*/ 857250 w 2543175"/>
                <a:gd name="connsiteY63" fmla="*/ 652462 h 1890712"/>
                <a:gd name="connsiteX64" fmla="*/ 864394 w 2543175"/>
                <a:gd name="connsiteY64" fmla="*/ 657225 h 1890712"/>
                <a:gd name="connsiteX65" fmla="*/ 888207 w 2543175"/>
                <a:gd name="connsiteY65" fmla="*/ 676275 h 1890712"/>
                <a:gd name="connsiteX66" fmla="*/ 895350 w 2543175"/>
                <a:gd name="connsiteY66" fmla="*/ 681037 h 1890712"/>
                <a:gd name="connsiteX67" fmla="*/ 907257 w 2543175"/>
                <a:gd name="connsiteY67" fmla="*/ 683419 h 1890712"/>
                <a:gd name="connsiteX68" fmla="*/ 928688 w 2543175"/>
                <a:gd name="connsiteY68" fmla="*/ 695325 h 1890712"/>
                <a:gd name="connsiteX69" fmla="*/ 942975 w 2543175"/>
                <a:gd name="connsiteY69" fmla="*/ 700087 h 1890712"/>
                <a:gd name="connsiteX70" fmla="*/ 964407 w 2543175"/>
                <a:gd name="connsiteY70" fmla="*/ 716756 h 1890712"/>
                <a:gd name="connsiteX71" fmla="*/ 971550 w 2543175"/>
                <a:gd name="connsiteY71" fmla="*/ 723900 h 1890712"/>
                <a:gd name="connsiteX72" fmla="*/ 983457 w 2543175"/>
                <a:gd name="connsiteY72" fmla="*/ 733425 h 1890712"/>
                <a:gd name="connsiteX73" fmla="*/ 990600 w 2543175"/>
                <a:gd name="connsiteY73" fmla="*/ 738187 h 1890712"/>
                <a:gd name="connsiteX74" fmla="*/ 1007269 w 2543175"/>
                <a:gd name="connsiteY74" fmla="*/ 752475 h 1890712"/>
                <a:gd name="connsiteX75" fmla="*/ 1031082 w 2543175"/>
                <a:gd name="connsiteY75" fmla="*/ 766762 h 1890712"/>
                <a:gd name="connsiteX76" fmla="*/ 1042988 w 2543175"/>
                <a:gd name="connsiteY76" fmla="*/ 773906 h 1890712"/>
                <a:gd name="connsiteX77" fmla="*/ 1071563 w 2543175"/>
                <a:gd name="connsiteY77" fmla="*/ 785812 h 1890712"/>
                <a:gd name="connsiteX78" fmla="*/ 1097757 w 2543175"/>
                <a:gd name="connsiteY78" fmla="*/ 807244 h 1890712"/>
                <a:gd name="connsiteX79" fmla="*/ 1104900 w 2543175"/>
                <a:gd name="connsiteY79" fmla="*/ 814387 h 1890712"/>
                <a:gd name="connsiteX80" fmla="*/ 1121569 w 2543175"/>
                <a:gd name="connsiteY80" fmla="*/ 823912 h 1890712"/>
                <a:gd name="connsiteX81" fmla="*/ 1138238 w 2543175"/>
                <a:gd name="connsiteY81" fmla="*/ 835819 h 1890712"/>
                <a:gd name="connsiteX82" fmla="*/ 1147763 w 2543175"/>
                <a:gd name="connsiteY82" fmla="*/ 842962 h 1890712"/>
                <a:gd name="connsiteX83" fmla="*/ 1157288 w 2543175"/>
                <a:gd name="connsiteY83" fmla="*/ 847725 h 1890712"/>
                <a:gd name="connsiteX84" fmla="*/ 1178719 w 2543175"/>
                <a:gd name="connsiteY84" fmla="*/ 859631 h 1890712"/>
                <a:gd name="connsiteX85" fmla="*/ 1188244 w 2543175"/>
                <a:gd name="connsiteY85" fmla="*/ 866775 h 1890712"/>
                <a:gd name="connsiteX86" fmla="*/ 1195388 w 2543175"/>
                <a:gd name="connsiteY86" fmla="*/ 871537 h 1890712"/>
                <a:gd name="connsiteX87" fmla="*/ 1212057 w 2543175"/>
                <a:gd name="connsiteY87" fmla="*/ 883444 h 1890712"/>
                <a:gd name="connsiteX88" fmla="*/ 1226344 w 2543175"/>
                <a:gd name="connsiteY88" fmla="*/ 895350 h 1890712"/>
                <a:gd name="connsiteX89" fmla="*/ 1245394 w 2543175"/>
                <a:gd name="connsiteY89" fmla="*/ 907256 h 1890712"/>
                <a:gd name="connsiteX90" fmla="*/ 1254919 w 2543175"/>
                <a:gd name="connsiteY90" fmla="*/ 914400 h 1890712"/>
                <a:gd name="connsiteX91" fmla="*/ 1269207 w 2543175"/>
                <a:gd name="connsiteY91" fmla="*/ 921544 h 1890712"/>
                <a:gd name="connsiteX92" fmla="*/ 1290638 w 2543175"/>
                <a:gd name="connsiteY92" fmla="*/ 935831 h 1890712"/>
                <a:gd name="connsiteX93" fmla="*/ 1307307 w 2543175"/>
                <a:gd name="connsiteY93" fmla="*/ 952500 h 1890712"/>
                <a:gd name="connsiteX94" fmla="*/ 1333500 w 2543175"/>
                <a:gd name="connsiteY94" fmla="*/ 971550 h 1890712"/>
                <a:gd name="connsiteX95" fmla="*/ 1359694 w 2543175"/>
                <a:gd name="connsiteY95" fmla="*/ 990600 h 1890712"/>
                <a:gd name="connsiteX96" fmla="*/ 1385888 w 2543175"/>
                <a:gd name="connsiteY96" fmla="*/ 1021557 h 1890712"/>
                <a:gd name="connsiteX97" fmla="*/ 1435894 w 2543175"/>
                <a:gd name="connsiteY97" fmla="*/ 1054894 h 1890712"/>
                <a:gd name="connsiteX98" fmla="*/ 1497806 w 2543175"/>
                <a:gd name="connsiteY98" fmla="*/ 1104900 h 1890712"/>
                <a:gd name="connsiteX99" fmla="*/ 1559718 w 2543175"/>
                <a:gd name="connsiteY99" fmla="*/ 1154906 h 1890712"/>
                <a:gd name="connsiteX100" fmla="*/ 1595438 w 2543175"/>
                <a:gd name="connsiteY100" fmla="*/ 1181100 h 1890712"/>
                <a:gd name="connsiteX101" fmla="*/ 1628775 w 2543175"/>
                <a:gd name="connsiteY101" fmla="*/ 1207294 h 1890712"/>
                <a:gd name="connsiteX102" fmla="*/ 1662113 w 2543175"/>
                <a:gd name="connsiteY102" fmla="*/ 1231107 h 1890712"/>
                <a:gd name="connsiteX103" fmla="*/ 1700213 w 2543175"/>
                <a:gd name="connsiteY103" fmla="*/ 1247775 h 1890712"/>
                <a:gd name="connsiteX104" fmla="*/ 1712119 w 2543175"/>
                <a:gd name="connsiteY104" fmla="*/ 1259681 h 1890712"/>
                <a:gd name="connsiteX105" fmla="*/ 1733550 w 2543175"/>
                <a:gd name="connsiteY105" fmla="*/ 1273969 h 1890712"/>
                <a:gd name="connsiteX106" fmla="*/ 1743075 w 2543175"/>
                <a:gd name="connsiteY106" fmla="*/ 1283494 h 1890712"/>
                <a:gd name="connsiteX107" fmla="*/ 1754982 w 2543175"/>
                <a:gd name="connsiteY107" fmla="*/ 1290637 h 1890712"/>
                <a:gd name="connsiteX108" fmla="*/ 1766888 w 2543175"/>
                <a:gd name="connsiteY108" fmla="*/ 1300162 h 1890712"/>
                <a:gd name="connsiteX109" fmla="*/ 1783557 w 2543175"/>
                <a:gd name="connsiteY109" fmla="*/ 1307306 h 1890712"/>
                <a:gd name="connsiteX110" fmla="*/ 1790700 w 2543175"/>
                <a:gd name="connsiteY110" fmla="*/ 1312069 h 1890712"/>
                <a:gd name="connsiteX111" fmla="*/ 1800225 w 2543175"/>
                <a:gd name="connsiteY111" fmla="*/ 1319212 h 1890712"/>
                <a:gd name="connsiteX112" fmla="*/ 1807369 w 2543175"/>
                <a:gd name="connsiteY112" fmla="*/ 1321594 h 1890712"/>
                <a:gd name="connsiteX113" fmla="*/ 1824038 w 2543175"/>
                <a:gd name="connsiteY113" fmla="*/ 1333500 h 1890712"/>
                <a:gd name="connsiteX114" fmla="*/ 1843088 w 2543175"/>
                <a:gd name="connsiteY114" fmla="*/ 1352550 h 1890712"/>
                <a:gd name="connsiteX115" fmla="*/ 1852613 w 2543175"/>
                <a:gd name="connsiteY115" fmla="*/ 1359694 h 1890712"/>
                <a:gd name="connsiteX116" fmla="*/ 1859757 w 2543175"/>
                <a:gd name="connsiteY116" fmla="*/ 1366837 h 1890712"/>
                <a:gd name="connsiteX117" fmla="*/ 1869282 w 2543175"/>
                <a:gd name="connsiteY117" fmla="*/ 1371600 h 1890712"/>
                <a:gd name="connsiteX118" fmla="*/ 1883569 w 2543175"/>
                <a:gd name="connsiteY118" fmla="*/ 1388269 h 1890712"/>
                <a:gd name="connsiteX119" fmla="*/ 1893094 w 2543175"/>
                <a:gd name="connsiteY119" fmla="*/ 1395412 h 1890712"/>
                <a:gd name="connsiteX120" fmla="*/ 1902619 w 2543175"/>
                <a:gd name="connsiteY120" fmla="*/ 1404937 h 1890712"/>
                <a:gd name="connsiteX121" fmla="*/ 1912144 w 2543175"/>
                <a:gd name="connsiteY121" fmla="*/ 1409700 h 1890712"/>
                <a:gd name="connsiteX122" fmla="*/ 1931194 w 2543175"/>
                <a:gd name="connsiteY122" fmla="*/ 1421606 h 1890712"/>
                <a:gd name="connsiteX123" fmla="*/ 1935957 w 2543175"/>
                <a:gd name="connsiteY123" fmla="*/ 1428750 h 1890712"/>
                <a:gd name="connsiteX124" fmla="*/ 1952625 w 2543175"/>
                <a:gd name="connsiteY124" fmla="*/ 1438275 h 1890712"/>
                <a:gd name="connsiteX125" fmla="*/ 1971675 w 2543175"/>
                <a:gd name="connsiteY125" fmla="*/ 1450181 h 1890712"/>
                <a:gd name="connsiteX126" fmla="*/ 1981200 w 2543175"/>
                <a:gd name="connsiteY126" fmla="*/ 1454944 h 1890712"/>
                <a:gd name="connsiteX127" fmla="*/ 1997869 w 2543175"/>
                <a:gd name="connsiteY127" fmla="*/ 1471612 h 1890712"/>
                <a:gd name="connsiteX128" fmla="*/ 2007394 w 2543175"/>
                <a:gd name="connsiteY128" fmla="*/ 1478756 h 1890712"/>
                <a:gd name="connsiteX129" fmla="*/ 2016919 w 2543175"/>
                <a:gd name="connsiteY129" fmla="*/ 1483519 h 1890712"/>
                <a:gd name="connsiteX130" fmla="*/ 2024063 w 2543175"/>
                <a:gd name="connsiteY130" fmla="*/ 1490662 h 1890712"/>
                <a:gd name="connsiteX131" fmla="*/ 2033588 w 2543175"/>
                <a:gd name="connsiteY131" fmla="*/ 1495425 h 1890712"/>
                <a:gd name="connsiteX132" fmla="*/ 2040732 w 2543175"/>
                <a:gd name="connsiteY132" fmla="*/ 1502569 h 1890712"/>
                <a:gd name="connsiteX133" fmla="*/ 2047875 w 2543175"/>
                <a:gd name="connsiteY133" fmla="*/ 1507331 h 1890712"/>
                <a:gd name="connsiteX134" fmla="*/ 2057400 w 2543175"/>
                <a:gd name="connsiteY134" fmla="*/ 1514475 h 1890712"/>
                <a:gd name="connsiteX135" fmla="*/ 2064544 w 2543175"/>
                <a:gd name="connsiteY135" fmla="*/ 1519237 h 1890712"/>
                <a:gd name="connsiteX136" fmla="*/ 2071688 w 2543175"/>
                <a:gd name="connsiteY136" fmla="*/ 1526381 h 1890712"/>
                <a:gd name="connsiteX137" fmla="*/ 2081213 w 2543175"/>
                <a:gd name="connsiteY137" fmla="*/ 1531144 h 1890712"/>
                <a:gd name="connsiteX138" fmla="*/ 2090738 w 2543175"/>
                <a:gd name="connsiteY138" fmla="*/ 1538287 h 1890712"/>
                <a:gd name="connsiteX139" fmla="*/ 2109788 w 2543175"/>
                <a:gd name="connsiteY139" fmla="*/ 1547812 h 1890712"/>
                <a:gd name="connsiteX140" fmla="*/ 2131219 w 2543175"/>
                <a:gd name="connsiteY140" fmla="*/ 1562100 h 1890712"/>
                <a:gd name="connsiteX141" fmla="*/ 2140744 w 2543175"/>
                <a:gd name="connsiteY141" fmla="*/ 1566862 h 1890712"/>
                <a:gd name="connsiteX142" fmla="*/ 2152650 w 2543175"/>
                <a:gd name="connsiteY142" fmla="*/ 1576387 h 1890712"/>
                <a:gd name="connsiteX143" fmla="*/ 2181225 w 2543175"/>
                <a:gd name="connsiteY143" fmla="*/ 1590675 h 1890712"/>
                <a:gd name="connsiteX144" fmla="*/ 2200275 w 2543175"/>
                <a:gd name="connsiteY144" fmla="*/ 1607344 h 1890712"/>
                <a:gd name="connsiteX145" fmla="*/ 2207419 w 2543175"/>
                <a:gd name="connsiteY145" fmla="*/ 1612106 h 1890712"/>
                <a:gd name="connsiteX146" fmla="*/ 2216944 w 2543175"/>
                <a:gd name="connsiteY146" fmla="*/ 1619250 h 1890712"/>
                <a:gd name="connsiteX147" fmla="*/ 2247900 w 2543175"/>
                <a:gd name="connsiteY147" fmla="*/ 1643062 h 1890712"/>
                <a:gd name="connsiteX148" fmla="*/ 2281238 w 2543175"/>
                <a:gd name="connsiteY148" fmla="*/ 1674019 h 1890712"/>
                <a:gd name="connsiteX149" fmla="*/ 2312194 w 2543175"/>
                <a:gd name="connsiteY149" fmla="*/ 1702594 h 1890712"/>
                <a:gd name="connsiteX150" fmla="*/ 2369344 w 2543175"/>
                <a:gd name="connsiteY150" fmla="*/ 1757363 h 1890712"/>
                <a:gd name="connsiteX151" fmla="*/ 2428876 w 2543175"/>
                <a:gd name="connsiteY151" fmla="*/ 1785938 h 1890712"/>
                <a:gd name="connsiteX152" fmla="*/ 2469356 w 2543175"/>
                <a:gd name="connsiteY152" fmla="*/ 1816894 h 1890712"/>
                <a:gd name="connsiteX153" fmla="*/ 2514600 w 2543175"/>
                <a:gd name="connsiteY153" fmla="*/ 1850231 h 1890712"/>
                <a:gd name="connsiteX154" fmla="*/ 2519363 w 2543175"/>
                <a:gd name="connsiteY154" fmla="*/ 1857375 h 1890712"/>
                <a:gd name="connsiteX155" fmla="*/ 2540794 w 2543175"/>
                <a:gd name="connsiteY155" fmla="*/ 1883569 h 1890712"/>
                <a:gd name="connsiteX156" fmla="*/ 2543175 w 2543175"/>
                <a:gd name="connsiteY156" fmla="*/ 1890712 h 1890712"/>
                <a:gd name="connsiteX0" fmla="*/ 0 w 2543175"/>
                <a:gd name="connsiteY0" fmla="*/ 0 h 1890712"/>
                <a:gd name="connsiteX1" fmla="*/ 11907 w 2543175"/>
                <a:gd name="connsiteY1" fmla="*/ 11906 h 1890712"/>
                <a:gd name="connsiteX2" fmla="*/ 21432 w 2543175"/>
                <a:gd name="connsiteY2" fmla="*/ 16669 h 1890712"/>
                <a:gd name="connsiteX3" fmla="*/ 23813 w 2543175"/>
                <a:gd name="connsiteY3" fmla="*/ 23812 h 1890712"/>
                <a:gd name="connsiteX4" fmla="*/ 33338 w 2543175"/>
                <a:gd name="connsiteY4" fmla="*/ 33337 h 1890712"/>
                <a:gd name="connsiteX5" fmla="*/ 40482 w 2543175"/>
                <a:gd name="connsiteY5" fmla="*/ 42862 h 1890712"/>
                <a:gd name="connsiteX6" fmla="*/ 47625 w 2543175"/>
                <a:gd name="connsiteY6" fmla="*/ 47625 h 1890712"/>
                <a:gd name="connsiteX7" fmla="*/ 57150 w 2543175"/>
                <a:gd name="connsiteY7" fmla="*/ 54769 h 1890712"/>
                <a:gd name="connsiteX8" fmla="*/ 64294 w 2543175"/>
                <a:gd name="connsiteY8" fmla="*/ 59531 h 1890712"/>
                <a:gd name="connsiteX9" fmla="*/ 83344 w 2543175"/>
                <a:gd name="connsiteY9" fmla="*/ 73819 h 1890712"/>
                <a:gd name="connsiteX10" fmla="*/ 97632 w 2543175"/>
                <a:gd name="connsiteY10" fmla="*/ 80962 h 1890712"/>
                <a:gd name="connsiteX11" fmla="*/ 104775 w 2543175"/>
                <a:gd name="connsiteY11" fmla="*/ 85725 h 1890712"/>
                <a:gd name="connsiteX12" fmla="*/ 114300 w 2543175"/>
                <a:gd name="connsiteY12" fmla="*/ 95250 h 1890712"/>
                <a:gd name="connsiteX13" fmla="*/ 123825 w 2543175"/>
                <a:gd name="connsiteY13" fmla="*/ 97631 h 1890712"/>
                <a:gd name="connsiteX14" fmla="*/ 130969 w 2543175"/>
                <a:gd name="connsiteY14" fmla="*/ 104775 h 1890712"/>
                <a:gd name="connsiteX15" fmla="*/ 140494 w 2543175"/>
                <a:gd name="connsiteY15" fmla="*/ 111919 h 1890712"/>
                <a:gd name="connsiteX16" fmla="*/ 147638 w 2543175"/>
                <a:gd name="connsiteY16" fmla="*/ 116681 h 1890712"/>
                <a:gd name="connsiteX17" fmla="*/ 164307 w 2543175"/>
                <a:gd name="connsiteY17" fmla="*/ 128587 h 1890712"/>
                <a:gd name="connsiteX18" fmla="*/ 180975 w 2543175"/>
                <a:gd name="connsiteY18" fmla="*/ 140494 h 1890712"/>
                <a:gd name="connsiteX19" fmla="*/ 197644 w 2543175"/>
                <a:gd name="connsiteY19" fmla="*/ 152400 h 1890712"/>
                <a:gd name="connsiteX20" fmla="*/ 204788 w 2543175"/>
                <a:gd name="connsiteY20" fmla="*/ 157162 h 1890712"/>
                <a:gd name="connsiteX21" fmla="*/ 214313 w 2543175"/>
                <a:gd name="connsiteY21" fmla="*/ 164306 h 1890712"/>
                <a:gd name="connsiteX22" fmla="*/ 230982 w 2543175"/>
                <a:gd name="connsiteY22" fmla="*/ 180975 h 1890712"/>
                <a:gd name="connsiteX23" fmla="*/ 247650 w 2543175"/>
                <a:gd name="connsiteY23" fmla="*/ 185737 h 1890712"/>
                <a:gd name="connsiteX24" fmla="*/ 300038 w 2543175"/>
                <a:gd name="connsiteY24" fmla="*/ 219075 h 1890712"/>
                <a:gd name="connsiteX25" fmla="*/ 342900 w 2543175"/>
                <a:gd name="connsiteY25" fmla="*/ 254794 h 1890712"/>
                <a:gd name="connsiteX26" fmla="*/ 366713 w 2543175"/>
                <a:gd name="connsiteY26" fmla="*/ 264319 h 1890712"/>
                <a:gd name="connsiteX27" fmla="*/ 371475 w 2543175"/>
                <a:gd name="connsiteY27" fmla="*/ 271462 h 1890712"/>
                <a:gd name="connsiteX28" fmla="*/ 385763 w 2543175"/>
                <a:gd name="connsiteY28" fmla="*/ 283369 h 1890712"/>
                <a:gd name="connsiteX29" fmla="*/ 404813 w 2543175"/>
                <a:gd name="connsiteY29" fmla="*/ 295275 h 1890712"/>
                <a:gd name="connsiteX30" fmla="*/ 411957 w 2543175"/>
                <a:gd name="connsiteY30" fmla="*/ 297656 h 1890712"/>
                <a:gd name="connsiteX31" fmla="*/ 466725 w 2543175"/>
                <a:gd name="connsiteY31" fmla="*/ 328612 h 1890712"/>
                <a:gd name="connsiteX32" fmla="*/ 476250 w 2543175"/>
                <a:gd name="connsiteY32" fmla="*/ 335756 h 1890712"/>
                <a:gd name="connsiteX33" fmla="*/ 481013 w 2543175"/>
                <a:gd name="connsiteY33" fmla="*/ 342900 h 1890712"/>
                <a:gd name="connsiteX34" fmla="*/ 490538 w 2543175"/>
                <a:gd name="connsiteY34" fmla="*/ 352425 h 1890712"/>
                <a:gd name="connsiteX35" fmla="*/ 495300 w 2543175"/>
                <a:gd name="connsiteY35" fmla="*/ 359569 h 1890712"/>
                <a:gd name="connsiteX36" fmla="*/ 509588 w 2543175"/>
                <a:gd name="connsiteY36" fmla="*/ 376237 h 1890712"/>
                <a:gd name="connsiteX37" fmla="*/ 514350 w 2543175"/>
                <a:gd name="connsiteY37" fmla="*/ 383381 h 1890712"/>
                <a:gd name="connsiteX38" fmla="*/ 531019 w 2543175"/>
                <a:gd name="connsiteY38" fmla="*/ 397669 h 1890712"/>
                <a:gd name="connsiteX39" fmla="*/ 538163 w 2543175"/>
                <a:gd name="connsiteY39" fmla="*/ 407194 h 1890712"/>
                <a:gd name="connsiteX40" fmla="*/ 554832 w 2543175"/>
                <a:gd name="connsiteY40" fmla="*/ 421481 h 1890712"/>
                <a:gd name="connsiteX41" fmla="*/ 564357 w 2543175"/>
                <a:gd name="connsiteY41" fmla="*/ 431006 h 1890712"/>
                <a:gd name="connsiteX42" fmla="*/ 573882 w 2543175"/>
                <a:gd name="connsiteY42" fmla="*/ 438150 h 1890712"/>
                <a:gd name="connsiteX43" fmla="*/ 595313 w 2543175"/>
                <a:gd name="connsiteY43" fmla="*/ 454819 h 1890712"/>
                <a:gd name="connsiteX44" fmla="*/ 602457 w 2543175"/>
                <a:gd name="connsiteY44" fmla="*/ 457200 h 1890712"/>
                <a:gd name="connsiteX45" fmla="*/ 628650 w 2543175"/>
                <a:gd name="connsiteY45" fmla="*/ 469106 h 1890712"/>
                <a:gd name="connsiteX46" fmla="*/ 645319 w 2543175"/>
                <a:gd name="connsiteY46" fmla="*/ 483394 h 1890712"/>
                <a:gd name="connsiteX47" fmla="*/ 654844 w 2543175"/>
                <a:gd name="connsiteY47" fmla="*/ 488156 h 1890712"/>
                <a:gd name="connsiteX48" fmla="*/ 661988 w 2543175"/>
                <a:gd name="connsiteY48" fmla="*/ 497681 h 1890712"/>
                <a:gd name="connsiteX49" fmla="*/ 683419 w 2543175"/>
                <a:gd name="connsiteY49" fmla="*/ 514350 h 1890712"/>
                <a:gd name="connsiteX50" fmla="*/ 700088 w 2543175"/>
                <a:gd name="connsiteY50" fmla="*/ 526256 h 1890712"/>
                <a:gd name="connsiteX51" fmla="*/ 709613 w 2543175"/>
                <a:gd name="connsiteY51" fmla="*/ 535781 h 1890712"/>
                <a:gd name="connsiteX52" fmla="*/ 719138 w 2543175"/>
                <a:gd name="connsiteY52" fmla="*/ 542925 h 1890712"/>
                <a:gd name="connsiteX53" fmla="*/ 733425 w 2543175"/>
                <a:gd name="connsiteY53" fmla="*/ 557212 h 1890712"/>
                <a:gd name="connsiteX54" fmla="*/ 750094 w 2543175"/>
                <a:gd name="connsiteY54" fmla="*/ 569119 h 1890712"/>
                <a:gd name="connsiteX55" fmla="*/ 769144 w 2543175"/>
                <a:gd name="connsiteY55" fmla="*/ 581025 h 1890712"/>
                <a:gd name="connsiteX56" fmla="*/ 785813 w 2543175"/>
                <a:gd name="connsiteY56" fmla="*/ 590550 h 1890712"/>
                <a:gd name="connsiteX57" fmla="*/ 792957 w 2543175"/>
                <a:gd name="connsiteY57" fmla="*/ 600075 h 1890712"/>
                <a:gd name="connsiteX58" fmla="*/ 809625 w 2543175"/>
                <a:gd name="connsiteY58" fmla="*/ 611981 h 1890712"/>
                <a:gd name="connsiteX59" fmla="*/ 816769 w 2543175"/>
                <a:gd name="connsiteY59" fmla="*/ 619125 h 1890712"/>
                <a:gd name="connsiteX60" fmla="*/ 826294 w 2543175"/>
                <a:gd name="connsiteY60" fmla="*/ 626269 h 1890712"/>
                <a:gd name="connsiteX61" fmla="*/ 840582 w 2543175"/>
                <a:gd name="connsiteY61" fmla="*/ 638175 h 1890712"/>
                <a:gd name="connsiteX62" fmla="*/ 847725 w 2543175"/>
                <a:gd name="connsiteY62" fmla="*/ 645319 h 1890712"/>
                <a:gd name="connsiteX63" fmla="*/ 857250 w 2543175"/>
                <a:gd name="connsiteY63" fmla="*/ 652462 h 1890712"/>
                <a:gd name="connsiteX64" fmla="*/ 864394 w 2543175"/>
                <a:gd name="connsiteY64" fmla="*/ 657225 h 1890712"/>
                <a:gd name="connsiteX65" fmla="*/ 888207 w 2543175"/>
                <a:gd name="connsiteY65" fmla="*/ 676275 h 1890712"/>
                <a:gd name="connsiteX66" fmla="*/ 907257 w 2543175"/>
                <a:gd name="connsiteY66" fmla="*/ 683419 h 1890712"/>
                <a:gd name="connsiteX67" fmla="*/ 928688 w 2543175"/>
                <a:gd name="connsiteY67" fmla="*/ 695325 h 1890712"/>
                <a:gd name="connsiteX68" fmla="*/ 942975 w 2543175"/>
                <a:gd name="connsiteY68" fmla="*/ 700087 h 1890712"/>
                <a:gd name="connsiteX69" fmla="*/ 964407 w 2543175"/>
                <a:gd name="connsiteY69" fmla="*/ 716756 h 1890712"/>
                <a:gd name="connsiteX70" fmla="*/ 971550 w 2543175"/>
                <a:gd name="connsiteY70" fmla="*/ 723900 h 1890712"/>
                <a:gd name="connsiteX71" fmla="*/ 983457 w 2543175"/>
                <a:gd name="connsiteY71" fmla="*/ 733425 h 1890712"/>
                <a:gd name="connsiteX72" fmla="*/ 990600 w 2543175"/>
                <a:gd name="connsiteY72" fmla="*/ 738187 h 1890712"/>
                <a:gd name="connsiteX73" fmla="*/ 1007269 w 2543175"/>
                <a:gd name="connsiteY73" fmla="*/ 752475 h 1890712"/>
                <a:gd name="connsiteX74" fmla="*/ 1031082 w 2543175"/>
                <a:gd name="connsiteY74" fmla="*/ 766762 h 1890712"/>
                <a:gd name="connsiteX75" fmla="*/ 1042988 w 2543175"/>
                <a:gd name="connsiteY75" fmla="*/ 773906 h 1890712"/>
                <a:gd name="connsiteX76" fmla="*/ 1071563 w 2543175"/>
                <a:gd name="connsiteY76" fmla="*/ 785812 h 1890712"/>
                <a:gd name="connsiteX77" fmla="*/ 1097757 w 2543175"/>
                <a:gd name="connsiteY77" fmla="*/ 807244 h 1890712"/>
                <a:gd name="connsiteX78" fmla="*/ 1104900 w 2543175"/>
                <a:gd name="connsiteY78" fmla="*/ 814387 h 1890712"/>
                <a:gd name="connsiteX79" fmla="*/ 1121569 w 2543175"/>
                <a:gd name="connsiteY79" fmla="*/ 823912 h 1890712"/>
                <a:gd name="connsiteX80" fmla="*/ 1138238 w 2543175"/>
                <a:gd name="connsiteY80" fmla="*/ 835819 h 1890712"/>
                <a:gd name="connsiteX81" fmla="*/ 1147763 w 2543175"/>
                <a:gd name="connsiteY81" fmla="*/ 842962 h 1890712"/>
                <a:gd name="connsiteX82" fmla="*/ 1157288 w 2543175"/>
                <a:gd name="connsiteY82" fmla="*/ 847725 h 1890712"/>
                <a:gd name="connsiteX83" fmla="*/ 1178719 w 2543175"/>
                <a:gd name="connsiteY83" fmla="*/ 859631 h 1890712"/>
                <a:gd name="connsiteX84" fmla="*/ 1188244 w 2543175"/>
                <a:gd name="connsiteY84" fmla="*/ 866775 h 1890712"/>
                <a:gd name="connsiteX85" fmla="*/ 1195388 w 2543175"/>
                <a:gd name="connsiteY85" fmla="*/ 871537 h 1890712"/>
                <a:gd name="connsiteX86" fmla="*/ 1212057 w 2543175"/>
                <a:gd name="connsiteY86" fmla="*/ 883444 h 1890712"/>
                <a:gd name="connsiteX87" fmla="*/ 1226344 w 2543175"/>
                <a:gd name="connsiteY87" fmla="*/ 895350 h 1890712"/>
                <a:gd name="connsiteX88" fmla="*/ 1245394 w 2543175"/>
                <a:gd name="connsiteY88" fmla="*/ 907256 h 1890712"/>
                <a:gd name="connsiteX89" fmla="*/ 1254919 w 2543175"/>
                <a:gd name="connsiteY89" fmla="*/ 914400 h 1890712"/>
                <a:gd name="connsiteX90" fmla="*/ 1269207 w 2543175"/>
                <a:gd name="connsiteY90" fmla="*/ 921544 h 1890712"/>
                <a:gd name="connsiteX91" fmla="*/ 1290638 w 2543175"/>
                <a:gd name="connsiteY91" fmla="*/ 935831 h 1890712"/>
                <a:gd name="connsiteX92" fmla="*/ 1307307 w 2543175"/>
                <a:gd name="connsiteY92" fmla="*/ 952500 h 1890712"/>
                <a:gd name="connsiteX93" fmla="*/ 1333500 w 2543175"/>
                <a:gd name="connsiteY93" fmla="*/ 971550 h 1890712"/>
                <a:gd name="connsiteX94" fmla="*/ 1359694 w 2543175"/>
                <a:gd name="connsiteY94" fmla="*/ 990600 h 1890712"/>
                <a:gd name="connsiteX95" fmla="*/ 1385888 w 2543175"/>
                <a:gd name="connsiteY95" fmla="*/ 1021557 h 1890712"/>
                <a:gd name="connsiteX96" fmla="*/ 1435894 w 2543175"/>
                <a:gd name="connsiteY96" fmla="*/ 1054894 h 1890712"/>
                <a:gd name="connsiteX97" fmla="*/ 1497806 w 2543175"/>
                <a:gd name="connsiteY97" fmla="*/ 1104900 h 1890712"/>
                <a:gd name="connsiteX98" fmla="*/ 1559718 w 2543175"/>
                <a:gd name="connsiteY98" fmla="*/ 1154906 h 1890712"/>
                <a:gd name="connsiteX99" fmla="*/ 1595438 w 2543175"/>
                <a:gd name="connsiteY99" fmla="*/ 1181100 h 1890712"/>
                <a:gd name="connsiteX100" fmla="*/ 1628775 w 2543175"/>
                <a:gd name="connsiteY100" fmla="*/ 1207294 h 1890712"/>
                <a:gd name="connsiteX101" fmla="*/ 1662113 w 2543175"/>
                <a:gd name="connsiteY101" fmla="*/ 1231107 h 1890712"/>
                <a:gd name="connsiteX102" fmla="*/ 1700213 w 2543175"/>
                <a:gd name="connsiteY102" fmla="*/ 1247775 h 1890712"/>
                <a:gd name="connsiteX103" fmla="*/ 1712119 w 2543175"/>
                <a:gd name="connsiteY103" fmla="*/ 1259681 h 1890712"/>
                <a:gd name="connsiteX104" fmla="*/ 1733550 w 2543175"/>
                <a:gd name="connsiteY104" fmla="*/ 1273969 h 1890712"/>
                <a:gd name="connsiteX105" fmla="*/ 1743075 w 2543175"/>
                <a:gd name="connsiteY105" fmla="*/ 1283494 h 1890712"/>
                <a:gd name="connsiteX106" fmla="*/ 1754982 w 2543175"/>
                <a:gd name="connsiteY106" fmla="*/ 1290637 h 1890712"/>
                <a:gd name="connsiteX107" fmla="*/ 1766888 w 2543175"/>
                <a:gd name="connsiteY107" fmla="*/ 1300162 h 1890712"/>
                <a:gd name="connsiteX108" fmla="*/ 1783557 w 2543175"/>
                <a:gd name="connsiteY108" fmla="*/ 1307306 h 1890712"/>
                <a:gd name="connsiteX109" fmla="*/ 1790700 w 2543175"/>
                <a:gd name="connsiteY109" fmla="*/ 1312069 h 1890712"/>
                <a:gd name="connsiteX110" fmla="*/ 1800225 w 2543175"/>
                <a:gd name="connsiteY110" fmla="*/ 1319212 h 1890712"/>
                <a:gd name="connsiteX111" fmla="*/ 1807369 w 2543175"/>
                <a:gd name="connsiteY111" fmla="*/ 1321594 h 1890712"/>
                <a:gd name="connsiteX112" fmla="*/ 1824038 w 2543175"/>
                <a:gd name="connsiteY112" fmla="*/ 1333500 h 1890712"/>
                <a:gd name="connsiteX113" fmla="*/ 1843088 w 2543175"/>
                <a:gd name="connsiteY113" fmla="*/ 1352550 h 1890712"/>
                <a:gd name="connsiteX114" fmla="*/ 1852613 w 2543175"/>
                <a:gd name="connsiteY114" fmla="*/ 1359694 h 1890712"/>
                <a:gd name="connsiteX115" fmla="*/ 1859757 w 2543175"/>
                <a:gd name="connsiteY115" fmla="*/ 1366837 h 1890712"/>
                <a:gd name="connsiteX116" fmla="*/ 1869282 w 2543175"/>
                <a:gd name="connsiteY116" fmla="*/ 1371600 h 1890712"/>
                <a:gd name="connsiteX117" fmla="*/ 1883569 w 2543175"/>
                <a:gd name="connsiteY117" fmla="*/ 1388269 h 1890712"/>
                <a:gd name="connsiteX118" fmla="*/ 1893094 w 2543175"/>
                <a:gd name="connsiteY118" fmla="*/ 1395412 h 1890712"/>
                <a:gd name="connsiteX119" fmla="*/ 1902619 w 2543175"/>
                <a:gd name="connsiteY119" fmla="*/ 1404937 h 1890712"/>
                <a:gd name="connsiteX120" fmla="*/ 1912144 w 2543175"/>
                <a:gd name="connsiteY120" fmla="*/ 1409700 h 1890712"/>
                <a:gd name="connsiteX121" fmla="*/ 1931194 w 2543175"/>
                <a:gd name="connsiteY121" fmla="*/ 1421606 h 1890712"/>
                <a:gd name="connsiteX122" fmla="*/ 1935957 w 2543175"/>
                <a:gd name="connsiteY122" fmla="*/ 1428750 h 1890712"/>
                <a:gd name="connsiteX123" fmla="*/ 1952625 w 2543175"/>
                <a:gd name="connsiteY123" fmla="*/ 1438275 h 1890712"/>
                <a:gd name="connsiteX124" fmla="*/ 1971675 w 2543175"/>
                <a:gd name="connsiteY124" fmla="*/ 1450181 h 1890712"/>
                <a:gd name="connsiteX125" fmla="*/ 1981200 w 2543175"/>
                <a:gd name="connsiteY125" fmla="*/ 1454944 h 1890712"/>
                <a:gd name="connsiteX126" fmla="*/ 1997869 w 2543175"/>
                <a:gd name="connsiteY126" fmla="*/ 1471612 h 1890712"/>
                <a:gd name="connsiteX127" fmla="*/ 2007394 w 2543175"/>
                <a:gd name="connsiteY127" fmla="*/ 1478756 h 1890712"/>
                <a:gd name="connsiteX128" fmla="*/ 2016919 w 2543175"/>
                <a:gd name="connsiteY128" fmla="*/ 1483519 h 1890712"/>
                <a:gd name="connsiteX129" fmla="*/ 2024063 w 2543175"/>
                <a:gd name="connsiteY129" fmla="*/ 1490662 h 1890712"/>
                <a:gd name="connsiteX130" fmla="*/ 2033588 w 2543175"/>
                <a:gd name="connsiteY130" fmla="*/ 1495425 h 1890712"/>
                <a:gd name="connsiteX131" fmla="*/ 2040732 w 2543175"/>
                <a:gd name="connsiteY131" fmla="*/ 1502569 h 1890712"/>
                <a:gd name="connsiteX132" fmla="*/ 2047875 w 2543175"/>
                <a:gd name="connsiteY132" fmla="*/ 1507331 h 1890712"/>
                <a:gd name="connsiteX133" fmla="*/ 2057400 w 2543175"/>
                <a:gd name="connsiteY133" fmla="*/ 1514475 h 1890712"/>
                <a:gd name="connsiteX134" fmla="*/ 2064544 w 2543175"/>
                <a:gd name="connsiteY134" fmla="*/ 1519237 h 1890712"/>
                <a:gd name="connsiteX135" fmla="*/ 2071688 w 2543175"/>
                <a:gd name="connsiteY135" fmla="*/ 1526381 h 1890712"/>
                <a:gd name="connsiteX136" fmla="*/ 2081213 w 2543175"/>
                <a:gd name="connsiteY136" fmla="*/ 1531144 h 1890712"/>
                <a:gd name="connsiteX137" fmla="*/ 2090738 w 2543175"/>
                <a:gd name="connsiteY137" fmla="*/ 1538287 h 1890712"/>
                <a:gd name="connsiteX138" fmla="*/ 2109788 w 2543175"/>
                <a:gd name="connsiteY138" fmla="*/ 1547812 h 1890712"/>
                <a:gd name="connsiteX139" fmla="*/ 2131219 w 2543175"/>
                <a:gd name="connsiteY139" fmla="*/ 1562100 h 1890712"/>
                <a:gd name="connsiteX140" fmla="*/ 2140744 w 2543175"/>
                <a:gd name="connsiteY140" fmla="*/ 1566862 h 1890712"/>
                <a:gd name="connsiteX141" fmla="*/ 2152650 w 2543175"/>
                <a:gd name="connsiteY141" fmla="*/ 1576387 h 1890712"/>
                <a:gd name="connsiteX142" fmla="*/ 2181225 w 2543175"/>
                <a:gd name="connsiteY142" fmla="*/ 1590675 h 1890712"/>
                <a:gd name="connsiteX143" fmla="*/ 2200275 w 2543175"/>
                <a:gd name="connsiteY143" fmla="*/ 1607344 h 1890712"/>
                <a:gd name="connsiteX144" fmla="*/ 2207419 w 2543175"/>
                <a:gd name="connsiteY144" fmla="*/ 1612106 h 1890712"/>
                <a:gd name="connsiteX145" fmla="*/ 2216944 w 2543175"/>
                <a:gd name="connsiteY145" fmla="*/ 1619250 h 1890712"/>
                <a:gd name="connsiteX146" fmla="*/ 2247900 w 2543175"/>
                <a:gd name="connsiteY146" fmla="*/ 1643062 h 1890712"/>
                <a:gd name="connsiteX147" fmla="*/ 2281238 w 2543175"/>
                <a:gd name="connsiteY147" fmla="*/ 1674019 h 1890712"/>
                <a:gd name="connsiteX148" fmla="*/ 2312194 w 2543175"/>
                <a:gd name="connsiteY148" fmla="*/ 1702594 h 1890712"/>
                <a:gd name="connsiteX149" fmla="*/ 2369344 w 2543175"/>
                <a:gd name="connsiteY149" fmla="*/ 1757363 h 1890712"/>
                <a:gd name="connsiteX150" fmla="*/ 2428876 w 2543175"/>
                <a:gd name="connsiteY150" fmla="*/ 1785938 h 1890712"/>
                <a:gd name="connsiteX151" fmla="*/ 2469356 w 2543175"/>
                <a:gd name="connsiteY151" fmla="*/ 1816894 h 1890712"/>
                <a:gd name="connsiteX152" fmla="*/ 2514600 w 2543175"/>
                <a:gd name="connsiteY152" fmla="*/ 1850231 h 1890712"/>
                <a:gd name="connsiteX153" fmla="*/ 2519363 w 2543175"/>
                <a:gd name="connsiteY153" fmla="*/ 1857375 h 1890712"/>
                <a:gd name="connsiteX154" fmla="*/ 2540794 w 2543175"/>
                <a:gd name="connsiteY154" fmla="*/ 1883569 h 1890712"/>
                <a:gd name="connsiteX155" fmla="*/ 2543175 w 2543175"/>
                <a:gd name="connsiteY155" fmla="*/ 1890712 h 1890712"/>
                <a:gd name="connsiteX0" fmla="*/ 0 w 2543175"/>
                <a:gd name="connsiteY0" fmla="*/ 0 h 1890712"/>
                <a:gd name="connsiteX1" fmla="*/ 11907 w 2543175"/>
                <a:gd name="connsiteY1" fmla="*/ 11906 h 1890712"/>
                <a:gd name="connsiteX2" fmla="*/ 21432 w 2543175"/>
                <a:gd name="connsiteY2" fmla="*/ 16669 h 1890712"/>
                <a:gd name="connsiteX3" fmla="*/ 23813 w 2543175"/>
                <a:gd name="connsiteY3" fmla="*/ 23812 h 1890712"/>
                <a:gd name="connsiteX4" fmla="*/ 33338 w 2543175"/>
                <a:gd name="connsiteY4" fmla="*/ 33337 h 1890712"/>
                <a:gd name="connsiteX5" fmla="*/ 40482 w 2543175"/>
                <a:gd name="connsiteY5" fmla="*/ 42862 h 1890712"/>
                <a:gd name="connsiteX6" fmla="*/ 47625 w 2543175"/>
                <a:gd name="connsiteY6" fmla="*/ 47625 h 1890712"/>
                <a:gd name="connsiteX7" fmla="*/ 57150 w 2543175"/>
                <a:gd name="connsiteY7" fmla="*/ 54769 h 1890712"/>
                <a:gd name="connsiteX8" fmla="*/ 64294 w 2543175"/>
                <a:gd name="connsiteY8" fmla="*/ 59531 h 1890712"/>
                <a:gd name="connsiteX9" fmla="*/ 83344 w 2543175"/>
                <a:gd name="connsiteY9" fmla="*/ 73819 h 1890712"/>
                <a:gd name="connsiteX10" fmla="*/ 97632 w 2543175"/>
                <a:gd name="connsiteY10" fmla="*/ 80962 h 1890712"/>
                <a:gd name="connsiteX11" fmla="*/ 104775 w 2543175"/>
                <a:gd name="connsiteY11" fmla="*/ 85725 h 1890712"/>
                <a:gd name="connsiteX12" fmla="*/ 114300 w 2543175"/>
                <a:gd name="connsiteY12" fmla="*/ 95250 h 1890712"/>
                <a:gd name="connsiteX13" fmla="*/ 123825 w 2543175"/>
                <a:gd name="connsiteY13" fmla="*/ 97631 h 1890712"/>
                <a:gd name="connsiteX14" fmla="*/ 130969 w 2543175"/>
                <a:gd name="connsiteY14" fmla="*/ 104775 h 1890712"/>
                <a:gd name="connsiteX15" fmla="*/ 140494 w 2543175"/>
                <a:gd name="connsiteY15" fmla="*/ 111919 h 1890712"/>
                <a:gd name="connsiteX16" fmla="*/ 147638 w 2543175"/>
                <a:gd name="connsiteY16" fmla="*/ 116681 h 1890712"/>
                <a:gd name="connsiteX17" fmla="*/ 164307 w 2543175"/>
                <a:gd name="connsiteY17" fmla="*/ 128587 h 1890712"/>
                <a:gd name="connsiteX18" fmla="*/ 180975 w 2543175"/>
                <a:gd name="connsiteY18" fmla="*/ 140494 h 1890712"/>
                <a:gd name="connsiteX19" fmla="*/ 197644 w 2543175"/>
                <a:gd name="connsiteY19" fmla="*/ 152400 h 1890712"/>
                <a:gd name="connsiteX20" fmla="*/ 204788 w 2543175"/>
                <a:gd name="connsiteY20" fmla="*/ 157162 h 1890712"/>
                <a:gd name="connsiteX21" fmla="*/ 214313 w 2543175"/>
                <a:gd name="connsiteY21" fmla="*/ 164306 h 1890712"/>
                <a:gd name="connsiteX22" fmla="*/ 230982 w 2543175"/>
                <a:gd name="connsiteY22" fmla="*/ 180975 h 1890712"/>
                <a:gd name="connsiteX23" fmla="*/ 247650 w 2543175"/>
                <a:gd name="connsiteY23" fmla="*/ 185737 h 1890712"/>
                <a:gd name="connsiteX24" fmla="*/ 300038 w 2543175"/>
                <a:gd name="connsiteY24" fmla="*/ 219075 h 1890712"/>
                <a:gd name="connsiteX25" fmla="*/ 342900 w 2543175"/>
                <a:gd name="connsiteY25" fmla="*/ 254794 h 1890712"/>
                <a:gd name="connsiteX26" fmla="*/ 366713 w 2543175"/>
                <a:gd name="connsiteY26" fmla="*/ 264319 h 1890712"/>
                <a:gd name="connsiteX27" fmla="*/ 371475 w 2543175"/>
                <a:gd name="connsiteY27" fmla="*/ 271462 h 1890712"/>
                <a:gd name="connsiteX28" fmla="*/ 385763 w 2543175"/>
                <a:gd name="connsiteY28" fmla="*/ 283369 h 1890712"/>
                <a:gd name="connsiteX29" fmla="*/ 404813 w 2543175"/>
                <a:gd name="connsiteY29" fmla="*/ 295275 h 1890712"/>
                <a:gd name="connsiteX30" fmla="*/ 411957 w 2543175"/>
                <a:gd name="connsiteY30" fmla="*/ 297656 h 1890712"/>
                <a:gd name="connsiteX31" fmla="*/ 466725 w 2543175"/>
                <a:gd name="connsiteY31" fmla="*/ 328612 h 1890712"/>
                <a:gd name="connsiteX32" fmla="*/ 476250 w 2543175"/>
                <a:gd name="connsiteY32" fmla="*/ 335756 h 1890712"/>
                <a:gd name="connsiteX33" fmla="*/ 481013 w 2543175"/>
                <a:gd name="connsiteY33" fmla="*/ 342900 h 1890712"/>
                <a:gd name="connsiteX34" fmla="*/ 490538 w 2543175"/>
                <a:gd name="connsiteY34" fmla="*/ 352425 h 1890712"/>
                <a:gd name="connsiteX35" fmla="*/ 495300 w 2543175"/>
                <a:gd name="connsiteY35" fmla="*/ 359569 h 1890712"/>
                <a:gd name="connsiteX36" fmla="*/ 509588 w 2543175"/>
                <a:gd name="connsiteY36" fmla="*/ 376237 h 1890712"/>
                <a:gd name="connsiteX37" fmla="*/ 514350 w 2543175"/>
                <a:gd name="connsiteY37" fmla="*/ 383381 h 1890712"/>
                <a:gd name="connsiteX38" fmla="*/ 531019 w 2543175"/>
                <a:gd name="connsiteY38" fmla="*/ 397669 h 1890712"/>
                <a:gd name="connsiteX39" fmla="*/ 538163 w 2543175"/>
                <a:gd name="connsiteY39" fmla="*/ 407194 h 1890712"/>
                <a:gd name="connsiteX40" fmla="*/ 554832 w 2543175"/>
                <a:gd name="connsiteY40" fmla="*/ 421481 h 1890712"/>
                <a:gd name="connsiteX41" fmla="*/ 564357 w 2543175"/>
                <a:gd name="connsiteY41" fmla="*/ 431006 h 1890712"/>
                <a:gd name="connsiteX42" fmla="*/ 573882 w 2543175"/>
                <a:gd name="connsiteY42" fmla="*/ 438150 h 1890712"/>
                <a:gd name="connsiteX43" fmla="*/ 595313 w 2543175"/>
                <a:gd name="connsiteY43" fmla="*/ 454819 h 1890712"/>
                <a:gd name="connsiteX44" fmla="*/ 602457 w 2543175"/>
                <a:gd name="connsiteY44" fmla="*/ 457200 h 1890712"/>
                <a:gd name="connsiteX45" fmla="*/ 628650 w 2543175"/>
                <a:gd name="connsiteY45" fmla="*/ 469106 h 1890712"/>
                <a:gd name="connsiteX46" fmla="*/ 645319 w 2543175"/>
                <a:gd name="connsiteY46" fmla="*/ 483394 h 1890712"/>
                <a:gd name="connsiteX47" fmla="*/ 654844 w 2543175"/>
                <a:gd name="connsiteY47" fmla="*/ 488156 h 1890712"/>
                <a:gd name="connsiteX48" fmla="*/ 661988 w 2543175"/>
                <a:gd name="connsiteY48" fmla="*/ 497681 h 1890712"/>
                <a:gd name="connsiteX49" fmla="*/ 683419 w 2543175"/>
                <a:gd name="connsiteY49" fmla="*/ 514350 h 1890712"/>
                <a:gd name="connsiteX50" fmla="*/ 700088 w 2543175"/>
                <a:gd name="connsiteY50" fmla="*/ 526256 h 1890712"/>
                <a:gd name="connsiteX51" fmla="*/ 709613 w 2543175"/>
                <a:gd name="connsiteY51" fmla="*/ 535781 h 1890712"/>
                <a:gd name="connsiteX52" fmla="*/ 719138 w 2543175"/>
                <a:gd name="connsiteY52" fmla="*/ 542925 h 1890712"/>
                <a:gd name="connsiteX53" fmla="*/ 733425 w 2543175"/>
                <a:gd name="connsiteY53" fmla="*/ 557212 h 1890712"/>
                <a:gd name="connsiteX54" fmla="*/ 750094 w 2543175"/>
                <a:gd name="connsiteY54" fmla="*/ 569119 h 1890712"/>
                <a:gd name="connsiteX55" fmla="*/ 769144 w 2543175"/>
                <a:gd name="connsiteY55" fmla="*/ 581025 h 1890712"/>
                <a:gd name="connsiteX56" fmla="*/ 785813 w 2543175"/>
                <a:gd name="connsiteY56" fmla="*/ 590550 h 1890712"/>
                <a:gd name="connsiteX57" fmla="*/ 792957 w 2543175"/>
                <a:gd name="connsiteY57" fmla="*/ 600075 h 1890712"/>
                <a:gd name="connsiteX58" fmla="*/ 809625 w 2543175"/>
                <a:gd name="connsiteY58" fmla="*/ 611981 h 1890712"/>
                <a:gd name="connsiteX59" fmla="*/ 816769 w 2543175"/>
                <a:gd name="connsiteY59" fmla="*/ 619125 h 1890712"/>
                <a:gd name="connsiteX60" fmla="*/ 826294 w 2543175"/>
                <a:gd name="connsiteY60" fmla="*/ 626269 h 1890712"/>
                <a:gd name="connsiteX61" fmla="*/ 840582 w 2543175"/>
                <a:gd name="connsiteY61" fmla="*/ 638175 h 1890712"/>
                <a:gd name="connsiteX62" fmla="*/ 847725 w 2543175"/>
                <a:gd name="connsiteY62" fmla="*/ 645319 h 1890712"/>
                <a:gd name="connsiteX63" fmla="*/ 857250 w 2543175"/>
                <a:gd name="connsiteY63" fmla="*/ 652462 h 1890712"/>
                <a:gd name="connsiteX64" fmla="*/ 888207 w 2543175"/>
                <a:gd name="connsiteY64" fmla="*/ 676275 h 1890712"/>
                <a:gd name="connsiteX65" fmla="*/ 907257 w 2543175"/>
                <a:gd name="connsiteY65" fmla="*/ 683419 h 1890712"/>
                <a:gd name="connsiteX66" fmla="*/ 928688 w 2543175"/>
                <a:gd name="connsiteY66" fmla="*/ 695325 h 1890712"/>
                <a:gd name="connsiteX67" fmla="*/ 942975 w 2543175"/>
                <a:gd name="connsiteY67" fmla="*/ 700087 h 1890712"/>
                <a:gd name="connsiteX68" fmla="*/ 964407 w 2543175"/>
                <a:gd name="connsiteY68" fmla="*/ 716756 h 1890712"/>
                <a:gd name="connsiteX69" fmla="*/ 971550 w 2543175"/>
                <a:gd name="connsiteY69" fmla="*/ 723900 h 1890712"/>
                <a:gd name="connsiteX70" fmla="*/ 983457 w 2543175"/>
                <a:gd name="connsiteY70" fmla="*/ 733425 h 1890712"/>
                <a:gd name="connsiteX71" fmla="*/ 990600 w 2543175"/>
                <a:gd name="connsiteY71" fmla="*/ 738187 h 1890712"/>
                <a:gd name="connsiteX72" fmla="*/ 1007269 w 2543175"/>
                <a:gd name="connsiteY72" fmla="*/ 752475 h 1890712"/>
                <a:gd name="connsiteX73" fmla="*/ 1031082 w 2543175"/>
                <a:gd name="connsiteY73" fmla="*/ 766762 h 1890712"/>
                <a:gd name="connsiteX74" fmla="*/ 1042988 w 2543175"/>
                <a:gd name="connsiteY74" fmla="*/ 773906 h 1890712"/>
                <a:gd name="connsiteX75" fmla="*/ 1071563 w 2543175"/>
                <a:gd name="connsiteY75" fmla="*/ 785812 h 1890712"/>
                <a:gd name="connsiteX76" fmla="*/ 1097757 w 2543175"/>
                <a:gd name="connsiteY76" fmla="*/ 807244 h 1890712"/>
                <a:gd name="connsiteX77" fmla="*/ 1104900 w 2543175"/>
                <a:gd name="connsiteY77" fmla="*/ 814387 h 1890712"/>
                <a:gd name="connsiteX78" fmla="*/ 1121569 w 2543175"/>
                <a:gd name="connsiteY78" fmla="*/ 823912 h 1890712"/>
                <a:gd name="connsiteX79" fmla="*/ 1138238 w 2543175"/>
                <a:gd name="connsiteY79" fmla="*/ 835819 h 1890712"/>
                <a:gd name="connsiteX80" fmla="*/ 1147763 w 2543175"/>
                <a:gd name="connsiteY80" fmla="*/ 842962 h 1890712"/>
                <a:gd name="connsiteX81" fmla="*/ 1157288 w 2543175"/>
                <a:gd name="connsiteY81" fmla="*/ 847725 h 1890712"/>
                <a:gd name="connsiteX82" fmla="*/ 1178719 w 2543175"/>
                <a:gd name="connsiteY82" fmla="*/ 859631 h 1890712"/>
                <a:gd name="connsiteX83" fmla="*/ 1188244 w 2543175"/>
                <a:gd name="connsiteY83" fmla="*/ 866775 h 1890712"/>
                <a:gd name="connsiteX84" fmla="*/ 1195388 w 2543175"/>
                <a:gd name="connsiteY84" fmla="*/ 871537 h 1890712"/>
                <a:gd name="connsiteX85" fmla="*/ 1212057 w 2543175"/>
                <a:gd name="connsiteY85" fmla="*/ 883444 h 1890712"/>
                <a:gd name="connsiteX86" fmla="*/ 1226344 w 2543175"/>
                <a:gd name="connsiteY86" fmla="*/ 895350 h 1890712"/>
                <a:gd name="connsiteX87" fmla="*/ 1245394 w 2543175"/>
                <a:gd name="connsiteY87" fmla="*/ 907256 h 1890712"/>
                <a:gd name="connsiteX88" fmla="*/ 1254919 w 2543175"/>
                <a:gd name="connsiteY88" fmla="*/ 914400 h 1890712"/>
                <a:gd name="connsiteX89" fmla="*/ 1269207 w 2543175"/>
                <a:gd name="connsiteY89" fmla="*/ 921544 h 1890712"/>
                <a:gd name="connsiteX90" fmla="*/ 1290638 w 2543175"/>
                <a:gd name="connsiteY90" fmla="*/ 935831 h 1890712"/>
                <a:gd name="connsiteX91" fmla="*/ 1307307 w 2543175"/>
                <a:gd name="connsiteY91" fmla="*/ 952500 h 1890712"/>
                <a:gd name="connsiteX92" fmla="*/ 1333500 w 2543175"/>
                <a:gd name="connsiteY92" fmla="*/ 971550 h 1890712"/>
                <a:gd name="connsiteX93" fmla="*/ 1359694 w 2543175"/>
                <a:gd name="connsiteY93" fmla="*/ 990600 h 1890712"/>
                <a:gd name="connsiteX94" fmla="*/ 1385888 w 2543175"/>
                <a:gd name="connsiteY94" fmla="*/ 1021557 h 1890712"/>
                <a:gd name="connsiteX95" fmla="*/ 1435894 w 2543175"/>
                <a:gd name="connsiteY95" fmla="*/ 1054894 h 1890712"/>
                <a:gd name="connsiteX96" fmla="*/ 1497806 w 2543175"/>
                <a:gd name="connsiteY96" fmla="*/ 1104900 h 1890712"/>
                <a:gd name="connsiteX97" fmla="*/ 1559718 w 2543175"/>
                <a:gd name="connsiteY97" fmla="*/ 1154906 h 1890712"/>
                <a:gd name="connsiteX98" fmla="*/ 1595438 w 2543175"/>
                <a:gd name="connsiteY98" fmla="*/ 1181100 h 1890712"/>
                <a:gd name="connsiteX99" fmla="*/ 1628775 w 2543175"/>
                <a:gd name="connsiteY99" fmla="*/ 1207294 h 1890712"/>
                <a:gd name="connsiteX100" fmla="*/ 1662113 w 2543175"/>
                <a:gd name="connsiteY100" fmla="*/ 1231107 h 1890712"/>
                <a:gd name="connsiteX101" fmla="*/ 1700213 w 2543175"/>
                <a:gd name="connsiteY101" fmla="*/ 1247775 h 1890712"/>
                <a:gd name="connsiteX102" fmla="*/ 1712119 w 2543175"/>
                <a:gd name="connsiteY102" fmla="*/ 1259681 h 1890712"/>
                <a:gd name="connsiteX103" fmla="*/ 1733550 w 2543175"/>
                <a:gd name="connsiteY103" fmla="*/ 1273969 h 1890712"/>
                <a:gd name="connsiteX104" fmla="*/ 1743075 w 2543175"/>
                <a:gd name="connsiteY104" fmla="*/ 1283494 h 1890712"/>
                <a:gd name="connsiteX105" fmla="*/ 1754982 w 2543175"/>
                <a:gd name="connsiteY105" fmla="*/ 1290637 h 1890712"/>
                <a:gd name="connsiteX106" fmla="*/ 1766888 w 2543175"/>
                <a:gd name="connsiteY106" fmla="*/ 1300162 h 1890712"/>
                <a:gd name="connsiteX107" fmla="*/ 1783557 w 2543175"/>
                <a:gd name="connsiteY107" fmla="*/ 1307306 h 1890712"/>
                <a:gd name="connsiteX108" fmla="*/ 1790700 w 2543175"/>
                <a:gd name="connsiteY108" fmla="*/ 1312069 h 1890712"/>
                <a:gd name="connsiteX109" fmla="*/ 1800225 w 2543175"/>
                <a:gd name="connsiteY109" fmla="*/ 1319212 h 1890712"/>
                <a:gd name="connsiteX110" fmla="*/ 1807369 w 2543175"/>
                <a:gd name="connsiteY110" fmla="*/ 1321594 h 1890712"/>
                <a:gd name="connsiteX111" fmla="*/ 1824038 w 2543175"/>
                <a:gd name="connsiteY111" fmla="*/ 1333500 h 1890712"/>
                <a:gd name="connsiteX112" fmla="*/ 1843088 w 2543175"/>
                <a:gd name="connsiteY112" fmla="*/ 1352550 h 1890712"/>
                <a:gd name="connsiteX113" fmla="*/ 1852613 w 2543175"/>
                <a:gd name="connsiteY113" fmla="*/ 1359694 h 1890712"/>
                <a:gd name="connsiteX114" fmla="*/ 1859757 w 2543175"/>
                <a:gd name="connsiteY114" fmla="*/ 1366837 h 1890712"/>
                <a:gd name="connsiteX115" fmla="*/ 1869282 w 2543175"/>
                <a:gd name="connsiteY115" fmla="*/ 1371600 h 1890712"/>
                <a:gd name="connsiteX116" fmla="*/ 1883569 w 2543175"/>
                <a:gd name="connsiteY116" fmla="*/ 1388269 h 1890712"/>
                <a:gd name="connsiteX117" fmla="*/ 1893094 w 2543175"/>
                <a:gd name="connsiteY117" fmla="*/ 1395412 h 1890712"/>
                <a:gd name="connsiteX118" fmla="*/ 1902619 w 2543175"/>
                <a:gd name="connsiteY118" fmla="*/ 1404937 h 1890712"/>
                <a:gd name="connsiteX119" fmla="*/ 1912144 w 2543175"/>
                <a:gd name="connsiteY119" fmla="*/ 1409700 h 1890712"/>
                <a:gd name="connsiteX120" fmla="*/ 1931194 w 2543175"/>
                <a:gd name="connsiteY120" fmla="*/ 1421606 h 1890712"/>
                <a:gd name="connsiteX121" fmla="*/ 1935957 w 2543175"/>
                <a:gd name="connsiteY121" fmla="*/ 1428750 h 1890712"/>
                <a:gd name="connsiteX122" fmla="*/ 1952625 w 2543175"/>
                <a:gd name="connsiteY122" fmla="*/ 1438275 h 1890712"/>
                <a:gd name="connsiteX123" fmla="*/ 1971675 w 2543175"/>
                <a:gd name="connsiteY123" fmla="*/ 1450181 h 1890712"/>
                <a:gd name="connsiteX124" fmla="*/ 1981200 w 2543175"/>
                <a:gd name="connsiteY124" fmla="*/ 1454944 h 1890712"/>
                <a:gd name="connsiteX125" fmla="*/ 1997869 w 2543175"/>
                <a:gd name="connsiteY125" fmla="*/ 1471612 h 1890712"/>
                <a:gd name="connsiteX126" fmla="*/ 2007394 w 2543175"/>
                <a:gd name="connsiteY126" fmla="*/ 1478756 h 1890712"/>
                <a:gd name="connsiteX127" fmla="*/ 2016919 w 2543175"/>
                <a:gd name="connsiteY127" fmla="*/ 1483519 h 1890712"/>
                <a:gd name="connsiteX128" fmla="*/ 2024063 w 2543175"/>
                <a:gd name="connsiteY128" fmla="*/ 1490662 h 1890712"/>
                <a:gd name="connsiteX129" fmla="*/ 2033588 w 2543175"/>
                <a:gd name="connsiteY129" fmla="*/ 1495425 h 1890712"/>
                <a:gd name="connsiteX130" fmla="*/ 2040732 w 2543175"/>
                <a:gd name="connsiteY130" fmla="*/ 1502569 h 1890712"/>
                <a:gd name="connsiteX131" fmla="*/ 2047875 w 2543175"/>
                <a:gd name="connsiteY131" fmla="*/ 1507331 h 1890712"/>
                <a:gd name="connsiteX132" fmla="*/ 2057400 w 2543175"/>
                <a:gd name="connsiteY132" fmla="*/ 1514475 h 1890712"/>
                <a:gd name="connsiteX133" fmla="*/ 2064544 w 2543175"/>
                <a:gd name="connsiteY133" fmla="*/ 1519237 h 1890712"/>
                <a:gd name="connsiteX134" fmla="*/ 2071688 w 2543175"/>
                <a:gd name="connsiteY134" fmla="*/ 1526381 h 1890712"/>
                <a:gd name="connsiteX135" fmla="*/ 2081213 w 2543175"/>
                <a:gd name="connsiteY135" fmla="*/ 1531144 h 1890712"/>
                <a:gd name="connsiteX136" fmla="*/ 2090738 w 2543175"/>
                <a:gd name="connsiteY136" fmla="*/ 1538287 h 1890712"/>
                <a:gd name="connsiteX137" fmla="*/ 2109788 w 2543175"/>
                <a:gd name="connsiteY137" fmla="*/ 1547812 h 1890712"/>
                <a:gd name="connsiteX138" fmla="*/ 2131219 w 2543175"/>
                <a:gd name="connsiteY138" fmla="*/ 1562100 h 1890712"/>
                <a:gd name="connsiteX139" fmla="*/ 2140744 w 2543175"/>
                <a:gd name="connsiteY139" fmla="*/ 1566862 h 1890712"/>
                <a:gd name="connsiteX140" fmla="*/ 2152650 w 2543175"/>
                <a:gd name="connsiteY140" fmla="*/ 1576387 h 1890712"/>
                <a:gd name="connsiteX141" fmla="*/ 2181225 w 2543175"/>
                <a:gd name="connsiteY141" fmla="*/ 1590675 h 1890712"/>
                <a:gd name="connsiteX142" fmla="*/ 2200275 w 2543175"/>
                <a:gd name="connsiteY142" fmla="*/ 1607344 h 1890712"/>
                <a:gd name="connsiteX143" fmla="*/ 2207419 w 2543175"/>
                <a:gd name="connsiteY143" fmla="*/ 1612106 h 1890712"/>
                <a:gd name="connsiteX144" fmla="*/ 2216944 w 2543175"/>
                <a:gd name="connsiteY144" fmla="*/ 1619250 h 1890712"/>
                <a:gd name="connsiteX145" fmla="*/ 2247900 w 2543175"/>
                <a:gd name="connsiteY145" fmla="*/ 1643062 h 1890712"/>
                <a:gd name="connsiteX146" fmla="*/ 2281238 w 2543175"/>
                <a:gd name="connsiteY146" fmla="*/ 1674019 h 1890712"/>
                <a:gd name="connsiteX147" fmla="*/ 2312194 w 2543175"/>
                <a:gd name="connsiteY147" fmla="*/ 1702594 h 1890712"/>
                <a:gd name="connsiteX148" fmla="*/ 2369344 w 2543175"/>
                <a:gd name="connsiteY148" fmla="*/ 1757363 h 1890712"/>
                <a:gd name="connsiteX149" fmla="*/ 2428876 w 2543175"/>
                <a:gd name="connsiteY149" fmla="*/ 1785938 h 1890712"/>
                <a:gd name="connsiteX150" fmla="*/ 2469356 w 2543175"/>
                <a:gd name="connsiteY150" fmla="*/ 1816894 h 1890712"/>
                <a:gd name="connsiteX151" fmla="*/ 2514600 w 2543175"/>
                <a:gd name="connsiteY151" fmla="*/ 1850231 h 1890712"/>
                <a:gd name="connsiteX152" fmla="*/ 2519363 w 2543175"/>
                <a:gd name="connsiteY152" fmla="*/ 1857375 h 1890712"/>
                <a:gd name="connsiteX153" fmla="*/ 2540794 w 2543175"/>
                <a:gd name="connsiteY153" fmla="*/ 1883569 h 1890712"/>
                <a:gd name="connsiteX154" fmla="*/ 2543175 w 2543175"/>
                <a:gd name="connsiteY154" fmla="*/ 1890712 h 1890712"/>
                <a:gd name="connsiteX0" fmla="*/ 0 w 2543175"/>
                <a:gd name="connsiteY0" fmla="*/ 0 h 1890712"/>
                <a:gd name="connsiteX1" fmla="*/ 11907 w 2543175"/>
                <a:gd name="connsiteY1" fmla="*/ 11906 h 1890712"/>
                <a:gd name="connsiteX2" fmla="*/ 21432 w 2543175"/>
                <a:gd name="connsiteY2" fmla="*/ 16669 h 1890712"/>
                <a:gd name="connsiteX3" fmla="*/ 23813 w 2543175"/>
                <a:gd name="connsiteY3" fmla="*/ 23812 h 1890712"/>
                <a:gd name="connsiteX4" fmla="*/ 33338 w 2543175"/>
                <a:gd name="connsiteY4" fmla="*/ 33337 h 1890712"/>
                <a:gd name="connsiteX5" fmla="*/ 40482 w 2543175"/>
                <a:gd name="connsiteY5" fmla="*/ 42862 h 1890712"/>
                <a:gd name="connsiteX6" fmla="*/ 47625 w 2543175"/>
                <a:gd name="connsiteY6" fmla="*/ 47625 h 1890712"/>
                <a:gd name="connsiteX7" fmla="*/ 57150 w 2543175"/>
                <a:gd name="connsiteY7" fmla="*/ 54769 h 1890712"/>
                <a:gd name="connsiteX8" fmla="*/ 64294 w 2543175"/>
                <a:gd name="connsiteY8" fmla="*/ 59531 h 1890712"/>
                <a:gd name="connsiteX9" fmla="*/ 83344 w 2543175"/>
                <a:gd name="connsiteY9" fmla="*/ 73819 h 1890712"/>
                <a:gd name="connsiteX10" fmla="*/ 97632 w 2543175"/>
                <a:gd name="connsiteY10" fmla="*/ 80962 h 1890712"/>
                <a:gd name="connsiteX11" fmla="*/ 104775 w 2543175"/>
                <a:gd name="connsiteY11" fmla="*/ 85725 h 1890712"/>
                <a:gd name="connsiteX12" fmla="*/ 114300 w 2543175"/>
                <a:gd name="connsiteY12" fmla="*/ 95250 h 1890712"/>
                <a:gd name="connsiteX13" fmla="*/ 123825 w 2543175"/>
                <a:gd name="connsiteY13" fmla="*/ 97631 h 1890712"/>
                <a:gd name="connsiteX14" fmla="*/ 130969 w 2543175"/>
                <a:gd name="connsiteY14" fmla="*/ 104775 h 1890712"/>
                <a:gd name="connsiteX15" fmla="*/ 140494 w 2543175"/>
                <a:gd name="connsiteY15" fmla="*/ 111919 h 1890712"/>
                <a:gd name="connsiteX16" fmla="*/ 147638 w 2543175"/>
                <a:gd name="connsiteY16" fmla="*/ 116681 h 1890712"/>
                <a:gd name="connsiteX17" fmla="*/ 164307 w 2543175"/>
                <a:gd name="connsiteY17" fmla="*/ 128587 h 1890712"/>
                <a:gd name="connsiteX18" fmla="*/ 180975 w 2543175"/>
                <a:gd name="connsiteY18" fmla="*/ 140494 h 1890712"/>
                <a:gd name="connsiteX19" fmla="*/ 197644 w 2543175"/>
                <a:gd name="connsiteY19" fmla="*/ 152400 h 1890712"/>
                <a:gd name="connsiteX20" fmla="*/ 204788 w 2543175"/>
                <a:gd name="connsiteY20" fmla="*/ 157162 h 1890712"/>
                <a:gd name="connsiteX21" fmla="*/ 214313 w 2543175"/>
                <a:gd name="connsiteY21" fmla="*/ 164306 h 1890712"/>
                <a:gd name="connsiteX22" fmla="*/ 230982 w 2543175"/>
                <a:gd name="connsiteY22" fmla="*/ 180975 h 1890712"/>
                <a:gd name="connsiteX23" fmla="*/ 247650 w 2543175"/>
                <a:gd name="connsiteY23" fmla="*/ 185737 h 1890712"/>
                <a:gd name="connsiteX24" fmla="*/ 300038 w 2543175"/>
                <a:gd name="connsiteY24" fmla="*/ 219075 h 1890712"/>
                <a:gd name="connsiteX25" fmla="*/ 342900 w 2543175"/>
                <a:gd name="connsiteY25" fmla="*/ 254794 h 1890712"/>
                <a:gd name="connsiteX26" fmla="*/ 366713 w 2543175"/>
                <a:gd name="connsiteY26" fmla="*/ 264319 h 1890712"/>
                <a:gd name="connsiteX27" fmla="*/ 385763 w 2543175"/>
                <a:gd name="connsiteY27" fmla="*/ 283369 h 1890712"/>
                <a:gd name="connsiteX28" fmla="*/ 404813 w 2543175"/>
                <a:gd name="connsiteY28" fmla="*/ 295275 h 1890712"/>
                <a:gd name="connsiteX29" fmla="*/ 411957 w 2543175"/>
                <a:gd name="connsiteY29" fmla="*/ 297656 h 1890712"/>
                <a:gd name="connsiteX30" fmla="*/ 466725 w 2543175"/>
                <a:gd name="connsiteY30" fmla="*/ 328612 h 1890712"/>
                <a:gd name="connsiteX31" fmla="*/ 476250 w 2543175"/>
                <a:gd name="connsiteY31" fmla="*/ 335756 h 1890712"/>
                <a:gd name="connsiteX32" fmla="*/ 481013 w 2543175"/>
                <a:gd name="connsiteY32" fmla="*/ 342900 h 1890712"/>
                <a:gd name="connsiteX33" fmla="*/ 490538 w 2543175"/>
                <a:gd name="connsiteY33" fmla="*/ 352425 h 1890712"/>
                <a:gd name="connsiteX34" fmla="*/ 495300 w 2543175"/>
                <a:gd name="connsiteY34" fmla="*/ 359569 h 1890712"/>
                <a:gd name="connsiteX35" fmla="*/ 509588 w 2543175"/>
                <a:gd name="connsiteY35" fmla="*/ 376237 h 1890712"/>
                <a:gd name="connsiteX36" fmla="*/ 514350 w 2543175"/>
                <a:gd name="connsiteY36" fmla="*/ 383381 h 1890712"/>
                <a:gd name="connsiteX37" fmla="*/ 531019 w 2543175"/>
                <a:gd name="connsiteY37" fmla="*/ 397669 h 1890712"/>
                <a:gd name="connsiteX38" fmla="*/ 538163 w 2543175"/>
                <a:gd name="connsiteY38" fmla="*/ 407194 h 1890712"/>
                <a:gd name="connsiteX39" fmla="*/ 554832 w 2543175"/>
                <a:gd name="connsiteY39" fmla="*/ 421481 h 1890712"/>
                <a:gd name="connsiteX40" fmla="*/ 564357 w 2543175"/>
                <a:gd name="connsiteY40" fmla="*/ 431006 h 1890712"/>
                <a:gd name="connsiteX41" fmla="*/ 573882 w 2543175"/>
                <a:gd name="connsiteY41" fmla="*/ 438150 h 1890712"/>
                <a:gd name="connsiteX42" fmla="*/ 595313 w 2543175"/>
                <a:gd name="connsiteY42" fmla="*/ 454819 h 1890712"/>
                <a:gd name="connsiteX43" fmla="*/ 602457 w 2543175"/>
                <a:gd name="connsiteY43" fmla="*/ 457200 h 1890712"/>
                <a:gd name="connsiteX44" fmla="*/ 628650 w 2543175"/>
                <a:gd name="connsiteY44" fmla="*/ 469106 h 1890712"/>
                <a:gd name="connsiteX45" fmla="*/ 645319 w 2543175"/>
                <a:gd name="connsiteY45" fmla="*/ 483394 h 1890712"/>
                <a:gd name="connsiteX46" fmla="*/ 654844 w 2543175"/>
                <a:gd name="connsiteY46" fmla="*/ 488156 h 1890712"/>
                <a:gd name="connsiteX47" fmla="*/ 661988 w 2543175"/>
                <a:gd name="connsiteY47" fmla="*/ 497681 h 1890712"/>
                <a:gd name="connsiteX48" fmla="*/ 683419 w 2543175"/>
                <a:gd name="connsiteY48" fmla="*/ 514350 h 1890712"/>
                <a:gd name="connsiteX49" fmla="*/ 700088 w 2543175"/>
                <a:gd name="connsiteY49" fmla="*/ 526256 h 1890712"/>
                <a:gd name="connsiteX50" fmla="*/ 709613 w 2543175"/>
                <a:gd name="connsiteY50" fmla="*/ 535781 h 1890712"/>
                <a:gd name="connsiteX51" fmla="*/ 719138 w 2543175"/>
                <a:gd name="connsiteY51" fmla="*/ 542925 h 1890712"/>
                <a:gd name="connsiteX52" fmla="*/ 733425 w 2543175"/>
                <a:gd name="connsiteY52" fmla="*/ 557212 h 1890712"/>
                <a:gd name="connsiteX53" fmla="*/ 750094 w 2543175"/>
                <a:gd name="connsiteY53" fmla="*/ 569119 h 1890712"/>
                <a:gd name="connsiteX54" fmla="*/ 769144 w 2543175"/>
                <a:gd name="connsiteY54" fmla="*/ 581025 h 1890712"/>
                <a:gd name="connsiteX55" fmla="*/ 785813 w 2543175"/>
                <a:gd name="connsiteY55" fmla="*/ 590550 h 1890712"/>
                <a:gd name="connsiteX56" fmla="*/ 792957 w 2543175"/>
                <a:gd name="connsiteY56" fmla="*/ 600075 h 1890712"/>
                <a:gd name="connsiteX57" fmla="*/ 809625 w 2543175"/>
                <a:gd name="connsiteY57" fmla="*/ 611981 h 1890712"/>
                <a:gd name="connsiteX58" fmla="*/ 816769 w 2543175"/>
                <a:gd name="connsiteY58" fmla="*/ 619125 h 1890712"/>
                <a:gd name="connsiteX59" fmla="*/ 826294 w 2543175"/>
                <a:gd name="connsiteY59" fmla="*/ 626269 h 1890712"/>
                <a:gd name="connsiteX60" fmla="*/ 840582 w 2543175"/>
                <a:gd name="connsiteY60" fmla="*/ 638175 h 1890712"/>
                <a:gd name="connsiteX61" fmla="*/ 847725 w 2543175"/>
                <a:gd name="connsiteY61" fmla="*/ 645319 h 1890712"/>
                <a:gd name="connsiteX62" fmla="*/ 857250 w 2543175"/>
                <a:gd name="connsiteY62" fmla="*/ 652462 h 1890712"/>
                <a:gd name="connsiteX63" fmla="*/ 888207 w 2543175"/>
                <a:gd name="connsiteY63" fmla="*/ 676275 h 1890712"/>
                <a:gd name="connsiteX64" fmla="*/ 907257 w 2543175"/>
                <a:gd name="connsiteY64" fmla="*/ 683419 h 1890712"/>
                <a:gd name="connsiteX65" fmla="*/ 928688 w 2543175"/>
                <a:gd name="connsiteY65" fmla="*/ 695325 h 1890712"/>
                <a:gd name="connsiteX66" fmla="*/ 942975 w 2543175"/>
                <a:gd name="connsiteY66" fmla="*/ 700087 h 1890712"/>
                <a:gd name="connsiteX67" fmla="*/ 964407 w 2543175"/>
                <a:gd name="connsiteY67" fmla="*/ 716756 h 1890712"/>
                <a:gd name="connsiteX68" fmla="*/ 971550 w 2543175"/>
                <a:gd name="connsiteY68" fmla="*/ 723900 h 1890712"/>
                <a:gd name="connsiteX69" fmla="*/ 983457 w 2543175"/>
                <a:gd name="connsiteY69" fmla="*/ 733425 h 1890712"/>
                <a:gd name="connsiteX70" fmla="*/ 990600 w 2543175"/>
                <a:gd name="connsiteY70" fmla="*/ 738187 h 1890712"/>
                <a:gd name="connsiteX71" fmla="*/ 1007269 w 2543175"/>
                <a:gd name="connsiteY71" fmla="*/ 752475 h 1890712"/>
                <a:gd name="connsiteX72" fmla="*/ 1031082 w 2543175"/>
                <a:gd name="connsiteY72" fmla="*/ 766762 h 1890712"/>
                <a:gd name="connsiteX73" fmla="*/ 1042988 w 2543175"/>
                <a:gd name="connsiteY73" fmla="*/ 773906 h 1890712"/>
                <a:gd name="connsiteX74" fmla="*/ 1071563 w 2543175"/>
                <a:gd name="connsiteY74" fmla="*/ 785812 h 1890712"/>
                <a:gd name="connsiteX75" fmla="*/ 1097757 w 2543175"/>
                <a:gd name="connsiteY75" fmla="*/ 807244 h 1890712"/>
                <a:gd name="connsiteX76" fmla="*/ 1104900 w 2543175"/>
                <a:gd name="connsiteY76" fmla="*/ 814387 h 1890712"/>
                <a:gd name="connsiteX77" fmla="*/ 1121569 w 2543175"/>
                <a:gd name="connsiteY77" fmla="*/ 823912 h 1890712"/>
                <a:gd name="connsiteX78" fmla="*/ 1138238 w 2543175"/>
                <a:gd name="connsiteY78" fmla="*/ 835819 h 1890712"/>
                <a:gd name="connsiteX79" fmla="*/ 1147763 w 2543175"/>
                <a:gd name="connsiteY79" fmla="*/ 842962 h 1890712"/>
                <a:gd name="connsiteX80" fmla="*/ 1157288 w 2543175"/>
                <a:gd name="connsiteY80" fmla="*/ 847725 h 1890712"/>
                <a:gd name="connsiteX81" fmla="*/ 1178719 w 2543175"/>
                <a:gd name="connsiteY81" fmla="*/ 859631 h 1890712"/>
                <a:gd name="connsiteX82" fmla="*/ 1188244 w 2543175"/>
                <a:gd name="connsiteY82" fmla="*/ 866775 h 1890712"/>
                <a:gd name="connsiteX83" fmla="*/ 1195388 w 2543175"/>
                <a:gd name="connsiteY83" fmla="*/ 871537 h 1890712"/>
                <a:gd name="connsiteX84" fmla="*/ 1212057 w 2543175"/>
                <a:gd name="connsiteY84" fmla="*/ 883444 h 1890712"/>
                <a:gd name="connsiteX85" fmla="*/ 1226344 w 2543175"/>
                <a:gd name="connsiteY85" fmla="*/ 895350 h 1890712"/>
                <a:gd name="connsiteX86" fmla="*/ 1245394 w 2543175"/>
                <a:gd name="connsiteY86" fmla="*/ 907256 h 1890712"/>
                <a:gd name="connsiteX87" fmla="*/ 1254919 w 2543175"/>
                <a:gd name="connsiteY87" fmla="*/ 914400 h 1890712"/>
                <a:gd name="connsiteX88" fmla="*/ 1269207 w 2543175"/>
                <a:gd name="connsiteY88" fmla="*/ 921544 h 1890712"/>
                <a:gd name="connsiteX89" fmla="*/ 1290638 w 2543175"/>
                <a:gd name="connsiteY89" fmla="*/ 935831 h 1890712"/>
                <a:gd name="connsiteX90" fmla="*/ 1307307 w 2543175"/>
                <a:gd name="connsiteY90" fmla="*/ 952500 h 1890712"/>
                <a:gd name="connsiteX91" fmla="*/ 1333500 w 2543175"/>
                <a:gd name="connsiteY91" fmla="*/ 971550 h 1890712"/>
                <a:gd name="connsiteX92" fmla="*/ 1359694 w 2543175"/>
                <a:gd name="connsiteY92" fmla="*/ 990600 h 1890712"/>
                <a:gd name="connsiteX93" fmla="*/ 1385888 w 2543175"/>
                <a:gd name="connsiteY93" fmla="*/ 1021557 h 1890712"/>
                <a:gd name="connsiteX94" fmla="*/ 1435894 w 2543175"/>
                <a:gd name="connsiteY94" fmla="*/ 1054894 h 1890712"/>
                <a:gd name="connsiteX95" fmla="*/ 1497806 w 2543175"/>
                <a:gd name="connsiteY95" fmla="*/ 1104900 h 1890712"/>
                <a:gd name="connsiteX96" fmla="*/ 1559718 w 2543175"/>
                <a:gd name="connsiteY96" fmla="*/ 1154906 h 1890712"/>
                <a:gd name="connsiteX97" fmla="*/ 1595438 w 2543175"/>
                <a:gd name="connsiteY97" fmla="*/ 1181100 h 1890712"/>
                <a:gd name="connsiteX98" fmla="*/ 1628775 w 2543175"/>
                <a:gd name="connsiteY98" fmla="*/ 1207294 h 1890712"/>
                <a:gd name="connsiteX99" fmla="*/ 1662113 w 2543175"/>
                <a:gd name="connsiteY99" fmla="*/ 1231107 h 1890712"/>
                <a:gd name="connsiteX100" fmla="*/ 1700213 w 2543175"/>
                <a:gd name="connsiteY100" fmla="*/ 1247775 h 1890712"/>
                <a:gd name="connsiteX101" fmla="*/ 1712119 w 2543175"/>
                <a:gd name="connsiteY101" fmla="*/ 1259681 h 1890712"/>
                <a:gd name="connsiteX102" fmla="*/ 1733550 w 2543175"/>
                <a:gd name="connsiteY102" fmla="*/ 1273969 h 1890712"/>
                <a:gd name="connsiteX103" fmla="*/ 1743075 w 2543175"/>
                <a:gd name="connsiteY103" fmla="*/ 1283494 h 1890712"/>
                <a:gd name="connsiteX104" fmla="*/ 1754982 w 2543175"/>
                <a:gd name="connsiteY104" fmla="*/ 1290637 h 1890712"/>
                <a:gd name="connsiteX105" fmla="*/ 1766888 w 2543175"/>
                <a:gd name="connsiteY105" fmla="*/ 1300162 h 1890712"/>
                <a:gd name="connsiteX106" fmla="*/ 1783557 w 2543175"/>
                <a:gd name="connsiteY106" fmla="*/ 1307306 h 1890712"/>
                <a:gd name="connsiteX107" fmla="*/ 1790700 w 2543175"/>
                <a:gd name="connsiteY107" fmla="*/ 1312069 h 1890712"/>
                <a:gd name="connsiteX108" fmla="*/ 1800225 w 2543175"/>
                <a:gd name="connsiteY108" fmla="*/ 1319212 h 1890712"/>
                <a:gd name="connsiteX109" fmla="*/ 1807369 w 2543175"/>
                <a:gd name="connsiteY109" fmla="*/ 1321594 h 1890712"/>
                <a:gd name="connsiteX110" fmla="*/ 1824038 w 2543175"/>
                <a:gd name="connsiteY110" fmla="*/ 1333500 h 1890712"/>
                <a:gd name="connsiteX111" fmla="*/ 1843088 w 2543175"/>
                <a:gd name="connsiteY111" fmla="*/ 1352550 h 1890712"/>
                <a:gd name="connsiteX112" fmla="*/ 1852613 w 2543175"/>
                <a:gd name="connsiteY112" fmla="*/ 1359694 h 1890712"/>
                <a:gd name="connsiteX113" fmla="*/ 1859757 w 2543175"/>
                <a:gd name="connsiteY113" fmla="*/ 1366837 h 1890712"/>
                <a:gd name="connsiteX114" fmla="*/ 1869282 w 2543175"/>
                <a:gd name="connsiteY114" fmla="*/ 1371600 h 1890712"/>
                <a:gd name="connsiteX115" fmla="*/ 1883569 w 2543175"/>
                <a:gd name="connsiteY115" fmla="*/ 1388269 h 1890712"/>
                <a:gd name="connsiteX116" fmla="*/ 1893094 w 2543175"/>
                <a:gd name="connsiteY116" fmla="*/ 1395412 h 1890712"/>
                <a:gd name="connsiteX117" fmla="*/ 1902619 w 2543175"/>
                <a:gd name="connsiteY117" fmla="*/ 1404937 h 1890712"/>
                <a:gd name="connsiteX118" fmla="*/ 1912144 w 2543175"/>
                <a:gd name="connsiteY118" fmla="*/ 1409700 h 1890712"/>
                <a:gd name="connsiteX119" fmla="*/ 1931194 w 2543175"/>
                <a:gd name="connsiteY119" fmla="*/ 1421606 h 1890712"/>
                <a:gd name="connsiteX120" fmla="*/ 1935957 w 2543175"/>
                <a:gd name="connsiteY120" fmla="*/ 1428750 h 1890712"/>
                <a:gd name="connsiteX121" fmla="*/ 1952625 w 2543175"/>
                <a:gd name="connsiteY121" fmla="*/ 1438275 h 1890712"/>
                <a:gd name="connsiteX122" fmla="*/ 1971675 w 2543175"/>
                <a:gd name="connsiteY122" fmla="*/ 1450181 h 1890712"/>
                <a:gd name="connsiteX123" fmla="*/ 1981200 w 2543175"/>
                <a:gd name="connsiteY123" fmla="*/ 1454944 h 1890712"/>
                <a:gd name="connsiteX124" fmla="*/ 1997869 w 2543175"/>
                <a:gd name="connsiteY124" fmla="*/ 1471612 h 1890712"/>
                <a:gd name="connsiteX125" fmla="*/ 2007394 w 2543175"/>
                <a:gd name="connsiteY125" fmla="*/ 1478756 h 1890712"/>
                <a:gd name="connsiteX126" fmla="*/ 2016919 w 2543175"/>
                <a:gd name="connsiteY126" fmla="*/ 1483519 h 1890712"/>
                <a:gd name="connsiteX127" fmla="*/ 2024063 w 2543175"/>
                <a:gd name="connsiteY127" fmla="*/ 1490662 h 1890712"/>
                <a:gd name="connsiteX128" fmla="*/ 2033588 w 2543175"/>
                <a:gd name="connsiteY128" fmla="*/ 1495425 h 1890712"/>
                <a:gd name="connsiteX129" fmla="*/ 2040732 w 2543175"/>
                <a:gd name="connsiteY129" fmla="*/ 1502569 h 1890712"/>
                <a:gd name="connsiteX130" fmla="*/ 2047875 w 2543175"/>
                <a:gd name="connsiteY130" fmla="*/ 1507331 h 1890712"/>
                <a:gd name="connsiteX131" fmla="*/ 2057400 w 2543175"/>
                <a:gd name="connsiteY131" fmla="*/ 1514475 h 1890712"/>
                <a:gd name="connsiteX132" fmla="*/ 2064544 w 2543175"/>
                <a:gd name="connsiteY132" fmla="*/ 1519237 h 1890712"/>
                <a:gd name="connsiteX133" fmla="*/ 2071688 w 2543175"/>
                <a:gd name="connsiteY133" fmla="*/ 1526381 h 1890712"/>
                <a:gd name="connsiteX134" fmla="*/ 2081213 w 2543175"/>
                <a:gd name="connsiteY134" fmla="*/ 1531144 h 1890712"/>
                <a:gd name="connsiteX135" fmla="*/ 2090738 w 2543175"/>
                <a:gd name="connsiteY135" fmla="*/ 1538287 h 1890712"/>
                <a:gd name="connsiteX136" fmla="*/ 2109788 w 2543175"/>
                <a:gd name="connsiteY136" fmla="*/ 1547812 h 1890712"/>
                <a:gd name="connsiteX137" fmla="*/ 2131219 w 2543175"/>
                <a:gd name="connsiteY137" fmla="*/ 1562100 h 1890712"/>
                <a:gd name="connsiteX138" fmla="*/ 2140744 w 2543175"/>
                <a:gd name="connsiteY138" fmla="*/ 1566862 h 1890712"/>
                <a:gd name="connsiteX139" fmla="*/ 2152650 w 2543175"/>
                <a:gd name="connsiteY139" fmla="*/ 1576387 h 1890712"/>
                <a:gd name="connsiteX140" fmla="*/ 2181225 w 2543175"/>
                <a:gd name="connsiteY140" fmla="*/ 1590675 h 1890712"/>
                <a:gd name="connsiteX141" fmla="*/ 2200275 w 2543175"/>
                <a:gd name="connsiteY141" fmla="*/ 1607344 h 1890712"/>
                <a:gd name="connsiteX142" fmla="*/ 2207419 w 2543175"/>
                <a:gd name="connsiteY142" fmla="*/ 1612106 h 1890712"/>
                <a:gd name="connsiteX143" fmla="*/ 2216944 w 2543175"/>
                <a:gd name="connsiteY143" fmla="*/ 1619250 h 1890712"/>
                <a:gd name="connsiteX144" fmla="*/ 2247900 w 2543175"/>
                <a:gd name="connsiteY144" fmla="*/ 1643062 h 1890712"/>
                <a:gd name="connsiteX145" fmla="*/ 2281238 w 2543175"/>
                <a:gd name="connsiteY145" fmla="*/ 1674019 h 1890712"/>
                <a:gd name="connsiteX146" fmla="*/ 2312194 w 2543175"/>
                <a:gd name="connsiteY146" fmla="*/ 1702594 h 1890712"/>
                <a:gd name="connsiteX147" fmla="*/ 2369344 w 2543175"/>
                <a:gd name="connsiteY147" fmla="*/ 1757363 h 1890712"/>
                <a:gd name="connsiteX148" fmla="*/ 2428876 w 2543175"/>
                <a:gd name="connsiteY148" fmla="*/ 1785938 h 1890712"/>
                <a:gd name="connsiteX149" fmla="*/ 2469356 w 2543175"/>
                <a:gd name="connsiteY149" fmla="*/ 1816894 h 1890712"/>
                <a:gd name="connsiteX150" fmla="*/ 2514600 w 2543175"/>
                <a:gd name="connsiteY150" fmla="*/ 1850231 h 1890712"/>
                <a:gd name="connsiteX151" fmla="*/ 2519363 w 2543175"/>
                <a:gd name="connsiteY151" fmla="*/ 1857375 h 1890712"/>
                <a:gd name="connsiteX152" fmla="*/ 2540794 w 2543175"/>
                <a:gd name="connsiteY152" fmla="*/ 1883569 h 1890712"/>
                <a:gd name="connsiteX153" fmla="*/ 2543175 w 2543175"/>
                <a:gd name="connsiteY153" fmla="*/ 1890712 h 1890712"/>
                <a:gd name="connsiteX0" fmla="*/ 0 w 2543175"/>
                <a:gd name="connsiteY0" fmla="*/ 0 h 1890712"/>
                <a:gd name="connsiteX1" fmla="*/ 11907 w 2543175"/>
                <a:gd name="connsiteY1" fmla="*/ 11906 h 1890712"/>
                <a:gd name="connsiteX2" fmla="*/ 21432 w 2543175"/>
                <a:gd name="connsiteY2" fmla="*/ 16669 h 1890712"/>
                <a:gd name="connsiteX3" fmla="*/ 23813 w 2543175"/>
                <a:gd name="connsiteY3" fmla="*/ 23812 h 1890712"/>
                <a:gd name="connsiteX4" fmla="*/ 33338 w 2543175"/>
                <a:gd name="connsiteY4" fmla="*/ 33337 h 1890712"/>
                <a:gd name="connsiteX5" fmla="*/ 40482 w 2543175"/>
                <a:gd name="connsiteY5" fmla="*/ 42862 h 1890712"/>
                <a:gd name="connsiteX6" fmla="*/ 47625 w 2543175"/>
                <a:gd name="connsiteY6" fmla="*/ 47625 h 1890712"/>
                <a:gd name="connsiteX7" fmla="*/ 57150 w 2543175"/>
                <a:gd name="connsiteY7" fmla="*/ 54769 h 1890712"/>
                <a:gd name="connsiteX8" fmla="*/ 64294 w 2543175"/>
                <a:gd name="connsiteY8" fmla="*/ 59531 h 1890712"/>
                <a:gd name="connsiteX9" fmla="*/ 83344 w 2543175"/>
                <a:gd name="connsiteY9" fmla="*/ 73819 h 1890712"/>
                <a:gd name="connsiteX10" fmla="*/ 97632 w 2543175"/>
                <a:gd name="connsiteY10" fmla="*/ 80962 h 1890712"/>
                <a:gd name="connsiteX11" fmla="*/ 104775 w 2543175"/>
                <a:gd name="connsiteY11" fmla="*/ 85725 h 1890712"/>
                <a:gd name="connsiteX12" fmla="*/ 114300 w 2543175"/>
                <a:gd name="connsiteY12" fmla="*/ 95250 h 1890712"/>
                <a:gd name="connsiteX13" fmla="*/ 123825 w 2543175"/>
                <a:gd name="connsiteY13" fmla="*/ 97631 h 1890712"/>
                <a:gd name="connsiteX14" fmla="*/ 130969 w 2543175"/>
                <a:gd name="connsiteY14" fmla="*/ 104775 h 1890712"/>
                <a:gd name="connsiteX15" fmla="*/ 140494 w 2543175"/>
                <a:gd name="connsiteY15" fmla="*/ 111919 h 1890712"/>
                <a:gd name="connsiteX16" fmla="*/ 147638 w 2543175"/>
                <a:gd name="connsiteY16" fmla="*/ 116681 h 1890712"/>
                <a:gd name="connsiteX17" fmla="*/ 164307 w 2543175"/>
                <a:gd name="connsiteY17" fmla="*/ 128587 h 1890712"/>
                <a:gd name="connsiteX18" fmla="*/ 180975 w 2543175"/>
                <a:gd name="connsiteY18" fmla="*/ 140494 h 1890712"/>
                <a:gd name="connsiteX19" fmla="*/ 197644 w 2543175"/>
                <a:gd name="connsiteY19" fmla="*/ 152400 h 1890712"/>
                <a:gd name="connsiteX20" fmla="*/ 204788 w 2543175"/>
                <a:gd name="connsiteY20" fmla="*/ 157162 h 1890712"/>
                <a:gd name="connsiteX21" fmla="*/ 214313 w 2543175"/>
                <a:gd name="connsiteY21" fmla="*/ 164306 h 1890712"/>
                <a:gd name="connsiteX22" fmla="*/ 230982 w 2543175"/>
                <a:gd name="connsiteY22" fmla="*/ 180975 h 1890712"/>
                <a:gd name="connsiteX23" fmla="*/ 247650 w 2543175"/>
                <a:gd name="connsiteY23" fmla="*/ 185737 h 1890712"/>
                <a:gd name="connsiteX24" fmla="*/ 300038 w 2543175"/>
                <a:gd name="connsiteY24" fmla="*/ 219075 h 1890712"/>
                <a:gd name="connsiteX25" fmla="*/ 342900 w 2543175"/>
                <a:gd name="connsiteY25" fmla="*/ 254794 h 1890712"/>
                <a:gd name="connsiteX26" fmla="*/ 385763 w 2543175"/>
                <a:gd name="connsiteY26" fmla="*/ 283369 h 1890712"/>
                <a:gd name="connsiteX27" fmla="*/ 404813 w 2543175"/>
                <a:gd name="connsiteY27" fmla="*/ 295275 h 1890712"/>
                <a:gd name="connsiteX28" fmla="*/ 411957 w 2543175"/>
                <a:gd name="connsiteY28" fmla="*/ 297656 h 1890712"/>
                <a:gd name="connsiteX29" fmla="*/ 466725 w 2543175"/>
                <a:gd name="connsiteY29" fmla="*/ 328612 h 1890712"/>
                <a:gd name="connsiteX30" fmla="*/ 476250 w 2543175"/>
                <a:gd name="connsiteY30" fmla="*/ 335756 h 1890712"/>
                <a:gd name="connsiteX31" fmla="*/ 481013 w 2543175"/>
                <a:gd name="connsiteY31" fmla="*/ 342900 h 1890712"/>
                <a:gd name="connsiteX32" fmla="*/ 490538 w 2543175"/>
                <a:gd name="connsiteY32" fmla="*/ 352425 h 1890712"/>
                <a:gd name="connsiteX33" fmla="*/ 495300 w 2543175"/>
                <a:gd name="connsiteY33" fmla="*/ 359569 h 1890712"/>
                <a:gd name="connsiteX34" fmla="*/ 509588 w 2543175"/>
                <a:gd name="connsiteY34" fmla="*/ 376237 h 1890712"/>
                <a:gd name="connsiteX35" fmla="*/ 514350 w 2543175"/>
                <a:gd name="connsiteY35" fmla="*/ 383381 h 1890712"/>
                <a:gd name="connsiteX36" fmla="*/ 531019 w 2543175"/>
                <a:gd name="connsiteY36" fmla="*/ 397669 h 1890712"/>
                <a:gd name="connsiteX37" fmla="*/ 538163 w 2543175"/>
                <a:gd name="connsiteY37" fmla="*/ 407194 h 1890712"/>
                <a:gd name="connsiteX38" fmla="*/ 554832 w 2543175"/>
                <a:gd name="connsiteY38" fmla="*/ 421481 h 1890712"/>
                <a:gd name="connsiteX39" fmla="*/ 564357 w 2543175"/>
                <a:gd name="connsiteY39" fmla="*/ 431006 h 1890712"/>
                <a:gd name="connsiteX40" fmla="*/ 573882 w 2543175"/>
                <a:gd name="connsiteY40" fmla="*/ 438150 h 1890712"/>
                <a:gd name="connsiteX41" fmla="*/ 595313 w 2543175"/>
                <a:gd name="connsiteY41" fmla="*/ 454819 h 1890712"/>
                <a:gd name="connsiteX42" fmla="*/ 602457 w 2543175"/>
                <a:gd name="connsiteY42" fmla="*/ 457200 h 1890712"/>
                <a:gd name="connsiteX43" fmla="*/ 628650 w 2543175"/>
                <a:gd name="connsiteY43" fmla="*/ 469106 h 1890712"/>
                <a:gd name="connsiteX44" fmla="*/ 645319 w 2543175"/>
                <a:gd name="connsiteY44" fmla="*/ 483394 h 1890712"/>
                <a:gd name="connsiteX45" fmla="*/ 654844 w 2543175"/>
                <a:gd name="connsiteY45" fmla="*/ 488156 h 1890712"/>
                <a:gd name="connsiteX46" fmla="*/ 661988 w 2543175"/>
                <a:gd name="connsiteY46" fmla="*/ 497681 h 1890712"/>
                <a:gd name="connsiteX47" fmla="*/ 683419 w 2543175"/>
                <a:gd name="connsiteY47" fmla="*/ 514350 h 1890712"/>
                <a:gd name="connsiteX48" fmla="*/ 700088 w 2543175"/>
                <a:gd name="connsiteY48" fmla="*/ 526256 h 1890712"/>
                <a:gd name="connsiteX49" fmla="*/ 709613 w 2543175"/>
                <a:gd name="connsiteY49" fmla="*/ 535781 h 1890712"/>
                <a:gd name="connsiteX50" fmla="*/ 719138 w 2543175"/>
                <a:gd name="connsiteY50" fmla="*/ 542925 h 1890712"/>
                <a:gd name="connsiteX51" fmla="*/ 733425 w 2543175"/>
                <a:gd name="connsiteY51" fmla="*/ 557212 h 1890712"/>
                <a:gd name="connsiteX52" fmla="*/ 750094 w 2543175"/>
                <a:gd name="connsiteY52" fmla="*/ 569119 h 1890712"/>
                <a:gd name="connsiteX53" fmla="*/ 769144 w 2543175"/>
                <a:gd name="connsiteY53" fmla="*/ 581025 h 1890712"/>
                <a:gd name="connsiteX54" fmla="*/ 785813 w 2543175"/>
                <a:gd name="connsiteY54" fmla="*/ 590550 h 1890712"/>
                <a:gd name="connsiteX55" fmla="*/ 792957 w 2543175"/>
                <a:gd name="connsiteY55" fmla="*/ 600075 h 1890712"/>
                <a:gd name="connsiteX56" fmla="*/ 809625 w 2543175"/>
                <a:gd name="connsiteY56" fmla="*/ 611981 h 1890712"/>
                <a:gd name="connsiteX57" fmla="*/ 816769 w 2543175"/>
                <a:gd name="connsiteY57" fmla="*/ 619125 h 1890712"/>
                <a:gd name="connsiteX58" fmla="*/ 826294 w 2543175"/>
                <a:gd name="connsiteY58" fmla="*/ 626269 h 1890712"/>
                <a:gd name="connsiteX59" fmla="*/ 840582 w 2543175"/>
                <a:gd name="connsiteY59" fmla="*/ 638175 h 1890712"/>
                <a:gd name="connsiteX60" fmla="*/ 847725 w 2543175"/>
                <a:gd name="connsiteY60" fmla="*/ 645319 h 1890712"/>
                <a:gd name="connsiteX61" fmla="*/ 857250 w 2543175"/>
                <a:gd name="connsiteY61" fmla="*/ 652462 h 1890712"/>
                <a:gd name="connsiteX62" fmla="*/ 888207 w 2543175"/>
                <a:gd name="connsiteY62" fmla="*/ 676275 h 1890712"/>
                <a:gd name="connsiteX63" fmla="*/ 907257 w 2543175"/>
                <a:gd name="connsiteY63" fmla="*/ 683419 h 1890712"/>
                <a:gd name="connsiteX64" fmla="*/ 928688 w 2543175"/>
                <a:gd name="connsiteY64" fmla="*/ 695325 h 1890712"/>
                <a:gd name="connsiteX65" fmla="*/ 942975 w 2543175"/>
                <a:gd name="connsiteY65" fmla="*/ 700087 h 1890712"/>
                <a:gd name="connsiteX66" fmla="*/ 964407 w 2543175"/>
                <a:gd name="connsiteY66" fmla="*/ 716756 h 1890712"/>
                <a:gd name="connsiteX67" fmla="*/ 971550 w 2543175"/>
                <a:gd name="connsiteY67" fmla="*/ 723900 h 1890712"/>
                <a:gd name="connsiteX68" fmla="*/ 983457 w 2543175"/>
                <a:gd name="connsiteY68" fmla="*/ 733425 h 1890712"/>
                <a:gd name="connsiteX69" fmla="*/ 990600 w 2543175"/>
                <a:gd name="connsiteY69" fmla="*/ 738187 h 1890712"/>
                <a:gd name="connsiteX70" fmla="*/ 1007269 w 2543175"/>
                <a:gd name="connsiteY70" fmla="*/ 752475 h 1890712"/>
                <a:gd name="connsiteX71" fmla="*/ 1031082 w 2543175"/>
                <a:gd name="connsiteY71" fmla="*/ 766762 h 1890712"/>
                <a:gd name="connsiteX72" fmla="*/ 1042988 w 2543175"/>
                <a:gd name="connsiteY72" fmla="*/ 773906 h 1890712"/>
                <a:gd name="connsiteX73" fmla="*/ 1071563 w 2543175"/>
                <a:gd name="connsiteY73" fmla="*/ 785812 h 1890712"/>
                <a:gd name="connsiteX74" fmla="*/ 1097757 w 2543175"/>
                <a:gd name="connsiteY74" fmla="*/ 807244 h 1890712"/>
                <a:gd name="connsiteX75" fmla="*/ 1104900 w 2543175"/>
                <a:gd name="connsiteY75" fmla="*/ 814387 h 1890712"/>
                <a:gd name="connsiteX76" fmla="*/ 1121569 w 2543175"/>
                <a:gd name="connsiteY76" fmla="*/ 823912 h 1890712"/>
                <a:gd name="connsiteX77" fmla="*/ 1138238 w 2543175"/>
                <a:gd name="connsiteY77" fmla="*/ 835819 h 1890712"/>
                <a:gd name="connsiteX78" fmla="*/ 1147763 w 2543175"/>
                <a:gd name="connsiteY78" fmla="*/ 842962 h 1890712"/>
                <a:gd name="connsiteX79" fmla="*/ 1157288 w 2543175"/>
                <a:gd name="connsiteY79" fmla="*/ 847725 h 1890712"/>
                <a:gd name="connsiteX80" fmla="*/ 1178719 w 2543175"/>
                <a:gd name="connsiteY80" fmla="*/ 859631 h 1890712"/>
                <a:gd name="connsiteX81" fmla="*/ 1188244 w 2543175"/>
                <a:gd name="connsiteY81" fmla="*/ 866775 h 1890712"/>
                <a:gd name="connsiteX82" fmla="*/ 1195388 w 2543175"/>
                <a:gd name="connsiteY82" fmla="*/ 871537 h 1890712"/>
                <a:gd name="connsiteX83" fmla="*/ 1212057 w 2543175"/>
                <a:gd name="connsiteY83" fmla="*/ 883444 h 1890712"/>
                <a:gd name="connsiteX84" fmla="*/ 1226344 w 2543175"/>
                <a:gd name="connsiteY84" fmla="*/ 895350 h 1890712"/>
                <a:gd name="connsiteX85" fmla="*/ 1245394 w 2543175"/>
                <a:gd name="connsiteY85" fmla="*/ 907256 h 1890712"/>
                <a:gd name="connsiteX86" fmla="*/ 1254919 w 2543175"/>
                <a:gd name="connsiteY86" fmla="*/ 914400 h 1890712"/>
                <a:gd name="connsiteX87" fmla="*/ 1269207 w 2543175"/>
                <a:gd name="connsiteY87" fmla="*/ 921544 h 1890712"/>
                <a:gd name="connsiteX88" fmla="*/ 1290638 w 2543175"/>
                <a:gd name="connsiteY88" fmla="*/ 935831 h 1890712"/>
                <a:gd name="connsiteX89" fmla="*/ 1307307 w 2543175"/>
                <a:gd name="connsiteY89" fmla="*/ 952500 h 1890712"/>
                <a:gd name="connsiteX90" fmla="*/ 1333500 w 2543175"/>
                <a:gd name="connsiteY90" fmla="*/ 971550 h 1890712"/>
                <a:gd name="connsiteX91" fmla="*/ 1359694 w 2543175"/>
                <a:gd name="connsiteY91" fmla="*/ 990600 h 1890712"/>
                <a:gd name="connsiteX92" fmla="*/ 1385888 w 2543175"/>
                <a:gd name="connsiteY92" fmla="*/ 1021557 h 1890712"/>
                <a:gd name="connsiteX93" fmla="*/ 1435894 w 2543175"/>
                <a:gd name="connsiteY93" fmla="*/ 1054894 h 1890712"/>
                <a:gd name="connsiteX94" fmla="*/ 1497806 w 2543175"/>
                <a:gd name="connsiteY94" fmla="*/ 1104900 h 1890712"/>
                <a:gd name="connsiteX95" fmla="*/ 1559718 w 2543175"/>
                <a:gd name="connsiteY95" fmla="*/ 1154906 h 1890712"/>
                <a:gd name="connsiteX96" fmla="*/ 1595438 w 2543175"/>
                <a:gd name="connsiteY96" fmla="*/ 1181100 h 1890712"/>
                <a:gd name="connsiteX97" fmla="*/ 1628775 w 2543175"/>
                <a:gd name="connsiteY97" fmla="*/ 1207294 h 1890712"/>
                <a:gd name="connsiteX98" fmla="*/ 1662113 w 2543175"/>
                <a:gd name="connsiteY98" fmla="*/ 1231107 h 1890712"/>
                <a:gd name="connsiteX99" fmla="*/ 1700213 w 2543175"/>
                <a:gd name="connsiteY99" fmla="*/ 1247775 h 1890712"/>
                <a:gd name="connsiteX100" fmla="*/ 1712119 w 2543175"/>
                <a:gd name="connsiteY100" fmla="*/ 1259681 h 1890712"/>
                <a:gd name="connsiteX101" fmla="*/ 1733550 w 2543175"/>
                <a:gd name="connsiteY101" fmla="*/ 1273969 h 1890712"/>
                <a:gd name="connsiteX102" fmla="*/ 1743075 w 2543175"/>
                <a:gd name="connsiteY102" fmla="*/ 1283494 h 1890712"/>
                <a:gd name="connsiteX103" fmla="*/ 1754982 w 2543175"/>
                <a:gd name="connsiteY103" fmla="*/ 1290637 h 1890712"/>
                <a:gd name="connsiteX104" fmla="*/ 1766888 w 2543175"/>
                <a:gd name="connsiteY104" fmla="*/ 1300162 h 1890712"/>
                <a:gd name="connsiteX105" fmla="*/ 1783557 w 2543175"/>
                <a:gd name="connsiteY105" fmla="*/ 1307306 h 1890712"/>
                <a:gd name="connsiteX106" fmla="*/ 1790700 w 2543175"/>
                <a:gd name="connsiteY106" fmla="*/ 1312069 h 1890712"/>
                <a:gd name="connsiteX107" fmla="*/ 1800225 w 2543175"/>
                <a:gd name="connsiteY107" fmla="*/ 1319212 h 1890712"/>
                <a:gd name="connsiteX108" fmla="*/ 1807369 w 2543175"/>
                <a:gd name="connsiteY108" fmla="*/ 1321594 h 1890712"/>
                <a:gd name="connsiteX109" fmla="*/ 1824038 w 2543175"/>
                <a:gd name="connsiteY109" fmla="*/ 1333500 h 1890712"/>
                <a:gd name="connsiteX110" fmla="*/ 1843088 w 2543175"/>
                <a:gd name="connsiteY110" fmla="*/ 1352550 h 1890712"/>
                <a:gd name="connsiteX111" fmla="*/ 1852613 w 2543175"/>
                <a:gd name="connsiteY111" fmla="*/ 1359694 h 1890712"/>
                <a:gd name="connsiteX112" fmla="*/ 1859757 w 2543175"/>
                <a:gd name="connsiteY112" fmla="*/ 1366837 h 1890712"/>
                <a:gd name="connsiteX113" fmla="*/ 1869282 w 2543175"/>
                <a:gd name="connsiteY113" fmla="*/ 1371600 h 1890712"/>
                <a:gd name="connsiteX114" fmla="*/ 1883569 w 2543175"/>
                <a:gd name="connsiteY114" fmla="*/ 1388269 h 1890712"/>
                <a:gd name="connsiteX115" fmla="*/ 1893094 w 2543175"/>
                <a:gd name="connsiteY115" fmla="*/ 1395412 h 1890712"/>
                <a:gd name="connsiteX116" fmla="*/ 1902619 w 2543175"/>
                <a:gd name="connsiteY116" fmla="*/ 1404937 h 1890712"/>
                <a:gd name="connsiteX117" fmla="*/ 1912144 w 2543175"/>
                <a:gd name="connsiteY117" fmla="*/ 1409700 h 1890712"/>
                <a:gd name="connsiteX118" fmla="*/ 1931194 w 2543175"/>
                <a:gd name="connsiteY118" fmla="*/ 1421606 h 1890712"/>
                <a:gd name="connsiteX119" fmla="*/ 1935957 w 2543175"/>
                <a:gd name="connsiteY119" fmla="*/ 1428750 h 1890712"/>
                <a:gd name="connsiteX120" fmla="*/ 1952625 w 2543175"/>
                <a:gd name="connsiteY120" fmla="*/ 1438275 h 1890712"/>
                <a:gd name="connsiteX121" fmla="*/ 1971675 w 2543175"/>
                <a:gd name="connsiteY121" fmla="*/ 1450181 h 1890712"/>
                <a:gd name="connsiteX122" fmla="*/ 1981200 w 2543175"/>
                <a:gd name="connsiteY122" fmla="*/ 1454944 h 1890712"/>
                <a:gd name="connsiteX123" fmla="*/ 1997869 w 2543175"/>
                <a:gd name="connsiteY123" fmla="*/ 1471612 h 1890712"/>
                <a:gd name="connsiteX124" fmla="*/ 2007394 w 2543175"/>
                <a:gd name="connsiteY124" fmla="*/ 1478756 h 1890712"/>
                <a:gd name="connsiteX125" fmla="*/ 2016919 w 2543175"/>
                <a:gd name="connsiteY125" fmla="*/ 1483519 h 1890712"/>
                <a:gd name="connsiteX126" fmla="*/ 2024063 w 2543175"/>
                <a:gd name="connsiteY126" fmla="*/ 1490662 h 1890712"/>
                <a:gd name="connsiteX127" fmla="*/ 2033588 w 2543175"/>
                <a:gd name="connsiteY127" fmla="*/ 1495425 h 1890712"/>
                <a:gd name="connsiteX128" fmla="*/ 2040732 w 2543175"/>
                <a:gd name="connsiteY128" fmla="*/ 1502569 h 1890712"/>
                <a:gd name="connsiteX129" fmla="*/ 2047875 w 2543175"/>
                <a:gd name="connsiteY129" fmla="*/ 1507331 h 1890712"/>
                <a:gd name="connsiteX130" fmla="*/ 2057400 w 2543175"/>
                <a:gd name="connsiteY130" fmla="*/ 1514475 h 1890712"/>
                <a:gd name="connsiteX131" fmla="*/ 2064544 w 2543175"/>
                <a:gd name="connsiteY131" fmla="*/ 1519237 h 1890712"/>
                <a:gd name="connsiteX132" fmla="*/ 2071688 w 2543175"/>
                <a:gd name="connsiteY132" fmla="*/ 1526381 h 1890712"/>
                <a:gd name="connsiteX133" fmla="*/ 2081213 w 2543175"/>
                <a:gd name="connsiteY133" fmla="*/ 1531144 h 1890712"/>
                <a:gd name="connsiteX134" fmla="*/ 2090738 w 2543175"/>
                <a:gd name="connsiteY134" fmla="*/ 1538287 h 1890712"/>
                <a:gd name="connsiteX135" fmla="*/ 2109788 w 2543175"/>
                <a:gd name="connsiteY135" fmla="*/ 1547812 h 1890712"/>
                <a:gd name="connsiteX136" fmla="*/ 2131219 w 2543175"/>
                <a:gd name="connsiteY136" fmla="*/ 1562100 h 1890712"/>
                <a:gd name="connsiteX137" fmla="*/ 2140744 w 2543175"/>
                <a:gd name="connsiteY137" fmla="*/ 1566862 h 1890712"/>
                <a:gd name="connsiteX138" fmla="*/ 2152650 w 2543175"/>
                <a:gd name="connsiteY138" fmla="*/ 1576387 h 1890712"/>
                <a:gd name="connsiteX139" fmla="*/ 2181225 w 2543175"/>
                <a:gd name="connsiteY139" fmla="*/ 1590675 h 1890712"/>
                <a:gd name="connsiteX140" fmla="*/ 2200275 w 2543175"/>
                <a:gd name="connsiteY140" fmla="*/ 1607344 h 1890712"/>
                <a:gd name="connsiteX141" fmla="*/ 2207419 w 2543175"/>
                <a:gd name="connsiteY141" fmla="*/ 1612106 h 1890712"/>
                <a:gd name="connsiteX142" fmla="*/ 2216944 w 2543175"/>
                <a:gd name="connsiteY142" fmla="*/ 1619250 h 1890712"/>
                <a:gd name="connsiteX143" fmla="*/ 2247900 w 2543175"/>
                <a:gd name="connsiteY143" fmla="*/ 1643062 h 1890712"/>
                <a:gd name="connsiteX144" fmla="*/ 2281238 w 2543175"/>
                <a:gd name="connsiteY144" fmla="*/ 1674019 h 1890712"/>
                <a:gd name="connsiteX145" fmla="*/ 2312194 w 2543175"/>
                <a:gd name="connsiteY145" fmla="*/ 1702594 h 1890712"/>
                <a:gd name="connsiteX146" fmla="*/ 2369344 w 2543175"/>
                <a:gd name="connsiteY146" fmla="*/ 1757363 h 1890712"/>
                <a:gd name="connsiteX147" fmla="*/ 2428876 w 2543175"/>
                <a:gd name="connsiteY147" fmla="*/ 1785938 h 1890712"/>
                <a:gd name="connsiteX148" fmla="*/ 2469356 w 2543175"/>
                <a:gd name="connsiteY148" fmla="*/ 1816894 h 1890712"/>
                <a:gd name="connsiteX149" fmla="*/ 2514600 w 2543175"/>
                <a:gd name="connsiteY149" fmla="*/ 1850231 h 1890712"/>
                <a:gd name="connsiteX150" fmla="*/ 2519363 w 2543175"/>
                <a:gd name="connsiteY150" fmla="*/ 1857375 h 1890712"/>
                <a:gd name="connsiteX151" fmla="*/ 2540794 w 2543175"/>
                <a:gd name="connsiteY151" fmla="*/ 1883569 h 1890712"/>
                <a:gd name="connsiteX152" fmla="*/ 2543175 w 2543175"/>
                <a:gd name="connsiteY152" fmla="*/ 1890712 h 1890712"/>
                <a:gd name="connsiteX0" fmla="*/ 0 w 2543175"/>
                <a:gd name="connsiteY0" fmla="*/ 0 h 1890712"/>
                <a:gd name="connsiteX1" fmla="*/ 11907 w 2543175"/>
                <a:gd name="connsiteY1" fmla="*/ 11906 h 1890712"/>
                <a:gd name="connsiteX2" fmla="*/ 21432 w 2543175"/>
                <a:gd name="connsiteY2" fmla="*/ 16669 h 1890712"/>
                <a:gd name="connsiteX3" fmla="*/ 23813 w 2543175"/>
                <a:gd name="connsiteY3" fmla="*/ 23812 h 1890712"/>
                <a:gd name="connsiteX4" fmla="*/ 33338 w 2543175"/>
                <a:gd name="connsiteY4" fmla="*/ 33337 h 1890712"/>
                <a:gd name="connsiteX5" fmla="*/ 40482 w 2543175"/>
                <a:gd name="connsiteY5" fmla="*/ 42862 h 1890712"/>
                <a:gd name="connsiteX6" fmla="*/ 47625 w 2543175"/>
                <a:gd name="connsiteY6" fmla="*/ 47625 h 1890712"/>
                <a:gd name="connsiteX7" fmla="*/ 57150 w 2543175"/>
                <a:gd name="connsiteY7" fmla="*/ 54769 h 1890712"/>
                <a:gd name="connsiteX8" fmla="*/ 64294 w 2543175"/>
                <a:gd name="connsiteY8" fmla="*/ 59531 h 1890712"/>
                <a:gd name="connsiteX9" fmla="*/ 83344 w 2543175"/>
                <a:gd name="connsiteY9" fmla="*/ 73819 h 1890712"/>
                <a:gd name="connsiteX10" fmla="*/ 97632 w 2543175"/>
                <a:gd name="connsiteY10" fmla="*/ 80962 h 1890712"/>
                <a:gd name="connsiteX11" fmla="*/ 104775 w 2543175"/>
                <a:gd name="connsiteY11" fmla="*/ 85725 h 1890712"/>
                <a:gd name="connsiteX12" fmla="*/ 114300 w 2543175"/>
                <a:gd name="connsiteY12" fmla="*/ 95250 h 1890712"/>
                <a:gd name="connsiteX13" fmla="*/ 123825 w 2543175"/>
                <a:gd name="connsiteY13" fmla="*/ 97631 h 1890712"/>
                <a:gd name="connsiteX14" fmla="*/ 130969 w 2543175"/>
                <a:gd name="connsiteY14" fmla="*/ 104775 h 1890712"/>
                <a:gd name="connsiteX15" fmla="*/ 140494 w 2543175"/>
                <a:gd name="connsiteY15" fmla="*/ 111919 h 1890712"/>
                <a:gd name="connsiteX16" fmla="*/ 147638 w 2543175"/>
                <a:gd name="connsiteY16" fmla="*/ 116681 h 1890712"/>
                <a:gd name="connsiteX17" fmla="*/ 164307 w 2543175"/>
                <a:gd name="connsiteY17" fmla="*/ 128587 h 1890712"/>
                <a:gd name="connsiteX18" fmla="*/ 180975 w 2543175"/>
                <a:gd name="connsiteY18" fmla="*/ 140494 h 1890712"/>
                <a:gd name="connsiteX19" fmla="*/ 197644 w 2543175"/>
                <a:gd name="connsiteY19" fmla="*/ 152400 h 1890712"/>
                <a:gd name="connsiteX20" fmla="*/ 204788 w 2543175"/>
                <a:gd name="connsiteY20" fmla="*/ 157162 h 1890712"/>
                <a:gd name="connsiteX21" fmla="*/ 214313 w 2543175"/>
                <a:gd name="connsiteY21" fmla="*/ 164306 h 1890712"/>
                <a:gd name="connsiteX22" fmla="*/ 247650 w 2543175"/>
                <a:gd name="connsiteY22" fmla="*/ 185737 h 1890712"/>
                <a:gd name="connsiteX23" fmla="*/ 300038 w 2543175"/>
                <a:gd name="connsiteY23" fmla="*/ 219075 h 1890712"/>
                <a:gd name="connsiteX24" fmla="*/ 342900 w 2543175"/>
                <a:gd name="connsiteY24" fmla="*/ 254794 h 1890712"/>
                <a:gd name="connsiteX25" fmla="*/ 385763 w 2543175"/>
                <a:gd name="connsiteY25" fmla="*/ 283369 h 1890712"/>
                <a:gd name="connsiteX26" fmla="*/ 404813 w 2543175"/>
                <a:gd name="connsiteY26" fmla="*/ 295275 h 1890712"/>
                <a:gd name="connsiteX27" fmla="*/ 411957 w 2543175"/>
                <a:gd name="connsiteY27" fmla="*/ 297656 h 1890712"/>
                <a:gd name="connsiteX28" fmla="*/ 466725 w 2543175"/>
                <a:gd name="connsiteY28" fmla="*/ 328612 h 1890712"/>
                <a:gd name="connsiteX29" fmla="*/ 476250 w 2543175"/>
                <a:gd name="connsiteY29" fmla="*/ 335756 h 1890712"/>
                <a:gd name="connsiteX30" fmla="*/ 481013 w 2543175"/>
                <a:gd name="connsiteY30" fmla="*/ 342900 h 1890712"/>
                <a:gd name="connsiteX31" fmla="*/ 490538 w 2543175"/>
                <a:gd name="connsiteY31" fmla="*/ 352425 h 1890712"/>
                <a:gd name="connsiteX32" fmla="*/ 495300 w 2543175"/>
                <a:gd name="connsiteY32" fmla="*/ 359569 h 1890712"/>
                <a:gd name="connsiteX33" fmla="*/ 509588 w 2543175"/>
                <a:gd name="connsiteY33" fmla="*/ 376237 h 1890712"/>
                <a:gd name="connsiteX34" fmla="*/ 514350 w 2543175"/>
                <a:gd name="connsiteY34" fmla="*/ 383381 h 1890712"/>
                <a:gd name="connsiteX35" fmla="*/ 531019 w 2543175"/>
                <a:gd name="connsiteY35" fmla="*/ 397669 h 1890712"/>
                <a:gd name="connsiteX36" fmla="*/ 538163 w 2543175"/>
                <a:gd name="connsiteY36" fmla="*/ 407194 h 1890712"/>
                <a:gd name="connsiteX37" fmla="*/ 554832 w 2543175"/>
                <a:gd name="connsiteY37" fmla="*/ 421481 h 1890712"/>
                <a:gd name="connsiteX38" fmla="*/ 564357 w 2543175"/>
                <a:gd name="connsiteY38" fmla="*/ 431006 h 1890712"/>
                <a:gd name="connsiteX39" fmla="*/ 573882 w 2543175"/>
                <a:gd name="connsiteY39" fmla="*/ 438150 h 1890712"/>
                <a:gd name="connsiteX40" fmla="*/ 595313 w 2543175"/>
                <a:gd name="connsiteY40" fmla="*/ 454819 h 1890712"/>
                <a:gd name="connsiteX41" fmla="*/ 602457 w 2543175"/>
                <a:gd name="connsiteY41" fmla="*/ 457200 h 1890712"/>
                <a:gd name="connsiteX42" fmla="*/ 628650 w 2543175"/>
                <a:gd name="connsiteY42" fmla="*/ 469106 h 1890712"/>
                <a:gd name="connsiteX43" fmla="*/ 645319 w 2543175"/>
                <a:gd name="connsiteY43" fmla="*/ 483394 h 1890712"/>
                <a:gd name="connsiteX44" fmla="*/ 654844 w 2543175"/>
                <a:gd name="connsiteY44" fmla="*/ 488156 h 1890712"/>
                <a:gd name="connsiteX45" fmla="*/ 661988 w 2543175"/>
                <a:gd name="connsiteY45" fmla="*/ 497681 h 1890712"/>
                <a:gd name="connsiteX46" fmla="*/ 683419 w 2543175"/>
                <a:gd name="connsiteY46" fmla="*/ 514350 h 1890712"/>
                <a:gd name="connsiteX47" fmla="*/ 700088 w 2543175"/>
                <a:gd name="connsiteY47" fmla="*/ 526256 h 1890712"/>
                <a:gd name="connsiteX48" fmla="*/ 709613 w 2543175"/>
                <a:gd name="connsiteY48" fmla="*/ 535781 h 1890712"/>
                <a:gd name="connsiteX49" fmla="*/ 719138 w 2543175"/>
                <a:gd name="connsiteY49" fmla="*/ 542925 h 1890712"/>
                <a:gd name="connsiteX50" fmla="*/ 733425 w 2543175"/>
                <a:gd name="connsiteY50" fmla="*/ 557212 h 1890712"/>
                <a:gd name="connsiteX51" fmla="*/ 750094 w 2543175"/>
                <a:gd name="connsiteY51" fmla="*/ 569119 h 1890712"/>
                <a:gd name="connsiteX52" fmla="*/ 769144 w 2543175"/>
                <a:gd name="connsiteY52" fmla="*/ 581025 h 1890712"/>
                <a:gd name="connsiteX53" fmla="*/ 785813 w 2543175"/>
                <a:gd name="connsiteY53" fmla="*/ 590550 h 1890712"/>
                <a:gd name="connsiteX54" fmla="*/ 792957 w 2543175"/>
                <a:gd name="connsiteY54" fmla="*/ 600075 h 1890712"/>
                <a:gd name="connsiteX55" fmla="*/ 809625 w 2543175"/>
                <a:gd name="connsiteY55" fmla="*/ 611981 h 1890712"/>
                <a:gd name="connsiteX56" fmla="*/ 816769 w 2543175"/>
                <a:gd name="connsiteY56" fmla="*/ 619125 h 1890712"/>
                <a:gd name="connsiteX57" fmla="*/ 826294 w 2543175"/>
                <a:gd name="connsiteY57" fmla="*/ 626269 h 1890712"/>
                <a:gd name="connsiteX58" fmla="*/ 840582 w 2543175"/>
                <a:gd name="connsiteY58" fmla="*/ 638175 h 1890712"/>
                <a:gd name="connsiteX59" fmla="*/ 847725 w 2543175"/>
                <a:gd name="connsiteY59" fmla="*/ 645319 h 1890712"/>
                <a:gd name="connsiteX60" fmla="*/ 857250 w 2543175"/>
                <a:gd name="connsiteY60" fmla="*/ 652462 h 1890712"/>
                <a:gd name="connsiteX61" fmla="*/ 888207 w 2543175"/>
                <a:gd name="connsiteY61" fmla="*/ 676275 h 1890712"/>
                <a:gd name="connsiteX62" fmla="*/ 907257 w 2543175"/>
                <a:gd name="connsiteY62" fmla="*/ 683419 h 1890712"/>
                <a:gd name="connsiteX63" fmla="*/ 928688 w 2543175"/>
                <a:gd name="connsiteY63" fmla="*/ 695325 h 1890712"/>
                <a:gd name="connsiteX64" fmla="*/ 942975 w 2543175"/>
                <a:gd name="connsiteY64" fmla="*/ 700087 h 1890712"/>
                <a:gd name="connsiteX65" fmla="*/ 964407 w 2543175"/>
                <a:gd name="connsiteY65" fmla="*/ 716756 h 1890712"/>
                <a:gd name="connsiteX66" fmla="*/ 971550 w 2543175"/>
                <a:gd name="connsiteY66" fmla="*/ 723900 h 1890712"/>
                <a:gd name="connsiteX67" fmla="*/ 983457 w 2543175"/>
                <a:gd name="connsiteY67" fmla="*/ 733425 h 1890712"/>
                <a:gd name="connsiteX68" fmla="*/ 990600 w 2543175"/>
                <a:gd name="connsiteY68" fmla="*/ 738187 h 1890712"/>
                <a:gd name="connsiteX69" fmla="*/ 1007269 w 2543175"/>
                <a:gd name="connsiteY69" fmla="*/ 752475 h 1890712"/>
                <a:gd name="connsiteX70" fmla="*/ 1031082 w 2543175"/>
                <a:gd name="connsiteY70" fmla="*/ 766762 h 1890712"/>
                <a:gd name="connsiteX71" fmla="*/ 1042988 w 2543175"/>
                <a:gd name="connsiteY71" fmla="*/ 773906 h 1890712"/>
                <a:gd name="connsiteX72" fmla="*/ 1071563 w 2543175"/>
                <a:gd name="connsiteY72" fmla="*/ 785812 h 1890712"/>
                <a:gd name="connsiteX73" fmla="*/ 1097757 w 2543175"/>
                <a:gd name="connsiteY73" fmla="*/ 807244 h 1890712"/>
                <a:gd name="connsiteX74" fmla="*/ 1104900 w 2543175"/>
                <a:gd name="connsiteY74" fmla="*/ 814387 h 1890712"/>
                <a:gd name="connsiteX75" fmla="*/ 1121569 w 2543175"/>
                <a:gd name="connsiteY75" fmla="*/ 823912 h 1890712"/>
                <a:gd name="connsiteX76" fmla="*/ 1138238 w 2543175"/>
                <a:gd name="connsiteY76" fmla="*/ 835819 h 1890712"/>
                <a:gd name="connsiteX77" fmla="*/ 1147763 w 2543175"/>
                <a:gd name="connsiteY77" fmla="*/ 842962 h 1890712"/>
                <a:gd name="connsiteX78" fmla="*/ 1157288 w 2543175"/>
                <a:gd name="connsiteY78" fmla="*/ 847725 h 1890712"/>
                <a:gd name="connsiteX79" fmla="*/ 1178719 w 2543175"/>
                <a:gd name="connsiteY79" fmla="*/ 859631 h 1890712"/>
                <a:gd name="connsiteX80" fmla="*/ 1188244 w 2543175"/>
                <a:gd name="connsiteY80" fmla="*/ 866775 h 1890712"/>
                <a:gd name="connsiteX81" fmla="*/ 1195388 w 2543175"/>
                <a:gd name="connsiteY81" fmla="*/ 871537 h 1890712"/>
                <a:gd name="connsiteX82" fmla="*/ 1212057 w 2543175"/>
                <a:gd name="connsiteY82" fmla="*/ 883444 h 1890712"/>
                <a:gd name="connsiteX83" fmla="*/ 1226344 w 2543175"/>
                <a:gd name="connsiteY83" fmla="*/ 895350 h 1890712"/>
                <a:gd name="connsiteX84" fmla="*/ 1245394 w 2543175"/>
                <a:gd name="connsiteY84" fmla="*/ 907256 h 1890712"/>
                <a:gd name="connsiteX85" fmla="*/ 1254919 w 2543175"/>
                <a:gd name="connsiteY85" fmla="*/ 914400 h 1890712"/>
                <a:gd name="connsiteX86" fmla="*/ 1269207 w 2543175"/>
                <a:gd name="connsiteY86" fmla="*/ 921544 h 1890712"/>
                <a:gd name="connsiteX87" fmla="*/ 1290638 w 2543175"/>
                <a:gd name="connsiteY87" fmla="*/ 935831 h 1890712"/>
                <a:gd name="connsiteX88" fmla="*/ 1307307 w 2543175"/>
                <a:gd name="connsiteY88" fmla="*/ 952500 h 1890712"/>
                <a:gd name="connsiteX89" fmla="*/ 1333500 w 2543175"/>
                <a:gd name="connsiteY89" fmla="*/ 971550 h 1890712"/>
                <a:gd name="connsiteX90" fmla="*/ 1359694 w 2543175"/>
                <a:gd name="connsiteY90" fmla="*/ 990600 h 1890712"/>
                <a:gd name="connsiteX91" fmla="*/ 1385888 w 2543175"/>
                <a:gd name="connsiteY91" fmla="*/ 1021557 h 1890712"/>
                <a:gd name="connsiteX92" fmla="*/ 1435894 w 2543175"/>
                <a:gd name="connsiteY92" fmla="*/ 1054894 h 1890712"/>
                <a:gd name="connsiteX93" fmla="*/ 1497806 w 2543175"/>
                <a:gd name="connsiteY93" fmla="*/ 1104900 h 1890712"/>
                <a:gd name="connsiteX94" fmla="*/ 1559718 w 2543175"/>
                <a:gd name="connsiteY94" fmla="*/ 1154906 h 1890712"/>
                <a:gd name="connsiteX95" fmla="*/ 1595438 w 2543175"/>
                <a:gd name="connsiteY95" fmla="*/ 1181100 h 1890712"/>
                <a:gd name="connsiteX96" fmla="*/ 1628775 w 2543175"/>
                <a:gd name="connsiteY96" fmla="*/ 1207294 h 1890712"/>
                <a:gd name="connsiteX97" fmla="*/ 1662113 w 2543175"/>
                <a:gd name="connsiteY97" fmla="*/ 1231107 h 1890712"/>
                <a:gd name="connsiteX98" fmla="*/ 1700213 w 2543175"/>
                <a:gd name="connsiteY98" fmla="*/ 1247775 h 1890712"/>
                <a:gd name="connsiteX99" fmla="*/ 1712119 w 2543175"/>
                <a:gd name="connsiteY99" fmla="*/ 1259681 h 1890712"/>
                <a:gd name="connsiteX100" fmla="*/ 1733550 w 2543175"/>
                <a:gd name="connsiteY100" fmla="*/ 1273969 h 1890712"/>
                <a:gd name="connsiteX101" fmla="*/ 1743075 w 2543175"/>
                <a:gd name="connsiteY101" fmla="*/ 1283494 h 1890712"/>
                <a:gd name="connsiteX102" fmla="*/ 1754982 w 2543175"/>
                <a:gd name="connsiteY102" fmla="*/ 1290637 h 1890712"/>
                <a:gd name="connsiteX103" fmla="*/ 1766888 w 2543175"/>
                <a:gd name="connsiteY103" fmla="*/ 1300162 h 1890712"/>
                <a:gd name="connsiteX104" fmla="*/ 1783557 w 2543175"/>
                <a:gd name="connsiteY104" fmla="*/ 1307306 h 1890712"/>
                <a:gd name="connsiteX105" fmla="*/ 1790700 w 2543175"/>
                <a:gd name="connsiteY105" fmla="*/ 1312069 h 1890712"/>
                <a:gd name="connsiteX106" fmla="*/ 1800225 w 2543175"/>
                <a:gd name="connsiteY106" fmla="*/ 1319212 h 1890712"/>
                <a:gd name="connsiteX107" fmla="*/ 1807369 w 2543175"/>
                <a:gd name="connsiteY107" fmla="*/ 1321594 h 1890712"/>
                <a:gd name="connsiteX108" fmla="*/ 1824038 w 2543175"/>
                <a:gd name="connsiteY108" fmla="*/ 1333500 h 1890712"/>
                <a:gd name="connsiteX109" fmla="*/ 1843088 w 2543175"/>
                <a:gd name="connsiteY109" fmla="*/ 1352550 h 1890712"/>
                <a:gd name="connsiteX110" fmla="*/ 1852613 w 2543175"/>
                <a:gd name="connsiteY110" fmla="*/ 1359694 h 1890712"/>
                <a:gd name="connsiteX111" fmla="*/ 1859757 w 2543175"/>
                <a:gd name="connsiteY111" fmla="*/ 1366837 h 1890712"/>
                <a:gd name="connsiteX112" fmla="*/ 1869282 w 2543175"/>
                <a:gd name="connsiteY112" fmla="*/ 1371600 h 1890712"/>
                <a:gd name="connsiteX113" fmla="*/ 1883569 w 2543175"/>
                <a:gd name="connsiteY113" fmla="*/ 1388269 h 1890712"/>
                <a:gd name="connsiteX114" fmla="*/ 1893094 w 2543175"/>
                <a:gd name="connsiteY114" fmla="*/ 1395412 h 1890712"/>
                <a:gd name="connsiteX115" fmla="*/ 1902619 w 2543175"/>
                <a:gd name="connsiteY115" fmla="*/ 1404937 h 1890712"/>
                <a:gd name="connsiteX116" fmla="*/ 1912144 w 2543175"/>
                <a:gd name="connsiteY116" fmla="*/ 1409700 h 1890712"/>
                <a:gd name="connsiteX117" fmla="*/ 1931194 w 2543175"/>
                <a:gd name="connsiteY117" fmla="*/ 1421606 h 1890712"/>
                <a:gd name="connsiteX118" fmla="*/ 1935957 w 2543175"/>
                <a:gd name="connsiteY118" fmla="*/ 1428750 h 1890712"/>
                <a:gd name="connsiteX119" fmla="*/ 1952625 w 2543175"/>
                <a:gd name="connsiteY119" fmla="*/ 1438275 h 1890712"/>
                <a:gd name="connsiteX120" fmla="*/ 1971675 w 2543175"/>
                <a:gd name="connsiteY120" fmla="*/ 1450181 h 1890712"/>
                <a:gd name="connsiteX121" fmla="*/ 1981200 w 2543175"/>
                <a:gd name="connsiteY121" fmla="*/ 1454944 h 1890712"/>
                <a:gd name="connsiteX122" fmla="*/ 1997869 w 2543175"/>
                <a:gd name="connsiteY122" fmla="*/ 1471612 h 1890712"/>
                <a:gd name="connsiteX123" fmla="*/ 2007394 w 2543175"/>
                <a:gd name="connsiteY123" fmla="*/ 1478756 h 1890712"/>
                <a:gd name="connsiteX124" fmla="*/ 2016919 w 2543175"/>
                <a:gd name="connsiteY124" fmla="*/ 1483519 h 1890712"/>
                <a:gd name="connsiteX125" fmla="*/ 2024063 w 2543175"/>
                <a:gd name="connsiteY125" fmla="*/ 1490662 h 1890712"/>
                <a:gd name="connsiteX126" fmla="*/ 2033588 w 2543175"/>
                <a:gd name="connsiteY126" fmla="*/ 1495425 h 1890712"/>
                <a:gd name="connsiteX127" fmla="*/ 2040732 w 2543175"/>
                <a:gd name="connsiteY127" fmla="*/ 1502569 h 1890712"/>
                <a:gd name="connsiteX128" fmla="*/ 2047875 w 2543175"/>
                <a:gd name="connsiteY128" fmla="*/ 1507331 h 1890712"/>
                <a:gd name="connsiteX129" fmla="*/ 2057400 w 2543175"/>
                <a:gd name="connsiteY129" fmla="*/ 1514475 h 1890712"/>
                <a:gd name="connsiteX130" fmla="*/ 2064544 w 2543175"/>
                <a:gd name="connsiteY130" fmla="*/ 1519237 h 1890712"/>
                <a:gd name="connsiteX131" fmla="*/ 2071688 w 2543175"/>
                <a:gd name="connsiteY131" fmla="*/ 1526381 h 1890712"/>
                <a:gd name="connsiteX132" fmla="*/ 2081213 w 2543175"/>
                <a:gd name="connsiteY132" fmla="*/ 1531144 h 1890712"/>
                <a:gd name="connsiteX133" fmla="*/ 2090738 w 2543175"/>
                <a:gd name="connsiteY133" fmla="*/ 1538287 h 1890712"/>
                <a:gd name="connsiteX134" fmla="*/ 2109788 w 2543175"/>
                <a:gd name="connsiteY134" fmla="*/ 1547812 h 1890712"/>
                <a:gd name="connsiteX135" fmla="*/ 2131219 w 2543175"/>
                <a:gd name="connsiteY135" fmla="*/ 1562100 h 1890712"/>
                <a:gd name="connsiteX136" fmla="*/ 2140744 w 2543175"/>
                <a:gd name="connsiteY136" fmla="*/ 1566862 h 1890712"/>
                <a:gd name="connsiteX137" fmla="*/ 2152650 w 2543175"/>
                <a:gd name="connsiteY137" fmla="*/ 1576387 h 1890712"/>
                <a:gd name="connsiteX138" fmla="*/ 2181225 w 2543175"/>
                <a:gd name="connsiteY138" fmla="*/ 1590675 h 1890712"/>
                <a:gd name="connsiteX139" fmla="*/ 2200275 w 2543175"/>
                <a:gd name="connsiteY139" fmla="*/ 1607344 h 1890712"/>
                <a:gd name="connsiteX140" fmla="*/ 2207419 w 2543175"/>
                <a:gd name="connsiteY140" fmla="*/ 1612106 h 1890712"/>
                <a:gd name="connsiteX141" fmla="*/ 2216944 w 2543175"/>
                <a:gd name="connsiteY141" fmla="*/ 1619250 h 1890712"/>
                <a:gd name="connsiteX142" fmla="*/ 2247900 w 2543175"/>
                <a:gd name="connsiteY142" fmla="*/ 1643062 h 1890712"/>
                <a:gd name="connsiteX143" fmla="*/ 2281238 w 2543175"/>
                <a:gd name="connsiteY143" fmla="*/ 1674019 h 1890712"/>
                <a:gd name="connsiteX144" fmla="*/ 2312194 w 2543175"/>
                <a:gd name="connsiteY144" fmla="*/ 1702594 h 1890712"/>
                <a:gd name="connsiteX145" fmla="*/ 2369344 w 2543175"/>
                <a:gd name="connsiteY145" fmla="*/ 1757363 h 1890712"/>
                <a:gd name="connsiteX146" fmla="*/ 2428876 w 2543175"/>
                <a:gd name="connsiteY146" fmla="*/ 1785938 h 1890712"/>
                <a:gd name="connsiteX147" fmla="*/ 2469356 w 2543175"/>
                <a:gd name="connsiteY147" fmla="*/ 1816894 h 1890712"/>
                <a:gd name="connsiteX148" fmla="*/ 2514600 w 2543175"/>
                <a:gd name="connsiteY148" fmla="*/ 1850231 h 1890712"/>
                <a:gd name="connsiteX149" fmla="*/ 2519363 w 2543175"/>
                <a:gd name="connsiteY149" fmla="*/ 1857375 h 1890712"/>
                <a:gd name="connsiteX150" fmla="*/ 2540794 w 2543175"/>
                <a:gd name="connsiteY150" fmla="*/ 1883569 h 1890712"/>
                <a:gd name="connsiteX151" fmla="*/ 2543175 w 2543175"/>
                <a:gd name="connsiteY151" fmla="*/ 1890712 h 1890712"/>
                <a:gd name="connsiteX0" fmla="*/ 0 w 2543175"/>
                <a:gd name="connsiteY0" fmla="*/ 0 h 1890712"/>
                <a:gd name="connsiteX1" fmla="*/ 11907 w 2543175"/>
                <a:gd name="connsiteY1" fmla="*/ 11906 h 1890712"/>
                <a:gd name="connsiteX2" fmla="*/ 21432 w 2543175"/>
                <a:gd name="connsiteY2" fmla="*/ 16669 h 1890712"/>
                <a:gd name="connsiteX3" fmla="*/ 23813 w 2543175"/>
                <a:gd name="connsiteY3" fmla="*/ 23812 h 1890712"/>
                <a:gd name="connsiteX4" fmla="*/ 33338 w 2543175"/>
                <a:gd name="connsiteY4" fmla="*/ 33337 h 1890712"/>
                <a:gd name="connsiteX5" fmla="*/ 40482 w 2543175"/>
                <a:gd name="connsiteY5" fmla="*/ 42862 h 1890712"/>
                <a:gd name="connsiteX6" fmla="*/ 47625 w 2543175"/>
                <a:gd name="connsiteY6" fmla="*/ 47625 h 1890712"/>
                <a:gd name="connsiteX7" fmla="*/ 57150 w 2543175"/>
                <a:gd name="connsiteY7" fmla="*/ 54769 h 1890712"/>
                <a:gd name="connsiteX8" fmla="*/ 64294 w 2543175"/>
                <a:gd name="connsiteY8" fmla="*/ 59531 h 1890712"/>
                <a:gd name="connsiteX9" fmla="*/ 83344 w 2543175"/>
                <a:gd name="connsiteY9" fmla="*/ 73819 h 1890712"/>
                <a:gd name="connsiteX10" fmla="*/ 97632 w 2543175"/>
                <a:gd name="connsiteY10" fmla="*/ 80962 h 1890712"/>
                <a:gd name="connsiteX11" fmla="*/ 104775 w 2543175"/>
                <a:gd name="connsiteY11" fmla="*/ 85725 h 1890712"/>
                <a:gd name="connsiteX12" fmla="*/ 114300 w 2543175"/>
                <a:gd name="connsiteY12" fmla="*/ 95250 h 1890712"/>
                <a:gd name="connsiteX13" fmla="*/ 123825 w 2543175"/>
                <a:gd name="connsiteY13" fmla="*/ 97631 h 1890712"/>
                <a:gd name="connsiteX14" fmla="*/ 130969 w 2543175"/>
                <a:gd name="connsiteY14" fmla="*/ 104775 h 1890712"/>
                <a:gd name="connsiteX15" fmla="*/ 140494 w 2543175"/>
                <a:gd name="connsiteY15" fmla="*/ 111919 h 1890712"/>
                <a:gd name="connsiteX16" fmla="*/ 147638 w 2543175"/>
                <a:gd name="connsiteY16" fmla="*/ 116681 h 1890712"/>
                <a:gd name="connsiteX17" fmla="*/ 164307 w 2543175"/>
                <a:gd name="connsiteY17" fmla="*/ 128587 h 1890712"/>
                <a:gd name="connsiteX18" fmla="*/ 180975 w 2543175"/>
                <a:gd name="connsiteY18" fmla="*/ 140494 h 1890712"/>
                <a:gd name="connsiteX19" fmla="*/ 197644 w 2543175"/>
                <a:gd name="connsiteY19" fmla="*/ 152400 h 1890712"/>
                <a:gd name="connsiteX20" fmla="*/ 204788 w 2543175"/>
                <a:gd name="connsiteY20" fmla="*/ 157162 h 1890712"/>
                <a:gd name="connsiteX21" fmla="*/ 214313 w 2543175"/>
                <a:gd name="connsiteY21" fmla="*/ 164306 h 1890712"/>
                <a:gd name="connsiteX22" fmla="*/ 247650 w 2543175"/>
                <a:gd name="connsiteY22" fmla="*/ 185737 h 1890712"/>
                <a:gd name="connsiteX23" fmla="*/ 300038 w 2543175"/>
                <a:gd name="connsiteY23" fmla="*/ 219075 h 1890712"/>
                <a:gd name="connsiteX24" fmla="*/ 342900 w 2543175"/>
                <a:gd name="connsiteY24" fmla="*/ 254794 h 1890712"/>
                <a:gd name="connsiteX25" fmla="*/ 385763 w 2543175"/>
                <a:gd name="connsiteY25" fmla="*/ 283369 h 1890712"/>
                <a:gd name="connsiteX26" fmla="*/ 404813 w 2543175"/>
                <a:gd name="connsiteY26" fmla="*/ 295275 h 1890712"/>
                <a:gd name="connsiteX27" fmla="*/ 411957 w 2543175"/>
                <a:gd name="connsiteY27" fmla="*/ 297656 h 1890712"/>
                <a:gd name="connsiteX28" fmla="*/ 466725 w 2543175"/>
                <a:gd name="connsiteY28" fmla="*/ 328612 h 1890712"/>
                <a:gd name="connsiteX29" fmla="*/ 476250 w 2543175"/>
                <a:gd name="connsiteY29" fmla="*/ 335756 h 1890712"/>
                <a:gd name="connsiteX30" fmla="*/ 481013 w 2543175"/>
                <a:gd name="connsiteY30" fmla="*/ 342900 h 1890712"/>
                <a:gd name="connsiteX31" fmla="*/ 495300 w 2543175"/>
                <a:gd name="connsiteY31" fmla="*/ 359569 h 1890712"/>
                <a:gd name="connsiteX32" fmla="*/ 509588 w 2543175"/>
                <a:gd name="connsiteY32" fmla="*/ 376237 h 1890712"/>
                <a:gd name="connsiteX33" fmla="*/ 514350 w 2543175"/>
                <a:gd name="connsiteY33" fmla="*/ 383381 h 1890712"/>
                <a:gd name="connsiteX34" fmla="*/ 531019 w 2543175"/>
                <a:gd name="connsiteY34" fmla="*/ 397669 h 1890712"/>
                <a:gd name="connsiteX35" fmla="*/ 538163 w 2543175"/>
                <a:gd name="connsiteY35" fmla="*/ 407194 h 1890712"/>
                <a:gd name="connsiteX36" fmla="*/ 554832 w 2543175"/>
                <a:gd name="connsiteY36" fmla="*/ 421481 h 1890712"/>
                <a:gd name="connsiteX37" fmla="*/ 564357 w 2543175"/>
                <a:gd name="connsiteY37" fmla="*/ 431006 h 1890712"/>
                <a:gd name="connsiteX38" fmla="*/ 573882 w 2543175"/>
                <a:gd name="connsiteY38" fmla="*/ 438150 h 1890712"/>
                <a:gd name="connsiteX39" fmla="*/ 595313 w 2543175"/>
                <a:gd name="connsiteY39" fmla="*/ 454819 h 1890712"/>
                <a:gd name="connsiteX40" fmla="*/ 602457 w 2543175"/>
                <a:gd name="connsiteY40" fmla="*/ 457200 h 1890712"/>
                <a:gd name="connsiteX41" fmla="*/ 628650 w 2543175"/>
                <a:gd name="connsiteY41" fmla="*/ 469106 h 1890712"/>
                <a:gd name="connsiteX42" fmla="*/ 645319 w 2543175"/>
                <a:gd name="connsiteY42" fmla="*/ 483394 h 1890712"/>
                <a:gd name="connsiteX43" fmla="*/ 654844 w 2543175"/>
                <a:gd name="connsiteY43" fmla="*/ 488156 h 1890712"/>
                <a:gd name="connsiteX44" fmla="*/ 661988 w 2543175"/>
                <a:gd name="connsiteY44" fmla="*/ 497681 h 1890712"/>
                <a:gd name="connsiteX45" fmla="*/ 683419 w 2543175"/>
                <a:gd name="connsiteY45" fmla="*/ 514350 h 1890712"/>
                <a:gd name="connsiteX46" fmla="*/ 700088 w 2543175"/>
                <a:gd name="connsiteY46" fmla="*/ 526256 h 1890712"/>
                <a:gd name="connsiteX47" fmla="*/ 709613 w 2543175"/>
                <a:gd name="connsiteY47" fmla="*/ 535781 h 1890712"/>
                <a:gd name="connsiteX48" fmla="*/ 719138 w 2543175"/>
                <a:gd name="connsiteY48" fmla="*/ 542925 h 1890712"/>
                <a:gd name="connsiteX49" fmla="*/ 733425 w 2543175"/>
                <a:gd name="connsiteY49" fmla="*/ 557212 h 1890712"/>
                <a:gd name="connsiteX50" fmla="*/ 750094 w 2543175"/>
                <a:gd name="connsiteY50" fmla="*/ 569119 h 1890712"/>
                <a:gd name="connsiteX51" fmla="*/ 769144 w 2543175"/>
                <a:gd name="connsiteY51" fmla="*/ 581025 h 1890712"/>
                <a:gd name="connsiteX52" fmla="*/ 785813 w 2543175"/>
                <a:gd name="connsiteY52" fmla="*/ 590550 h 1890712"/>
                <a:gd name="connsiteX53" fmla="*/ 792957 w 2543175"/>
                <a:gd name="connsiteY53" fmla="*/ 600075 h 1890712"/>
                <a:gd name="connsiteX54" fmla="*/ 809625 w 2543175"/>
                <a:gd name="connsiteY54" fmla="*/ 611981 h 1890712"/>
                <a:gd name="connsiteX55" fmla="*/ 816769 w 2543175"/>
                <a:gd name="connsiteY55" fmla="*/ 619125 h 1890712"/>
                <a:gd name="connsiteX56" fmla="*/ 826294 w 2543175"/>
                <a:gd name="connsiteY56" fmla="*/ 626269 h 1890712"/>
                <a:gd name="connsiteX57" fmla="*/ 840582 w 2543175"/>
                <a:gd name="connsiteY57" fmla="*/ 638175 h 1890712"/>
                <a:gd name="connsiteX58" fmla="*/ 847725 w 2543175"/>
                <a:gd name="connsiteY58" fmla="*/ 645319 h 1890712"/>
                <a:gd name="connsiteX59" fmla="*/ 857250 w 2543175"/>
                <a:gd name="connsiteY59" fmla="*/ 652462 h 1890712"/>
                <a:gd name="connsiteX60" fmla="*/ 888207 w 2543175"/>
                <a:gd name="connsiteY60" fmla="*/ 676275 h 1890712"/>
                <a:gd name="connsiteX61" fmla="*/ 907257 w 2543175"/>
                <a:gd name="connsiteY61" fmla="*/ 683419 h 1890712"/>
                <a:gd name="connsiteX62" fmla="*/ 928688 w 2543175"/>
                <a:gd name="connsiteY62" fmla="*/ 695325 h 1890712"/>
                <a:gd name="connsiteX63" fmla="*/ 942975 w 2543175"/>
                <a:gd name="connsiteY63" fmla="*/ 700087 h 1890712"/>
                <a:gd name="connsiteX64" fmla="*/ 964407 w 2543175"/>
                <a:gd name="connsiteY64" fmla="*/ 716756 h 1890712"/>
                <a:gd name="connsiteX65" fmla="*/ 971550 w 2543175"/>
                <a:gd name="connsiteY65" fmla="*/ 723900 h 1890712"/>
                <a:gd name="connsiteX66" fmla="*/ 983457 w 2543175"/>
                <a:gd name="connsiteY66" fmla="*/ 733425 h 1890712"/>
                <a:gd name="connsiteX67" fmla="*/ 990600 w 2543175"/>
                <a:gd name="connsiteY67" fmla="*/ 738187 h 1890712"/>
                <a:gd name="connsiteX68" fmla="*/ 1007269 w 2543175"/>
                <a:gd name="connsiteY68" fmla="*/ 752475 h 1890712"/>
                <a:gd name="connsiteX69" fmla="*/ 1031082 w 2543175"/>
                <a:gd name="connsiteY69" fmla="*/ 766762 h 1890712"/>
                <a:gd name="connsiteX70" fmla="*/ 1042988 w 2543175"/>
                <a:gd name="connsiteY70" fmla="*/ 773906 h 1890712"/>
                <a:gd name="connsiteX71" fmla="*/ 1071563 w 2543175"/>
                <a:gd name="connsiteY71" fmla="*/ 785812 h 1890712"/>
                <a:gd name="connsiteX72" fmla="*/ 1097757 w 2543175"/>
                <a:gd name="connsiteY72" fmla="*/ 807244 h 1890712"/>
                <a:gd name="connsiteX73" fmla="*/ 1104900 w 2543175"/>
                <a:gd name="connsiteY73" fmla="*/ 814387 h 1890712"/>
                <a:gd name="connsiteX74" fmla="*/ 1121569 w 2543175"/>
                <a:gd name="connsiteY74" fmla="*/ 823912 h 1890712"/>
                <a:gd name="connsiteX75" fmla="*/ 1138238 w 2543175"/>
                <a:gd name="connsiteY75" fmla="*/ 835819 h 1890712"/>
                <a:gd name="connsiteX76" fmla="*/ 1147763 w 2543175"/>
                <a:gd name="connsiteY76" fmla="*/ 842962 h 1890712"/>
                <a:gd name="connsiteX77" fmla="*/ 1157288 w 2543175"/>
                <a:gd name="connsiteY77" fmla="*/ 847725 h 1890712"/>
                <a:gd name="connsiteX78" fmla="*/ 1178719 w 2543175"/>
                <a:gd name="connsiteY78" fmla="*/ 859631 h 1890712"/>
                <a:gd name="connsiteX79" fmla="*/ 1188244 w 2543175"/>
                <a:gd name="connsiteY79" fmla="*/ 866775 h 1890712"/>
                <a:gd name="connsiteX80" fmla="*/ 1195388 w 2543175"/>
                <a:gd name="connsiteY80" fmla="*/ 871537 h 1890712"/>
                <a:gd name="connsiteX81" fmla="*/ 1212057 w 2543175"/>
                <a:gd name="connsiteY81" fmla="*/ 883444 h 1890712"/>
                <a:gd name="connsiteX82" fmla="*/ 1226344 w 2543175"/>
                <a:gd name="connsiteY82" fmla="*/ 895350 h 1890712"/>
                <a:gd name="connsiteX83" fmla="*/ 1245394 w 2543175"/>
                <a:gd name="connsiteY83" fmla="*/ 907256 h 1890712"/>
                <a:gd name="connsiteX84" fmla="*/ 1254919 w 2543175"/>
                <a:gd name="connsiteY84" fmla="*/ 914400 h 1890712"/>
                <a:gd name="connsiteX85" fmla="*/ 1269207 w 2543175"/>
                <a:gd name="connsiteY85" fmla="*/ 921544 h 1890712"/>
                <a:gd name="connsiteX86" fmla="*/ 1290638 w 2543175"/>
                <a:gd name="connsiteY86" fmla="*/ 935831 h 1890712"/>
                <a:gd name="connsiteX87" fmla="*/ 1307307 w 2543175"/>
                <a:gd name="connsiteY87" fmla="*/ 952500 h 1890712"/>
                <a:gd name="connsiteX88" fmla="*/ 1333500 w 2543175"/>
                <a:gd name="connsiteY88" fmla="*/ 971550 h 1890712"/>
                <a:gd name="connsiteX89" fmla="*/ 1359694 w 2543175"/>
                <a:gd name="connsiteY89" fmla="*/ 990600 h 1890712"/>
                <a:gd name="connsiteX90" fmla="*/ 1385888 w 2543175"/>
                <a:gd name="connsiteY90" fmla="*/ 1021557 h 1890712"/>
                <a:gd name="connsiteX91" fmla="*/ 1435894 w 2543175"/>
                <a:gd name="connsiteY91" fmla="*/ 1054894 h 1890712"/>
                <a:gd name="connsiteX92" fmla="*/ 1497806 w 2543175"/>
                <a:gd name="connsiteY92" fmla="*/ 1104900 h 1890712"/>
                <a:gd name="connsiteX93" fmla="*/ 1559718 w 2543175"/>
                <a:gd name="connsiteY93" fmla="*/ 1154906 h 1890712"/>
                <a:gd name="connsiteX94" fmla="*/ 1595438 w 2543175"/>
                <a:gd name="connsiteY94" fmla="*/ 1181100 h 1890712"/>
                <a:gd name="connsiteX95" fmla="*/ 1628775 w 2543175"/>
                <a:gd name="connsiteY95" fmla="*/ 1207294 h 1890712"/>
                <a:gd name="connsiteX96" fmla="*/ 1662113 w 2543175"/>
                <a:gd name="connsiteY96" fmla="*/ 1231107 h 1890712"/>
                <a:gd name="connsiteX97" fmla="*/ 1700213 w 2543175"/>
                <a:gd name="connsiteY97" fmla="*/ 1247775 h 1890712"/>
                <a:gd name="connsiteX98" fmla="*/ 1712119 w 2543175"/>
                <a:gd name="connsiteY98" fmla="*/ 1259681 h 1890712"/>
                <a:gd name="connsiteX99" fmla="*/ 1733550 w 2543175"/>
                <a:gd name="connsiteY99" fmla="*/ 1273969 h 1890712"/>
                <a:gd name="connsiteX100" fmla="*/ 1743075 w 2543175"/>
                <a:gd name="connsiteY100" fmla="*/ 1283494 h 1890712"/>
                <a:gd name="connsiteX101" fmla="*/ 1754982 w 2543175"/>
                <a:gd name="connsiteY101" fmla="*/ 1290637 h 1890712"/>
                <a:gd name="connsiteX102" fmla="*/ 1766888 w 2543175"/>
                <a:gd name="connsiteY102" fmla="*/ 1300162 h 1890712"/>
                <a:gd name="connsiteX103" fmla="*/ 1783557 w 2543175"/>
                <a:gd name="connsiteY103" fmla="*/ 1307306 h 1890712"/>
                <a:gd name="connsiteX104" fmla="*/ 1790700 w 2543175"/>
                <a:gd name="connsiteY104" fmla="*/ 1312069 h 1890712"/>
                <a:gd name="connsiteX105" fmla="*/ 1800225 w 2543175"/>
                <a:gd name="connsiteY105" fmla="*/ 1319212 h 1890712"/>
                <a:gd name="connsiteX106" fmla="*/ 1807369 w 2543175"/>
                <a:gd name="connsiteY106" fmla="*/ 1321594 h 1890712"/>
                <a:gd name="connsiteX107" fmla="*/ 1824038 w 2543175"/>
                <a:gd name="connsiteY107" fmla="*/ 1333500 h 1890712"/>
                <a:gd name="connsiteX108" fmla="*/ 1843088 w 2543175"/>
                <a:gd name="connsiteY108" fmla="*/ 1352550 h 1890712"/>
                <a:gd name="connsiteX109" fmla="*/ 1852613 w 2543175"/>
                <a:gd name="connsiteY109" fmla="*/ 1359694 h 1890712"/>
                <a:gd name="connsiteX110" fmla="*/ 1859757 w 2543175"/>
                <a:gd name="connsiteY110" fmla="*/ 1366837 h 1890712"/>
                <a:gd name="connsiteX111" fmla="*/ 1869282 w 2543175"/>
                <a:gd name="connsiteY111" fmla="*/ 1371600 h 1890712"/>
                <a:gd name="connsiteX112" fmla="*/ 1883569 w 2543175"/>
                <a:gd name="connsiteY112" fmla="*/ 1388269 h 1890712"/>
                <a:gd name="connsiteX113" fmla="*/ 1893094 w 2543175"/>
                <a:gd name="connsiteY113" fmla="*/ 1395412 h 1890712"/>
                <a:gd name="connsiteX114" fmla="*/ 1902619 w 2543175"/>
                <a:gd name="connsiteY114" fmla="*/ 1404937 h 1890712"/>
                <a:gd name="connsiteX115" fmla="*/ 1912144 w 2543175"/>
                <a:gd name="connsiteY115" fmla="*/ 1409700 h 1890712"/>
                <a:gd name="connsiteX116" fmla="*/ 1931194 w 2543175"/>
                <a:gd name="connsiteY116" fmla="*/ 1421606 h 1890712"/>
                <a:gd name="connsiteX117" fmla="*/ 1935957 w 2543175"/>
                <a:gd name="connsiteY117" fmla="*/ 1428750 h 1890712"/>
                <a:gd name="connsiteX118" fmla="*/ 1952625 w 2543175"/>
                <a:gd name="connsiteY118" fmla="*/ 1438275 h 1890712"/>
                <a:gd name="connsiteX119" fmla="*/ 1971675 w 2543175"/>
                <a:gd name="connsiteY119" fmla="*/ 1450181 h 1890712"/>
                <a:gd name="connsiteX120" fmla="*/ 1981200 w 2543175"/>
                <a:gd name="connsiteY120" fmla="*/ 1454944 h 1890712"/>
                <a:gd name="connsiteX121" fmla="*/ 1997869 w 2543175"/>
                <a:gd name="connsiteY121" fmla="*/ 1471612 h 1890712"/>
                <a:gd name="connsiteX122" fmla="*/ 2007394 w 2543175"/>
                <a:gd name="connsiteY122" fmla="*/ 1478756 h 1890712"/>
                <a:gd name="connsiteX123" fmla="*/ 2016919 w 2543175"/>
                <a:gd name="connsiteY123" fmla="*/ 1483519 h 1890712"/>
                <a:gd name="connsiteX124" fmla="*/ 2024063 w 2543175"/>
                <a:gd name="connsiteY124" fmla="*/ 1490662 h 1890712"/>
                <a:gd name="connsiteX125" fmla="*/ 2033588 w 2543175"/>
                <a:gd name="connsiteY125" fmla="*/ 1495425 h 1890712"/>
                <a:gd name="connsiteX126" fmla="*/ 2040732 w 2543175"/>
                <a:gd name="connsiteY126" fmla="*/ 1502569 h 1890712"/>
                <a:gd name="connsiteX127" fmla="*/ 2047875 w 2543175"/>
                <a:gd name="connsiteY127" fmla="*/ 1507331 h 1890712"/>
                <a:gd name="connsiteX128" fmla="*/ 2057400 w 2543175"/>
                <a:gd name="connsiteY128" fmla="*/ 1514475 h 1890712"/>
                <a:gd name="connsiteX129" fmla="*/ 2064544 w 2543175"/>
                <a:gd name="connsiteY129" fmla="*/ 1519237 h 1890712"/>
                <a:gd name="connsiteX130" fmla="*/ 2071688 w 2543175"/>
                <a:gd name="connsiteY130" fmla="*/ 1526381 h 1890712"/>
                <a:gd name="connsiteX131" fmla="*/ 2081213 w 2543175"/>
                <a:gd name="connsiteY131" fmla="*/ 1531144 h 1890712"/>
                <a:gd name="connsiteX132" fmla="*/ 2090738 w 2543175"/>
                <a:gd name="connsiteY132" fmla="*/ 1538287 h 1890712"/>
                <a:gd name="connsiteX133" fmla="*/ 2109788 w 2543175"/>
                <a:gd name="connsiteY133" fmla="*/ 1547812 h 1890712"/>
                <a:gd name="connsiteX134" fmla="*/ 2131219 w 2543175"/>
                <a:gd name="connsiteY134" fmla="*/ 1562100 h 1890712"/>
                <a:gd name="connsiteX135" fmla="*/ 2140744 w 2543175"/>
                <a:gd name="connsiteY135" fmla="*/ 1566862 h 1890712"/>
                <a:gd name="connsiteX136" fmla="*/ 2152650 w 2543175"/>
                <a:gd name="connsiteY136" fmla="*/ 1576387 h 1890712"/>
                <a:gd name="connsiteX137" fmla="*/ 2181225 w 2543175"/>
                <a:gd name="connsiteY137" fmla="*/ 1590675 h 1890712"/>
                <a:gd name="connsiteX138" fmla="*/ 2200275 w 2543175"/>
                <a:gd name="connsiteY138" fmla="*/ 1607344 h 1890712"/>
                <a:gd name="connsiteX139" fmla="*/ 2207419 w 2543175"/>
                <a:gd name="connsiteY139" fmla="*/ 1612106 h 1890712"/>
                <a:gd name="connsiteX140" fmla="*/ 2216944 w 2543175"/>
                <a:gd name="connsiteY140" fmla="*/ 1619250 h 1890712"/>
                <a:gd name="connsiteX141" fmla="*/ 2247900 w 2543175"/>
                <a:gd name="connsiteY141" fmla="*/ 1643062 h 1890712"/>
                <a:gd name="connsiteX142" fmla="*/ 2281238 w 2543175"/>
                <a:gd name="connsiteY142" fmla="*/ 1674019 h 1890712"/>
                <a:gd name="connsiteX143" fmla="*/ 2312194 w 2543175"/>
                <a:gd name="connsiteY143" fmla="*/ 1702594 h 1890712"/>
                <a:gd name="connsiteX144" fmla="*/ 2369344 w 2543175"/>
                <a:gd name="connsiteY144" fmla="*/ 1757363 h 1890712"/>
                <a:gd name="connsiteX145" fmla="*/ 2428876 w 2543175"/>
                <a:gd name="connsiteY145" fmla="*/ 1785938 h 1890712"/>
                <a:gd name="connsiteX146" fmla="*/ 2469356 w 2543175"/>
                <a:gd name="connsiteY146" fmla="*/ 1816894 h 1890712"/>
                <a:gd name="connsiteX147" fmla="*/ 2514600 w 2543175"/>
                <a:gd name="connsiteY147" fmla="*/ 1850231 h 1890712"/>
                <a:gd name="connsiteX148" fmla="*/ 2519363 w 2543175"/>
                <a:gd name="connsiteY148" fmla="*/ 1857375 h 1890712"/>
                <a:gd name="connsiteX149" fmla="*/ 2540794 w 2543175"/>
                <a:gd name="connsiteY149" fmla="*/ 1883569 h 1890712"/>
                <a:gd name="connsiteX150" fmla="*/ 2543175 w 2543175"/>
                <a:gd name="connsiteY150" fmla="*/ 1890712 h 1890712"/>
                <a:gd name="connsiteX0" fmla="*/ 0 w 2543175"/>
                <a:gd name="connsiteY0" fmla="*/ 0 h 1890712"/>
                <a:gd name="connsiteX1" fmla="*/ 11907 w 2543175"/>
                <a:gd name="connsiteY1" fmla="*/ 11906 h 1890712"/>
                <a:gd name="connsiteX2" fmla="*/ 21432 w 2543175"/>
                <a:gd name="connsiteY2" fmla="*/ 16669 h 1890712"/>
                <a:gd name="connsiteX3" fmla="*/ 23813 w 2543175"/>
                <a:gd name="connsiteY3" fmla="*/ 23812 h 1890712"/>
                <a:gd name="connsiteX4" fmla="*/ 33338 w 2543175"/>
                <a:gd name="connsiteY4" fmla="*/ 33337 h 1890712"/>
                <a:gd name="connsiteX5" fmla="*/ 40482 w 2543175"/>
                <a:gd name="connsiteY5" fmla="*/ 42862 h 1890712"/>
                <a:gd name="connsiteX6" fmla="*/ 47625 w 2543175"/>
                <a:gd name="connsiteY6" fmla="*/ 47625 h 1890712"/>
                <a:gd name="connsiteX7" fmla="*/ 57150 w 2543175"/>
                <a:gd name="connsiteY7" fmla="*/ 54769 h 1890712"/>
                <a:gd name="connsiteX8" fmla="*/ 64294 w 2543175"/>
                <a:gd name="connsiteY8" fmla="*/ 59531 h 1890712"/>
                <a:gd name="connsiteX9" fmla="*/ 83344 w 2543175"/>
                <a:gd name="connsiteY9" fmla="*/ 73819 h 1890712"/>
                <a:gd name="connsiteX10" fmla="*/ 97632 w 2543175"/>
                <a:gd name="connsiteY10" fmla="*/ 80962 h 1890712"/>
                <a:gd name="connsiteX11" fmla="*/ 104775 w 2543175"/>
                <a:gd name="connsiteY11" fmla="*/ 85725 h 1890712"/>
                <a:gd name="connsiteX12" fmla="*/ 114300 w 2543175"/>
                <a:gd name="connsiteY12" fmla="*/ 95250 h 1890712"/>
                <a:gd name="connsiteX13" fmla="*/ 123825 w 2543175"/>
                <a:gd name="connsiteY13" fmla="*/ 97631 h 1890712"/>
                <a:gd name="connsiteX14" fmla="*/ 130969 w 2543175"/>
                <a:gd name="connsiteY14" fmla="*/ 104775 h 1890712"/>
                <a:gd name="connsiteX15" fmla="*/ 140494 w 2543175"/>
                <a:gd name="connsiteY15" fmla="*/ 111919 h 1890712"/>
                <a:gd name="connsiteX16" fmla="*/ 147638 w 2543175"/>
                <a:gd name="connsiteY16" fmla="*/ 116681 h 1890712"/>
                <a:gd name="connsiteX17" fmla="*/ 164307 w 2543175"/>
                <a:gd name="connsiteY17" fmla="*/ 128587 h 1890712"/>
                <a:gd name="connsiteX18" fmla="*/ 180975 w 2543175"/>
                <a:gd name="connsiteY18" fmla="*/ 140494 h 1890712"/>
                <a:gd name="connsiteX19" fmla="*/ 197644 w 2543175"/>
                <a:gd name="connsiteY19" fmla="*/ 152400 h 1890712"/>
                <a:gd name="connsiteX20" fmla="*/ 204788 w 2543175"/>
                <a:gd name="connsiteY20" fmla="*/ 157162 h 1890712"/>
                <a:gd name="connsiteX21" fmla="*/ 214313 w 2543175"/>
                <a:gd name="connsiteY21" fmla="*/ 164306 h 1890712"/>
                <a:gd name="connsiteX22" fmla="*/ 247650 w 2543175"/>
                <a:gd name="connsiteY22" fmla="*/ 185737 h 1890712"/>
                <a:gd name="connsiteX23" fmla="*/ 300038 w 2543175"/>
                <a:gd name="connsiteY23" fmla="*/ 219075 h 1890712"/>
                <a:gd name="connsiteX24" fmla="*/ 342900 w 2543175"/>
                <a:gd name="connsiteY24" fmla="*/ 254794 h 1890712"/>
                <a:gd name="connsiteX25" fmla="*/ 385763 w 2543175"/>
                <a:gd name="connsiteY25" fmla="*/ 283369 h 1890712"/>
                <a:gd name="connsiteX26" fmla="*/ 404813 w 2543175"/>
                <a:gd name="connsiteY26" fmla="*/ 295275 h 1890712"/>
                <a:gd name="connsiteX27" fmla="*/ 411957 w 2543175"/>
                <a:gd name="connsiteY27" fmla="*/ 297656 h 1890712"/>
                <a:gd name="connsiteX28" fmla="*/ 466725 w 2543175"/>
                <a:gd name="connsiteY28" fmla="*/ 328612 h 1890712"/>
                <a:gd name="connsiteX29" fmla="*/ 476250 w 2543175"/>
                <a:gd name="connsiteY29" fmla="*/ 335756 h 1890712"/>
                <a:gd name="connsiteX30" fmla="*/ 495300 w 2543175"/>
                <a:gd name="connsiteY30" fmla="*/ 359569 h 1890712"/>
                <a:gd name="connsiteX31" fmla="*/ 509588 w 2543175"/>
                <a:gd name="connsiteY31" fmla="*/ 376237 h 1890712"/>
                <a:gd name="connsiteX32" fmla="*/ 514350 w 2543175"/>
                <a:gd name="connsiteY32" fmla="*/ 383381 h 1890712"/>
                <a:gd name="connsiteX33" fmla="*/ 531019 w 2543175"/>
                <a:gd name="connsiteY33" fmla="*/ 397669 h 1890712"/>
                <a:gd name="connsiteX34" fmla="*/ 538163 w 2543175"/>
                <a:gd name="connsiteY34" fmla="*/ 407194 h 1890712"/>
                <a:gd name="connsiteX35" fmla="*/ 554832 w 2543175"/>
                <a:gd name="connsiteY35" fmla="*/ 421481 h 1890712"/>
                <a:gd name="connsiteX36" fmla="*/ 564357 w 2543175"/>
                <a:gd name="connsiteY36" fmla="*/ 431006 h 1890712"/>
                <a:gd name="connsiteX37" fmla="*/ 573882 w 2543175"/>
                <a:gd name="connsiteY37" fmla="*/ 438150 h 1890712"/>
                <a:gd name="connsiteX38" fmla="*/ 595313 w 2543175"/>
                <a:gd name="connsiteY38" fmla="*/ 454819 h 1890712"/>
                <a:gd name="connsiteX39" fmla="*/ 602457 w 2543175"/>
                <a:gd name="connsiteY39" fmla="*/ 457200 h 1890712"/>
                <a:gd name="connsiteX40" fmla="*/ 628650 w 2543175"/>
                <a:gd name="connsiteY40" fmla="*/ 469106 h 1890712"/>
                <a:gd name="connsiteX41" fmla="*/ 645319 w 2543175"/>
                <a:gd name="connsiteY41" fmla="*/ 483394 h 1890712"/>
                <a:gd name="connsiteX42" fmla="*/ 654844 w 2543175"/>
                <a:gd name="connsiteY42" fmla="*/ 488156 h 1890712"/>
                <a:gd name="connsiteX43" fmla="*/ 661988 w 2543175"/>
                <a:gd name="connsiteY43" fmla="*/ 497681 h 1890712"/>
                <a:gd name="connsiteX44" fmla="*/ 683419 w 2543175"/>
                <a:gd name="connsiteY44" fmla="*/ 514350 h 1890712"/>
                <a:gd name="connsiteX45" fmla="*/ 700088 w 2543175"/>
                <a:gd name="connsiteY45" fmla="*/ 526256 h 1890712"/>
                <a:gd name="connsiteX46" fmla="*/ 709613 w 2543175"/>
                <a:gd name="connsiteY46" fmla="*/ 535781 h 1890712"/>
                <a:gd name="connsiteX47" fmla="*/ 719138 w 2543175"/>
                <a:gd name="connsiteY47" fmla="*/ 542925 h 1890712"/>
                <a:gd name="connsiteX48" fmla="*/ 733425 w 2543175"/>
                <a:gd name="connsiteY48" fmla="*/ 557212 h 1890712"/>
                <a:gd name="connsiteX49" fmla="*/ 750094 w 2543175"/>
                <a:gd name="connsiteY49" fmla="*/ 569119 h 1890712"/>
                <a:gd name="connsiteX50" fmla="*/ 769144 w 2543175"/>
                <a:gd name="connsiteY50" fmla="*/ 581025 h 1890712"/>
                <a:gd name="connsiteX51" fmla="*/ 785813 w 2543175"/>
                <a:gd name="connsiteY51" fmla="*/ 590550 h 1890712"/>
                <a:gd name="connsiteX52" fmla="*/ 792957 w 2543175"/>
                <a:gd name="connsiteY52" fmla="*/ 600075 h 1890712"/>
                <a:gd name="connsiteX53" fmla="*/ 809625 w 2543175"/>
                <a:gd name="connsiteY53" fmla="*/ 611981 h 1890712"/>
                <a:gd name="connsiteX54" fmla="*/ 816769 w 2543175"/>
                <a:gd name="connsiteY54" fmla="*/ 619125 h 1890712"/>
                <a:gd name="connsiteX55" fmla="*/ 826294 w 2543175"/>
                <a:gd name="connsiteY55" fmla="*/ 626269 h 1890712"/>
                <a:gd name="connsiteX56" fmla="*/ 840582 w 2543175"/>
                <a:gd name="connsiteY56" fmla="*/ 638175 h 1890712"/>
                <a:gd name="connsiteX57" fmla="*/ 847725 w 2543175"/>
                <a:gd name="connsiteY57" fmla="*/ 645319 h 1890712"/>
                <a:gd name="connsiteX58" fmla="*/ 857250 w 2543175"/>
                <a:gd name="connsiteY58" fmla="*/ 652462 h 1890712"/>
                <a:gd name="connsiteX59" fmla="*/ 888207 w 2543175"/>
                <a:gd name="connsiteY59" fmla="*/ 676275 h 1890712"/>
                <a:gd name="connsiteX60" fmla="*/ 907257 w 2543175"/>
                <a:gd name="connsiteY60" fmla="*/ 683419 h 1890712"/>
                <a:gd name="connsiteX61" fmla="*/ 928688 w 2543175"/>
                <a:gd name="connsiteY61" fmla="*/ 695325 h 1890712"/>
                <a:gd name="connsiteX62" fmla="*/ 942975 w 2543175"/>
                <a:gd name="connsiteY62" fmla="*/ 700087 h 1890712"/>
                <a:gd name="connsiteX63" fmla="*/ 964407 w 2543175"/>
                <a:gd name="connsiteY63" fmla="*/ 716756 h 1890712"/>
                <a:gd name="connsiteX64" fmla="*/ 971550 w 2543175"/>
                <a:gd name="connsiteY64" fmla="*/ 723900 h 1890712"/>
                <a:gd name="connsiteX65" fmla="*/ 983457 w 2543175"/>
                <a:gd name="connsiteY65" fmla="*/ 733425 h 1890712"/>
                <a:gd name="connsiteX66" fmla="*/ 990600 w 2543175"/>
                <a:gd name="connsiteY66" fmla="*/ 738187 h 1890712"/>
                <a:gd name="connsiteX67" fmla="*/ 1007269 w 2543175"/>
                <a:gd name="connsiteY67" fmla="*/ 752475 h 1890712"/>
                <a:gd name="connsiteX68" fmla="*/ 1031082 w 2543175"/>
                <a:gd name="connsiteY68" fmla="*/ 766762 h 1890712"/>
                <a:gd name="connsiteX69" fmla="*/ 1042988 w 2543175"/>
                <a:gd name="connsiteY69" fmla="*/ 773906 h 1890712"/>
                <a:gd name="connsiteX70" fmla="*/ 1071563 w 2543175"/>
                <a:gd name="connsiteY70" fmla="*/ 785812 h 1890712"/>
                <a:gd name="connsiteX71" fmla="*/ 1097757 w 2543175"/>
                <a:gd name="connsiteY71" fmla="*/ 807244 h 1890712"/>
                <a:gd name="connsiteX72" fmla="*/ 1104900 w 2543175"/>
                <a:gd name="connsiteY72" fmla="*/ 814387 h 1890712"/>
                <a:gd name="connsiteX73" fmla="*/ 1121569 w 2543175"/>
                <a:gd name="connsiteY73" fmla="*/ 823912 h 1890712"/>
                <a:gd name="connsiteX74" fmla="*/ 1138238 w 2543175"/>
                <a:gd name="connsiteY74" fmla="*/ 835819 h 1890712"/>
                <a:gd name="connsiteX75" fmla="*/ 1147763 w 2543175"/>
                <a:gd name="connsiteY75" fmla="*/ 842962 h 1890712"/>
                <a:gd name="connsiteX76" fmla="*/ 1157288 w 2543175"/>
                <a:gd name="connsiteY76" fmla="*/ 847725 h 1890712"/>
                <a:gd name="connsiteX77" fmla="*/ 1178719 w 2543175"/>
                <a:gd name="connsiteY77" fmla="*/ 859631 h 1890712"/>
                <a:gd name="connsiteX78" fmla="*/ 1188244 w 2543175"/>
                <a:gd name="connsiteY78" fmla="*/ 866775 h 1890712"/>
                <a:gd name="connsiteX79" fmla="*/ 1195388 w 2543175"/>
                <a:gd name="connsiteY79" fmla="*/ 871537 h 1890712"/>
                <a:gd name="connsiteX80" fmla="*/ 1212057 w 2543175"/>
                <a:gd name="connsiteY80" fmla="*/ 883444 h 1890712"/>
                <a:gd name="connsiteX81" fmla="*/ 1226344 w 2543175"/>
                <a:gd name="connsiteY81" fmla="*/ 895350 h 1890712"/>
                <a:gd name="connsiteX82" fmla="*/ 1245394 w 2543175"/>
                <a:gd name="connsiteY82" fmla="*/ 907256 h 1890712"/>
                <a:gd name="connsiteX83" fmla="*/ 1254919 w 2543175"/>
                <a:gd name="connsiteY83" fmla="*/ 914400 h 1890712"/>
                <a:gd name="connsiteX84" fmla="*/ 1269207 w 2543175"/>
                <a:gd name="connsiteY84" fmla="*/ 921544 h 1890712"/>
                <a:gd name="connsiteX85" fmla="*/ 1290638 w 2543175"/>
                <a:gd name="connsiteY85" fmla="*/ 935831 h 1890712"/>
                <a:gd name="connsiteX86" fmla="*/ 1307307 w 2543175"/>
                <a:gd name="connsiteY86" fmla="*/ 952500 h 1890712"/>
                <a:gd name="connsiteX87" fmla="*/ 1333500 w 2543175"/>
                <a:gd name="connsiteY87" fmla="*/ 971550 h 1890712"/>
                <a:gd name="connsiteX88" fmla="*/ 1359694 w 2543175"/>
                <a:gd name="connsiteY88" fmla="*/ 990600 h 1890712"/>
                <a:gd name="connsiteX89" fmla="*/ 1385888 w 2543175"/>
                <a:gd name="connsiteY89" fmla="*/ 1021557 h 1890712"/>
                <a:gd name="connsiteX90" fmla="*/ 1435894 w 2543175"/>
                <a:gd name="connsiteY90" fmla="*/ 1054894 h 1890712"/>
                <a:gd name="connsiteX91" fmla="*/ 1497806 w 2543175"/>
                <a:gd name="connsiteY91" fmla="*/ 1104900 h 1890712"/>
                <a:gd name="connsiteX92" fmla="*/ 1559718 w 2543175"/>
                <a:gd name="connsiteY92" fmla="*/ 1154906 h 1890712"/>
                <a:gd name="connsiteX93" fmla="*/ 1595438 w 2543175"/>
                <a:gd name="connsiteY93" fmla="*/ 1181100 h 1890712"/>
                <a:gd name="connsiteX94" fmla="*/ 1628775 w 2543175"/>
                <a:gd name="connsiteY94" fmla="*/ 1207294 h 1890712"/>
                <a:gd name="connsiteX95" fmla="*/ 1662113 w 2543175"/>
                <a:gd name="connsiteY95" fmla="*/ 1231107 h 1890712"/>
                <a:gd name="connsiteX96" fmla="*/ 1700213 w 2543175"/>
                <a:gd name="connsiteY96" fmla="*/ 1247775 h 1890712"/>
                <a:gd name="connsiteX97" fmla="*/ 1712119 w 2543175"/>
                <a:gd name="connsiteY97" fmla="*/ 1259681 h 1890712"/>
                <a:gd name="connsiteX98" fmla="*/ 1733550 w 2543175"/>
                <a:gd name="connsiteY98" fmla="*/ 1273969 h 1890712"/>
                <a:gd name="connsiteX99" fmla="*/ 1743075 w 2543175"/>
                <a:gd name="connsiteY99" fmla="*/ 1283494 h 1890712"/>
                <a:gd name="connsiteX100" fmla="*/ 1754982 w 2543175"/>
                <a:gd name="connsiteY100" fmla="*/ 1290637 h 1890712"/>
                <a:gd name="connsiteX101" fmla="*/ 1766888 w 2543175"/>
                <a:gd name="connsiteY101" fmla="*/ 1300162 h 1890712"/>
                <a:gd name="connsiteX102" fmla="*/ 1783557 w 2543175"/>
                <a:gd name="connsiteY102" fmla="*/ 1307306 h 1890712"/>
                <a:gd name="connsiteX103" fmla="*/ 1790700 w 2543175"/>
                <a:gd name="connsiteY103" fmla="*/ 1312069 h 1890712"/>
                <a:gd name="connsiteX104" fmla="*/ 1800225 w 2543175"/>
                <a:gd name="connsiteY104" fmla="*/ 1319212 h 1890712"/>
                <a:gd name="connsiteX105" fmla="*/ 1807369 w 2543175"/>
                <a:gd name="connsiteY105" fmla="*/ 1321594 h 1890712"/>
                <a:gd name="connsiteX106" fmla="*/ 1824038 w 2543175"/>
                <a:gd name="connsiteY106" fmla="*/ 1333500 h 1890712"/>
                <a:gd name="connsiteX107" fmla="*/ 1843088 w 2543175"/>
                <a:gd name="connsiteY107" fmla="*/ 1352550 h 1890712"/>
                <a:gd name="connsiteX108" fmla="*/ 1852613 w 2543175"/>
                <a:gd name="connsiteY108" fmla="*/ 1359694 h 1890712"/>
                <a:gd name="connsiteX109" fmla="*/ 1859757 w 2543175"/>
                <a:gd name="connsiteY109" fmla="*/ 1366837 h 1890712"/>
                <a:gd name="connsiteX110" fmla="*/ 1869282 w 2543175"/>
                <a:gd name="connsiteY110" fmla="*/ 1371600 h 1890712"/>
                <a:gd name="connsiteX111" fmla="*/ 1883569 w 2543175"/>
                <a:gd name="connsiteY111" fmla="*/ 1388269 h 1890712"/>
                <a:gd name="connsiteX112" fmla="*/ 1893094 w 2543175"/>
                <a:gd name="connsiteY112" fmla="*/ 1395412 h 1890712"/>
                <a:gd name="connsiteX113" fmla="*/ 1902619 w 2543175"/>
                <a:gd name="connsiteY113" fmla="*/ 1404937 h 1890712"/>
                <a:gd name="connsiteX114" fmla="*/ 1912144 w 2543175"/>
                <a:gd name="connsiteY114" fmla="*/ 1409700 h 1890712"/>
                <a:gd name="connsiteX115" fmla="*/ 1931194 w 2543175"/>
                <a:gd name="connsiteY115" fmla="*/ 1421606 h 1890712"/>
                <a:gd name="connsiteX116" fmla="*/ 1935957 w 2543175"/>
                <a:gd name="connsiteY116" fmla="*/ 1428750 h 1890712"/>
                <a:gd name="connsiteX117" fmla="*/ 1952625 w 2543175"/>
                <a:gd name="connsiteY117" fmla="*/ 1438275 h 1890712"/>
                <a:gd name="connsiteX118" fmla="*/ 1971675 w 2543175"/>
                <a:gd name="connsiteY118" fmla="*/ 1450181 h 1890712"/>
                <a:gd name="connsiteX119" fmla="*/ 1981200 w 2543175"/>
                <a:gd name="connsiteY119" fmla="*/ 1454944 h 1890712"/>
                <a:gd name="connsiteX120" fmla="*/ 1997869 w 2543175"/>
                <a:gd name="connsiteY120" fmla="*/ 1471612 h 1890712"/>
                <a:gd name="connsiteX121" fmla="*/ 2007394 w 2543175"/>
                <a:gd name="connsiteY121" fmla="*/ 1478756 h 1890712"/>
                <a:gd name="connsiteX122" fmla="*/ 2016919 w 2543175"/>
                <a:gd name="connsiteY122" fmla="*/ 1483519 h 1890712"/>
                <a:gd name="connsiteX123" fmla="*/ 2024063 w 2543175"/>
                <a:gd name="connsiteY123" fmla="*/ 1490662 h 1890712"/>
                <a:gd name="connsiteX124" fmla="*/ 2033588 w 2543175"/>
                <a:gd name="connsiteY124" fmla="*/ 1495425 h 1890712"/>
                <a:gd name="connsiteX125" fmla="*/ 2040732 w 2543175"/>
                <a:gd name="connsiteY125" fmla="*/ 1502569 h 1890712"/>
                <a:gd name="connsiteX126" fmla="*/ 2047875 w 2543175"/>
                <a:gd name="connsiteY126" fmla="*/ 1507331 h 1890712"/>
                <a:gd name="connsiteX127" fmla="*/ 2057400 w 2543175"/>
                <a:gd name="connsiteY127" fmla="*/ 1514475 h 1890712"/>
                <a:gd name="connsiteX128" fmla="*/ 2064544 w 2543175"/>
                <a:gd name="connsiteY128" fmla="*/ 1519237 h 1890712"/>
                <a:gd name="connsiteX129" fmla="*/ 2071688 w 2543175"/>
                <a:gd name="connsiteY129" fmla="*/ 1526381 h 1890712"/>
                <a:gd name="connsiteX130" fmla="*/ 2081213 w 2543175"/>
                <a:gd name="connsiteY130" fmla="*/ 1531144 h 1890712"/>
                <a:gd name="connsiteX131" fmla="*/ 2090738 w 2543175"/>
                <a:gd name="connsiteY131" fmla="*/ 1538287 h 1890712"/>
                <a:gd name="connsiteX132" fmla="*/ 2109788 w 2543175"/>
                <a:gd name="connsiteY132" fmla="*/ 1547812 h 1890712"/>
                <a:gd name="connsiteX133" fmla="*/ 2131219 w 2543175"/>
                <a:gd name="connsiteY133" fmla="*/ 1562100 h 1890712"/>
                <a:gd name="connsiteX134" fmla="*/ 2140744 w 2543175"/>
                <a:gd name="connsiteY134" fmla="*/ 1566862 h 1890712"/>
                <a:gd name="connsiteX135" fmla="*/ 2152650 w 2543175"/>
                <a:gd name="connsiteY135" fmla="*/ 1576387 h 1890712"/>
                <a:gd name="connsiteX136" fmla="*/ 2181225 w 2543175"/>
                <a:gd name="connsiteY136" fmla="*/ 1590675 h 1890712"/>
                <a:gd name="connsiteX137" fmla="*/ 2200275 w 2543175"/>
                <a:gd name="connsiteY137" fmla="*/ 1607344 h 1890712"/>
                <a:gd name="connsiteX138" fmla="*/ 2207419 w 2543175"/>
                <a:gd name="connsiteY138" fmla="*/ 1612106 h 1890712"/>
                <a:gd name="connsiteX139" fmla="*/ 2216944 w 2543175"/>
                <a:gd name="connsiteY139" fmla="*/ 1619250 h 1890712"/>
                <a:gd name="connsiteX140" fmla="*/ 2247900 w 2543175"/>
                <a:gd name="connsiteY140" fmla="*/ 1643062 h 1890712"/>
                <a:gd name="connsiteX141" fmla="*/ 2281238 w 2543175"/>
                <a:gd name="connsiteY141" fmla="*/ 1674019 h 1890712"/>
                <a:gd name="connsiteX142" fmla="*/ 2312194 w 2543175"/>
                <a:gd name="connsiteY142" fmla="*/ 1702594 h 1890712"/>
                <a:gd name="connsiteX143" fmla="*/ 2369344 w 2543175"/>
                <a:gd name="connsiteY143" fmla="*/ 1757363 h 1890712"/>
                <a:gd name="connsiteX144" fmla="*/ 2428876 w 2543175"/>
                <a:gd name="connsiteY144" fmla="*/ 1785938 h 1890712"/>
                <a:gd name="connsiteX145" fmla="*/ 2469356 w 2543175"/>
                <a:gd name="connsiteY145" fmla="*/ 1816894 h 1890712"/>
                <a:gd name="connsiteX146" fmla="*/ 2514600 w 2543175"/>
                <a:gd name="connsiteY146" fmla="*/ 1850231 h 1890712"/>
                <a:gd name="connsiteX147" fmla="*/ 2519363 w 2543175"/>
                <a:gd name="connsiteY147" fmla="*/ 1857375 h 1890712"/>
                <a:gd name="connsiteX148" fmla="*/ 2540794 w 2543175"/>
                <a:gd name="connsiteY148" fmla="*/ 1883569 h 1890712"/>
                <a:gd name="connsiteX149" fmla="*/ 2543175 w 2543175"/>
                <a:gd name="connsiteY149" fmla="*/ 1890712 h 1890712"/>
                <a:gd name="connsiteX0" fmla="*/ 0 w 2543175"/>
                <a:gd name="connsiteY0" fmla="*/ 0 h 1890712"/>
                <a:gd name="connsiteX1" fmla="*/ 11907 w 2543175"/>
                <a:gd name="connsiteY1" fmla="*/ 11906 h 1890712"/>
                <a:gd name="connsiteX2" fmla="*/ 21432 w 2543175"/>
                <a:gd name="connsiteY2" fmla="*/ 16669 h 1890712"/>
                <a:gd name="connsiteX3" fmla="*/ 23813 w 2543175"/>
                <a:gd name="connsiteY3" fmla="*/ 23812 h 1890712"/>
                <a:gd name="connsiteX4" fmla="*/ 33338 w 2543175"/>
                <a:gd name="connsiteY4" fmla="*/ 33337 h 1890712"/>
                <a:gd name="connsiteX5" fmla="*/ 40482 w 2543175"/>
                <a:gd name="connsiteY5" fmla="*/ 42862 h 1890712"/>
                <a:gd name="connsiteX6" fmla="*/ 47625 w 2543175"/>
                <a:gd name="connsiteY6" fmla="*/ 47625 h 1890712"/>
                <a:gd name="connsiteX7" fmla="*/ 57150 w 2543175"/>
                <a:gd name="connsiteY7" fmla="*/ 54769 h 1890712"/>
                <a:gd name="connsiteX8" fmla="*/ 64294 w 2543175"/>
                <a:gd name="connsiteY8" fmla="*/ 59531 h 1890712"/>
                <a:gd name="connsiteX9" fmla="*/ 83344 w 2543175"/>
                <a:gd name="connsiteY9" fmla="*/ 73819 h 1890712"/>
                <a:gd name="connsiteX10" fmla="*/ 97632 w 2543175"/>
                <a:gd name="connsiteY10" fmla="*/ 80962 h 1890712"/>
                <a:gd name="connsiteX11" fmla="*/ 104775 w 2543175"/>
                <a:gd name="connsiteY11" fmla="*/ 85725 h 1890712"/>
                <a:gd name="connsiteX12" fmla="*/ 114300 w 2543175"/>
                <a:gd name="connsiteY12" fmla="*/ 95250 h 1890712"/>
                <a:gd name="connsiteX13" fmla="*/ 123825 w 2543175"/>
                <a:gd name="connsiteY13" fmla="*/ 97631 h 1890712"/>
                <a:gd name="connsiteX14" fmla="*/ 130969 w 2543175"/>
                <a:gd name="connsiteY14" fmla="*/ 104775 h 1890712"/>
                <a:gd name="connsiteX15" fmla="*/ 140494 w 2543175"/>
                <a:gd name="connsiteY15" fmla="*/ 111919 h 1890712"/>
                <a:gd name="connsiteX16" fmla="*/ 147638 w 2543175"/>
                <a:gd name="connsiteY16" fmla="*/ 116681 h 1890712"/>
                <a:gd name="connsiteX17" fmla="*/ 164307 w 2543175"/>
                <a:gd name="connsiteY17" fmla="*/ 128587 h 1890712"/>
                <a:gd name="connsiteX18" fmla="*/ 180975 w 2543175"/>
                <a:gd name="connsiteY18" fmla="*/ 140494 h 1890712"/>
                <a:gd name="connsiteX19" fmla="*/ 197644 w 2543175"/>
                <a:gd name="connsiteY19" fmla="*/ 152400 h 1890712"/>
                <a:gd name="connsiteX20" fmla="*/ 204788 w 2543175"/>
                <a:gd name="connsiteY20" fmla="*/ 157162 h 1890712"/>
                <a:gd name="connsiteX21" fmla="*/ 214313 w 2543175"/>
                <a:gd name="connsiteY21" fmla="*/ 164306 h 1890712"/>
                <a:gd name="connsiteX22" fmla="*/ 247650 w 2543175"/>
                <a:gd name="connsiteY22" fmla="*/ 185737 h 1890712"/>
                <a:gd name="connsiteX23" fmla="*/ 300038 w 2543175"/>
                <a:gd name="connsiteY23" fmla="*/ 219075 h 1890712"/>
                <a:gd name="connsiteX24" fmla="*/ 342900 w 2543175"/>
                <a:gd name="connsiteY24" fmla="*/ 254794 h 1890712"/>
                <a:gd name="connsiteX25" fmla="*/ 385763 w 2543175"/>
                <a:gd name="connsiteY25" fmla="*/ 283369 h 1890712"/>
                <a:gd name="connsiteX26" fmla="*/ 404813 w 2543175"/>
                <a:gd name="connsiteY26" fmla="*/ 295275 h 1890712"/>
                <a:gd name="connsiteX27" fmla="*/ 411957 w 2543175"/>
                <a:gd name="connsiteY27" fmla="*/ 297656 h 1890712"/>
                <a:gd name="connsiteX28" fmla="*/ 466725 w 2543175"/>
                <a:gd name="connsiteY28" fmla="*/ 328612 h 1890712"/>
                <a:gd name="connsiteX29" fmla="*/ 495300 w 2543175"/>
                <a:gd name="connsiteY29" fmla="*/ 359569 h 1890712"/>
                <a:gd name="connsiteX30" fmla="*/ 509588 w 2543175"/>
                <a:gd name="connsiteY30" fmla="*/ 376237 h 1890712"/>
                <a:gd name="connsiteX31" fmla="*/ 514350 w 2543175"/>
                <a:gd name="connsiteY31" fmla="*/ 383381 h 1890712"/>
                <a:gd name="connsiteX32" fmla="*/ 531019 w 2543175"/>
                <a:gd name="connsiteY32" fmla="*/ 397669 h 1890712"/>
                <a:gd name="connsiteX33" fmla="*/ 538163 w 2543175"/>
                <a:gd name="connsiteY33" fmla="*/ 407194 h 1890712"/>
                <a:gd name="connsiteX34" fmla="*/ 554832 w 2543175"/>
                <a:gd name="connsiteY34" fmla="*/ 421481 h 1890712"/>
                <a:gd name="connsiteX35" fmla="*/ 564357 w 2543175"/>
                <a:gd name="connsiteY35" fmla="*/ 431006 h 1890712"/>
                <a:gd name="connsiteX36" fmla="*/ 573882 w 2543175"/>
                <a:gd name="connsiteY36" fmla="*/ 438150 h 1890712"/>
                <a:gd name="connsiteX37" fmla="*/ 595313 w 2543175"/>
                <a:gd name="connsiteY37" fmla="*/ 454819 h 1890712"/>
                <a:gd name="connsiteX38" fmla="*/ 602457 w 2543175"/>
                <a:gd name="connsiteY38" fmla="*/ 457200 h 1890712"/>
                <a:gd name="connsiteX39" fmla="*/ 628650 w 2543175"/>
                <a:gd name="connsiteY39" fmla="*/ 469106 h 1890712"/>
                <a:gd name="connsiteX40" fmla="*/ 645319 w 2543175"/>
                <a:gd name="connsiteY40" fmla="*/ 483394 h 1890712"/>
                <a:gd name="connsiteX41" fmla="*/ 654844 w 2543175"/>
                <a:gd name="connsiteY41" fmla="*/ 488156 h 1890712"/>
                <a:gd name="connsiteX42" fmla="*/ 661988 w 2543175"/>
                <a:gd name="connsiteY42" fmla="*/ 497681 h 1890712"/>
                <a:gd name="connsiteX43" fmla="*/ 683419 w 2543175"/>
                <a:gd name="connsiteY43" fmla="*/ 514350 h 1890712"/>
                <a:gd name="connsiteX44" fmla="*/ 700088 w 2543175"/>
                <a:gd name="connsiteY44" fmla="*/ 526256 h 1890712"/>
                <a:gd name="connsiteX45" fmla="*/ 709613 w 2543175"/>
                <a:gd name="connsiteY45" fmla="*/ 535781 h 1890712"/>
                <a:gd name="connsiteX46" fmla="*/ 719138 w 2543175"/>
                <a:gd name="connsiteY46" fmla="*/ 542925 h 1890712"/>
                <a:gd name="connsiteX47" fmla="*/ 733425 w 2543175"/>
                <a:gd name="connsiteY47" fmla="*/ 557212 h 1890712"/>
                <a:gd name="connsiteX48" fmla="*/ 750094 w 2543175"/>
                <a:gd name="connsiteY48" fmla="*/ 569119 h 1890712"/>
                <a:gd name="connsiteX49" fmla="*/ 769144 w 2543175"/>
                <a:gd name="connsiteY49" fmla="*/ 581025 h 1890712"/>
                <a:gd name="connsiteX50" fmla="*/ 785813 w 2543175"/>
                <a:gd name="connsiteY50" fmla="*/ 590550 h 1890712"/>
                <a:gd name="connsiteX51" fmla="*/ 792957 w 2543175"/>
                <a:gd name="connsiteY51" fmla="*/ 600075 h 1890712"/>
                <a:gd name="connsiteX52" fmla="*/ 809625 w 2543175"/>
                <a:gd name="connsiteY52" fmla="*/ 611981 h 1890712"/>
                <a:gd name="connsiteX53" fmla="*/ 816769 w 2543175"/>
                <a:gd name="connsiteY53" fmla="*/ 619125 h 1890712"/>
                <a:gd name="connsiteX54" fmla="*/ 826294 w 2543175"/>
                <a:gd name="connsiteY54" fmla="*/ 626269 h 1890712"/>
                <a:gd name="connsiteX55" fmla="*/ 840582 w 2543175"/>
                <a:gd name="connsiteY55" fmla="*/ 638175 h 1890712"/>
                <a:gd name="connsiteX56" fmla="*/ 847725 w 2543175"/>
                <a:gd name="connsiteY56" fmla="*/ 645319 h 1890712"/>
                <a:gd name="connsiteX57" fmla="*/ 857250 w 2543175"/>
                <a:gd name="connsiteY57" fmla="*/ 652462 h 1890712"/>
                <a:gd name="connsiteX58" fmla="*/ 888207 w 2543175"/>
                <a:gd name="connsiteY58" fmla="*/ 676275 h 1890712"/>
                <a:gd name="connsiteX59" fmla="*/ 907257 w 2543175"/>
                <a:gd name="connsiteY59" fmla="*/ 683419 h 1890712"/>
                <a:gd name="connsiteX60" fmla="*/ 928688 w 2543175"/>
                <a:gd name="connsiteY60" fmla="*/ 695325 h 1890712"/>
                <a:gd name="connsiteX61" fmla="*/ 942975 w 2543175"/>
                <a:gd name="connsiteY61" fmla="*/ 700087 h 1890712"/>
                <a:gd name="connsiteX62" fmla="*/ 964407 w 2543175"/>
                <a:gd name="connsiteY62" fmla="*/ 716756 h 1890712"/>
                <a:gd name="connsiteX63" fmla="*/ 971550 w 2543175"/>
                <a:gd name="connsiteY63" fmla="*/ 723900 h 1890712"/>
                <a:gd name="connsiteX64" fmla="*/ 983457 w 2543175"/>
                <a:gd name="connsiteY64" fmla="*/ 733425 h 1890712"/>
                <a:gd name="connsiteX65" fmla="*/ 990600 w 2543175"/>
                <a:gd name="connsiteY65" fmla="*/ 738187 h 1890712"/>
                <a:gd name="connsiteX66" fmla="*/ 1007269 w 2543175"/>
                <a:gd name="connsiteY66" fmla="*/ 752475 h 1890712"/>
                <a:gd name="connsiteX67" fmla="*/ 1031082 w 2543175"/>
                <a:gd name="connsiteY67" fmla="*/ 766762 h 1890712"/>
                <a:gd name="connsiteX68" fmla="*/ 1042988 w 2543175"/>
                <a:gd name="connsiteY68" fmla="*/ 773906 h 1890712"/>
                <a:gd name="connsiteX69" fmla="*/ 1071563 w 2543175"/>
                <a:gd name="connsiteY69" fmla="*/ 785812 h 1890712"/>
                <a:gd name="connsiteX70" fmla="*/ 1097757 w 2543175"/>
                <a:gd name="connsiteY70" fmla="*/ 807244 h 1890712"/>
                <a:gd name="connsiteX71" fmla="*/ 1104900 w 2543175"/>
                <a:gd name="connsiteY71" fmla="*/ 814387 h 1890712"/>
                <a:gd name="connsiteX72" fmla="*/ 1121569 w 2543175"/>
                <a:gd name="connsiteY72" fmla="*/ 823912 h 1890712"/>
                <a:gd name="connsiteX73" fmla="*/ 1138238 w 2543175"/>
                <a:gd name="connsiteY73" fmla="*/ 835819 h 1890712"/>
                <a:gd name="connsiteX74" fmla="*/ 1147763 w 2543175"/>
                <a:gd name="connsiteY74" fmla="*/ 842962 h 1890712"/>
                <a:gd name="connsiteX75" fmla="*/ 1157288 w 2543175"/>
                <a:gd name="connsiteY75" fmla="*/ 847725 h 1890712"/>
                <a:gd name="connsiteX76" fmla="*/ 1178719 w 2543175"/>
                <a:gd name="connsiteY76" fmla="*/ 859631 h 1890712"/>
                <a:gd name="connsiteX77" fmla="*/ 1188244 w 2543175"/>
                <a:gd name="connsiteY77" fmla="*/ 866775 h 1890712"/>
                <a:gd name="connsiteX78" fmla="*/ 1195388 w 2543175"/>
                <a:gd name="connsiteY78" fmla="*/ 871537 h 1890712"/>
                <a:gd name="connsiteX79" fmla="*/ 1212057 w 2543175"/>
                <a:gd name="connsiteY79" fmla="*/ 883444 h 1890712"/>
                <a:gd name="connsiteX80" fmla="*/ 1226344 w 2543175"/>
                <a:gd name="connsiteY80" fmla="*/ 895350 h 1890712"/>
                <a:gd name="connsiteX81" fmla="*/ 1245394 w 2543175"/>
                <a:gd name="connsiteY81" fmla="*/ 907256 h 1890712"/>
                <a:gd name="connsiteX82" fmla="*/ 1254919 w 2543175"/>
                <a:gd name="connsiteY82" fmla="*/ 914400 h 1890712"/>
                <a:gd name="connsiteX83" fmla="*/ 1269207 w 2543175"/>
                <a:gd name="connsiteY83" fmla="*/ 921544 h 1890712"/>
                <a:gd name="connsiteX84" fmla="*/ 1290638 w 2543175"/>
                <a:gd name="connsiteY84" fmla="*/ 935831 h 1890712"/>
                <a:gd name="connsiteX85" fmla="*/ 1307307 w 2543175"/>
                <a:gd name="connsiteY85" fmla="*/ 952500 h 1890712"/>
                <a:gd name="connsiteX86" fmla="*/ 1333500 w 2543175"/>
                <a:gd name="connsiteY86" fmla="*/ 971550 h 1890712"/>
                <a:gd name="connsiteX87" fmla="*/ 1359694 w 2543175"/>
                <a:gd name="connsiteY87" fmla="*/ 990600 h 1890712"/>
                <a:gd name="connsiteX88" fmla="*/ 1385888 w 2543175"/>
                <a:gd name="connsiteY88" fmla="*/ 1021557 h 1890712"/>
                <a:gd name="connsiteX89" fmla="*/ 1435894 w 2543175"/>
                <a:gd name="connsiteY89" fmla="*/ 1054894 h 1890712"/>
                <a:gd name="connsiteX90" fmla="*/ 1497806 w 2543175"/>
                <a:gd name="connsiteY90" fmla="*/ 1104900 h 1890712"/>
                <a:gd name="connsiteX91" fmla="*/ 1559718 w 2543175"/>
                <a:gd name="connsiteY91" fmla="*/ 1154906 h 1890712"/>
                <a:gd name="connsiteX92" fmla="*/ 1595438 w 2543175"/>
                <a:gd name="connsiteY92" fmla="*/ 1181100 h 1890712"/>
                <a:gd name="connsiteX93" fmla="*/ 1628775 w 2543175"/>
                <a:gd name="connsiteY93" fmla="*/ 1207294 h 1890712"/>
                <a:gd name="connsiteX94" fmla="*/ 1662113 w 2543175"/>
                <a:gd name="connsiteY94" fmla="*/ 1231107 h 1890712"/>
                <a:gd name="connsiteX95" fmla="*/ 1700213 w 2543175"/>
                <a:gd name="connsiteY95" fmla="*/ 1247775 h 1890712"/>
                <a:gd name="connsiteX96" fmla="*/ 1712119 w 2543175"/>
                <a:gd name="connsiteY96" fmla="*/ 1259681 h 1890712"/>
                <a:gd name="connsiteX97" fmla="*/ 1733550 w 2543175"/>
                <a:gd name="connsiteY97" fmla="*/ 1273969 h 1890712"/>
                <a:gd name="connsiteX98" fmla="*/ 1743075 w 2543175"/>
                <a:gd name="connsiteY98" fmla="*/ 1283494 h 1890712"/>
                <a:gd name="connsiteX99" fmla="*/ 1754982 w 2543175"/>
                <a:gd name="connsiteY99" fmla="*/ 1290637 h 1890712"/>
                <a:gd name="connsiteX100" fmla="*/ 1766888 w 2543175"/>
                <a:gd name="connsiteY100" fmla="*/ 1300162 h 1890712"/>
                <a:gd name="connsiteX101" fmla="*/ 1783557 w 2543175"/>
                <a:gd name="connsiteY101" fmla="*/ 1307306 h 1890712"/>
                <a:gd name="connsiteX102" fmla="*/ 1790700 w 2543175"/>
                <a:gd name="connsiteY102" fmla="*/ 1312069 h 1890712"/>
                <a:gd name="connsiteX103" fmla="*/ 1800225 w 2543175"/>
                <a:gd name="connsiteY103" fmla="*/ 1319212 h 1890712"/>
                <a:gd name="connsiteX104" fmla="*/ 1807369 w 2543175"/>
                <a:gd name="connsiteY104" fmla="*/ 1321594 h 1890712"/>
                <a:gd name="connsiteX105" fmla="*/ 1824038 w 2543175"/>
                <a:gd name="connsiteY105" fmla="*/ 1333500 h 1890712"/>
                <a:gd name="connsiteX106" fmla="*/ 1843088 w 2543175"/>
                <a:gd name="connsiteY106" fmla="*/ 1352550 h 1890712"/>
                <a:gd name="connsiteX107" fmla="*/ 1852613 w 2543175"/>
                <a:gd name="connsiteY107" fmla="*/ 1359694 h 1890712"/>
                <a:gd name="connsiteX108" fmla="*/ 1859757 w 2543175"/>
                <a:gd name="connsiteY108" fmla="*/ 1366837 h 1890712"/>
                <a:gd name="connsiteX109" fmla="*/ 1869282 w 2543175"/>
                <a:gd name="connsiteY109" fmla="*/ 1371600 h 1890712"/>
                <a:gd name="connsiteX110" fmla="*/ 1883569 w 2543175"/>
                <a:gd name="connsiteY110" fmla="*/ 1388269 h 1890712"/>
                <a:gd name="connsiteX111" fmla="*/ 1893094 w 2543175"/>
                <a:gd name="connsiteY111" fmla="*/ 1395412 h 1890712"/>
                <a:gd name="connsiteX112" fmla="*/ 1902619 w 2543175"/>
                <a:gd name="connsiteY112" fmla="*/ 1404937 h 1890712"/>
                <a:gd name="connsiteX113" fmla="*/ 1912144 w 2543175"/>
                <a:gd name="connsiteY113" fmla="*/ 1409700 h 1890712"/>
                <a:gd name="connsiteX114" fmla="*/ 1931194 w 2543175"/>
                <a:gd name="connsiteY114" fmla="*/ 1421606 h 1890712"/>
                <a:gd name="connsiteX115" fmla="*/ 1935957 w 2543175"/>
                <a:gd name="connsiteY115" fmla="*/ 1428750 h 1890712"/>
                <a:gd name="connsiteX116" fmla="*/ 1952625 w 2543175"/>
                <a:gd name="connsiteY116" fmla="*/ 1438275 h 1890712"/>
                <a:gd name="connsiteX117" fmla="*/ 1971675 w 2543175"/>
                <a:gd name="connsiteY117" fmla="*/ 1450181 h 1890712"/>
                <a:gd name="connsiteX118" fmla="*/ 1981200 w 2543175"/>
                <a:gd name="connsiteY118" fmla="*/ 1454944 h 1890712"/>
                <a:gd name="connsiteX119" fmla="*/ 1997869 w 2543175"/>
                <a:gd name="connsiteY119" fmla="*/ 1471612 h 1890712"/>
                <a:gd name="connsiteX120" fmla="*/ 2007394 w 2543175"/>
                <a:gd name="connsiteY120" fmla="*/ 1478756 h 1890712"/>
                <a:gd name="connsiteX121" fmla="*/ 2016919 w 2543175"/>
                <a:gd name="connsiteY121" fmla="*/ 1483519 h 1890712"/>
                <a:gd name="connsiteX122" fmla="*/ 2024063 w 2543175"/>
                <a:gd name="connsiteY122" fmla="*/ 1490662 h 1890712"/>
                <a:gd name="connsiteX123" fmla="*/ 2033588 w 2543175"/>
                <a:gd name="connsiteY123" fmla="*/ 1495425 h 1890712"/>
                <a:gd name="connsiteX124" fmla="*/ 2040732 w 2543175"/>
                <a:gd name="connsiteY124" fmla="*/ 1502569 h 1890712"/>
                <a:gd name="connsiteX125" fmla="*/ 2047875 w 2543175"/>
                <a:gd name="connsiteY125" fmla="*/ 1507331 h 1890712"/>
                <a:gd name="connsiteX126" fmla="*/ 2057400 w 2543175"/>
                <a:gd name="connsiteY126" fmla="*/ 1514475 h 1890712"/>
                <a:gd name="connsiteX127" fmla="*/ 2064544 w 2543175"/>
                <a:gd name="connsiteY127" fmla="*/ 1519237 h 1890712"/>
                <a:gd name="connsiteX128" fmla="*/ 2071688 w 2543175"/>
                <a:gd name="connsiteY128" fmla="*/ 1526381 h 1890712"/>
                <a:gd name="connsiteX129" fmla="*/ 2081213 w 2543175"/>
                <a:gd name="connsiteY129" fmla="*/ 1531144 h 1890712"/>
                <a:gd name="connsiteX130" fmla="*/ 2090738 w 2543175"/>
                <a:gd name="connsiteY130" fmla="*/ 1538287 h 1890712"/>
                <a:gd name="connsiteX131" fmla="*/ 2109788 w 2543175"/>
                <a:gd name="connsiteY131" fmla="*/ 1547812 h 1890712"/>
                <a:gd name="connsiteX132" fmla="*/ 2131219 w 2543175"/>
                <a:gd name="connsiteY132" fmla="*/ 1562100 h 1890712"/>
                <a:gd name="connsiteX133" fmla="*/ 2140744 w 2543175"/>
                <a:gd name="connsiteY133" fmla="*/ 1566862 h 1890712"/>
                <a:gd name="connsiteX134" fmla="*/ 2152650 w 2543175"/>
                <a:gd name="connsiteY134" fmla="*/ 1576387 h 1890712"/>
                <a:gd name="connsiteX135" fmla="*/ 2181225 w 2543175"/>
                <a:gd name="connsiteY135" fmla="*/ 1590675 h 1890712"/>
                <a:gd name="connsiteX136" fmla="*/ 2200275 w 2543175"/>
                <a:gd name="connsiteY136" fmla="*/ 1607344 h 1890712"/>
                <a:gd name="connsiteX137" fmla="*/ 2207419 w 2543175"/>
                <a:gd name="connsiteY137" fmla="*/ 1612106 h 1890712"/>
                <a:gd name="connsiteX138" fmla="*/ 2216944 w 2543175"/>
                <a:gd name="connsiteY138" fmla="*/ 1619250 h 1890712"/>
                <a:gd name="connsiteX139" fmla="*/ 2247900 w 2543175"/>
                <a:gd name="connsiteY139" fmla="*/ 1643062 h 1890712"/>
                <a:gd name="connsiteX140" fmla="*/ 2281238 w 2543175"/>
                <a:gd name="connsiteY140" fmla="*/ 1674019 h 1890712"/>
                <a:gd name="connsiteX141" fmla="*/ 2312194 w 2543175"/>
                <a:gd name="connsiteY141" fmla="*/ 1702594 h 1890712"/>
                <a:gd name="connsiteX142" fmla="*/ 2369344 w 2543175"/>
                <a:gd name="connsiteY142" fmla="*/ 1757363 h 1890712"/>
                <a:gd name="connsiteX143" fmla="*/ 2428876 w 2543175"/>
                <a:gd name="connsiteY143" fmla="*/ 1785938 h 1890712"/>
                <a:gd name="connsiteX144" fmla="*/ 2469356 w 2543175"/>
                <a:gd name="connsiteY144" fmla="*/ 1816894 h 1890712"/>
                <a:gd name="connsiteX145" fmla="*/ 2514600 w 2543175"/>
                <a:gd name="connsiteY145" fmla="*/ 1850231 h 1890712"/>
                <a:gd name="connsiteX146" fmla="*/ 2519363 w 2543175"/>
                <a:gd name="connsiteY146" fmla="*/ 1857375 h 1890712"/>
                <a:gd name="connsiteX147" fmla="*/ 2540794 w 2543175"/>
                <a:gd name="connsiteY147" fmla="*/ 1883569 h 1890712"/>
                <a:gd name="connsiteX148" fmla="*/ 2543175 w 2543175"/>
                <a:gd name="connsiteY148" fmla="*/ 1890712 h 1890712"/>
                <a:gd name="connsiteX0" fmla="*/ 0 w 2543175"/>
                <a:gd name="connsiteY0" fmla="*/ 0 h 1890712"/>
                <a:gd name="connsiteX1" fmla="*/ 11907 w 2543175"/>
                <a:gd name="connsiteY1" fmla="*/ 11906 h 1890712"/>
                <a:gd name="connsiteX2" fmla="*/ 21432 w 2543175"/>
                <a:gd name="connsiteY2" fmla="*/ 16669 h 1890712"/>
                <a:gd name="connsiteX3" fmla="*/ 23813 w 2543175"/>
                <a:gd name="connsiteY3" fmla="*/ 23812 h 1890712"/>
                <a:gd name="connsiteX4" fmla="*/ 33338 w 2543175"/>
                <a:gd name="connsiteY4" fmla="*/ 33337 h 1890712"/>
                <a:gd name="connsiteX5" fmla="*/ 40482 w 2543175"/>
                <a:gd name="connsiteY5" fmla="*/ 42862 h 1890712"/>
                <a:gd name="connsiteX6" fmla="*/ 47625 w 2543175"/>
                <a:gd name="connsiteY6" fmla="*/ 47625 h 1890712"/>
                <a:gd name="connsiteX7" fmla="*/ 57150 w 2543175"/>
                <a:gd name="connsiteY7" fmla="*/ 54769 h 1890712"/>
                <a:gd name="connsiteX8" fmla="*/ 64294 w 2543175"/>
                <a:gd name="connsiteY8" fmla="*/ 59531 h 1890712"/>
                <a:gd name="connsiteX9" fmla="*/ 83344 w 2543175"/>
                <a:gd name="connsiteY9" fmla="*/ 73819 h 1890712"/>
                <a:gd name="connsiteX10" fmla="*/ 97632 w 2543175"/>
                <a:gd name="connsiteY10" fmla="*/ 80962 h 1890712"/>
                <a:gd name="connsiteX11" fmla="*/ 104775 w 2543175"/>
                <a:gd name="connsiteY11" fmla="*/ 85725 h 1890712"/>
                <a:gd name="connsiteX12" fmla="*/ 114300 w 2543175"/>
                <a:gd name="connsiteY12" fmla="*/ 95250 h 1890712"/>
                <a:gd name="connsiteX13" fmla="*/ 123825 w 2543175"/>
                <a:gd name="connsiteY13" fmla="*/ 97631 h 1890712"/>
                <a:gd name="connsiteX14" fmla="*/ 130969 w 2543175"/>
                <a:gd name="connsiteY14" fmla="*/ 104775 h 1890712"/>
                <a:gd name="connsiteX15" fmla="*/ 140494 w 2543175"/>
                <a:gd name="connsiteY15" fmla="*/ 111919 h 1890712"/>
                <a:gd name="connsiteX16" fmla="*/ 147638 w 2543175"/>
                <a:gd name="connsiteY16" fmla="*/ 116681 h 1890712"/>
                <a:gd name="connsiteX17" fmla="*/ 164307 w 2543175"/>
                <a:gd name="connsiteY17" fmla="*/ 128587 h 1890712"/>
                <a:gd name="connsiteX18" fmla="*/ 180975 w 2543175"/>
                <a:gd name="connsiteY18" fmla="*/ 140494 h 1890712"/>
                <a:gd name="connsiteX19" fmla="*/ 197644 w 2543175"/>
                <a:gd name="connsiteY19" fmla="*/ 152400 h 1890712"/>
                <a:gd name="connsiteX20" fmla="*/ 204788 w 2543175"/>
                <a:gd name="connsiteY20" fmla="*/ 157162 h 1890712"/>
                <a:gd name="connsiteX21" fmla="*/ 214313 w 2543175"/>
                <a:gd name="connsiteY21" fmla="*/ 164306 h 1890712"/>
                <a:gd name="connsiteX22" fmla="*/ 247650 w 2543175"/>
                <a:gd name="connsiteY22" fmla="*/ 185737 h 1890712"/>
                <a:gd name="connsiteX23" fmla="*/ 300038 w 2543175"/>
                <a:gd name="connsiteY23" fmla="*/ 219075 h 1890712"/>
                <a:gd name="connsiteX24" fmla="*/ 342900 w 2543175"/>
                <a:gd name="connsiteY24" fmla="*/ 254794 h 1890712"/>
                <a:gd name="connsiteX25" fmla="*/ 385763 w 2543175"/>
                <a:gd name="connsiteY25" fmla="*/ 283369 h 1890712"/>
                <a:gd name="connsiteX26" fmla="*/ 404813 w 2543175"/>
                <a:gd name="connsiteY26" fmla="*/ 295275 h 1890712"/>
                <a:gd name="connsiteX27" fmla="*/ 411957 w 2543175"/>
                <a:gd name="connsiteY27" fmla="*/ 297656 h 1890712"/>
                <a:gd name="connsiteX28" fmla="*/ 458211 w 2543175"/>
                <a:gd name="connsiteY28" fmla="*/ 332420 h 1890712"/>
                <a:gd name="connsiteX29" fmla="*/ 495300 w 2543175"/>
                <a:gd name="connsiteY29" fmla="*/ 359569 h 1890712"/>
                <a:gd name="connsiteX30" fmla="*/ 509588 w 2543175"/>
                <a:gd name="connsiteY30" fmla="*/ 376237 h 1890712"/>
                <a:gd name="connsiteX31" fmla="*/ 514350 w 2543175"/>
                <a:gd name="connsiteY31" fmla="*/ 383381 h 1890712"/>
                <a:gd name="connsiteX32" fmla="*/ 531019 w 2543175"/>
                <a:gd name="connsiteY32" fmla="*/ 397669 h 1890712"/>
                <a:gd name="connsiteX33" fmla="*/ 538163 w 2543175"/>
                <a:gd name="connsiteY33" fmla="*/ 407194 h 1890712"/>
                <a:gd name="connsiteX34" fmla="*/ 554832 w 2543175"/>
                <a:gd name="connsiteY34" fmla="*/ 421481 h 1890712"/>
                <a:gd name="connsiteX35" fmla="*/ 564357 w 2543175"/>
                <a:gd name="connsiteY35" fmla="*/ 431006 h 1890712"/>
                <a:gd name="connsiteX36" fmla="*/ 573882 w 2543175"/>
                <a:gd name="connsiteY36" fmla="*/ 438150 h 1890712"/>
                <a:gd name="connsiteX37" fmla="*/ 595313 w 2543175"/>
                <a:gd name="connsiteY37" fmla="*/ 454819 h 1890712"/>
                <a:gd name="connsiteX38" fmla="*/ 602457 w 2543175"/>
                <a:gd name="connsiteY38" fmla="*/ 457200 h 1890712"/>
                <a:gd name="connsiteX39" fmla="*/ 628650 w 2543175"/>
                <a:gd name="connsiteY39" fmla="*/ 469106 h 1890712"/>
                <a:gd name="connsiteX40" fmla="*/ 645319 w 2543175"/>
                <a:gd name="connsiteY40" fmla="*/ 483394 h 1890712"/>
                <a:gd name="connsiteX41" fmla="*/ 654844 w 2543175"/>
                <a:gd name="connsiteY41" fmla="*/ 488156 h 1890712"/>
                <a:gd name="connsiteX42" fmla="*/ 661988 w 2543175"/>
                <a:gd name="connsiteY42" fmla="*/ 497681 h 1890712"/>
                <a:gd name="connsiteX43" fmla="*/ 683419 w 2543175"/>
                <a:gd name="connsiteY43" fmla="*/ 514350 h 1890712"/>
                <a:gd name="connsiteX44" fmla="*/ 700088 w 2543175"/>
                <a:gd name="connsiteY44" fmla="*/ 526256 h 1890712"/>
                <a:gd name="connsiteX45" fmla="*/ 709613 w 2543175"/>
                <a:gd name="connsiteY45" fmla="*/ 535781 h 1890712"/>
                <a:gd name="connsiteX46" fmla="*/ 719138 w 2543175"/>
                <a:gd name="connsiteY46" fmla="*/ 542925 h 1890712"/>
                <a:gd name="connsiteX47" fmla="*/ 733425 w 2543175"/>
                <a:gd name="connsiteY47" fmla="*/ 557212 h 1890712"/>
                <a:gd name="connsiteX48" fmla="*/ 750094 w 2543175"/>
                <a:gd name="connsiteY48" fmla="*/ 569119 h 1890712"/>
                <a:gd name="connsiteX49" fmla="*/ 769144 w 2543175"/>
                <a:gd name="connsiteY49" fmla="*/ 581025 h 1890712"/>
                <a:gd name="connsiteX50" fmla="*/ 785813 w 2543175"/>
                <a:gd name="connsiteY50" fmla="*/ 590550 h 1890712"/>
                <a:gd name="connsiteX51" fmla="*/ 792957 w 2543175"/>
                <a:gd name="connsiteY51" fmla="*/ 600075 h 1890712"/>
                <a:gd name="connsiteX52" fmla="*/ 809625 w 2543175"/>
                <a:gd name="connsiteY52" fmla="*/ 611981 h 1890712"/>
                <a:gd name="connsiteX53" fmla="*/ 816769 w 2543175"/>
                <a:gd name="connsiteY53" fmla="*/ 619125 h 1890712"/>
                <a:gd name="connsiteX54" fmla="*/ 826294 w 2543175"/>
                <a:gd name="connsiteY54" fmla="*/ 626269 h 1890712"/>
                <a:gd name="connsiteX55" fmla="*/ 840582 w 2543175"/>
                <a:gd name="connsiteY55" fmla="*/ 638175 h 1890712"/>
                <a:gd name="connsiteX56" fmla="*/ 847725 w 2543175"/>
                <a:gd name="connsiteY56" fmla="*/ 645319 h 1890712"/>
                <a:gd name="connsiteX57" fmla="*/ 857250 w 2543175"/>
                <a:gd name="connsiteY57" fmla="*/ 652462 h 1890712"/>
                <a:gd name="connsiteX58" fmla="*/ 888207 w 2543175"/>
                <a:gd name="connsiteY58" fmla="*/ 676275 h 1890712"/>
                <a:gd name="connsiteX59" fmla="*/ 907257 w 2543175"/>
                <a:gd name="connsiteY59" fmla="*/ 683419 h 1890712"/>
                <a:gd name="connsiteX60" fmla="*/ 928688 w 2543175"/>
                <a:gd name="connsiteY60" fmla="*/ 695325 h 1890712"/>
                <a:gd name="connsiteX61" fmla="*/ 942975 w 2543175"/>
                <a:gd name="connsiteY61" fmla="*/ 700087 h 1890712"/>
                <a:gd name="connsiteX62" fmla="*/ 964407 w 2543175"/>
                <a:gd name="connsiteY62" fmla="*/ 716756 h 1890712"/>
                <a:gd name="connsiteX63" fmla="*/ 971550 w 2543175"/>
                <a:gd name="connsiteY63" fmla="*/ 723900 h 1890712"/>
                <a:gd name="connsiteX64" fmla="*/ 983457 w 2543175"/>
                <a:gd name="connsiteY64" fmla="*/ 733425 h 1890712"/>
                <a:gd name="connsiteX65" fmla="*/ 990600 w 2543175"/>
                <a:gd name="connsiteY65" fmla="*/ 738187 h 1890712"/>
                <a:gd name="connsiteX66" fmla="*/ 1007269 w 2543175"/>
                <a:gd name="connsiteY66" fmla="*/ 752475 h 1890712"/>
                <a:gd name="connsiteX67" fmla="*/ 1031082 w 2543175"/>
                <a:gd name="connsiteY67" fmla="*/ 766762 h 1890712"/>
                <a:gd name="connsiteX68" fmla="*/ 1042988 w 2543175"/>
                <a:gd name="connsiteY68" fmla="*/ 773906 h 1890712"/>
                <a:gd name="connsiteX69" fmla="*/ 1071563 w 2543175"/>
                <a:gd name="connsiteY69" fmla="*/ 785812 h 1890712"/>
                <a:gd name="connsiteX70" fmla="*/ 1097757 w 2543175"/>
                <a:gd name="connsiteY70" fmla="*/ 807244 h 1890712"/>
                <a:gd name="connsiteX71" fmla="*/ 1104900 w 2543175"/>
                <a:gd name="connsiteY71" fmla="*/ 814387 h 1890712"/>
                <a:gd name="connsiteX72" fmla="*/ 1121569 w 2543175"/>
                <a:gd name="connsiteY72" fmla="*/ 823912 h 1890712"/>
                <a:gd name="connsiteX73" fmla="*/ 1138238 w 2543175"/>
                <a:gd name="connsiteY73" fmla="*/ 835819 h 1890712"/>
                <a:gd name="connsiteX74" fmla="*/ 1147763 w 2543175"/>
                <a:gd name="connsiteY74" fmla="*/ 842962 h 1890712"/>
                <a:gd name="connsiteX75" fmla="*/ 1157288 w 2543175"/>
                <a:gd name="connsiteY75" fmla="*/ 847725 h 1890712"/>
                <a:gd name="connsiteX76" fmla="*/ 1178719 w 2543175"/>
                <a:gd name="connsiteY76" fmla="*/ 859631 h 1890712"/>
                <a:gd name="connsiteX77" fmla="*/ 1188244 w 2543175"/>
                <a:gd name="connsiteY77" fmla="*/ 866775 h 1890712"/>
                <a:gd name="connsiteX78" fmla="*/ 1195388 w 2543175"/>
                <a:gd name="connsiteY78" fmla="*/ 871537 h 1890712"/>
                <a:gd name="connsiteX79" fmla="*/ 1212057 w 2543175"/>
                <a:gd name="connsiteY79" fmla="*/ 883444 h 1890712"/>
                <a:gd name="connsiteX80" fmla="*/ 1226344 w 2543175"/>
                <a:gd name="connsiteY80" fmla="*/ 895350 h 1890712"/>
                <a:gd name="connsiteX81" fmla="*/ 1245394 w 2543175"/>
                <a:gd name="connsiteY81" fmla="*/ 907256 h 1890712"/>
                <a:gd name="connsiteX82" fmla="*/ 1254919 w 2543175"/>
                <a:gd name="connsiteY82" fmla="*/ 914400 h 1890712"/>
                <a:gd name="connsiteX83" fmla="*/ 1269207 w 2543175"/>
                <a:gd name="connsiteY83" fmla="*/ 921544 h 1890712"/>
                <a:gd name="connsiteX84" fmla="*/ 1290638 w 2543175"/>
                <a:gd name="connsiteY84" fmla="*/ 935831 h 1890712"/>
                <a:gd name="connsiteX85" fmla="*/ 1307307 w 2543175"/>
                <a:gd name="connsiteY85" fmla="*/ 952500 h 1890712"/>
                <a:gd name="connsiteX86" fmla="*/ 1333500 w 2543175"/>
                <a:gd name="connsiteY86" fmla="*/ 971550 h 1890712"/>
                <a:gd name="connsiteX87" fmla="*/ 1359694 w 2543175"/>
                <a:gd name="connsiteY87" fmla="*/ 990600 h 1890712"/>
                <a:gd name="connsiteX88" fmla="*/ 1385888 w 2543175"/>
                <a:gd name="connsiteY88" fmla="*/ 1021557 h 1890712"/>
                <a:gd name="connsiteX89" fmla="*/ 1435894 w 2543175"/>
                <a:gd name="connsiteY89" fmla="*/ 1054894 h 1890712"/>
                <a:gd name="connsiteX90" fmla="*/ 1497806 w 2543175"/>
                <a:gd name="connsiteY90" fmla="*/ 1104900 h 1890712"/>
                <a:gd name="connsiteX91" fmla="*/ 1559718 w 2543175"/>
                <a:gd name="connsiteY91" fmla="*/ 1154906 h 1890712"/>
                <a:gd name="connsiteX92" fmla="*/ 1595438 w 2543175"/>
                <a:gd name="connsiteY92" fmla="*/ 1181100 h 1890712"/>
                <a:gd name="connsiteX93" fmla="*/ 1628775 w 2543175"/>
                <a:gd name="connsiteY93" fmla="*/ 1207294 h 1890712"/>
                <a:gd name="connsiteX94" fmla="*/ 1662113 w 2543175"/>
                <a:gd name="connsiteY94" fmla="*/ 1231107 h 1890712"/>
                <a:gd name="connsiteX95" fmla="*/ 1700213 w 2543175"/>
                <a:gd name="connsiteY95" fmla="*/ 1247775 h 1890712"/>
                <a:gd name="connsiteX96" fmla="*/ 1712119 w 2543175"/>
                <a:gd name="connsiteY96" fmla="*/ 1259681 h 1890712"/>
                <a:gd name="connsiteX97" fmla="*/ 1733550 w 2543175"/>
                <a:gd name="connsiteY97" fmla="*/ 1273969 h 1890712"/>
                <a:gd name="connsiteX98" fmla="*/ 1743075 w 2543175"/>
                <a:gd name="connsiteY98" fmla="*/ 1283494 h 1890712"/>
                <a:gd name="connsiteX99" fmla="*/ 1754982 w 2543175"/>
                <a:gd name="connsiteY99" fmla="*/ 1290637 h 1890712"/>
                <a:gd name="connsiteX100" fmla="*/ 1766888 w 2543175"/>
                <a:gd name="connsiteY100" fmla="*/ 1300162 h 1890712"/>
                <a:gd name="connsiteX101" fmla="*/ 1783557 w 2543175"/>
                <a:gd name="connsiteY101" fmla="*/ 1307306 h 1890712"/>
                <a:gd name="connsiteX102" fmla="*/ 1790700 w 2543175"/>
                <a:gd name="connsiteY102" fmla="*/ 1312069 h 1890712"/>
                <a:gd name="connsiteX103" fmla="*/ 1800225 w 2543175"/>
                <a:gd name="connsiteY103" fmla="*/ 1319212 h 1890712"/>
                <a:gd name="connsiteX104" fmla="*/ 1807369 w 2543175"/>
                <a:gd name="connsiteY104" fmla="*/ 1321594 h 1890712"/>
                <a:gd name="connsiteX105" fmla="*/ 1824038 w 2543175"/>
                <a:gd name="connsiteY105" fmla="*/ 1333500 h 1890712"/>
                <a:gd name="connsiteX106" fmla="*/ 1843088 w 2543175"/>
                <a:gd name="connsiteY106" fmla="*/ 1352550 h 1890712"/>
                <a:gd name="connsiteX107" fmla="*/ 1852613 w 2543175"/>
                <a:gd name="connsiteY107" fmla="*/ 1359694 h 1890712"/>
                <a:gd name="connsiteX108" fmla="*/ 1859757 w 2543175"/>
                <a:gd name="connsiteY108" fmla="*/ 1366837 h 1890712"/>
                <a:gd name="connsiteX109" fmla="*/ 1869282 w 2543175"/>
                <a:gd name="connsiteY109" fmla="*/ 1371600 h 1890712"/>
                <a:gd name="connsiteX110" fmla="*/ 1883569 w 2543175"/>
                <a:gd name="connsiteY110" fmla="*/ 1388269 h 1890712"/>
                <a:gd name="connsiteX111" fmla="*/ 1893094 w 2543175"/>
                <a:gd name="connsiteY111" fmla="*/ 1395412 h 1890712"/>
                <a:gd name="connsiteX112" fmla="*/ 1902619 w 2543175"/>
                <a:gd name="connsiteY112" fmla="*/ 1404937 h 1890712"/>
                <a:gd name="connsiteX113" fmla="*/ 1912144 w 2543175"/>
                <a:gd name="connsiteY113" fmla="*/ 1409700 h 1890712"/>
                <a:gd name="connsiteX114" fmla="*/ 1931194 w 2543175"/>
                <a:gd name="connsiteY114" fmla="*/ 1421606 h 1890712"/>
                <a:gd name="connsiteX115" fmla="*/ 1935957 w 2543175"/>
                <a:gd name="connsiteY115" fmla="*/ 1428750 h 1890712"/>
                <a:gd name="connsiteX116" fmla="*/ 1952625 w 2543175"/>
                <a:gd name="connsiteY116" fmla="*/ 1438275 h 1890712"/>
                <a:gd name="connsiteX117" fmla="*/ 1971675 w 2543175"/>
                <a:gd name="connsiteY117" fmla="*/ 1450181 h 1890712"/>
                <a:gd name="connsiteX118" fmla="*/ 1981200 w 2543175"/>
                <a:gd name="connsiteY118" fmla="*/ 1454944 h 1890712"/>
                <a:gd name="connsiteX119" fmla="*/ 1997869 w 2543175"/>
                <a:gd name="connsiteY119" fmla="*/ 1471612 h 1890712"/>
                <a:gd name="connsiteX120" fmla="*/ 2007394 w 2543175"/>
                <a:gd name="connsiteY120" fmla="*/ 1478756 h 1890712"/>
                <a:gd name="connsiteX121" fmla="*/ 2016919 w 2543175"/>
                <a:gd name="connsiteY121" fmla="*/ 1483519 h 1890712"/>
                <a:gd name="connsiteX122" fmla="*/ 2024063 w 2543175"/>
                <a:gd name="connsiteY122" fmla="*/ 1490662 h 1890712"/>
                <a:gd name="connsiteX123" fmla="*/ 2033588 w 2543175"/>
                <a:gd name="connsiteY123" fmla="*/ 1495425 h 1890712"/>
                <a:gd name="connsiteX124" fmla="*/ 2040732 w 2543175"/>
                <a:gd name="connsiteY124" fmla="*/ 1502569 h 1890712"/>
                <a:gd name="connsiteX125" fmla="*/ 2047875 w 2543175"/>
                <a:gd name="connsiteY125" fmla="*/ 1507331 h 1890712"/>
                <a:gd name="connsiteX126" fmla="*/ 2057400 w 2543175"/>
                <a:gd name="connsiteY126" fmla="*/ 1514475 h 1890712"/>
                <a:gd name="connsiteX127" fmla="*/ 2064544 w 2543175"/>
                <a:gd name="connsiteY127" fmla="*/ 1519237 h 1890712"/>
                <a:gd name="connsiteX128" fmla="*/ 2071688 w 2543175"/>
                <a:gd name="connsiteY128" fmla="*/ 1526381 h 1890712"/>
                <a:gd name="connsiteX129" fmla="*/ 2081213 w 2543175"/>
                <a:gd name="connsiteY129" fmla="*/ 1531144 h 1890712"/>
                <a:gd name="connsiteX130" fmla="*/ 2090738 w 2543175"/>
                <a:gd name="connsiteY130" fmla="*/ 1538287 h 1890712"/>
                <a:gd name="connsiteX131" fmla="*/ 2109788 w 2543175"/>
                <a:gd name="connsiteY131" fmla="*/ 1547812 h 1890712"/>
                <a:gd name="connsiteX132" fmla="*/ 2131219 w 2543175"/>
                <a:gd name="connsiteY132" fmla="*/ 1562100 h 1890712"/>
                <a:gd name="connsiteX133" fmla="*/ 2140744 w 2543175"/>
                <a:gd name="connsiteY133" fmla="*/ 1566862 h 1890712"/>
                <a:gd name="connsiteX134" fmla="*/ 2152650 w 2543175"/>
                <a:gd name="connsiteY134" fmla="*/ 1576387 h 1890712"/>
                <a:gd name="connsiteX135" fmla="*/ 2181225 w 2543175"/>
                <a:gd name="connsiteY135" fmla="*/ 1590675 h 1890712"/>
                <a:gd name="connsiteX136" fmla="*/ 2200275 w 2543175"/>
                <a:gd name="connsiteY136" fmla="*/ 1607344 h 1890712"/>
                <a:gd name="connsiteX137" fmla="*/ 2207419 w 2543175"/>
                <a:gd name="connsiteY137" fmla="*/ 1612106 h 1890712"/>
                <a:gd name="connsiteX138" fmla="*/ 2216944 w 2543175"/>
                <a:gd name="connsiteY138" fmla="*/ 1619250 h 1890712"/>
                <a:gd name="connsiteX139" fmla="*/ 2247900 w 2543175"/>
                <a:gd name="connsiteY139" fmla="*/ 1643062 h 1890712"/>
                <a:gd name="connsiteX140" fmla="*/ 2281238 w 2543175"/>
                <a:gd name="connsiteY140" fmla="*/ 1674019 h 1890712"/>
                <a:gd name="connsiteX141" fmla="*/ 2312194 w 2543175"/>
                <a:gd name="connsiteY141" fmla="*/ 1702594 h 1890712"/>
                <a:gd name="connsiteX142" fmla="*/ 2369344 w 2543175"/>
                <a:gd name="connsiteY142" fmla="*/ 1757363 h 1890712"/>
                <a:gd name="connsiteX143" fmla="*/ 2428876 w 2543175"/>
                <a:gd name="connsiteY143" fmla="*/ 1785938 h 1890712"/>
                <a:gd name="connsiteX144" fmla="*/ 2469356 w 2543175"/>
                <a:gd name="connsiteY144" fmla="*/ 1816894 h 1890712"/>
                <a:gd name="connsiteX145" fmla="*/ 2514600 w 2543175"/>
                <a:gd name="connsiteY145" fmla="*/ 1850231 h 1890712"/>
                <a:gd name="connsiteX146" fmla="*/ 2519363 w 2543175"/>
                <a:gd name="connsiteY146" fmla="*/ 1857375 h 1890712"/>
                <a:gd name="connsiteX147" fmla="*/ 2540794 w 2543175"/>
                <a:gd name="connsiteY147" fmla="*/ 1883569 h 1890712"/>
                <a:gd name="connsiteX148" fmla="*/ 2543175 w 2543175"/>
                <a:gd name="connsiteY148" fmla="*/ 1890712 h 1890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</a:cxnLst>
              <a:rect l="l" t="t" r="r" b="b"/>
              <a:pathLst>
                <a:path w="2543175" h="1890712">
                  <a:moveTo>
                    <a:pt x="0" y="0"/>
                  </a:moveTo>
                  <a:cubicBezTo>
                    <a:pt x="3969" y="3969"/>
                    <a:pt x="7477" y="8460"/>
                    <a:pt x="11907" y="11906"/>
                  </a:cubicBezTo>
                  <a:cubicBezTo>
                    <a:pt x="14709" y="14085"/>
                    <a:pt x="18922" y="14159"/>
                    <a:pt x="21432" y="16669"/>
                  </a:cubicBezTo>
                  <a:cubicBezTo>
                    <a:pt x="23207" y="18444"/>
                    <a:pt x="22354" y="21770"/>
                    <a:pt x="23813" y="23812"/>
                  </a:cubicBezTo>
                  <a:cubicBezTo>
                    <a:pt x="26423" y="27466"/>
                    <a:pt x="30381" y="29958"/>
                    <a:pt x="33338" y="33337"/>
                  </a:cubicBezTo>
                  <a:cubicBezTo>
                    <a:pt x="35951" y="36324"/>
                    <a:pt x="37676" y="40056"/>
                    <a:pt x="40482" y="42862"/>
                  </a:cubicBezTo>
                  <a:cubicBezTo>
                    <a:pt x="42506" y="44886"/>
                    <a:pt x="45296" y="45961"/>
                    <a:pt x="47625" y="47625"/>
                  </a:cubicBezTo>
                  <a:cubicBezTo>
                    <a:pt x="50854" y="49932"/>
                    <a:pt x="53920" y="52462"/>
                    <a:pt x="57150" y="54769"/>
                  </a:cubicBezTo>
                  <a:cubicBezTo>
                    <a:pt x="59479" y="56432"/>
                    <a:pt x="62004" y="57814"/>
                    <a:pt x="64294" y="59531"/>
                  </a:cubicBezTo>
                  <a:cubicBezTo>
                    <a:pt x="70526" y="64205"/>
                    <a:pt x="76425" y="69975"/>
                    <a:pt x="83344" y="73819"/>
                  </a:cubicBezTo>
                  <a:cubicBezTo>
                    <a:pt x="87999" y="76405"/>
                    <a:pt x="92977" y="78376"/>
                    <a:pt x="97632" y="80962"/>
                  </a:cubicBezTo>
                  <a:cubicBezTo>
                    <a:pt x="100134" y="82352"/>
                    <a:pt x="102602" y="83862"/>
                    <a:pt x="104775" y="85725"/>
                  </a:cubicBezTo>
                  <a:cubicBezTo>
                    <a:pt x="108184" y="88647"/>
                    <a:pt x="110492" y="92870"/>
                    <a:pt x="114300" y="95250"/>
                  </a:cubicBezTo>
                  <a:cubicBezTo>
                    <a:pt x="117075" y="96984"/>
                    <a:pt x="120650" y="96837"/>
                    <a:pt x="123825" y="97631"/>
                  </a:cubicBezTo>
                  <a:cubicBezTo>
                    <a:pt x="126206" y="100012"/>
                    <a:pt x="128412" y="102583"/>
                    <a:pt x="130969" y="104775"/>
                  </a:cubicBezTo>
                  <a:cubicBezTo>
                    <a:pt x="133982" y="107358"/>
                    <a:pt x="137264" y="109612"/>
                    <a:pt x="140494" y="111919"/>
                  </a:cubicBezTo>
                  <a:cubicBezTo>
                    <a:pt x="142823" y="113582"/>
                    <a:pt x="145439" y="114849"/>
                    <a:pt x="147638" y="116681"/>
                  </a:cubicBezTo>
                  <a:cubicBezTo>
                    <a:pt x="162120" y="128749"/>
                    <a:pt x="146681" y="119775"/>
                    <a:pt x="164307" y="128587"/>
                  </a:cubicBezTo>
                  <a:cubicBezTo>
                    <a:pt x="175940" y="140221"/>
                    <a:pt x="166351" y="132138"/>
                    <a:pt x="180975" y="140494"/>
                  </a:cubicBezTo>
                  <a:cubicBezTo>
                    <a:pt x="186596" y="143706"/>
                    <a:pt x="192522" y="148741"/>
                    <a:pt x="197644" y="152400"/>
                  </a:cubicBezTo>
                  <a:cubicBezTo>
                    <a:pt x="199973" y="154063"/>
                    <a:pt x="202459" y="155499"/>
                    <a:pt x="204788" y="157162"/>
                  </a:cubicBezTo>
                  <a:cubicBezTo>
                    <a:pt x="208018" y="159469"/>
                    <a:pt x="207169" y="159544"/>
                    <a:pt x="214313" y="164306"/>
                  </a:cubicBezTo>
                  <a:cubicBezTo>
                    <a:pt x="221457" y="169068"/>
                    <a:pt x="233363" y="176609"/>
                    <a:pt x="247650" y="185737"/>
                  </a:cubicBezTo>
                  <a:cubicBezTo>
                    <a:pt x="261937" y="194865"/>
                    <a:pt x="284163" y="207566"/>
                    <a:pt x="300038" y="219075"/>
                  </a:cubicBezTo>
                  <a:cubicBezTo>
                    <a:pt x="315913" y="230584"/>
                    <a:pt x="331788" y="247253"/>
                    <a:pt x="342900" y="254794"/>
                  </a:cubicBezTo>
                  <a:cubicBezTo>
                    <a:pt x="357188" y="265510"/>
                    <a:pt x="375444" y="276622"/>
                    <a:pt x="385763" y="283369"/>
                  </a:cubicBezTo>
                  <a:cubicBezTo>
                    <a:pt x="396082" y="290116"/>
                    <a:pt x="400447" y="292894"/>
                    <a:pt x="404813" y="295275"/>
                  </a:cubicBezTo>
                  <a:cubicBezTo>
                    <a:pt x="409179" y="297656"/>
                    <a:pt x="403057" y="291465"/>
                    <a:pt x="411957" y="297656"/>
                  </a:cubicBezTo>
                  <a:cubicBezTo>
                    <a:pt x="420857" y="303847"/>
                    <a:pt x="444320" y="322101"/>
                    <a:pt x="458211" y="332420"/>
                  </a:cubicBezTo>
                  <a:cubicBezTo>
                    <a:pt x="472102" y="342739"/>
                    <a:pt x="486737" y="352266"/>
                    <a:pt x="495300" y="359569"/>
                  </a:cubicBezTo>
                  <a:cubicBezTo>
                    <a:pt x="503863" y="366872"/>
                    <a:pt x="492279" y="355466"/>
                    <a:pt x="509588" y="376237"/>
                  </a:cubicBezTo>
                  <a:cubicBezTo>
                    <a:pt x="511420" y="378436"/>
                    <a:pt x="512518" y="381182"/>
                    <a:pt x="514350" y="383381"/>
                  </a:cubicBezTo>
                  <a:cubicBezTo>
                    <a:pt x="527305" y="398928"/>
                    <a:pt x="515259" y="381909"/>
                    <a:pt x="531019" y="397669"/>
                  </a:cubicBezTo>
                  <a:cubicBezTo>
                    <a:pt x="533825" y="400475"/>
                    <a:pt x="535550" y="404207"/>
                    <a:pt x="538163" y="407194"/>
                  </a:cubicBezTo>
                  <a:cubicBezTo>
                    <a:pt x="555321" y="426803"/>
                    <a:pt x="540377" y="409091"/>
                    <a:pt x="554832" y="421481"/>
                  </a:cubicBezTo>
                  <a:cubicBezTo>
                    <a:pt x="558241" y="424403"/>
                    <a:pt x="560978" y="428049"/>
                    <a:pt x="564357" y="431006"/>
                  </a:cubicBezTo>
                  <a:cubicBezTo>
                    <a:pt x="567344" y="433619"/>
                    <a:pt x="570783" y="435671"/>
                    <a:pt x="573882" y="438150"/>
                  </a:cubicBezTo>
                  <a:cubicBezTo>
                    <a:pt x="577392" y="440958"/>
                    <a:pt x="589001" y="451663"/>
                    <a:pt x="595313" y="454819"/>
                  </a:cubicBezTo>
                  <a:cubicBezTo>
                    <a:pt x="597558" y="455942"/>
                    <a:pt x="600212" y="456077"/>
                    <a:pt x="602457" y="457200"/>
                  </a:cubicBezTo>
                  <a:cubicBezTo>
                    <a:pt x="627542" y="469743"/>
                    <a:pt x="610065" y="464460"/>
                    <a:pt x="628650" y="469106"/>
                  </a:cubicBezTo>
                  <a:cubicBezTo>
                    <a:pt x="634206" y="473869"/>
                    <a:pt x="639401" y="479090"/>
                    <a:pt x="645319" y="483394"/>
                  </a:cubicBezTo>
                  <a:cubicBezTo>
                    <a:pt x="648190" y="485482"/>
                    <a:pt x="652149" y="485846"/>
                    <a:pt x="654844" y="488156"/>
                  </a:cubicBezTo>
                  <a:cubicBezTo>
                    <a:pt x="657857" y="490739"/>
                    <a:pt x="659062" y="494999"/>
                    <a:pt x="661988" y="497681"/>
                  </a:cubicBezTo>
                  <a:cubicBezTo>
                    <a:pt x="668659" y="503796"/>
                    <a:pt x="675889" y="509330"/>
                    <a:pt x="683419" y="514350"/>
                  </a:cubicBezTo>
                  <a:cubicBezTo>
                    <a:pt x="688757" y="517908"/>
                    <a:pt x="695358" y="522117"/>
                    <a:pt x="700088" y="526256"/>
                  </a:cubicBezTo>
                  <a:cubicBezTo>
                    <a:pt x="703467" y="529213"/>
                    <a:pt x="706234" y="532824"/>
                    <a:pt x="709613" y="535781"/>
                  </a:cubicBezTo>
                  <a:cubicBezTo>
                    <a:pt x="712600" y="538394"/>
                    <a:pt x="716188" y="540270"/>
                    <a:pt x="719138" y="542925"/>
                  </a:cubicBezTo>
                  <a:cubicBezTo>
                    <a:pt x="724144" y="547430"/>
                    <a:pt x="727401" y="554200"/>
                    <a:pt x="733425" y="557212"/>
                  </a:cubicBezTo>
                  <a:cubicBezTo>
                    <a:pt x="758177" y="569589"/>
                    <a:pt x="728852" y="553670"/>
                    <a:pt x="750094" y="569119"/>
                  </a:cubicBezTo>
                  <a:cubicBezTo>
                    <a:pt x="756150" y="573523"/>
                    <a:pt x="762723" y="577172"/>
                    <a:pt x="769144" y="581025"/>
                  </a:cubicBezTo>
                  <a:cubicBezTo>
                    <a:pt x="774632" y="584317"/>
                    <a:pt x="785813" y="590550"/>
                    <a:pt x="785813" y="590550"/>
                  </a:cubicBezTo>
                  <a:cubicBezTo>
                    <a:pt x="788194" y="593725"/>
                    <a:pt x="790151" y="597269"/>
                    <a:pt x="792957" y="600075"/>
                  </a:cubicBezTo>
                  <a:cubicBezTo>
                    <a:pt x="801539" y="608657"/>
                    <a:pt x="801510" y="605219"/>
                    <a:pt x="809625" y="611981"/>
                  </a:cubicBezTo>
                  <a:cubicBezTo>
                    <a:pt x="812212" y="614137"/>
                    <a:pt x="814212" y="616933"/>
                    <a:pt x="816769" y="619125"/>
                  </a:cubicBezTo>
                  <a:cubicBezTo>
                    <a:pt x="819782" y="621708"/>
                    <a:pt x="823195" y="623790"/>
                    <a:pt x="826294" y="626269"/>
                  </a:cubicBezTo>
                  <a:cubicBezTo>
                    <a:pt x="831135" y="630142"/>
                    <a:pt x="835948" y="634056"/>
                    <a:pt x="840582" y="638175"/>
                  </a:cubicBezTo>
                  <a:cubicBezTo>
                    <a:pt x="843099" y="640412"/>
                    <a:pt x="845168" y="643127"/>
                    <a:pt x="847725" y="645319"/>
                  </a:cubicBezTo>
                  <a:cubicBezTo>
                    <a:pt x="850738" y="647902"/>
                    <a:pt x="850503" y="647303"/>
                    <a:pt x="857250" y="652462"/>
                  </a:cubicBezTo>
                  <a:cubicBezTo>
                    <a:pt x="863997" y="657621"/>
                    <a:pt x="879873" y="671116"/>
                    <a:pt x="888207" y="676275"/>
                  </a:cubicBezTo>
                  <a:cubicBezTo>
                    <a:pt x="896541" y="681434"/>
                    <a:pt x="900510" y="680244"/>
                    <a:pt x="907257" y="683419"/>
                  </a:cubicBezTo>
                  <a:cubicBezTo>
                    <a:pt x="913293" y="687040"/>
                    <a:pt x="921861" y="692594"/>
                    <a:pt x="928688" y="695325"/>
                  </a:cubicBezTo>
                  <a:cubicBezTo>
                    <a:pt x="933349" y="697189"/>
                    <a:pt x="938213" y="698500"/>
                    <a:pt x="942975" y="700087"/>
                  </a:cubicBezTo>
                  <a:cubicBezTo>
                    <a:pt x="950119" y="705643"/>
                    <a:pt x="958008" y="710356"/>
                    <a:pt x="964407" y="716756"/>
                  </a:cubicBezTo>
                  <a:cubicBezTo>
                    <a:pt x="966788" y="719137"/>
                    <a:pt x="969016" y="721682"/>
                    <a:pt x="971550" y="723900"/>
                  </a:cubicBezTo>
                  <a:cubicBezTo>
                    <a:pt x="975375" y="727247"/>
                    <a:pt x="979391" y="730375"/>
                    <a:pt x="983457" y="733425"/>
                  </a:cubicBezTo>
                  <a:cubicBezTo>
                    <a:pt x="985746" y="735142"/>
                    <a:pt x="988402" y="736355"/>
                    <a:pt x="990600" y="738187"/>
                  </a:cubicBezTo>
                  <a:cubicBezTo>
                    <a:pt x="1003421" y="748872"/>
                    <a:pt x="991667" y="742445"/>
                    <a:pt x="1007269" y="752475"/>
                  </a:cubicBezTo>
                  <a:cubicBezTo>
                    <a:pt x="1015056" y="757481"/>
                    <a:pt x="1023144" y="762000"/>
                    <a:pt x="1031082" y="766762"/>
                  </a:cubicBezTo>
                  <a:cubicBezTo>
                    <a:pt x="1035051" y="769143"/>
                    <a:pt x="1038597" y="772442"/>
                    <a:pt x="1042988" y="773906"/>
                  </a:cubicBezTo>
                  <a:cubicBezTo>
                    <a:pt x="1062326" y="780353"/>
                    <a:pt x="1052785" y="776424"/>
                    <a:pt x="1071563" y="785812"/>
                  </a:cubicBezTo>
                  <a:cubicBezTo>
                    <a:pt x="1104554" y="818805"/>
                    <a:pt x="1069470" y="786029"/>
                    <a:pt x="1097757" y="807244"/>
                  </a:cubicBezTo>
                  <a:cubicBezTo>
                    <a:pt x="1100451" y="809264"/>
                    <a:pt x="1102343" y="812196"/>
                    <a:pt x="1104900" y="814387"/>
                  </a:cubicBezTo>
                  <a:cubicBezTo>
                    <a:pt x="1114075" y="822251"/>
                    <a:pt x="1112151" y="820773"/>
                    <a:pt x="1121569" y="823912"/>
                  </a:cubicBezTo>
                  <a:cubicBezTo>
                    <a:pt x="1135186" y="837529"/>
                    <a:pt x="1121524" y="825373"/>
                    <a:pt x="1138238" y="835819"/>
                  </a:cubicBezTo>
                  <a:cubicBezTo>
                    <a:pt x="1141603" y="837922"/>
                    <a:pt x="1144398" y="840859"/>
                    <a:pt x="1147763" y="842962"/>
                  </a:cubicBezTo>
                  <a:cubicBezTo>
                    <a:pt x="1150773" y="844843"/>
                    <a:pt x="1154334" y="845756"/>
                    <a:pt x="1157288" y="847725"/>
                  </a:cubicBezTo>
                  <a:cubicBezTo>
                    <a:pt x="1176376" y="860451"/>
                    <a:pt x="1161284" y="855273"/>
                    <a:pt x="1178719" y="859631"/>
                  </a:cubicBezTo>
                  <a:cubicBezTo>
                    <a:pt x="1181894" y="862012"/>
                    <a:pt x="1185014" y="864468"/>
                    <a:pt x="1188244" y="866775"/>
                  </a:cubicBezTo>
                  <a:cubicBezTo>
                    <a:pt x="1190573" y="868438"/>
                    <a:pt x="1193364" y="869513"/>
                    <a:pt x="1195388" y="871537"/>
                  </a:cubicBezTo>
                  <a:cubicBezTo>
                    <a:pt x="1208545" y="884693"/>
                    <a:pt x="1195343" y="879264"/>
                    <a:pt x="1212057" y="883444"/>
                  </a:cubicBezTo>
                  <a:cubicBezTo>
                    <a:pt x="1227843" y="893968"/>
                    <a:pt x="1210302" y="881600"/>
                    <a:pt x="1226344" y="895350"/>
                  </a:cubicBezTo>
                  <a:cubicBezTo>
                    <a:pt x="1240876" y="907806"/>
                    <a:pt x="1230381" y="897873"/>
                    <a:pt x="1245394" y="907256"/>
                  </a:cubicBezTo>
                  <a:cubicBezTo>
                    <a:pt x="1248760" y="909359"/>
                    <a:pt x="1251516" y="912358"/>
                    <a:pt x="1254919" y="914400"/>
                  </a:cubicBezTo>
                  <a:cubicBezTo>
                    <a:pt x="1259485" y="917140"/>
                    <a:pt x="1264532" y="918994"/>
                    <a:pt x="1269207" y="921544"/>
                  </a:cubicBezTo>
                  <a:cubicBezTo>
                    <a:pt x="1275474" y="924962"/>
                    <a:pt x="1285165" y="930855"/>
                    <a:pt x="1290638" y="935831"/>
                  </a:cubicBezTo>
                  <a:cubicBezTo>
                    <a:pt x="1296452" y="941117"/>
                    <a:pt x="1300769" y="948141"/>
                    <a:pt x="1307307" y="952500"/>
                  </a:cubicBezTo>
                  <a:cubicBezTo>
                    <a:pt x="1319614" y="960705"/>
                    <a:pt x="1316156" y="958208"/>
                    <a:pt x="1333500" y="971550"/>
                  </a:cubicBezTo>
                  <a:cubicBezTo>
                    <a:pt x="1345211" y="980558"/>
                    <a:pt x="1350963" y="982266"/>
                    <a:pt x="1359694" y="990600"/>
                  </a:cubicBezTo>
                  <a:cubicBezTo>
                    <a:pt x="1368425" y="998934"/>
                    <a:pt x="1373188" y="1010841"/>
                    <a:pt x="1385888" y="1021557"/>
                  </a:cubicBezTo>
                  <a:cubicBezTo>
                    <a:pt x="1398588" y="1032273"/>
                    <a:pt x="1417241" y="1041004"/>
                    <a:pt x="1435894" y="1054894"/>
                  </a:cubicBezTo>
                  <a:cubicBezTo>
                    <a:pt x="1454547" y="1068784"/>
                    <a:pt x="1477169" y="1088231"/>
                    <a:pt x="1497806" y="1104900"/>
                  </a:cubicBezTo>
                  <a:lnTo>
                    <a:pt x="1559718" y="1154906"/>
                  </a:lnTo>
                  <a:cubicBezTo>
                    <a:pt x="1575990" y="1167606"/>
                    <a:pt x="1583929" y="1172369"/>
                    <a:pt x="1595438" y="1181100"/>
                  </a:cubicBezTo>
                  <a:cubicBezTo>
                    <a:pt x="1606947" y="1189831"/>
                    <a:pt x="1617663" y="1198960"/>
                    <a:pt x="1628775" y="1207294"/>
                  </a:cubicBezTo>
                  <a:cubicBezTo>
                    <a:pt x="1639887" y="1215628"/>
                    <a:pt x="1650207" y="1224360"/>
                    <a:pt x="1662113" y="1231107"/>
                  </a:cubicBezTo>
                  <a:cubicBezTo>
                    <a:pt x="1674019" y="1237854"/>
                    <a:pt x="1691879" y="1243013"/>
                    <a:pt x="1700213" y="1247775"/>
                  </a:cubicBezTo>
                  <a:cubicBezTo>
                    <a:pt x="1704182" y="1251744"/>
                    <a:pt x="1707306" y="1256793"/>
                    <a:pt x="1712119" y="1259681"/>
                  </a:cubicBezTo>
                  <a:cubicBezTo>
                    <a:pt x="1720417" y="1264660"/>
                    <a:pt x="1726335" y="1267656"/>
                    <a:pt x="1733550" y="1273969"/>
                  </a:cubicBezTo>
                  <a:cubicBezTo>
                    <a:pt x="1736929" y="1276926"/>
                    <a:pt x="1739531" y="1280737"/>
                    <a:pt x="1743075" y="1283494"/>
                  </a:cubicBezTo>
                  <a:cubicBezTo>
                    <a:pt x="1746729" y="1286335"/>
                    <a:pt x="1751190" y="1287983"/>
                    <a:pt x="1754982" y="1290637"/>
                  </a:cubicBezTo>
                  <a:cubicBezTo>
                    <a:pt x="1759146" y="1293551"/>
                    <a:pt x="1762659" y="1297343"/>
                    <a:pt x="1766888" y="1300162"/>
                  </a:cubicBezTo>
                  <a:cubicBezTo>
                    <a:pt x="1772775" y="1304087"/>
                    <a:pt x="1777205" y="1305189"/>
                    <a:pt x="1783557" y="1307306"/>
                  </a:cubicBezTo>
                  <a:cubicBezTo>
                    <a:pt x="1785938" y="1308894"/>
                    <a:pt x="1788371" y="1310406"/>
                    <a:pt x="1790700" y="1312069"/>
                  </a:cubicBezTo>
                  <a:cubicBezTo>
                    <a:pt x="1793929" y="1314376"/>
                    <a:pt x="1796779" y="1317243"/>
                    <a:pt x="1800225" y="1319212"/>
                  </a:cubicBezTo>
                  <a:cubicBezTo>
                    <a:pt x="1802404" y="1320457"/>
                    <a:pt x="1804988" y="1320800"/>
                    <a:pt x="1807369" y="1321594"/>
                  </a:cubicBezTo>
                  <a:cubicBezTo>
                    <a:pt x="1812925" y="1325563"/>
                    <a:pt x="1818878" y="1329028"/>
                    <a:pt x="1824038" y="1333500"/>
                  </a:cubicBezTo>
                  <a:cubicBezTo>
                    <a:pt x="1830824" y="1339381"/>
                    <a:pt x="1835904" y="1347162"/>
                    <a:pt x="1843088" y="1352550"/>
                  </a:cubicBezTo>
                  <a:cubicBezTo>
                    <a:pt x="1846263" y="1354931"/>
                    <a:pt x="1849600" y="1357111"/>
                    <a:pt x="1852613" y="1359694"/>
                  </a:cubicBezTo>
                  <a:cubicBezTo>
                    <a:pt x="1855170" y="1361885"/>
                    <a:pt x="1857017" y="1364880"/>
                    <a:pt x="1859757" y="1366837"/>
                  </a:cubicBezTo>
                  <a:cubicBezTo>
                    <a:pt x="1862646" y="1368900"/>
                    <a:pt x="1866107" y="1370012"/>
                    <a:pt x="1869282" y="1371600"/>
                  </a:cubicBezTo>
                  <a:cubicBezTo>
                    <a:pt x="1874928" y="1379129"/>
                    <a:pt x="1876604" y="1382299"/>
                    <a:pt x="1883569" y="1388269"/>
                  </a:cubicBezTo>
                  <a:cubicBezTo>
                    <a:pt x="1886582" y="1390852"/>
                    <a:pt x="1890107" y="1392799"/>
                    <a:pt x="1893094" y="1395412"/>
                  </a:cubicBezTo>
                  <a:cubicBezTo>
                    <a:pt x="1896473" y="1398369"/>
                    <a:pt x="1899027" y="1402243"/>
                    <a:pt x="1902619" y="1404937"/>
                  </a:cubicBezTo>
                  <a:cubicBezTo>
                    <a:pt x="1905459" y="1407067"/>
                    <a:pt x="1909078" y="1407911"/>
                    <a:pt x="1912144" y="1409700"/>
                  </a:cubicBezTo>
                  <a:cubicBezTo>
                    <a:pt x="1918612" y="1413473"/>
                    <a:pt x="1931194" y="1421606"/>
                    <a:pt x="1931194" y="1421606"/>
                  </a:cubicBezTo>
                  <a:cubicBezTo>
                    <a:pt x="1932782" y="1423987"/>
                    <a:pt x="1933933" y="1426726"/>
                    <a:pt x="1935957" y="1428750"/>
                  </a:cubicBezTo>
                  <a:cubicBezTo>
                    <a:pt x="1939923" y="1432716"/>
                    <a:pt x="1948145" y="1435662"/>
                    <a:pt x="1952625" y="1438275"/>
                  </a:cubicBezTo>
                  <a:cubicBezTo>
                    <a:pt x="1959093" y="1442048"/>
                    <a:pt x="1964978" y="1446832"/>
                    <a:pt x="1971675" y="1450181"/>
                  </a:cubicBezTo>
                  <a:cubicBezTo>
                    <a:pt x="1974850" y="1451769"/>
                    <a:pt x="1978453" y="1452696"/>
                    <a:pt x="1981200" y="1454944"/>
                  </a:cubicBezTo>
                  <a:cubicBezTo>
                    <a:pt x="1987282" y="1459920"/>
                    <a:pt x="1991583" y="1466897"/>
                    <a:pt x="1997869" y="1471612"/>
                  </a:cubicBezTo>
                  <a:cubicBezTo>
                    <a:pt x="2001044" y="1473993"/>
                    <a:pt x="2004029" y="1476652"/>
                    <a:pt x="2007394" y="1478756"/>
                  </a:cubicBezTo>
                  <a:cubicBezTo>
                    <a:pt x="2010404" y="1480637"/>
                    <a:pt x="2014030" y="1481456"/>
                    <a:pt x="2016919" y="1483519"/>
                  </a:cubicBezTo>
                  <a:cubicBezTo>
                    <a:pt x="2019659" y="1485476"/>
                    <a:pt x="2021323" y="1488705"/>
                    <a:pt x="2024063" y="1490662"/>
                  </a:cubicBezTo>
                  <a:cubicBezTo>
                    <a:pt x="2026952" y="1492725"/>
                    <a:pt x="2030699" y="1493362"/>
                    <a:pt x="2033588" y="1495425"/>
                  </a:cubicBezTo>
                  <a:cubicBezTo>
                    <a:pt x="2036328" y="1497383"/>
                    <a:pt x="2038145" y="1500413"/>
                    <a:pt x="2040732" y="1502569"/>
                  </a:cubicBezTo>
                  <a:cubicBezTo>
                    <a:pt x="2042930" y="1504401"/>
                    <a:pt x="2045546" y="1505668"/>
                    <a:pt x="2047875" y="1507331"/>
                  </a:cubicBezTo>
                  <a:cubicBezTo>
                    <a:pt x="2051105" y="1509638"/>
                    <a:pt x="2054170" y="1512168"/>
                    <a:pt x="2057400" y="1514475"/>
                  </a:cubicBezTo>
                  <a:cubicBezTo>
                    <a:pt x="2059729" y="1516138"/>
                    <a:pt x="2062345" y="1517405"/>
                    <a:pt x="2064544" y="1519237"/>
                  </a:cubicBezTo>
                  <a:cubicBezTo>
                    <a:pt x="2067131" y="1521393"/>
                    <a:pt x="2068948" y="1524423"/>
                    <a:pt x="2071688" y="1526381"/>
                  </a:cubicBezTo>
                  <a:cubicBezTo>
                    <a:pt x="2074577" y="1528444"/>
                    <a:pt x="2078203" y="1529263"/>
                    <a:pt x="2081213" y="1531144"/>
                  </a:cubicBezTo>
                  <a:cubicBezTo>
                    <a:pt x="2084578" y="1533247"/>
                    <a:pt x="2087310" y="1536287"/>
                    <a:pt x="2090738" y="1538287"/>
                  </a:cubicBezTo>
                  <a:cubicBezTo>
                    <a:pt x="2096870" y="1541864"/>
                    <a:pt x="2103537" y="1544446"/>
                    <a:pt x="2109788" y="1547812"/>
                  </a:cubicBezTo>
                  <a:cubicBezTo>
                    <a:pt x="2136499" y="1562195"/>
                    <a:pt x="2108214" y="1547722"/>
                    <a:pt x="2131219" y="1562100"/>
                  </a:cubicBezTo>
                  <a:cubicBezTo>
                    <a:pt x="2134229" y="1563981"/>
                    <a:pt x="2137790" y="1564893"/>
                    <a:pt x="2140744" y="1566862"/>
                  </a:cubicBezTo>
                  <a:cubicBezTo>
                    <a:pt x="2144973" y="1569681"/>
                    <a:pt x="2148188" y="1573953"/>
                    <a:pt x="2152650" y="1576387"/>
                  </a:cubicBezTo>
                  <a:cubicBezTo>
                    <a:pt x="2180316" y="1591478"/>
                    <a:pt x="2153699" y="1568654"/>
                    <a:pt x="2181225" y="1590675"/>
                  </a:cubicBezTo>
                  <a:cubicBezTo>
                    <a:pt x="2216124" y="1618594"/>
                    <a:pt x="2167211" y="1583728"/>
                    <a:pt x="2200275" y="1607344"/>
                  </a:cubicBezTo>
                  <a:cubicBezTo>
                    <a:pt x="2202604" y="1609007"/>
                    <a:pt x="2205090" y="1610443"/>
                    <a:pt x="2207419" y="1612106"/>
                  </a:cubicBezTo>
                  <a:cubicBezTo>
                    <a:pt x="2210649" y="1614413"/>
                    <a:pt x="2210197" y="1614091"/>
                    <a:pt x="2216944" y="1619250"/>
                  </a:cubicBezTo>
                  <a:cubicBezTo>
                    <a:pt x="2223691" y="1624409"/>
                    <a:pt x="2241550" y="1637903"/>
                    <a:pt x="2247900" y="1643062"/>
                  </a:cubicBezTo>
                  <a:cubicBezTo>
                    <a:pt x="2258616" y="1650603"/>
                    <a:pt x="2270522" y="1664097"/>
                    <a:pt x="2281238" y="1674019"/>
                  </a:cubicBezTo>
                  <a:cubicBezTo>
                    <a:pt x="2291954" y="1683941"/>
                    <a:pt x="2297510" y="1688703"/>
                    <a:pt x="2312194" y="1702594"/>
                  </a:cubicBezTo>
                  <a:cubicBezTo>
                    <a:pt x="2326878" y="1716485"/>
                    <a:pt x="2349897" y="1743472"/>
                    <a:pt x="2369344" y="1757363"/>
                  </a:cubicBezTo>
                  <a:cubicBezTo>
                    <a:pt x="2388791" y="1771254"/>
                    <a:pt x="2412207" y="1776016"/>
                    <a:pt x="2428876" y="1785938"/>
                  </a:cubicBezTo>
                  <a:cubicBezTo>
                    <a:pt x="2445545" y="1795860"/>
                    <a:pt x="2459831" y="1814116"/>
                    <a:pt x="2469356" y="1816894"/>
                  </a:cubicBezTo>
                  <a:cubicBezTo>
                    <a:pt x="2484437" y="1828006"/>
                    <a:pt x="2506266" y="1843484"/>
                    <a:pt x="2514600" y="1850231"/>
                  </a:cubicBezTo>
                  <a:cubicBezTo>
                    <a:pt x="2522934" y="1856978"/>
                    <a:pt x="2517478" y="1855221"/>
                    <a:pt x="2519363" y="1857375"/>
                  </a:cubicBezTo>
                  <a:cubicBezTo>
                    <a:pt x="2526535" y="1865571"/>
                    <a:pt x="2537112" y="1872522"/>
                    <a:pt x="2540794" y="1883569"/>
                  </a:cubicBezTo>
                  <a:lnTo>
                    <a:pt x="2543175" y="1890712"/>
                  </a:lnTo>
                </a:path>
              </a:pathLst>
            </a:custGeom>
            <a:noFill/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57"/>
            </a:p>
          </p:txBody>
        </p:sp>
        <p:sp>
          <p:nvSpPr>
            <p:cNvPr id="634" name="Freeform: Shape 633">
              <a:extLst>
                <a:ext uri="{FF2B5EF4-FFF2-40B4-BE49-F238E27FC236}">
                  <a16:creationId xmlns:a16="http://schemas.microsoft.com/office/drawing/2014/main" id="{648B02FE-2322-8822-D908-6B7627199F63}"/>
                </a:ext>
              </a:extLst>
            </p:cNvPr>
            <p:cNvSpPr/>
            <p:nvPr/>
          </p:nvSpPr>
          <p:spPr>
            <a:xfrm flipH="1">
              <a:off x="16089539" y="7707623"/>
              <a:ext cx="1733551" cy="247650"/>
            </a:xfrm>
            <a:custGeom>
              <a:avLst/>
              <a:gdLst>
                <a:gd name="connsiteX0" fmla="*/ 0 w 1716882"/>
                <a:gd name="connsiteY0" fmla="*/ 252412 h 252412"/>
                <a:gd name="connsiteX1" fmla="*/ 30957 w 1716882"/>
                <a:gd name="connsiteY1" fmla="*/ 247650 h 252412"/>
                <a:gd name="connsiteX2" fmla="*/ 50007 w 1716882"/>
                <a:gd name="connsiteY2" fmla="*/ 242887 h 252412"/>
                <a:gd name="connsiteX3" fmla="*/ 57150 w 1716882"/>
                <a:gd name="connsiteY3" fmla="*/ 240506 h 252412"/>
                <a:gd name="connsiteX4" fmla="*/ 85725 w 1716882"/>
                <a:gd name="connsiteY4" fmla="*/ 238125 h 252412"/>
                <a:gd name="connsiteX5" fmla="*/ 92869 w 1716882"/>
                <a:gd name="connsiteY5" fmla="*/ 235743 h 252412"/>
                <a:gd name="connsiteX6" fmla="*/ 116682 w 1716882"/>
                <a:gd name="connsiteY6" fmla="*/ 230981 h 252412"/>
                <a:gd name="connsiteX7" fmla="*/ 126207 w 1716882"/>
                <a:gd name="connsiteY7" fmla="*/ 226218 h 252412"/>
                <a:gd name="connsiteX8" fmla="*/ 135732 w 1716882"/>
                <a:gd name="connsiteY8" fmla="*/ 223837 h 252412"/>
                <a:gd name="connsiteX9" fmla="*/ 197644 w 1716882"/>
                <a:gd name="connsiteY9" fmla="*/ 216693 h 252412"/>
                <a:gd name="connsiteX10" fmla="*/ 221457 w 1716882"/>
                <a:gd name="connsiteY10" fmla="*/ 219075 h 252412"/>
                <a:gd name="connsiteX11" fmla="*/ 297657 w 1716882"/>
                <a:gd name="connsiteY11" fmla="*/ 211931 h 252412"/>
                <a:gd name="connsiteX12" fmla="*/ 402432 w 1716882"/>
                <a:gd name="connsiteY12" fmla="*/ 200025 h 252412"/>
                <a:gd name="connsiteX13" fmla="*/ 514350 w 1716882"/>
                <a:gd name="connsiteY13" fmla="*/ 192881 h 252412"/>
                <a:gd name="connsiteX14" fmla="*/ 552450 w 1716882"/>
                <a:gd name="connsiteY14" fmla="*/ 178593 h 252412"/>
                <a:gd name="connsiteX15" fmla="*/ 566738 w 1716882"/>
                <a:gd name="connsiteY15" fmla="*/ 171450 h 252412"/>
                <a:gd name="connsiteX16" fmla="*/ 592932 w 1716882"/>
                <a:gd name="connsiteY16" fmla="*/ 166687 h 252412"/>
                <a:gd name="connsiteX17" fmla="*/ 633413 w 1716882"/>
                <a:gd name="connsiteY17" fmla="*/ 157162 h 252412"/>
                <a:gd name="connsiteX18" fmla="*/ 661988 w 1716882"/>
                <a:gd name="connsiteY18" fmla="*/ 154781 h 252412"/>
                <a:gd name="connsiteX19" fmla="*/ 683419 w 1716882"/>
                <a:gd name="connsiteY19" fmla="*/ 152400 h 252412"/>
                <a:gd name="connsiteX20" fmla="*/ 697707 w 1716882"/>
                <a:gd name="connsiteY20" fmla="*/ 147637 h 252412"/>
                <a:gd name="connsiteX21" fmla="*/ 733425 w 1716882"/>
                <a:gd name="connsiteY21" fmla="*/ 133350 h 252412"/>
                <a:gd name="connsiteX22" fmla="*/ 776288 w 1716882"/>
                <a:gd name="connsiteY22" fmla="*/ 126206 h 252412"/>
                <a:gd name="connsiteX23" fmla="*/ 871538 w 1716882"/>
                <a:gd name="connsiteY23" fmla="*/ 128587 h 252412"/>
                <a:gd name="connsiteX24" fmla="*/ 916782 w 1716882"/>
                <a:gd name="connsiteY24" fmla="*/ 130968 h 252412"/>
                <a:gd name="connsiteX25" fmla="*/ 966788 w 1716882"/>
                <a:gd name="connsiteY25" fmla="*/ 128587 h 252412"/>
                <a:gd name="connsiteX26" fmla="*/ 995363 w 1716882"/>
                <a:gd name="connsiteY26" fmla="*/ 114300 h 252412"/>
                <a:gd name="connsiteX27" fmla="*/ 1004888 w 1716882"/>
                <a:gd name="connsiteY27" fmla="*/ 111918 h 252412"/>
                <a:gd name="connsiteX28" fmla="*/ 1050132 w 1716882"/>
                <a:gd name="connsiteY28" fmla="*/ 107156 h 252412"/>
                <a:gd name="connsiteX29" fmla="*/ 1071563 w 1716882"/>
                <a:gd name="connsiteY29" fmla="*/ 102393 h 252412"/>
                <a:gd name="connsiteX30" fmla="*/ 1083469 w 1716882"/>
                <a:gd name="connsiteY30" fmla="*/ 97631 h 252412"/>
                <a:gd name="connsiteX31" fmla="*/ 1121569 w 1716882"/>
                <a:gd name="connsiteY31" fmla="*/ 90487 h 252412"/>
                <a:gd name="connsiteX32" fmla="*/ 1143000 w 1716882"/>
                <a:gd name="connsiteY32" fmla="*/ 80962 h 252412"/>
                <a:gd name="connsiteX33" fmla="*/ 1169194 w 1716882"/>
                <a:gd name="connsiteY33" fmla="*/ 76200 h 252412"/>
                <a:gd name="connsiteX34" fmla="*/ 1193007 w 1716882"/>
                <a:gd name="connsiteY34" fmla="*/ 69056 h 252412"/>
                <a:gd name="connsiteX35" fmla="*/ 1204913 w 1716882"/>
                <a:gd name="connsiteY35" fmla="*/ 64293 h 252412"/>
                <a:gd name="connsiteX36" fmla="*/ 1245394 w 1716882"/>
                <a:gd name="connsiteY36" fmla="*/ 59531 h 252412"/>
                <a:gd name="connsiteX37" fmla="*/ 1273969 w 1716882"/>
                <a:gd name="connsiteY37" fmla="*/ 52387 h 252412"/>
                <a:gd name="connsiteX38" fmla="*/ 1378744 w 1716882"/>
                <a:gd name="connsiteY38" fmla="*/ 54768 h 252412"/>
                <a:gd name="connsiteX39" fmla="*/ 1443038 w 1716882"/>
                <a:gd name="connsiteY39" fmla="*/ 52387 h 252412"/>
                <a:gd name="connsiteX40" fmla="*/ 1459707 w 1716882"/>
                <a:gd name="connsiteY40" fmla="*/ 54768 h 252412"/>
                <a:gd name="connsiteX41" fmla="*/ 1514475 w 1716882"/>
                <a:gd name="connsiteY41" fmla="*/ 52387 h 252412"/>
                <a:gd name="connsiteX42" fmla="*/ 1535907 w 1716882"/>
                <a:gd name="connsiteY42" fmla="*/ 45243 h 252412"/>
                <a:gd name="connsiteX43" fmla="*/ 1552575 w 1716882"/>
                <a:gd name="connsiteY43" fmla="*/ 38100 h 252412"/>
                <a:gd name="connsiteX44" fmla="*/ 1571625 w 1716882"/>
                <a:gd name="connsiteY44" fmla="*/ 30956 h 252412"/>
                <a:gd name="connsiteX45" fmla="*/ 1624013 w 1716882"/>
                <a:gd name="connsiteY45" fmla="*/ 14287 h 252412"/>
                <a:gd name="connsiteX46" fmla="*/ 1702594 w 1716882"/>
                <a:gd name="connsiteY46" fmla="*/ 11906 h 252412"/>
                <a:gd name="connsiteX47" fmla="*/ 1709738 w 1716882"/>
                <a:gd name="connsiteY47" fmla="*/ 7143 h 252412"/>
                <a:gd name="connsiteX48" fmla="*/ 1716882 w 1716882"/>
                <a:gd name="connsiteY48" fmla="*/ 0 h 252412"/>
                <a:gd name="connsiteX0" fmla="*/ 0 w 1716882"/>
                <a:gd name="connsiteY0" fmla="*/ 252412 h 252412"/>
                <a:gd name="connsiteX1" fmla="*/ 30957 w 1716882"/>
                <a:gd name="connsiteY1" fmla="*/ 247650 h 252412"/>
                <a:gd name="connsiteX2" fmla="*/ 50007 w 1716882"/>
                <a:gd name="connsiteY2" fmla="*/ 242887 h 252412"/>
                <a:gd name="connsiteX3" fmla="*/ 57150 w 1716882"/>
                <a:gd name="connsiteY3" fmla="*/ 240506 h 252412"/>
                <a:gd name="connsiteX4" fmla="*/ 85725 w 1716882"/>
                <a:gd name="connsiteY4" fmla="*/ 238125 h 252412"/>
                <a:gd name="connsiteX5" fmla="*/ 92869 w 1716882"/>
                <a:gd name="connsiteY5" fmla="*/ 235743 h 252412"/>
                <a:gd name="connsiteX6" fmla="*/ 116682 w 1716882"/>
                <a:gd name="connsiteY6" fmla="*/ 230981 h 252412"/>
                <a:gd name="connsiteX7" fmla="*/ 126207 w 1716882"/>
                <a:gd name="connsiteY7" fmla="*/ 226218 h 252412"/>
                <a:gd name="connsiteX8" fmla="*/ 135732 w 1716882"/>
                <a:gd name="connsiteY8" fmla="*/ 223837 h 252412"/>
                <a:gd name="connsiteX9" fmla="*/ 197644 w 1716882"/>
                <a:gd name="connsiteY9" fmla="*/ 216693 h 252412"/>
                <a:gd name="connsiteX10" fmla="*/ 221457 w 1716882"/>
                <a:gd name="connsiteY10" fmla="*/ 219075 h 252412"/>
                <a:gd name="connsiteX11" fmla="*/ 309564 w 1716882"/>
                <a:gd name="connsiteY11" fmla="*/ 209550 h 252412"/>
                <a:gd name="connsiteX12" fmla="*/ 402432 w 1716882"/>
                <a:gd name="connsiteY12" fmla="*/ 200025 h 252412"/>
                <a:gd name="connsiteX13" fmla="*/ 514350 w 1716882"/>
                <a:gd name="connsiteY13" fmla="*/ 192881 h 252412"/>
                <a:gd name="connsiteX14" fmla="*/ 552450 w 1716882"/>
                <a:gd name="connsiteY14" fmla="*/ 178593 h 252412"/>
                <a:gd name="connsiteX15" fmla="*/ 566738 w 1716882"/>
                <a:gd name="connsiteY15" fmla="*/ 171450 h 252412"/>
                <a:gd name="connsiteX16" fmla="*/ 592932 w 1716882"/>
                <a:gd name="connsiteY16" fmla="*/ 166687 h 252412"/>
                <a:gd name="connsiteX17" fmla="*/ 633413 w 1716882"/>
                <a:gd name="connsiteY17" fmla="*/ 157162 h 252412"/>
                <a:gd name="connsiteX18" fmla="*/ 661988 w 1716882"/>
                <a:gd name="connsiteY18" fmla="*/ 154781 h 252412"/>
                <a:gd name="connsiteX19" fmla="*/ 683419 w 1716882"/>
                <a:gd name="connsiteY19" fmla="*/ 152400 h 252412"/>
                <a:gd name="connsiteX20" fmla="*/ 697707 w 1716882"/>
                <a:gd name="connsiteY20" fmla="*/ 147637 h 252412"/>
                <a:gd name="connsiteX21" fmla="*/ 733425 w 1716882"/>
                <a:gd name="connsiteY21" fmla="*/ 133350 h 252412"/>
                <a:gd name="connsiteX22" fmla="*/ 776288 w 1716882"/>
                <a:gd name="connsiteY22" fmla="*/ 126206 h 252412"/>
                <a:gd name="connsiteX23" fmla="*/ 871538 w 1716882"/>
                <a:gd name="connsiteY23" fmla="*/ 128587 h 252412"/>
                <a:gd name="connsiteX24" fmla="*/ 916782 w 1716882"/>
                <a:gd name="connsiteY24" fmla="*/ 130968 h 252412"/>
                <a:gd name="connsiteX25" fmla="*/ 966788 w 1716882"/>
                <a:gd name="connsiteY25" fmla="*/ 128587 h 252412"/>
                <a:gd name="connsiteX26" fmla="*/ 995363 w 1716882"/>
                <a:gd name="connsiteY26" fmla="*/ 114300 h 252412"/>
                <a:gd name="connsiteX27" fmla="*/ 1004888 w 1716882"/>
                <a:gd name="connsiteY27" fmla="*/ 111918 h 252412"/>
                <a:gd name="connsiteX28" fmla="*/ 1050132 w 1716882"/>
                <a:gd name="connsiteY28" fmla="*/ 107156 h 252412"/>
                <a:gd name="connsiteX29" fmla="*/ 1071563 w 1716882"/>
                <a:gd name="connsiteY29" fmla="*/ 102393 h 252412"/>
                <a:gd name="connsiteX30" fmla="*/ 1083469 w 1716882"/>
                <a:gd name="connsiteY30" fmla="*/ 97631 h 252412"/>
                <a:gd name="connsiteX31" fmla="*/ 1121569 w 1716882"/>
                <a:gd name="connsiteY31" fmla="*/ 90487 h 252412"/>
                <a:gd name="connsiteX32" fmla="*/ 1143000 w 1716882"/>
                <a:gd name="connsiteY32" fmla="*/ 80962 h 252412"/>
                <a:gd name="connsiteX33" fmla="*/ 1169194 w 1716882"/>
                <a:gd name="connsiteY33" fmla="*/ 76200 h 252412"/>
                <a:gd name="connsiteX34" fmla="*/ 1193007 w 1716882"/>
                <a:gd name="connsiteY34" fmla="*/ 69056 h 252412"/>
                <a:gd name="connsiteX35" fmla="*/ 1204913 w 1716882"/>
                <a:gd name="connsiteY35" fmla="*/ 64293 h 252412"/>
                <a:gd name="connsiteX36" fmla="*/ 1245394 w 1716882"/>
                <a:gd name="connsiteY36" fmla="*/ 59531 h 252412"/>
                <a:gd name="connsiteX37" fmla="*/ 1273969 w 1716882"/>
                <a:gd name="connsiteY37" fmla="*/ 52387 h 252412"/>
                <a:gd name="connsiteX38" fmla="*/ 1378744 w 1716882"/>
                <a:gd name="connsiteY38" fmla="*/ 54768 h 252412"/>
                <a:gd name="connsiteX39" fmla="*/ 1443038 w 1716882"/>
                <a:gd name="connsiteY39" fmla="*/ 52387 h 252412"/>
                <a:gd name="connsiteX40" fmla="*/ 1459707 w 1716882"/>
                <a:gd name="connsiteY40" fmla="*/ 54768 h 252412"/>
                <a:gd name="connsiteX41" fmla="*/ 1514475 w 1716882"/>
                <a:gd name="connsiteY41" fmla="*/ 52387 h 252412"/>
                <a:gd name="connsiteX42" fmla="*/ 1535907 w 1716882"/>
                <a:gd name="connsiteY42" fmla="*/ 45243 h 252412"/>
                <a:gd name="connsiteX43" fmla="*/ 1552575 w 1716882"/>
                <a:gd name="connsiteY43" fmla="*/ 38100 h 252412"/>
                <a:gd name="connsiteX44" fmla="*/ 1571625 w 1716882"/>
                <a:gd name="connsiteY44" fmla="*/ 30956 h 252412"/>
                <a:gd name="connsiteX45" fmla="*/ 1624013 w 1716882"/>
                <a:gd name="connsiteY45" fmla="*/ 14287 h 252412"/>
                <a:gd name="connsiteX46" fmla="*/ 1702594 w 1716882"/>
                <a:gd name="connsiteY46" fmla="*/ 11906 h 252412"/>
                <a:gd name="connsiteX47" fmla="*/ 1709738 w 1716882"/>
                <a:gd name="connsiteY47" fmla="*/ 7143 h 252412"/>
                <a:gd name="connsiteX48" fmla="*/ 1716882 w 1716882"/>
                <a:gd name="connsiteY48" fmla="*/ 0 h 252412"/>
                <a:gd name="connsiteX0" fmla="*/ 0 w 1716882"/>
                <a:gd name="connsiteY0" fmla="*/ 252412 h 252412"/>
                <a:gd name="connsiteX1" fmla="*/ 30957 w 1716882"/>
                <a:gd name="connsiteY1" fmla="*/ 247650 h 252412"/>
                <a:gd name="connsiteX2" fmla="*/ 50007 w 1716882"/>
                <a:gd name="connsiteY2" fmla="*/ 242887 h 252412"/>
                <a:gd name="connsiteX3" fmla="*/ 57150 w 1716882"/>
                <a:gd name="connsiteY3" fmla="*/ 240506 h 252412"/>
                <a:gd name="connsiteX4" fmla="*/ 85725 w 1716882"/>
                <a:gd name="connsiteY4" fmla="*/ 238125 h 252412"/>
                <a:gd name="connsiteX5" fmla="*/ 92869 w 1716882"/>
                <a:gd name="connsiteY5" fmla="*/ 235743 h 252412"/>
                <a:gd name="connsiteX6" fmla="*/ 116682 w 1716882"/>
                <a:gd name="connsiteY6" fmla="*/ 230981 h 252412"/>
                <a:gd name="connsiteX7" fmla="*/ 126207 w 1716882"/>
                <a:gd name="connsiteY7" fmla="*/ 226218 h 252412"/>
                <a:gd name="connsiteX8" fmla="*/ 135732 w 1716882"/>
                <a:gd name="connsiteY8" fmla="*/ 223837 h 252412"/>
                <a:gd name="connsiteX9" fmla="*/ 197644 w 1716882"/>
                <a:gd name="connsiteY9" fmla="*/ 216693 h 252412"/>
                <a:gd name="connsiteX10" fmla="*/ 221457 w 1716882"/>
                <a:gd name="connsiteY10" fmla="*/ 219075 h 252412"/>
                <a:gd name="connsiteX11" fmla="*/ 309564 w 1716882"/>
                <a:gd name="connsiteY11" fmla="*/ 209550 h 252412"/>
                <a:gd name="connsiteX12" fmla="*/ 402432 w 1716882"/>
                <a:gd name="connsiteY12" fmla="*/ 200025 h 252412"/>
                <a:gd name="connsiteX13" fmla="*/ 514350 w 1716882"/>
                <a:gd name="connsiteY13" fmla="*/ 192881 h 252412"/>
                <a:gd name="connsiteX14" fmla="*/ 552450 w 1716882"/>
                <a:gd name="connsiteY14" fmla="*/ 178593 h 252412"/>
                <a:gd name="connsiteX15" fmla="*/ 566738 w 1716882"/>
                <a:gd name="connsiteY15" fmla="*/ 171450 h 252412"/>
                <a:gd name="connsiteX16" fmla="*/ 592932 w 1716882"/>
                <a:gd name="connsiteY16" fmla="*/ 166687 h 252412"/>
                <a:gd name="connsiteX17" fmla="*/ 633413 w 1716882"/>
                <a:gd name="connsiteY17" fmla="*/ 157162 h 252412"/>
                <a:gd name="connsiteX18" fmla="*/ 661988 w 1716882"/>
                <a:gd name="connsiteY18" fmla="*/ 154781 h 252412"/>
                <a:gd name="connsiteX19" fmla="*/ 683419 w 1716882"/>
                <a:gd name="connsiteY19" fmla="*/ 152400 h 252412"/>
                <a:gd name="connsiteX20" fmla="*/ 697707 w 1716882"/>
                <a:gd name="connsiteY20" fmla="*/ 147637 h 252412"/>
                <a:gd name="connsiteX21" fmla="*/ 733425 w 1716882"/>
                <a:gd name="connsiteY21" fmla="*/ 133350 h 252412"/>
                <a:gd name="connsiteX22" fmla="*/ 776288 w 1716882"/>
                <a:gd name="connsiteY22" fmla="*/ 126206 h 252412"/>
                <a:gd name="connsiteX23" fmla="*/ 871538 w 1716882"/>
                <a:gd name="connsiteY23" fmla="*/ 128587 h 252412"/>
                <a:gd name="connsiteX24" fmla="*/ 916782 w 1716882"/>
                <a:gd name="connsiteY24" fmla="*/ 130968 h 252412"/>
                <a:gd name="connsiteX25" fmla="*/ 966788 w 1716882"/>
                <a:gd name="connsiteY25" fmla="*/ 128587 h 252412"/>
                <a:gd name="connsiteX26" fmla="*/ 995363 w 1716882"/>
                <a:gd name="connsiteY26" fmla="*/ 114300 h 252412"/>
                <a:gd name="connsiteX27" fmla="*/ 1004888 w 1716882"/>
                <a:gd name="connsiteY27" fmla="*/ 111918 h 252412"/>
                <a:gd name="connsiteX28" fmla="*/ 1050132 w 1716882"/>
                <a:gd name="connsiteY28" fmla="*/ 107156 h 252412"/>
                <a:gd name="connsiteX29" fmla="*/ 1071563 w 1716882"/>
                <a:gd name="connsiteY29" fmla="*/ 102393 h 252412"/>
                <a:gd name="connsiteX30" fmla="*/ 1083469 w 1716882"/>
                <a:gd name="connsiteY30" fmla="*/ 97631 h 252412"/>
                <a:gd name="connsiteX31" fmla="*/ 1121569 w 1716882"/>
                <a:gd name="connsiteY31" fmla="*/ 90487 h 252412"/>
                <a:gd name="connsiteX32" fmla="*/ 1143000 w 1716882"/>
                <a:gd name="connsiteY32" fmla="*/ 80962 h 252412"/>
                <a:gd name="connsiteX33" fmla="*/ 1169194 w 1716882"/>
                <a:gd name="connsiteY33" fmla="*/ 76200 h 252412"/>
                <a:gd name="connsiteX34" fmla="*/ 1193007 w 1716882"/>
                <a:gd name="connsiteY34" fmla="*/ 69056 h 252412"/>
                <a:gd name="connsiteX35" fmla="*/ 1204913 w 1716882"/>
                <a:gd name="connsiteY35" fmla="*/ 64293 h 252412"/>
                <a:gd name="connsiteX36" fmla="*/ 1245394 w 1716882"/>
                <a:gd name="connsiteY36" fmla="*/ 59531 h 252412"/>
                <a:gd name="connsiteX37" fmla="*/ 1273969 w 1716882"/>
                <a:gd name="connsiteY37" fmla="*/ 52387 h 252412"/>
                <a:gd name="connsiteX38" fmla="*/ 1378744 w 1716882"/>
                <a:gd name="connsiteY38" fmla="*/ 54768 h 252412"/>
                <a:gd name="connsiteX39" fmla="*/ 1443038 w 1716882"/>
                <a:gd name="connsiteY39" fmla="*/ 52387 h 252412"/>
                <a:gd name="connsiteX40" fmla="*/ 1459707 w 1716882"/>
                <a:gd name="connsiteY40" fmla="*/ 54768 h 252412"/>
                <a:gd name="connsiteX41" fmla="*/ 1514475 w 1716882"/>
                <a:gd name="connsiteY41" fmla="*/ 52387 h 252412"/>
                <a:gd name="connsiteX42" fmla="*/ 1535907 w 1716882"/>
                <a:gd name="connsiteY42" fmla="*/ 45243 h 252412"/>
                <a:gd name="connsiteX43" fmla="*/ 1552575 w 1716882"/>
                <a:gd name="connsiteY43" fmla="*/ 38100 h 252412"/>
                <a:gd name="connsiteX44" fmla="*/ 1571625 w 1716882"/>
                <a:gd name="connsiteY44" fmla="*/ 30956 h 252412"/>
                <a:gd name="connsiteX45" fmla="*/ 1624013 w 1716882"/>
                <a:gd name="connsiteY45" fmla="*/ 14287 h 252412"/>
                <a:gd name="connsiteX46" fmla="*/ 1702594 w 1716882"/>
                <a:gd name="connsiteY46" fmla="*/ 11906 h 252412"/>
                <a:gd name="connsiteX47" fmla="*/ 1709738 w 1716882"/>
                <a:gd name="connsiteY47" fmla="*/ 7143 h 252412"/>
                <a:gd name="connsiteX48" fmla="*/ 1716882 w 1716882"/>
                <a:gd name="connsiteY48" fmla="*/ 0 h 252412"/>
                <a:gd name="connsiteX0" fmla="*/ 0 w 1716882"/>
                <a:gd name="connsiteY0" fmla="*/ 252412 h 252412"/>
                <a:gd name="connsiteX1" fmla="*/ 30957 w 1716882"/>
                <a:gd name="connsiteY1" fmla="*/ 247650 h 252412"/>
                <a:gd name="connsiteX2" fmla="*/ 50007 w 1716882"/>
                <a:gd name="connsiteY2" fmla="*/ 242887 h 252412"/>
                <a:gd name="connsiteX3" fmla="*/ 57150 w 1716882"/>
                <a:gd name="connsiteY3" fmla="*/ 240506 h 252412"/>
                <a:gd name="connsiteX4" fmla="*/ 85725 w 1716882"/>
                <a:gd name="connsiteY4" fmla="*/ 238125 h 252412"/>
                <a:gd name="connsiteX5" fmla="*/ 92869 w 1716882"/>
                <a:gd name="connsiteY5" fmla="*/ 235743 h 252412"/>
                <a:gd name="connsiteX6" fmla="*/ 116682 w 1716882"/>
                <a:gd name="connsiteY6" fmla="*/ 230981 h 252412"/>
                <a:gd name="connsiteX7" fmla="*/ 126207 w 1716882"/>
                <a:gd name="connsiteY7" fmla="*/ 226218 h 252412"/>
                <a:gd name="connsiteX8" fmla="*/ 135732 w 1716882"/>
                <a:gd name="connsiteY8" fmla="*/ 223837 h 252412"/>
                <a:gd name="connsiteX9" fmla="*/ 197644 w 1716882"/>
                <a:gd name="connsiteY9" fmla="*/ 216693 h 252412"/>
                <a:gd name="connsiteX10" fmla="*/ 221457 w 1716882"/>
                <a:gd name="connsiteY10" fmla="*/ 219075 h 252412"/>
                <a:gd name="connsiteX11" fmla="*/ 309564 w 1716882"/>
                <a:gd name="connsiteY11" fmla="*/ 209550 h 252412"/>
                <a:gd name="connsiteX12" fmla="*/ 402432 w 1716882"/>
                <a:gd name="connsiteY12" fmla="*/ 200025 h 252412"/>
                <a:gd name="connsiteX13" fmla="*/ 514350 w 1716882"/>
                <a:gd name="connsiteY13" fmla="*/ 192881 h 252412"/>
                <a:gd name="connsiteX14" fmla="*/ 552450 w 1716882"/>
                <a:gd name="connsiteY14" fmla="*/ 178593 h 252412"/>
                <a:gd name="connsiteX15" fmla="*/ 592932 w 1716882"/>
                <a:gd name="connsiteY15" fmla="*/ 166687 h 252412"/>
                <a:gd name="connsiteX16" fmla="*/ 633413 w 1716882"/>
                <a:gd name="connsiteY16" fmla="*/ 157162 h 252412"/>
                <a:gd name="connsiteX17" fmla="*/ 661988 w 1716882"/>
                <a:gd name="connsiteY17" fmla="*/ 154781 h 252412"/>
                <a:gd name="connsiteX18" fmla="*/ 683419 w 1716882"/>
                <a:gd name="connsiteY18" fmla="*/ 152400 h 252412"/>
                <a:gd name="connsiteX19" fmla="*/ 697707 w 1716882"/>
                <a:gd name="connsiteY19" fmla="*/ 147637 h 252412"/>
                <a:gd name="connsiteX20" fmla="*/ 733425 w 1716882"/>
                <a:gd name="connsiteY20" fmla="*/ 133350 h 252412"/>
                <a:gd name="connsiteX21" fmla="*/ 776288 w 1716882"/>
                <a:gd name="connsiteY21" fmla="*/ 126206 h 252412"/>
                <a:gd name="connsiteX22" fmla="*/ 871538 w 1716882"/>
                <a:gd name="connsiteY22" fmla="*/ 128587 h 252412"/>
                <a:gd name="connsiteX23" fmla="*/ 916782 w 1716882"/>
                <a:gd name="connsiteY23" fmla="*/ 130968 h 252412"/>
                <a:gd name="connsiteX24" fmla="*/ 966788 w 1716882"/>
                <a:gd name="connsiteY24" fmla="*/ 128587 h 252412"/>
                <a:gd name="connsiteX25" fmla="*/ 995363 w 1716882"/>
                <a:gd name="connsiteY25" fmla="*/ 114300 h 252412"/>
                <a:gd name="connsiteX26" fmla="*/ 1004888 w 1716882"/>
                <a:gd name="connsiteY26" fmla="*/ 111918 h 252412"/>
                <a:gd name="connsiteX27" fmla="*/ 1050132 w 1716882"/>
                <a:gd name="connsiteY27" fmla="*/ 107156 h 252412"/>
                <a:gd name="connsiteX28" fmla="*/ 1071563 w 1716882"/>
                <a:gd name="connsiteY28" fmla="*/ 102393 h 252412"/>
                <a:gd name="connsiteX29" fmla="*/ 1083469 w 1716882"/>
                <a:gd name="connsiteY29" fmla="*/ 97631 h 252412"/>
                <a:gd name="connsiteX30" fmla="*/ 1121569 w 1716882"/>
                <a:gd name="connsiteY30" fmla="*/ 90487 h 252412"/>
                <a:gd name="connsiteX31" fmla="*/ 1143000 w 1716882"/>
                <a:gd name="connsiteY31" fmla="*/ 80962 h 252412"/>
                <a:gd name="connsiteX32" fmla="*/ 1169194 w 1716882"/>
                <a:gd name="connsiteY32" fmla="*/ 76200 h 252412"/>
                <a:gd name="connsiteX33" fmla="*/ 1193007 w 1716882"/>
                <a:gd name="connsiteY33" fmla="*/ 69056 h 252412"/>
                <a:gd name="connsiteX34" fmla="*/ 1204913 w 1716882"/>
                <a:gd name="connsiteY34" fmla="*/ 64293 h 252412"/>
                <a:gd name="connsiteX35" fmla="*/ 1245394 w 1716882"/>
                <a:gd name="connsiteY35" fmla="*/ 59531 h 252412"/>
                <a:gd name="connsiteX36" fmla="*/ 1273969 w 1716882"/>
                <a:gd name="connsiteY36" fmla="*/ 52387 h 252412"/>
                <a:gd name="connsiteX37" fmla="*/ 1378744 w 1716882"/>
                <a:gd name="connsiteY37" fmla="*/ 54768 h 252412"/>
                <a:gd name="connsiteX38" fmla="*/ 1443038 w 1716882"/>
                <a:gd name="connsiteY38" fmla="*/ 52387 h 252412"/>
                <a:gd name="connsiteX39" fmla="*/ 1459707 w 1716882"/>
                <a:gd name="connsiteY39" fmla="*/ 54768 h 252412"/>
                <a:gd name="connsiteX40" fmla="*/ 1514475 w 1716882"/>
                <a:gd name="connsiteY40" fmla="*/ 52387 h 252412"/>
                <a:gd name="connsiteX41" fmla="*/ 1535907 w 1716882"/>
                <a:gd name="connsiteY41" fmla="*/ 45243 h 252412"/>
                <a:gd name="connsiteX42" fmla="*/ 1552575 w 1716882"/>
                <a:gd name="connsiteY42" fmla="*/ 38100 h 252412"/>
                <a:gd name="connsiteX43" fmla="*/ 1571625 w 1716882"/>
                <a:gd name="connsiteY43" fmla="*/ 30956 h 252412"/>
                <a:gd name="connsiteX44" fmla="*/ 1624013 w 1716882"/>
                <a:gd name="connsiteY44" fmla="*/ 14287 h 252412"/>
                <a:gd name="connsiteX45" fmla="*/ 1702594 w 1716882"/>
                <a:gd name="connsiteY45" fmla="*/ 11906 h 252412"/>
                <a:gd name="connsiteX46" fmla="*/ 1709738 w 1716882"/>
                <a:gd name="connsiteY46" fmla="*/ 7143 h 252412"/>
                <a:gd name="connsiteX47" fmla="*/ 1716882 w 1716882"/>
                <a:gd name="connsiteY47" fmla="*/ 0 h 252412"/>
                <a:gd name="connsiteX0" fmla="*/ 0 w 1716882"/>
                <a:gd name="connsiteY0" fmla="*/ 252412 h 252412"/>
                <a:gd name="connsiteX1" fmla="*/ 30957 w 1716882"/>
                <a:gd name="connsiteY1" fmla="*/ 247650 h 252412"/>
                <a:gd name="connsiteX2" fmla="*/ 50007 w 1716882"/>
                <a:gd name="connsiteY2" fmla="*/ 242887 h 252412"/>
                <a:gd name="connsiteX3" fmla="*/ 57150 w 1716882"/>
                <a:gd name="connsiteY3" fmla="*/ 240506 h 252412"/>
                <a:gd name="connsiteX4" fmla="*/ 85725 w 1716882"/>
                <a:gd name="connsiteY4" fmla="*/ 238125 h 252412"/>
                <a:gd name="connsiteX5" fmla="*/ 92869 w 1716882"/>
                <a:gd name="connsiteY5" fmla="*/ 235743 h 252412"/>
                <a:gd name="connsiteX6" fmla="*/ 116682 w 1716882"/>
                <a:gd name="connsiteY6" fmla="*/ 230981 h 252412"/>
                <a:gd name="connsiteX7" fmla="*/ 126207 w 1716882"/>
                <a:gd name="connsiteY7" fmla="*/ 226218 h 252412"/>
                <a:gd name="connsiteX8" fmla="*/ 135732 w 1716882"/>
                <a:gd name="connsiteY8" fmla="*/ 223837 h 252412"/>
                <a:gd name="connsiteX9" fmla="*/ 197644 w 1716882"/>
                <a:gd name="connsiteY9" fmla="*/ 216693 h 252412"/>
                <a:gd name="connsiteX10" fmla="*/ 221457 w 1716882"/>
                <a:gd name="connsiteY10" fmla="*/ 219075 h 252412"/>
                <a:gd name="connsiteX11" fmla="*/ 309564 w 1716882"/>
                <a:gd name="connsiteY11" fmla="*/ 209550 h 252412"/>
                <a:gd name="connsiteX12" fmla="*/ 402432 w 1716882"/>
                <a:gd name="connsiteY12" fmla="*/ 200025 h 252412"/>
                <a:gd name="connsiteX13" fmla="*/ 514350 w 1716882"/>
                <a:gd name="connsiteY13" fmla="*/ 192881 h 252412"/>
                <a:gd name="connsiteX14" fmla="*/ 552450 w 1716882"/>
                <a:gd name="connsiteY14" fmla="*/ 178593 h 252412"/>
                <a:gd name="connsiteX15" fmla="*/ 592932 w 1716882"/>
                <a:gd name="connsiteY15" fmla="*/ 166687 h 252412"/>
                <a:gd name="connsiteX16" fmla="*/ 633413 w 1716882"/>
                <a:gd name="connsiteY16" fmla="*/ 157162 h 252412"/>
                <a:gd name="connsiteX17" fmla="*/ 661988 w 1716882"/>
                <a:gd name="connsiteY17" fmla="*/ 154781 h 252412"/>
                <a:gd name="connsiteX18" fmla="*/ 697707 w 1716882"/>
                <a:gd name="connsiteY18" fmla="*/ 147637 h 252412"/>
                <a:gd name="connsiteX19" fmla="*/ 733425 w 1716882"/>
                <a:gd name="connsiteY19" fmla="*/ 133350 h 252412"/>
                <a:gd name="connsiteX20" fmla="*/ 776288 w 1716882"/>
                <a:gd name="connsiteY20" fmla="*/ 126206 h 252412"/>
                <a:gd name="connsiteX21" fmla="*/ 871538 w 1716882"/>
                <a:gd name="connsiteY21" fmla="*/ 128587 h 252412"/>
                <a:gd name="connsiteX22" fmla="*/ 916782 w 1716882"/>
                <a:gd name="connsiteY22" fmla="*/ 130968 h 252412"/>
                <a:gd name="connsiteX23" fmla="*/ 966788 w 1716882"/>
                <a:gd name="connsiteY23" fmla="*/ 128587 h 252412"/>
                <a:gd name="connsiteX24" fmla="*/ 995363 w 1716882"/>
                <a:gd name="connsiteY24" fmla="*/ 114300 h 252412"/>
                <a:gd name="connsiteX25" fmla="*/ 1004888 w 1716882"/>
                <a:gd name="connsiteY25" fmla="*/ 111918 h 252412"/>
                <a:gd name="connsiteX26" fmla="*/ 1050132 w 1716882"/>
                <a:gd name="connsiteY26" fmla="*/ 107156 h 252412"/>
                <a:gd name="connsiteX27" fmla="*/ 1071563 w 1716882"/>
                <a:gd name="connsiteY27" fmla="*/ 102393 h 252412"/>
                <a:gd name="connsiteX28" fmla="*/ 1083469 w 1716882"/>
                <a:gd name="connsiteY28" fmla="*/ 97631 h 252412"/>
                <a:gd name="connsiteX29" fmla="*/ 1121569 w 1716882"/>
                <a:gd name="connsiteY29" fmla="*/ 90487 h 252412"/>
                <a:gd name="connsiteX30" fmla="*/ 1143000 w 1716882"/>
                <a:gd name="connsiteY30" fmla="*/ 80962 h 252412"/>
                <a:gd name="connsiteX31" fmla="*/ 1169194 w 1716882"/>
                <a:gd name="connsiteY31" fmla="*/ 76200 h 252412"/>
                <a:gd name="connsiteX32" fmla="*/ 1193007 w 1716882"/>
                <a:gd name="connsiteY32" fmla="*/ 69056 h 252412"/>
                <a:gd name="connsiteX33" fmla="*/ 1204913 w 1716882"/>
                <a:gd name="connsiteY33" fmla="*/ 64293 h 252412"/>
                <a:gd name="connsiteX34" fmla="*/ 1245394 w 1716882"/>
                <a:gd name="connsiteY34" fmla="*/ 59531 h 252412"/>
                <a:gd name="connsiteX35" fmla="*/ 1273969 w 1716882"/>
                <a:gd name="connsiteY35" fmla="*/ 52387 h 252412"/>
                <a:gd name="connsiteX36" fmla="*/ 1378744 w 1716882"/>
                <a:gd name="connsiteY36" fmla="*/ 54768 h 252412"/>
                <a:gd name="connsiteX37" fmla="*/ 1443038 w 1716882"/>
                <a:gd name="connsiteY37" fmla="*/ 52387 h 252412"/>
                <a:gd name="connsiteX38" fmla="*/ 1459707 w 1716882"/>
                <a:gd name="connsiteY38" fmla="*/ 54768 h 252412"/>
                <a:gd name="connsiteX39" fmla="*/ 1514475 w 1716882"/>
                <a:gd name="connsiteY39" fmla="*/ 52387 h 252412"/>
                <a:gd name="connsiteX40" fmla="*/ 1535907 w 1716882"/>
                <a:gd name="connsiteY40" fmla="*/ 45243 h 252412"/>
                <a:gd name="connsiteX41" fmla="*/ 1552575 w 1716882"/>
                <a:gd name="connsiteY41" fmla="*/ 38100 h 252412"/>
                <a:gd name="connsiteX42" fmla="*/ 1571625 w 1716882"/>
                <a:gd name="connsiteY42" fmla="*/ 30956 h 252412"/>
                <a:gd name="connsiteX43" fmla="*/ 1624013 w 1716882"/>
                <a:gd name="connsiteY43" fmla="*/ 14287 h 252412"/>
                <a:gd name="connsiteX44" fmla="*/ 1702594 w 1716882"/>
                <a:gd name="connsiteY44" fmla="*/ 11906 h 252412"/>
                <a:gd name="connsiteX45" fmla="*/ 1709738 w 1716882"/>
                <a:gd name="connsiteY45" fmla="*/ 7143 h 252412"/>
                <a:gd name="connsiteX46" fmla="*/ 1716882 w 1716882"/>
                <a:gd name="connsiteY46" fmla="*/ 0 h 252412"/>
                <a:gd name="connsiteX0" fmla="*/ 0 w 1716882"/>
                <a:gd name="connsiteY0" fmla="*/ 252412 h 252412"/>
                <a:gd name="connsiteX1" fmla="*/ 30957 w 1716882"/>
                <a:gd name="connsiteY1" fmla="*/ 247650 h 252412"/>
                <a:gd name="connsiteX2" fmla="*/ 50007 w 1716882"/>
                <a:gd name="connsiteY2" fmla="*/ 242887 h 252412"/>
                <a:gd name="connsiteX3" fmla="*/ 57150 w 1716882"/>
                <a:gd name="connsiteY3" fmla="*/ 240506 h 252412"/>
                <a:gd name="connsiteX4" fmla="*/ 85725 w 1716882"/>
                <a:gd name="connsiteY4" fmla="*/ 238125 h 252412"/>
                <a:gd name="connsiteX5" fmla="*/ 92869 w 1716882"/>
                <a:gd name="connsiteY5" fmla="*/ 235743 h 252412"/>
                <a:gd name="connsiteX6" fmla="*/ 116682 w 1716882"/>
                <a:gd name="connsiteY6" fmla="*/ 230981 h 252412"/>
                <a:gd name="connsiteX7" fmla="*/ 126207 w 1716882"/>
                <a:gd name="connsiteY7" fmla="*/ 226218 h 252412"/>
                <a:gd name="connsiteX8" fmla="*/ 135732 w 1716882"/>
                <a:gd name="connsiteY8" fmla="*/ 223837 h 252412"/>
                <a:gd name="connsiteX9" fmla="*/ 197644 w 1716882"/>
                <a:gd name="connsiteY9" fmla="*/ 216693 h 252412"/>
                <a:gd name="connsiteX10" fmla="*/ 221457 w 1716882"/>
                <a:gd name="connsiteY10" fmla="*/ 219075 h 252412"/>
                <a:gd name="connsiteX11" fmla="*/ 309564 w 1716882"/>
                <a:gd name="connsiteY11" fmla="*/ 209550 h 252412"/>
                <a:gd name="connsiteX12" fmla="*/ 402432 w 1716882"/>
                <a:gd name="connsiteY12" fmla="*/ 200025 h 252412"/>
                <a:gd name="connsiteX13" fmla="*/ 514350 w 1716882"/>
                <a:gd name="connsiteY13" fmla="*/ 192881 h 252412"/>
                <a:gd name="connsiteX14" fmla="*/ 552450 w 1716882"/>
                <a:gd name="connsiteY14" fmla="*/ 178593 h 252412"/>
                <a:gd name="connsiteX15" fmla="*/ 592932 w 1716882"/>
                <a:gd name="connsiteY15" fmla="*/ 166687 h 252412"/>
                <a:gd name="connsiteX16" fmla="*/ 633413 w 1716882"/>
                <a:gd name="connsiteY16" fmla="*/ 157162 h 252412"/>
                <a:gd name="connsiteX17" fmla="*/ 661988 w 1716882"/>
                <a:gd name="connsiteY17" fmla="*/ 154781 h 252412"/>
                <a:gd name="connsiteX18" fmla="*/ 697707 w 1716882"/>
                <a:gd name="connsiteY18" fmla="*/ 147637 h 252412"/>
                <a:gd name="connsiteX19" fmla="*/ 733425 w 1716882"/>
                <a:gd name="connsiteY19" fmla="*/ 133350 h 252412"/>
                <a:gd name="connsiteX20" fmla="*/ 800100 w 1716882"/>
                <a:gd name="connsiteY20" fmla="*/ 130969 h 252412"/>
                <a:gd name="connsiteX21" fmla="*/ 871538 w 1716882"/>
                <a:gd name="connsiteY21" fmla="*/ 128587 h 252412"/>
                <a:gd name="connsiteX22" fmla="*/ 916782 w 1716882"/>
                <a:gd name="connsiteY22" fmla="*/ 130968 h 252412"/>
                <a:gd name="connsiteX23" fmla="*/ 966788 w 1716882"/>
                <a:gd name="connsiteY23" fmla="*/ 128587 h 252412"/>
                <a:gd name="connsiteX24" fmla="*/ 995363 w 1716882"/>
                <a:gd name="connsiteY24" fmla="*/ 114300 h 252412"/>
                <a:gd name="connsiteX25" fmla="*/ 1004888 w 1716882"/>
                <a:gd name="connsiteY25" fmla="*/ 111918 h 252412"/>
                <a:gd name="connsiteX26" fmla="*/ 1050132 w 1716882"/>
                <a:gd name="connsiteY26" fmla="*/ 107156 h 252412"/>
                <a:gd name="connsiteX27" fmla="*/ 1071563 w 1716882"/>
                <a:gd name="connsiteY27" fmla="*/ 102393 h 252412"/>
                <a:gd name="connsiteX28" fmla="*/ 1083469 w 1716882"/>
                <a:gd name="connsiteY28" fmla="*/ 97631 h 252412"/>
                <a:gd name="connsiteX29" fmla="*/ 1121569 w 1716882"/>
                <a:gd name="connsiteY29" fmla="*/ 90487 h 252412"/>
                <a:gd name="connsiteX30" fmla="*/ 1143000 w 1716882"/>
                <a:gd name="connsiteY30" fmla="*/ 80962 h 252412"/>
                <a:gd name="connsiteX31" fmla="*/ 1169194 w 1716882"/>
                <a:gd name="connsiteY31" fmla="*/ 76200 h 252412"/>
                <a:gd name="connsiteX32" fmla="*/ 1193007 w 1716882"/>
                <a:gd name="connsiteY32" fmla="*/ 69056 h 252412"/>
                <a:gd name="connsiteX33" fmla="*/ 1204913 w 1716882"/>
                <a:gd name="connsiteY33" fmla="*/ 64293 h 252412"/>
                <a:gd name="connsiteX34" fmla="*/ 1245394 w 1716882"/>
                <a:gd name="connsiteY34" fmla="*/ 59531 h 252412"/>
                <a:gd name="connsiteX35" fmla="*/ 1273969 w 1716882"/>
                <a:gd name="connsiteY35" fmla="*/ 52387 h 252412"/>
                <a:gd name="connsiteX36" fmla="*/ 1378744 w 1716882"/>
                <a:gd name="connsiteY36" fmla="*/ 54768 h 252412"/>
                <a:gd name="connsiteX37" fmla="*/ 1443038 w 1716882"/>
                <a:gd name="connsiteY37" fmla="*/ 52387 h 252412"/>
                <a:gd name="connsiteX38" fmla="*/ 1459707 w 1716882"/>
                <a:gd name="connsiteY38" fmla="*/ 54768 h 252412"/>
                <a:gd name="connsiteX39" fmla="*/ 1514475 w 1716882"/>
                <a:gd name="connsiteY39" fmla="*/ 52387 h 252412"/>
                <a:gd name="connsiteX40" fmla="*/ 1535907 w 1716882"/>
                <a:gd name="connsiteY40" fmla="*/ 45243 h 252412"/>
                <a:gd name="connsiteX41" fmla="*/ 1552575 w 1716882"/>
                <a:gd name="connsiteY41" fmla="*/ 38100 h 252412"/>
                <a:gd name="connsiteX42" fmla="*/ 1571625 w 1716882"/>
                <a:gd name="connsiteY42" fmla="*/ 30956 h 252412"/>
                <a:gd name="connsiteX43" fmla="*/ 1624013 w 1716882"/>
                <a:gd name="connsiteY43" fmla="*/ 14287 h 252412"/>
                <a:gd name="connsiteX44" fmla="*/ 1702594 w 1716882"/>
                <a:gd name="connsiteY44" fmla="*/ 11906 h 252412"/>
                <a:gd name="connsiteX45" fmla="*/ 1709738 w 1716882"/>
                <a:gd name="connsiteY45" fmla="*/ 7143 h 252412"/>
                <a:gd name="connsiteX46" fmla="*/ 1716882 w 1716882"/>
                <a:gd name="connsiteY46" fmla="*/ 0 h 252412"/>
                <a:gd name="connsiteX0" fmla="*/ 0 w 1716882"/>
                <a:gd name="connsiteY0" fmla="*/ 252412 h 252412"/>
                <a:gd name="connsiteX1" fmla="*/ 30957 w 1716882"/>
                <a:gd name="connsiteY1" fmla="*/ 247650 h 252412"/>
                <a:gd name="connsiteX2" fmla="*/ 50007 w 1716882"/>
                <a:gd name="connsiteY2" fmla="*/ 242887 h 252412"/>
                <a:gd name="connsiteX3" fmla="*/ 57150 w 1716882"/>
                <a:gd name="connsiteY3" fmla="*/ 240506 h 252412"/>
                <a:gd name="connsiteX4" fmla="*/ 85725 w 1716882"/>
                <a:gd name="connsiteY4" fmla="*/ 238125 h 252412"/>
                <a:gd name="connsiteX5" fmla="*/ 92869 w 1716882"/>
                <a:gd name="connsiteY5" fmla="*/ 235743 h 252412"/>
                <a:gd name="connsiteX6" fmla="*/ 116682 w 1716882"/>
                <a:gd name="connsiteY6" fmla="*/ 230981 h 252412"/>
                <a:gd name="connsiteX7" fmla="*/ 126207 w 1716882"/>
                <a:gd name="connsiteY7" fmla="*/ 226218 h 252412"/>
                <a:gd name="connsiteX8" fmla="*/ 135732 w 1716882"/>
                <a:gd name="connsiteY8" fmla="*/ 223837 h 252412"/>
                <a:gd name="connsiteX9" fmla="*/ 197644 w 1716882"/>
                <a:gd name="connsiteY9" fmla="*/ 216693 h 252412"/>
                <a:gd name="connsiteX10" fmla="*/ 221457 w 1716882"/>
                <a:gd name="connsiteY10" fmla="*/ 219075 h 252412"/>
                <a:gd name="connsiteX11" fmla="*/ 309564 w 1716882"/>
                <a:gd name="connsiteY11" fmla="*/ 209550 h 252412"/>
                <a:gd name="connsiteX12" fmla="*/ 402432 w 1716882"/>
                <a:gd name="connsiteY12" fmla="*/ 200025 h 252412"/>
                <a:gd name="connsiteX13" fmla="*/ 514350 w 1716882"/>
                <a:gd name="connsiteY13" fmla="*/ 192881 h 252412"/>
                <a:gd name="connsiteX14" fmla="*/ 552450 w 1716882"/>
                <a:gd name="connsiteY14" fmla="*/ 178593 h 252412"/>
                <a:gd name="connsiteX15" fmla="*/ 592932 w 1716882"/>
                <a:gd name="connsiteY15" fmla="*/ 166687 h 252412"/>
                <a:gd name="connsiteX16" fmla="*/ 633413 w 1716882"/>
                <a:gd name="connsiteY16" fmla="*/ 157162 h 252412"/>
                <a:gd name="connsiteX17" fmla="*/ 661988 w 1716882"/>
                <a:gd name="connsiteY17" fmla="*/ 154781 h 252412"/>
                <a:gd name="connsiteX18" fmla="*/ 697707 w 1716882"/>
                <a:gd name="connsiteY18" fmla="*/ 147637 h 252412"/>
                <a:gd name="connsiteX19" fmla="*/ 800100 w 1716882"/>
                <a:gd name="connsiteY19" fmla="*/ 130969 h 252412"/>
                <a:gd name="connsiteX20" fmla="*/ 871538 w 1716882"/>
                <a:gd name="connsiteY20" fmla="*/ 128587 h 252412"/>
                <a:gd name="connsiteX21" fmla="*/ 916782 w 1716882"/>
                <a:gd name="connsiteY21" fmla="*/ 130968 h 252412"/>
                <a:gd name="connsiteX22" fmla="*/ 966788 w 1716882"/>
                <a:gd name="connsiteY22" fmla="*/ 128587 h 252412"/>
                <a:gd name="connsiteX23" fmla="*/ 995363 w 1716882"/>
                <a:gd name="connsiteY23" fmla="*/ 114300 h 252412"/>
                <a:gd name="connsiteX24" fmla="*/ 1004888 w 1716882"/>
                <a:gd name="connsiteY24" fmla="*/ 111918 h 252412"/>
                <a:gd name="connsiteX25" fmla="*/ 1050132 w 1716882"/>
                <a:gd name="connsiteY25" fmla="*/ 107156 h 252412"/>
                <a:gd name="connsiteX26" fmla="*/ 1071563 w 1716882"/>
                <a:gd name="connsiteY26" fmla="*/ 102393 h 252412"/>
                <a:gd name="connsiteX27" fmla="*/ 1083469 w 1716882"/>
                <a:gd name="connsiteY27" fmla="*/ 97631 h 252412"/>
                <a:gd name="connsiteX28" fmla="*/ 1121569 w 1716882"/>
                <a:gd name="connsiteY28" fmla="*/ 90487 h 252412"/>
                <a:gd name="connsiteX29" fmla="*/ 1143000 w 1716882"/>
                <a:gd name="connsiteY29" fmla="*/ 80962 h 252412"/>
                <a:gd name="connsiteX30" fmla="*/ 1169194 w 1716882"/>
                <a:gd name="connsiteY30" fmla="*/ 76200 h 252412"/>
                <a:gd name="connsiteX31" fmla="*/ 1193007 w 1716882"/>
                <a:gd name="connsiteY31" fmla="*/ 69056 h 252412"/>
                <a:gd name="connsiteX32" fmla="*/ 1204913 w 1716882"/>
                <a:gd name="connsiteY32" fmla="*/ 64293 h 252412"/>
                <a:gd name="connsiteX33" fmla="*/ 1245394 w 1716882"/>
                <a:gd name="connsiteY33" fmla="*/ 59531 h 252412"/>
                <a:gd name="connsiteX34" fmla="*/ 1273969 w 1716882"/>
                <a:gd name="connsiteY34" fmla="*/ 52387 h 252412"/>
                <a:gd name="connsiteX35" fmla="*/ 1378744 w 1716882"/>
                <a:gd name="connsiteY35" fmla="*/ 54768 h 252412"/>
                <a:gd name="connsiteX36" fmla="*/ 1443038 w 1716882"/>
                <a:gd name="connsiteY36" fmla="*/ 52387 h 252412"/>
                <a:gd name="connsiteX37" fmla="*/ 1459707 w 1716882"/>
                <a:gd name="connsiteY37" fmla="*/ 54768 h 252412"/>
                <a:gd name="connsiteX38" fmla="*/ 1514475 w 1716882"/>
                <a:gd name="connsiteY38" fmla="*/ 52387 h 252412"/>
                <a:gd name="connsiteX39" fmla="*/ 1535907 w 1716882"/>
                <a:gd name="connsiteY39" fmla="*/ 45243 h 252412"/>
                <a:gd name="connsiteX40" fmla="*/ 1552575 w 1716882"/>
                <a:gd name="connsiteY40" fmla="*/ 38100 h 252412"/>
                <a:gd name="connsiteX41" fmla="*/ 1571625 w 1716882"/>
                <a:gd name="connsiteY41" fmla="*/ 30956 h 252412"/>
                <a:gd name="connsiteX42" fmla="*/ 1624013 w 1716882"/>
                <a:gd name="connsiteY42" fmla="*/ 14287 h 252412"/>
                <a:gd name="connsiteX43" fmla="*/ 1702594 w 1716882"/>
                <a:gd name="connsiteY43" fmla="*/ 11906 h 252412"/>
                <a:gd name="connsiteX44" fmla="*/ 1709738 w 1716882"/>
                <a:gd name="connsiteY44" fmla="*/ 7143 h 252412"/>
                <a:gd name="connsiteX45" fmla="*/ 1716882 w 1716882"/>
                <a:gd name="connsiteY45" fmla="*/ 0 h 252412"/>
                <a:gd name="connsiteX0" fmla="*/ 0 w 1716882"/>
                <a:gd name="connsiteY0" fmla="*/ 252412 h 252412"/>
                <a:gd name="connsiteX1" fmla="*/ 30957 w 1716882"/>
                <a:gd name="connsiteY1" fmla="*/ 247650 h 252412"/>
                <a:gd name="connsiteX2" fmla="*/ 50007 w 1716882"/>
                <a:gd name="connsiteY2" fmla="*/ 242887 h 252412"/>
                <a:gd name="connsiteX3" fmla="*/ 57150 w 1716882"/>
                <a:gd name="connsiteY3" fmla="*/ 240506 h 252412"/>
                <a:gd name="connsiteX4" fmla="*/ 85725 w 1716882"/>
                <a:gd name="connsiteY4" fmla="*/ 238125 h 252412"/>
                <a:gd name="connsiteX5" fmla="*/ 92869 w 1716882"/>
                <a:gd name="connsiteY5" fmla="*/ 235743 h 252412"/>
                <a:gd name="connsiteX6" fmla="*/ 116682 w 1716882"/>
                <a:gd name="connsiteY6" fmla="*/ 230981 h 252412"/>
                <a:gd name="connsiteX7" fmla="*/ 126207 w 1716882"/>
                <a:gd name="connsiteY7" fmla="*/ 226218 h 252412"/>
                <a:gd name="connsiteX8" fmla="*/ 135732 w 1716882"/>
                <a:gd name="connsiteY8" fmla="*/ 223837 h 252412"/>
                <a:gd name="connsiteX9" fmla="*/ 197644 w 1716882"/>
                <a:gd name="connsiteY9" fmla="*/ 216693 h 252412"/>
                <a:gd name="connsiteX10" fmla="*/ 221457 w 1716882"/>
                <a:gd name="connsiteY10" fmla="*/ 219075 h 252412"/>
                <a:gd name="connsiteX11" fmla="*/ 309564 w 1716882"/>
                <a:gd name="connsiteY11" fmla="*/ 209550 h 252412"/>
                <a:gd name="connsiteX12" fmla="*/ 402432 w 1716882"/>
                <a:gd name="connsiteY12" fmla="*/ 200025 h 252412"/>
                <a:gd name="connsiteX13" fmla="*/ 492919 w 1716882"/>
                <a:gd name="connsiteY13" fmla="*/ 188119 h 252412"/>
                <a:gd name="connsiteX14" fmla="*/ 552450 w 1716882"/>
                <a:gd name="connsiteY14" fmla="*/ 178593 h 252412"/>
                <a:gd name="connsiteX15" fmla="*/ 592932 w 1716882"/>
                <a:gd name="connsiteY15" fmla="*/ 166687 h 252412"/>
                <a:gd name="connsiteX16" fmla="*/ 633413 w 1716882"/>
                <a:gd name="connsiteY16" fmla="*/ 157162 h 252412"/>
                <a:gd name="connsiteX17" fmla="*/ 661988 w 1716882"/>
                <a:gd name="connsiteY17" fmla="*/ 154781 h 252412"/>
                <a:gd name="connsiteX18" fmla="*/ 697707 w 1716882"/>
                <a:gd name="connsiteY18" fmla="*/ 147637 h 252412"/>
                <a:gd name="connsiteX19" fmla="*/ 800100 w 1716882"/>
                <a:gd name="connsiteY19" fmla="*/ 130969 h 252412"/>
                <a:gd name="connsiteX20" fmla="*/ 871538 w 1716882"/>
                <a:gd name="connsiteY20" fmla="*/ 128587 h 252412"/>
                <a:gd name="connsiteX21" fmla="*/ 916782 w 1716882"/>
                <a:gd name="connsiteY21" fmla="*/ 130968 h 252412"/>
                <a:gd name="connsiteX22" fmla="*/ 966788 w 1716882"/>
                <a:gd name="connsiteY22" fmla="*/ 128587 h 252412"/>
                <a:gd name="connsiteX23" fmla="*/ 995363 w 1716882"/>
                <a:gd name="connsiteY23" fmla="*/ 114300 h 252412"/>
                <a:gd name="connsiteX24" fmla="*/ 1004888 w 1716882"/>
                <a:gd name="connsiteY24" fmla="*/ 111918 h 252412"/>
                <a:gd name="connsiteX25" fmla="*/ 1050132 w 1716882"/>
                <a:gd name="connsiteY25" fmla="*/ 107156 h 252412"/>
                <a:gd name="connsiteX26" fmla="*/ 1071563 w 1716882"/>
                <a:gd name="connsiteY26" fmla="*/ 102393 h 252412"/>
                <a:gd name="connsiteX27" fmla="*/ 1083469 w 1716882"/>
                <a:gd name="connsiteY27" fmla="*/ 97631 h 252412"/>
                <a:gd name="connsiteX28" fmla="*/ 1121569 w 1716882"/>
                <a:gd name="connsiteY28" fmla="*/ 90487 h 252412"/>
                <a:gd name="connsiteX29" fmla="*/ 1143000 w 1716882"/>
                <a:gd name="connsiteY29" fmla="*/ 80962 h 252412"/>
                <a:gd name="connsiteX30" fmla="*/ 1169194 w 1716882"/>
                <a:gd name="connsiteY30" fmla="*/ 76200 h 252412"/>
                <a:gd name="connsiteX31" fmla="*/ 1193007 w 1716882"/>
                <a:gd name="connsiteY31" fmla="*/ 69056 h 252412"/>
                <a:gd name="connsiteX32" fmla="*/ 1204913 w 1716882"/>
                <a:gd name="connsiteY32" fmla="*/ 64293 h 252412"/>
                <a:gd name="connsiteX33" fmla="*/ 1245394 w 1716882"/>
                <a:gd name="connsiteY33" fmla="*/ 59531 h 252412"/>
                <a:gd name="connsiteX34" fmla="*/ 1273969 w 1716882"/>
                <a:gd name="connsiteY34" fmla="*/ 52387 h 252412"/>
                <a:gd name="connsiteX35" fmla="*/ 1378744 w 1716882"/>
                <a:gd name="connsiteY35" fmla="*/ 54768 h 252412"/>
                <a:gd name="connsiteX36" fmla="*/ 1443038 w 1716882"/>
                <a:gd name="connsiteY36" fmla="*/ 52387 h 252412"/>
                <a:gd name="connsiteX37" fmla="*/ 1459707 w 1716882"/>
                <a:gd name="connsiteY37" fmla="*/ 54768 h 252412"/>
                <a:gd name="connsiteX38" fmla="*/ 1514475 w 1716882"/>
                <a:gd name="connsiteY38" fmla="*/ 52387 h 252412"/>
                <a:gd name="connsiteX39" fmla="*/ 1535907 w 1716882"/>
                <a:gd name="connsiteY39" fmla="*/ 45243 h 252412"/>
                <a:gd name="connsiteX40" fmla="*/ 1552575 w 1716882"/>
                <a:gd name="connsiteY40" fmla="*/ 38100 h 252412"/>
                <a:gd name="connsiteX41" fmla="*/ 1571625 w 1716882"/>
                <a:gd name="connsiteY41" fmla="*/ 30956 h 252412"/>
                <a:gd name="connsiteX42" fmla="*/ 1624013 w 1716882"/>
                <a:gd name="connsiteY42" fmla="*/ 14287 h 252412"/>
                <a:gd name="connsiteX43" fmla="*/ 1702594 w 1716882"/>
                <a:gd name="connsiteY43" fmla="*/ 11906 h 252412"/>
                <a:gd name="connsiteX44" fmla="*/ 1709738 w 1716882"/>
                <a:gd name="connsiteY44" fmla="*/ 7143 h 252412"/>
                <a:gd name="connsiteX45" fmla="*/ 1716882 w 1716882"/>
                <a:gd name="connsiteY45" fmla="*/ 0 h 252412"/>
                <a:gd name="connsiteX0" fmla="*/ 0 w 1716882"/>
                <a:gd name="connsiteY0" fmla="*/ 252412 h 252412"/>
                <a:gd name="connsiteX1" fmla="*/ 30957 w 1716882"/>
                <a:gd name="connsiteY1" fmla="*/ 247650 h 252412"/>
                <a:gd name="connsiteX2" fmla="*/ 50007 w 1716882"/>
                <a:gd name="connsiteY2" fmla="*/ 242887 h 252412"/>
                <a:gd name="connsiteX3" fmla="*/ 57150 w 1716882"/>
                <a:gd name="connsiteY3" fmla="*/ 240506 h 252412"/>
                <a:gd name="connsiteX4" fmla="*/ 85725 w 1716882"/>
                <a:gd name="connsiteY4" fmla="*/ 238125 h 252412"/>
                <a:gd name="connsiteX5" fmla="*/ 92869 w 1716882"/>
                <a:gd name="connsiteY5" fmla="*/ 235743 h 252412"/>
                <a:gd name="connsiteX6" fmla="*/ 116682 w 1716882"/>
                <a:gd name="connsiteY6" fmla="*/ 230981 h 252412"/>
                <a:gd name="connsiteX7" fmla="*/ 126207 w 1716882"/>
                <a:gd name="connsiteY7" fmla="*/ 226218 h 252412"/>
                <a:gd name="connsiteX8" fmla="*/ 135732 w 1716882"/>
                <a:gd name="connsiteY8" fmla="*/ 223837 h 252412"/>
                <a:gd name="connsiteX9" fmla="*/ 197644 w 1716882"/>
                <a:gd name="connsiteY9" fmla="*/ 216693 h 252412"/>
                <a:gd name="connsiteX10" fmla="*/ 221457 w 1716882"/>
                <a:gd name="connsiteY10" fmla="*/ 219075 h 252412"/>
                <a:gd name="connsiteX11" fmla="*/ 309564 w 1716882"/>
                <a:gd name="connsiteY11" fmla="*/ 209550 h 252412"/>
                <a:gd name="connsiteX12" fmla="*/ 402432 w 1716882"/>
                <a:gd name="connsiteY12" fmla="*/ 200025 h 252412"/>
                <a:gd name="connsiteX13" fmla="*/ 492919 w 1716882"/>
                <a:gd name="connsiteY13" fmla="*/ 188119 h 252412"/>
                <a:gd name="connsiteX14" fmla="*/ 552450 w 1716882"/>
                <a:gd name="connsiteY14" fmla="*/ 178593 h 252412"/>
                <a:gd name="connsiteX15" fmla="*/ 592932 w 1716882"/>
                <a:gd name="connsiteY15" fmla="*/ 166687 h 252412"/>
                <a:gd name="connsiteX16" fmla="*/ 633413 w 1716882"/>
                <a:gd name="connsiteY16" fmla="*/ 157162 h 252412"/>
                <a:gd name="connsiteX17" fmla="*/ 661988 w 1716882"/>
                <a:gd name="connsiteY17" fmla="*/ 154781 h 252412"/>
                <a:gd name="connsiteX18" fmla="*/ 697707 w 1716882"/>
                <a:gd name="connsiteY18" fmla="*/ 147637 h 252412"/>
                <a:gd name="connsiteX19" fmla="*/ 800100 w 1716882"/>
                <a:gd name="connsiteY19" fmla="*/ 130969 h 252412"/>
                <a:gd name="connsiteX20" fmla="*/ 871538 w 1716882"/>
                <a:gd name="connsiteY20" fmla="*/ 128587 h 252412"/>
                <a:gd name="connsiteX21" fmla="*/ 916782 w 1716882"/>
                <a:gd name="connsiteY21" fmla="*/ 130968 h 252412"/>
                <a:gd name="connsiteX22" fmla="*/ 966788 w 1716882"/>
                <a:gd name="connsiteY22" fmla="*/ 128587 h 252412"/>
                <a:gd name="connsiteX23" fmla="*/ 995363 w 1716882"/>
                <a:gd name="connsiteY23" fmla="*/ 114300 h 252412"/>
                <a:gd name="connsiteX24" fmla="*/ 1004888 w 1716882"/>
                <a:gd name="connsiteY24" fmla="*/ 111918 h 252412"/>
                <a:gd name="connsiteX25" fmla="*/ 1050132 w 1716882"/>
                <a:gd name="connsiteY25" fmla="*/ 107156 h 252412"/>
                <a:gd name="connsiteX26" fmla="*/ 1071563 w 1716882"/>
                <a:gd name="connsiteY26" fmla="*/ 102393 h 252412"/>
                <a:gd name="connsiteX27" fmla="*/ 1083469 w 1716882"/>
                <a:gd name="connsiteY27" fmla="*/ 97631 h 252412"/>
                <a:gd name="connsiteX28" fmla="*/ 1121569 w 1716882"/>
                <a:gd name="connsiteY28" fmla="*/ 90487 h 252412"/>
                <a:gd name="connsiteX29" fmla="*/ 1143000 w 1716882"/>
                <a:gd name="connsiteY29" fmla="*/ 80962 h 252412"/>
                <a:gd name="connsiteX30" fmla="*/ 1169194 w 1716882"/>
                <a:gd name="connsiteY30" fmla="*/ 76200 h 252412"/>
                <a:gd name="connsiteX31" fmla="*/ 1204913 w 1716882"/>
                <a:gd name="connsiteY31" fmla="*/ 64293 h 252412"/>
                <a:gd name="connsiteX32" fmla="*/ 1245394 w 1716882"/>
                <a:gd name="connsiteY32" fmla="*/ 59531 h 252412"/>
                <a:gd name="connsiteX33" fmla="*/ 1273969 w 1716882"/>
                <a:gd name="connsiteY33" fmla="*/ 52387 h 252412"/>
                <a:gd name="connsiteX34" fmla="*/ 1378744 w 1716882"/>
                <a:gd name="connsiteY34" fmla="*/ 54768 h 252412"/>
                <a:gd name="connsiteX35" fmla="*/ 1443038 w 1716882"/>
                <a:gd name="connsiteY35" fmla="*/ 52387 h 252412"/>
                <a:gd name="connsiteX36" fmla="*/ 1459707 w 1716882"/>
                <a:gd name="connsiteY36" fmla="*/ 54768 h 252412"/>
                <a:gd name="connsiteX37" fmla="*/ 1514475 w 1716882"/>
                <a:gd name="connsiteY37" fmla="*/ 52387 h 252412"/>
                <a:gd name="connsiteX38" fmla="*/ 1535907 w 1716882"/>
                <a:gd name="connsiteY38" fmla="*/ 45243 h 252412"/>
                <a:gd name="connsiteX39" fmla="*/ 1552575 w 1716882"/>
                <a:gd name="connsiteY39" fmla="*/ 38100 h 252412"/>
                <a:gd name="connsiteX40" fmla="*/ 1571625 w 1716882"/>
                <a:gd name="connsiteY40" fmla="*/ 30956 h 252412"/>
                <a:gd name="connsiteX41" fmla="*/ 1624013 w 1716882"/>
                <a:gd name="connsiteY41" fmla="*/ 14287 h 252412"/>
                <a:gd name="connsiteX42" fmla="*/ 1702594 w 1716882"/>
                <a:gd name="connsiteY42" fmla="*/ 11906 h 252412"/>
                <a:gd name="connsiteX43" fmla="*/ 1709738 w 1716882"/>
                <a:gd name="connsiteY43" fmla="*/ 7143 h 252412"/>
                <a:gd name="connsiteX44" fmla="*/ 1716882 w 1716882"/>
                <a:gd name="connsiteY44" fmla="*/ 0 h 252412"/>
                <a:gd name="connsiteX0" fmla="*/ 0 w 1716882"/>
                <a:gd name="connsiteY0" fmla="*/ 252412 h 252412"/>
                <a:gd name="connsiteX1" fmla="*/ 30957 w 1716882"/>
                <a:gd name="connsiteY1" fmla="*/ 247650 h 252412"/>
                <a:gd name="connsiteX2" fmla="*/ 50007 w 1716882"/>
                <a:gd name="connsiteY2" fmla="*/ 242887 h 252412"/>
                <a:gd name="connsiteX3" fmla="*/ 57150 w 1716882"/>
                <a:gd name="connsiteY3" fmla="*/ 240506 h 252412"/>
                <a:gd name="connsiteX4" fmla="*/ 85725 w 1716882"/>
                <a:gd name="connsiteY4" fmla="*/ 238125 h 252412"/>
                <a:gd name="connsiteX5" fmla="*/ 92869 w 1716882"/>
                <a:gd name="connsiteY5" fmla="*/ 235743 h 252412"/>
                <a:gd name="connsiteX6" fmla="*/ 116682 w 1716882"/>
                <a:gd name="connsiteY6" fmla="*/ 230981 h 252412"/>
                <a:gd name="connsiteX7" fmla="*/ 126207 w 1716882"/>
                <a:gd name="connsiteY7" fmla="*/ 226218 h 252412"/>
                <a:gd name="connsiteX8" fmla="*/ 135732 w 1716882"/>
                <a:gd name="connsiteY8" fmla="*/ 223837 h 252412"/>
                <a:gd name="connsiteX9" fmla="*/ 197644 w 1716882"/>
                <a:gd name="connsiteY9" fmla="*/ 216693 h 252412"/>
                <a:gd name="connsiteX10" fmla="*/ 221457 w 1716882"/>
                <a:gd name="connsiteY10" fmla="*/ 219075 h 252412"/>
                <a:gd name="connsiteX11" fmla="*/ 309564 w 1716882"/>
                <a:gd name="connsiteY11" fmla="*/ 209550 h 252412"/>
                <a:gd name="connsiteX12" fmla="*/ 402432 w 1716882"/>
                <a:gd name="connsiteY12" fmla="*/ 200025 h 252412"/>
                <a:gd name="connsiteX13" fmla="*/ 492919 w 1716882"/>
                <a:gd name="connsiteY13" fmla="*/ 188119 h 252412"/>
                <a:gd name="connsiteX14" fmla="*/ 552450 w 1716882"/>
                <a:gd name="connsiteY14" fmla="*/ 178593 h 252412"/>
                <a:gd name="connsiteX15" fmla="*/ 592932 w 1716882"/>
                <a:gd name="connsiteY15" fmla="*/ 166687 h 252412"/>
                <a:gd name="connsiteX16" fmla="*/ 633413 w 1716882"/>
                <a:gd name="connsiteY16" fmla="*/ 157162 h 252412"/>
                <a:gd name="connsiteX17" fmla="*/ 661988 w 1716882"/>
                <a:gd name="connsiteY17" fmla="*/ 154781 h 252412"/>
                <a:gd name="connsiteX18" fmla="*/ 697707 w 1716882"/>
                <a:gd name="connsiteY18" fmla="*/ 147637 h 252412"/>
                <a:gd name="connsiteX19" fmla="*/ 800100 w 1716882"/>
                <a:gd name="connsiteY19" fmla="*/ 130969 h 252412"/>
                <a:gd name="connsiteX20" fmla="*/ 871538 w 1716882"/>
                <a:gd name="connsiteY20" fmla="*/ 128587 h 252412"/>
                <a:gd name="connsiteX21" fmla="*/ 916782 w 1716882"/>
                <a:gd name="connsiteY21" fmla="*/ 130968 h 252412"/>
                <a:gd name="connsiteX22" fmla="*/ 966788 w 1716882"/>
                <a:gd name="connsiteY22" fmla="*/ 128587 h 252412"/>
                <a:gd name="connsiteX23" fmla="*/ 995363 w 1716882"/>
                <a:gd name="connsiteY23" fmla="*/ 114300 h 252412"/>
                <a:gd name="connsiteX24" fmla="*/ 1004888 w 1716882"/>
                <a:gd name="connsiteY24" fmla="*/ 111918 h 252412"/>
                <a:gd name="connsiteX25" fmla="*/ 1050132 w 1716882"/>
                <a:gd name="connsiteY25" fmla="*/ 107156 h 252412"/>
                <a:gd name="connsiteX26" fmla="*/ 1071563 w 1716882"/>
                <a:gd name="connsiteY26" fmla="*/ 102393 h 252412"/>
                <a:gd name="connsiteX27" fmla="*/ 1083469 w 1716882"/>
                <a:gd name="connsiteY27" fmla="*/ 97631 h 252412"/>
                <a:gd name="connsiteX28" fmla="*/ 1121569 w 1716882"/>
                <a:gd name="connsiteY28" fmla="*/ 90487 h 252412"/>
                <a:gd name="connsiteX29" fmla="*/ 1169194 w 1716882"/>
                <a:gd name="connsiteY29" fmla="*/ 76200 h 252412"/>
                <a:gd name="connsiteX30" fmla="*/ 1204913 w 1716882"/>
                <a:gd name="connsiteY30" fmla="*/ 64293 h 252412"/>
                <a:gd name="connsiteX31" fmla="*/ 1245394 w 1716882"/>
                <a:gd name="connsiteY31" fmla="*/ 59531 h 252412"/>
                <a:gd name="connsiteX32" fmla="*/ 1273969 w 1716882"/>
                <a:gd name="connsiteY32" fmla="*/ 52387 h 252412"/>
                <a:gd name="connsiteX33" fmla="*/ 1378744 w 1716882"/>
                <a:gd name="connsiteY33" fmla="*/ 54768 h 252412"/>
                <a:gd name="connsiteX34" fmla="*/ 1443038 w 1716882"/>
                <a:gd name="connsiteY34" fmla="*/ 52387 h 252412"/>
                <a:gd name="connsiteX35" fmla="*/ 1459707 w 1716882"/>
                <a:gd name="connsiteY35" fmla="*/ 54768 h 252412"/>
                <a:gd name="connsiteX36" fmla="*/ 1514475 w 1716882"/>
                <a:gd name="connsiteY36" fmla="*/ 52387 h 252412"/>
                <a:gd name="connsiteX37" fmla="*/ 1535907 w 1716882"/>
                <a:gd name="connsiteY37" fmla="*/ 45243 h 252412"/>
                <a:gd name="connsiteX38" fmla="*/ 1552575 w 1716882"/>
                <a:gd name="connsiteY38" fmla="*/ 38100 h 252412"/>
                <a:gd name="connsiteX39" fmla="*/ 1571625 w 1716882"/>
                <a:gd name="connsiteY39" fmla="*/ 30956 h 252412"/>
                <a:gd name="connsiteX40" fmla="*/ 1624013 w 1716882"/>
                <a:gd name="connsiteY40" fmla="*/ 14287 h 252412"/>
                <a:gd name="connsiteX41" fmla="*/ 1702594 w 1716882"/>
                <a:gd name="connsiteY41" fmla="*/ 11906 h 252412"/>
                <a:gd name="connsiteX42" fmla="*/ 1709738 w 1716882"/>
                <a:gd name="connsiteY42" fmla="*/ 7143 h 252412"/>
                <a:gd name="connsiteX43" fmla="*/ 1716882 w 1716882"/>
                <a:gd name="connsiteY43" fmla="*/ 0 h 252412"/>
                <a:gd name="connsiteX0" fmla="*/ 0 w 1716882"/>
                <a:gd name="connsiteY0" fmla="*/ 252412 h 252412"/>
                <a:gd name="connsiteX1" fmla="*/ 30957 w 1716882"/>
                <a:gd name="connsiteY1" fmla="*/ 247650 h 252412"/>
                <a:gd name="connsiteX2" fmla="*/ 50007 w 1716882"/>
                <a:gd name="connsiteY2" fmla="*/ 242887 h 252412"/>
                <a:gd name="connsiteX3" fmla="*/ 57150 w 1716882"/>
                <a:gd name="connsiteY3" fmla="*/ 240506 h 252412"/>
                <a:gd name="connsiteX4" fmla="*/ 85725 w 1716882"/>
                <a:gd name="connsiteY4" fmla="*/ 238125 h 252412"/>
                <a:gd name="connsiteX5" fmla="*/ 92869 w 1716882"/>
                <a:gd name="connsiteY5" fmla="*/ 235743 h 252412"/>
                <a:gd name="connsiteX6" fmla="*/ 116682 w 1716882"/>
                <a:gd name="connsiteY6" fmla="*/ 230981 h 252412"/>
                <a:gd name="connsiteX7" fmla="*/ 126207 w 1716882"/>
                <a:gd name="connsiteY7" fmla="*/ 226218 h 252412"/>
                <a:gd name="connsiteX8" fmla="*/ 135732 w 1716882"/>
                <a:gd name="connsiteY8" fmla="*/ 223837 h 252412"/>
                <a:gd name="connsiteX9" fmla="*/ 197644 w 1716882"/>
                <a:gd name="connsiteY9" fmla="*/ 216693 h 252412"/>
                <a:gd name="connsiteX10" fmla="*/ 221457 w 1716882"/>
                <a:gd name="connsiteY10" fmla="*/ 219075 h 252412"/>
                <a:gd name="connsiteX11" fmla="*/ 309564 w 1716882"/>
                <a:gd name="connsiteY11" fmla="*/ 209550 h 252412"/>
                <a:gd name="connsiteX12" fmla="*/ 402432 w 1716882"/>
                <a:gd name="connsiteY12" fmla="*/ 200025 h 252412"/>
                <a:gd name="connsiteX13" fmla="*/ 492919 w 1716882"/>
                <a:gd name="connsiteY13" fmla="*/ 188119 h 252412"/>
                <a:gd name="connsiteX14" fmla="*/ 552450 w 1716882"/>
                <a:gd name="connsiteY14" fmla="*/ 178593 h 252412"/>
                <a:gd name="connsiteX15" fmla="*/ 592932 w 1716882"/>
                <a:gd name="connsiteY15" fmla="*/ 166687 h 252412"/>
                <a:gd name="connsiteX16" fmla="*/ 633413 w 1716882"/>
                <a:gd name="connsiteY16" fmla="*/ 157162 h 252412"/>
                <a:gd name="connsiteX17" fmla="*/ 661988 w 1716882"/>
                <a:gd name="connsiteY17" fmla="*/ 154781 h 252412"/>
                <a:gd name="connsiteX18" fmla="*/ 697707 w 1716882"/>
                <a:gd name="connsiteY18" fmla="*/ 147637 h 252412"/>
                <a:gd name="connsiteX19" fmla="*/ 800100 w 1716882"/>
                <a:gd name="connsiteY19" fmla="*/ 130969 h 252412"/>
                <a:gd name="connsiteX20" fmla="*/ 871538 w 1716882"/>
                <a:gd name="connsiteY20" fmla="*/ 128587 h 252412"/>
                <a:gd name="connsiteX21" fmla="*/ 916782 w 1716882"/>
                <a:gd name="connsiteY21" fmla="*/ 130968 h 252412"/>
                <a:gd name="connsiteX22" fmla="*/ 995363 w 1716882"/>
                <a:gd name="connsiteY22" fmla="*/ 114300 h 252412"/>
                <a:gd name="connsiteX23" fmla="*/ 1004888 w 1716882"/>
                <a:gd name="connsiteY23" fmla="*/ 111918 h 252412"/>
                <a:gd name="connsiteX24" fmla="*/ 1050132 w 1716882"/>
                <a:gd name="connsiteY24" fmla="*/ 107156 h 252412"/>
                <a:gd name="connsiteX25" fmla="*/ 1071563 w 1716882"/>
                <a:gd name="connsiteY25" fmla="*/ 102393 h 252412"/>
                <a:gd name="connsiteX26" fmla="*/ 1083469 w 1716882"/>
                <a:gd name="connsiteY26" fmla="*/ 97631 h 252412"/>
                <a:gd name="connsiteX27" fmla="*/ 1121569 w 1716882"/>
                <a:gd name="connsiteY27" fmla="*/ 90487 h 252412"/>
                <a:gd name="connsiteX28" fmla="*/ 1169194 w 1716882"/>
                <a:gd name="connsiteY28" fmla="*/ 76200 h 252412"/>
                <a:gd name="connsiteX29" fmla="*/ 1204913 w 1716882"/>
                <a:gd name="connsiteY29" fmla="*/ 64293 h 252412"/>
                <a:gd name="connsiteX30" fmla="*/ 1245394 w 1716882"/>
                <a:gd name="connsiteY30" fmla="*/ 59531 h 252412"/>
                <a:gd name="connsiteX31" fmla="*/ 1273969 w 1716882"/>
                <a:gd name="connsiteY31" fmla="*/ 52387 h 252412"/>
                <a:gd name="connsiteX32" fmla="*/ 1378744 w 1716882"/>
                <a:gd name="connsiteY32" fmla="*/ 54768 h 252412"/>
                <a:gd name="connsiteX33" fmla="*/ 1443038 w 1716882"/>
                <a:gd name="connsiteY33" fmla="*/ 52387 h 252412"/>
                <a:gd name="connsiteX34" fmla="*/ 1459707 w 1716882"/>
                <a:gd name="connsiteY34" fmla="*/ 54768 h 252412"/>
                <a:gd name="connsiteX35" fmla="*/ 1514475 w 1716882"/>
                <a:gd name="connsiteY35" fmla="*/ 52387 h 252412"/>
                <a:gd name="connsiteX36" fmla="*/ 1535907 w 1716882"/>
                <a:gd name="connsiteY36" fmla="*/ 45243 h 252412"/>
                <a:gd name="connsiteX37" fmla="*/ 1552575 w 1716882"/>
                <a:gd name="connsiteY37" fmla="*/ 38100 h 252412"/>
                <a:gd name="connsiteX38" fmla="*/ 1571625 w 1716882"/>
                <a:gd name="connsiteY38" fmla="*/ 30956 h 252412"/>
                <a:gd name="connsiteX39" fmla="*/ 1624013 w 1716882"/>
                <a:gd name="connsiteY39" fmla="*/ 14287 h 252412"/>
                <a:gd name="connsiteX40" fmla="*/ 1702594 w 1716882"/>
                <a:gd name="connsiteY40" fmla="*/ 11906 h 252412"/>
                <a:gd name="connsiteX41" fmla="*/ 1709738 w 1716882"/>
                <a:gd name="connsiteY41" fmla="*/ 7143 h 252412"/>
                <a:gd name="connsiteX42" fmla="*/ 1716882 w 1716882"/>
                <a:gd name="connsiteY42" fmla="*/ 0 h 252412"/>
                <a:gd name="connsiteX0" fmla="*/ 0 w 1716882"/>
                <a:gd name="connsiteY0" fmla="*/ 252412 h 252412"/>
                <a:gd name="connsiteX1" fmla="*/ 30957 w 1716882"/>
                <a:gd name="connsiteY1" fmla="*/ 247650 h 252412"/>
                <a:gd name="connsiteX2" fmla="*/ 50007 w 1716882"/>
                <a:gd name="connsiteY2" fmla="*/ 242887 h 252412"/>
                <a:gd name="connsiteX3" fmla="*/ 57150 w 1716882"/>
                <a:gd name="connsiteY3" fmla="*/ 240506 h 252412"/>
                <a:gd name="connsiteX4" fmla="*/ 85725 w 1716882"/>
                <a:gd name="connsiteY4" fmla="*/ 238125 h 252412"/>
                <a:gd name="connsiteX5" fmla="*/ 92869 w 1716882"/>
                <a:gd name="connsiteY5" fmla="*/ 235743 h 252412"/>
                <a:gd name="connsiteX6" fmla="*/ 116682 w 1716882"/>
                <a:gd name="connsiteY6" fmla="*/ 230981 h 252412"/>
                <a:gd name="connsiteX7" fmla="*/ 126207 w 1716882"/>
                <a:gd name="connsiteY7" fmla="*/ 226218 h 252412"/>
                <a:gd name="connsiteX8" fmla="*/ 135732 w 1716882"/>
                <a:gd name="connsiteY8" fmla="*/ 223837 h 252412"/>
                <a:gd name="connsiteX9" fmla="*/ 197644 w 1716882"/>
                <a:gd name="connsiteY9" fmla="*/ 216693 h 252412"/>
                <a:gd name="connsiteX10" fmla="*/ 221457 w 1716882"/>
                <a:gd name="connsiteY10" fmla="*/ 219075 h 252412"/>
                <a:gd name="connsiteX11" fmla="*/ 309564 w 1716882"/>
                <a:gd name="connsiteY11" fmla="*/ 209550 h 252412"/>
                <a:gd name="connsiteX12" fmla="*/ 402432 w 1716882"/>
                <a:gd name="connsiteY12" fmla="*/ 200025 h 252412"/>
                <a:gd name="connsiteX13" fmla="*/ 492919 w 1716882"/>
                <a:gd name="connsiteY13" fmla="*/ 188119 h 252412"/>
                <a:gd name="connsiteX14" fmla="*/ 552450 w 1716882"/>
                <a:gd name="connsiteY14" fmla="*/ 178593 h 252412"/>
                <a:gd name="connsiteX15" fmla="*/ 592932 w 1716882"/>
                <a:gd name="connsiteY15" fmla="*/ 166687 h 252412"/>
                <a:gd name="connsiteX16" fmla="*/ 633413 w 1716882"/>
                <a:gd name="connsiteY16" fmla="*/ 157162 h 252412"/>
                <a:gd name="connsiteX17" fmla="*/ 661988 w 1716882"/>
                <a:gd name="connsiteY17" fmla="*/ 154781 h 252412"/>
                <a:gd name="connsiteX18" fmla="*/ 697707 w 1716882"/>
                <a:gd name="connsiteY18" fmla="*/ 147637 h 252412"/>
                <a:gd name="connsiteX19" fmla="*/ 800100 w 1716882"/>
                <a:gd name="connsiteY19" fmla="*/ 130969 h 252412"/>
                <a:gd name="connsiteX20" fmla="*/ 871538 w 1716882"/>
                <a:gd name="connsiteY20" fmla="*/ 128587 h 252412"/>
                <a:gd name="connsiteX21" fmla="*/ 916782 w 1716882"/>
                <a:gd name="connsiteY21" fmla="*/ 130968 h 252412"/>
                <a:gd name="connsiteX22" fmla="*/ 995363 w 1716882"/>
                <a:gd name="connsiteY22" fmla="*/ 114300 h 252412"/>
                <a:gd name="connsiteX23" fmla="*/ 1050132 w 1716882"/>
                <a:gd name="connsiteY23" fmla="*/ 107156 h 252412"/>
                <a:gd name="connsiteX24" fmla="*/ 1071563 w 1716882"/>
                <a:gd name="connsiteY24" fmla="*/ 102393 h 252412"/>
                <a:gd name="connsiteX25" fmla="*/ 1083469 w 1716882"/>
                <a:gd name="connsiteY25" fmla="*/ 97631 h 252412"/>
                <a:gd name="connsiteX26" fmla="*/ 1121569 w 1716882"/>
                <a:gd name="connsiteY26" fmla="*/ 90487 h 252412"/>
                <a:gd name="connsiteX27" fmla="*/ 1169194 w 1716882"/>
                <a:gd name="connsiteY27" fmla="*/ 76200 h 252412"/>
                <a:gd name="connsiteX28" fmla="*/ 1204913 w 1716882"/>
                <a:gd name="connsiteY28" fmla="*/ 64293 h 252412"/>
                <a:gd name="connsiteX29" fmla="*/ 1245394 w 1716882"/>
                <a:gd name="connsiteY29" fmla="*/ 59531 h 252412"/>
                <a:gd name="connsiteX30" fmla="*/ 1273969 w 1716882"/>
                <a:gd name="connsiteY30" fmla="*/ 52387 h 252412"/>
                <a:gd name="connsiteX31" fmla="*/ 1378744 w 1716882"/>
                <a:gd name="connsiteY31" fmla="*/ 54768 h 252412"/>
                <a:gd name="connsiteX32" fmla="*/ 1443038 w 1716882"/>
                <a:gd name="connsiteY32" fmla="*/ 52387 h 252412"/>
                <a:gd name="connsiteX33" fmla="*/ 1459707 w 1716882"/>
                <a:gd name="connsiteY33" fmla="*/ 54768 h 252412"/>
                <a:gd name="connsiteX34" fmla="*/ 1514475 w 1716882"/>
                <a:gd name="connsiteY34" fmla="*/ 52387 h 252412"/>
                <a:gd name="connsiteX35" fmla="*/ 1535907 w 1716882"/>
                <a:gd name="connsiteY35" fmla="*/ 45243 h 252412"/>
                <a:gd name="connsiteX36" fmla="*/ 1552575 w 1716882"/>
                <a:gd name="connsiteY36" fmla="*/ 38100 h 252412"/>
                <a:gd name="connsiteX37" fmla="*/ 1571625 w 1716882"/>
                <a:gd name="connsiteY37" fmla="*/ 30956 h 252412"/>
                <a:gd name="connsiteX38" fmla="*/ 1624013 w 1716882"/>
                <a:gd name="connsiteY38" fmla="*/ 14287 h 252412"/>
                <a:gd name="connsiteX39" fmla="*/ 1702594 w 1716882"/>
                <a:gd name="connsiteY39" fmla="*/ 11906 h 252412"/>
                <a:gd name="connsiteX40" fmla="*/ 1709738 w 1716882"/>
                <a:gd name="connsiteY40" fmla="*/ 7143 h 252412"/>
                <a:gd name="connsiteX41" fmla="*/ 1716882 w 1716882"/>
                <a:gd name="connsiteY41" fmla="*/ 0 h 252412"/>
                <a:gd name="connsiteX0" fmla="*/ 0 w 1716882"/>
                <a:gd name="connsiteY0" fmla="*/ 252412 h 252412"/>
                <a:gd name="connsiteX1" fmla="*/ 30957 w 1716882"/>
                <a:gd name="connsiteY1" fmla="*/ 247650 h 252412"/>
                <a:gd name="connsiteX2" fmla="*/ 50007 w 1716882"/>
                <a:gd name="connsiteY2" fmla="*/ 242887 h 252412"/>
                <a:gd name="connsiteX3" fmla="*/ 57150 w 1716882"/>
                <a:gd name="connsiteY3" fmla="*/ 240506 h 252412"/>
                <a:gd name="connsiteX4" fmla="*/ 85725 w 1716882"/>
                <a:gd name="connsiteY4" fmla="*/ 238125 h 252412"/>
                <a:gd name="connsiteX5" fmla="*/ 92869 w 1716882"/>
                <a:gd name="connsiteY5" fmla="*/ 235743 h 252412"/>
                <a:gd name="connsiteX6" fmla="*/ 116682 w 1716882"/>
                <a:gd name="connsiteY6" fmla="*/ 230981 h 252412"/>
                <a:gd name="connsiteX7" fmla="*/ 126207 w 1716882"/>
                <a:gd name="connsiteY7" fmla="*/ 226218 h 252412"/>
                <a:gd name="connsiteX8" fmla="*/ 135732 w 1716882"/>
                <a:gd name="connsiteY8" fmla="*/ 223837 h 252412"/>
                <a:gd name="connsiteX9" fmla="*/ 197644 w 1716882"/>
                <a:gd name="connsiteY9" fmla="*/ 216693 h 252412"/>
                <a:gd name="connsiteX10" fmla="*/ 221457 w 1716882"/>
                <a:gd name="connsiteY10" fmla="*/ 219075 h 252412"/>
                <a:gd name="connsiteX11" fmla="*/ 309564 w 1716882"/>
                <a:gd name="connsiteY11" fmla="*/ 209550 h 252412"/>
                <a:gd name="connsiteX12" fmla="*/ 402432 w 1716882"/>
                <a:gd name="connsiteY12" fmla="*/ 200025 h 252412"/>
                <a:gd name="connsiteX13" fmla="*/ 492919 w 1716882"/>
                <a:gd name="connsiteY13" fmla="*/ 188119 h 252412"/>
                <a:gd name="connsiteX14" fmla="*/ 552450 w 1716882"/>
                <a:gd name="connsiteY14" fmla="*/ 178593 h 252412"/>
                <a:gd name="connsiteX15" fmla="*/ 592932 w 1716882"/>
                <a:gd name="connsiteY15" fmla="*/ 166687 h 252412"/>
                <a:gd name="connsiteX16" fmla="*/ 633413 w 1716882"/>
                <a:gd name="connsiteY16" fmla="*/ 157162 h 252412"/>
                <a:gd name="connsiteX17" fmla="*/ 661988 w 1716882"/>
                <a:gd name="connsiteY17" fmla="*/ 154781 h 252412"/>
                <a:gd name="connsiteX18" fmla="*/ 697707 w 1716882"/>
                <a:gd name="connsiteY18" fmla="*/ 147637 h 252412"/>
                <a:gd name="connsiteX19" fmla="*/ 800100 w 1716882"/>
                <a:gd name="connsiteY19" fmla="*/ 130969 h 252412"/>
                <a:gd name="connsiteX20" fmla="*/ 871538 w 1716882"/>
                <a:gd name="connsiteY20" fmla="*/ 128587 h 252412"/>
                <a:gd name="connsiteX21" fmla="*/ 916782 w 1716882"/>
                <a:gd name="connsiteY21" fmla="*/ 130968 h 252412"/>
                <a:gd name="connsiteX22" fmla="*/ 995363 w 1716882"/>
                <a:gd name="connsiteY22" fmla="*/ 114300 h 252412"/>
                <a:gd name="connsiteX23" fmla="*/ 1050132 w 1716882"/>
                <a:gd name="connsiteY23" fmla="*/ 107156 h 252412"/>
                <a:gd name="connsiteX24" fmla="*/ 1071563 w 1716882"/>
                <a:gd name="connsiteY24" fmla="*/ 102393 h 252412"/>
                <a:gd name="connsiteX25" fmla="*/ 1121569 w 1716882"/>
                <a:gd name="connsiteY25" fmla="*/ 90487 h 252412"/>
                <a:gd name="connsiteX26" fmla="*/ 1169194 w 1716882"/>
                <a:gd name="connsiteY26" fmla="*/ 76200 h 252412"/>
                <a:gd name="connsiteX27" fmla="*/ 1204913 w 1716882"/>
                <a:gd name="connsiteY27" fmla="*/ 64293 h 252412"/>
                <a:gd name="connsiteX28" fmla="*/ 1245394 w 1716882"/>
                <a:gd name="connsiteY28" fmla="*/ 59531 h 252412"/>
                <a:gd name="connsiteX29" fmla="*/ 1273969 w 1716882"/>
                <a:gd name="connsiteY29" fmla="*/ 52387 h 252412"/>
                <a:gd name="connsiteX30" fmla="*/ 1378744 w 1716882"/>
                <a:gd name="connsiteY30" fmla="*/ 54768 h 252412"/>
                <a:gd name="connsiteX31" fmla="*/ 1443038 w 1716882"/>
                <a:gd name="connsiteY31" fmla="*/ 52387 h 252412"/>
                <a:gd name="connsiteX32" fmla="*/ 1459707 w 1716882"/>
                <a:gd name="connsiteY32" fmla="*/ 54768 h 252412"/>
                <a:gd name="connsiteX33" fmla="*/ 1514475 w 1716882"/>
                <a:gd name="connsiteY33" fmla="*/ 52387 h 252412"/>
                <a:gd name="connsiteX34" fmla="*/ 1535907 w 1716882"/>
                <a:gd name="connsiteY34" fmla="*/ 45243 h 252412"/>
                <a:gd name="connsiteX35" fmla="*/ 1552575 w 1716882"/>
                <a:gd name="connsiteY35" fmla="*/ 38100 h 252412"/>
                <a:gd name="connsiteX36" fmla="*/ 1571625 w 1716882"/>
                <a:gd name="connsiteY36" fmla="*/ 30956 h 252412"/>
                <a:gd name="connsiteX37" fmla="*/ 1624013 w 1716882"/>
                <a:gd name="connsiteY37" fmla="*/ 14287 h 252412"/>
                <a:gd name="connsiteX38" fmla="*/ 1702594 w 1716882"/>
                <a:gd name="connsiteY38" fmla="*/ 11906 h 252412"/>
                <a:gd name="connsiteX39" fmla="*/ 1709738 w 1716882"/>
                <a:gd name="connsiteY39" fmla="*/ 7143 h 252412"/>
                <a:gd name="connsiteX40" fmla="*/ 1716882 w 1716882"/>
                <a:gd name="connsiteY40" fmla="*/ 0 h 252412"/>
                <a:gd name="connsiteX0" fmla="*/ 0 w 1716882"/>
                <a:gd name="connsiteY0" fmla="*/ 252412 h 252412"/>
                <a:gd name="connsiteX1" fmla="*/ 30957 w 1716882"/>
                <a:gd name="connsiteY1" fmla="*/ 247650 h 252412"/>
                <a:gd name="connsiteX2" fmla="*/ 50007 w 1716882"/>
                <a:gd name="connsiteY2" fmla="*/ 242887 h 252412"/>
                <a:gd name="connsiteX3" fmla="*/ 57150 w 1716882"/>
                <a:gd name="connsiteY3" fmla="*/ 240506 h 252412"/>
                <a:gd name="connsiteX4" fmla="*/ 85725 w 1716882"/>
                <a:gd name="connsiteY4" fmla="*/ 238125 h 252412"/>
                <a:gd name="connsiteX5" fmla="*/ 92869 w 1716882"/>
                <a:gd name="connsiteY5" fmla="*/ 235743 h 252412"/>
                <a:gd name="connsiteX6" fmla="*/ 116682 w 1716882"/>
                <a:gd name="connsiteY6" fmla="*/ 230981 h 252412"/>
                <a:gd name="connsiteX7" fmla="*/ 126207 w 1716882"/>
                <a:gd name="connsiteY7" fmla="*/ 226218 h 252412"/>
                <a:gd name="connsiteX8" fmla="*/ 135732 w 1716882"/>
                <a:gd name="connsiteY8" fmla="*/ 223837 h 252412"/>
                <a:gd name="connsiteX9" fmla="*/ 197644 w 1716882"/>
                <a:gd name="connsiteY9" fmla="*/ 216693 h 252412"/>
                <a:gd name="connsiteX10" fmla="*/ 221457 w 1716882"/>
                <a:gd name="connsiteY10" fmla="*/ 219075 h 252412"/>
                <a:gd name="connsiteX11" fmla="*/ 309564 w 1716882"/>
                <a:gd name="connsiteY11" fmla="*/ 209550 h 252412"/>
                <a:gd name="connsiteX12" fmla="*/ 402432 w 1716882"/>
                <a:gd name="connsiteY12" fmla="*/ 200025 h 252412"/>
                <a:gd name="connsiteX13" fmla="*/ 492919 w 1716882"/>
                <a:gd name="connsiteY13" fmla="*/ 188119 h 252412"/>
                <a:gd name="connsiteX14" fmla="*/ 552450 w 1716882"/>
                <a:gd name="connsiteY14" fmla="*/ 178593 h 252412"/>
                <a:gd name="connsiteX15" fmla="*/ 592932 w 1716882"/>
                <a:gd name="connsiteY15" fmla="*/ 166687 h 252412"/>
                <a:gd name="connsiteX16" fmla="*/ 633413 w 1716882"/>
                <a:gd name="connsiteY16" fmla="*/ 157162 h 252412"/>
                <a:gd name="connsiteX17" fmla="*/ 661988 w 1716882"/>
                <a:gd name="connsiteY17" fmla="*/ 154781 h 252412"/>
                <a:gd name="connsiteX18" fmla="*/ 697707 w 1716882"/>
                <a:gd name="connsiteY18" fmla="*/ 147637 h 252412"/>
                <a:gd name="connsiteX19" fmla="*/ 800100 w 1716882"/>
                <a:gd name="connsiteY19" fmla="*/ 130969 h 252412"/>
                <a:gd name="connsiteX20" fmla="*/ 871538 w 1716882"/>
                <a:gd name="connsiteY20" fmla="*/ 128587 h 252412"/>
                <a:gd name="connsiteX21" fmla="*/ 916782 w 1716882"/>
                <a:gd name="connsiteY21" fmla="*/ 130968 h 252412"/>
                <a:gd name="connsiteX22" fmla="*/ 995363 w 1716882"/>
                <a:gd name="connsiteY22" fmla="*/ 114300 h 252412"/>
                <a:gd name="connsiteX23" fmla="*/ 1050132 w 1716882"/>
                <a:gd name="connsiteY23" fmla="*/ 107156 h 252412"/>
                <a:gd name="connsiteX24" fmla="*/ 1071563 w 1716882"/>
                <a:gd name="connsiteY24" fmla="*/ 102393 h 252412"/>
                <a:gd name="connsiteX25" fmla="*/ 1121569 w 1716882"/>
                <a:gd name="connsiteY25" fmla="*/ 90487 h 252412"/>
                <a:gd name="connsiteX26" fmla="*/ 1169194 w 1716882"/>
                <a:gd name="connsiteY26" fmla="*/ 76200 h 252412"/>
                <a:gd name="connsiteX27" fmla="*/ 1204913 w 1716882"/>
                <a:gd name="connsiteY27" fmla="*/ 64293 h 252412"/>
                <a:gd name="connsiteX28" fmla="*/ 1245394 w 1716882"/>
                <a:gd name="connsiteY28" fmla="*/ 59531 h 252412"/>
                <a:gd name="connsiteX29" fmla="*/ 1302544 w 1716882"/>
                <a:gd name="connsiteY29" fmla="*/ 57149 h 252412"/>
                <a:gd name="connsiteX30" fmla="*/ 1378744 w 1716882"/>
                <a:gd name="connsiteY30" fmla="*/ 54768 h 252412"/>
                <a:gd name="connsiteX31" fmla="*/ 1443038 w 1716882"/>
                <a:gd name="connsiteY31" fmla="*/ 52387 h 252412"/>
                <a:gd name="connsiteX32" fmla="*/ 1459707 w 1716882"/>
                <a:gd name="connsiteY32" fmla="*/ 54768 h 252412"/>
                <a:gd name="connsiteX33" fmla="*/ 1514475 w 1716882"/>
                <a:gd name="connsiteY33" fmla="*/ 52387 h 252412"/>
                <a:gd name="connsiteX34" fmla="*/ 1535907 w 1716882"/>
                <a:gd name="connsiteY34" fmla="*/ 45243 h 252412"/>
                <a:gd name="connsiteX35" fmla="*/ 1552575 w 1716882"/>
                <a:gd name="connsiteY35" fmla="*/ 38100 h 252412"/>
                <a:gd name="connsiteX36" fmla="*/ 1571625 w 1716882"/>
                <a:gd name="connsiteY36" fmla="*/ 30956 h 252412"/>
                <a:gd name="connsiteX37" fmla="*/ 1624013 w 1716882"/>
                <a:gd name="connsiteY37" fmla="*/ 14287 h 252412"/>
                <a:gd name="connsiteX38" fmla="*/ 1702594 w 1716882"/>
                <a:gd name="connsiteY38" fmla="*/ 11906 h 252412"/>
                <a:gd name="connsiteX39" fmla="*/ 1709738 w 1716882"/>
                <a:gd name="connsiteY39" fmla="*/ 7143 h 252412"/>
                <a:gd name="connsiteX40" fmla="*/ 1716882 w 1716882"/>
                <a:gd name="connsiteY40" fmla="*/ 0 h 252412"/>
                <a:gd name="connsiteX0" fmla="*/ 0 w 1716882"/>
                <a:gd name="connsiteY0" fmla="*/ 252412 h 252412"/>
                <a:gd name="connsiteX1" fmla="*/ 30957 w 1716882"/>
                <a:gd name="connsiteY1" fmla="*/ 247650 h 252412"/>
                <a:gd name="connsiteX2" fmla="*/ 50007 w 1716882"/>
                <a:gd name="connsiteY2" fmla="*/ 242887 h 252412"/>
                <a:gd name="connsiteX3" fmla="*/ 57150 w 1716882"/>
                <a:gd name="connsiteY3" fmla="*/ 240506 h 252412"/>
                <a:gd name="connsiteX4" fmla="*/ 85725 w 1716882"/>
                <a:gd name="connsiteY4" fmla="*/ 238125 h 252412"/>
                <a:gd name="connsiteX5" fmla="*/ 92869 w 1716882"/>
                <a:gd name="connsiteY5" fmla="*/ 235743 h 252412"/>
                <a:gd name="connsiteX6" fmla="*/ 116682 w 1716882"/>
                <a:gd name="connsiteY6" fmla="*/ 230981 h 252412"/>
                <a:gd name="connsiteX7" fmla="*/ 126207 w 1716882"/>
                <a:gd name="connsiteY7" fmla="*/ 226218 h 252412"/>
                <a:gd name="connsiteX8" fmla="*/ 135732 w 1716882"/>
                <a:gd name="connsiteY8" fmla="*/ 223837 h 252412"/>
                <a:gd name="connsiteX9" fmla="*/ 197644 w 1716882"/>
                <a:gd name="connsiteY9" fmla="*/ 216693 h 252412"/>
                <a:gd name="connsiteX10" fmla="*/ 221457 w 1716882"/>
                <a:gd name="connsiteY10" fmla="*/ 219075 h 252412"/>
                <a:gd name="connsiteX11" fmla="*/ 309564 w 1716882"/>
                <a:gd name="connsiteY11" fmla="*/ 209550 h 252412"/>
                <a:gd name="connsiteX12" fmla="*/ 402432 w 1716882"/>
                <a:gd name="connsiteY12" fmla="*/ 200025 h 252412"/>
                <a:gd name="connsiteX13" fmla="*/ 492919 w 1716882"/>
                <a:gd name="connsiteY13" fmla="*/ 188119 h 252412"/>
                <a:gd name="connsiteX14" fmla="*/ 552450 w 1716882"/>
                <a:gd name="connsiteY14" fmla="*/ 178593 h 252412"/>
                <a:gd name="connsiteX15" fmla="*/ 592932 w 1716882"/>
                <a:gd name="connsiteY15" fmla="*/ 166687 h 252412"/>
                <a:gd name="connsiteX16" fmla="*/ 633413 w 1716882"/>
                <a:gd name="connsiteY16" fmla="*/ 157162 h 252412"/>
                <a:gd name="connsiteX17" fmla="*/ 661988 w 1716882"/>
                <a:gd name="connsiteY17" fmla="*/ 154781 h 252412"/>
                <a:gd name="connsiteX18" fmla="*/ 697707 w 1716882"/>
                <a:gd name="connsiteY18" fmla="*/ 147637 h 252412"/>
                <a:gd name="connsiteX19" fmla="*/ 800100 w 1716882"/>
                <a:gd name="connsiteY19" fmla="*/ 130969 h 252412"/>
                <a:gd name="connsiteX20" fmla="*/ 871538 w 1716882"/>
                <a:gd name="connsiteY20" fmla="*/ 128587 h 252412"/>
                <a:gd name="connsiteX21" fmla="*/ 916782 w 1716882"/>
                <a:gd name="connsiteY21" fmla="*/ 130968 h 252412"/>
                <a:gd name="connsiteX22" fmla="*/ 995363 w 1716882"/>
                <a:gd name="connsiteY22" fmla="*/ 114300 h 252412"/>
                <a:gd name="connsiteX23" fmla="*/ 1050132 w 1716882"/>
                <a:gd name="connsiteY23" fmla="*/ 107156 h 252412"/>
                <a:gd name="connsiteX24" fmla="*/ 1071563 w 1716882"/>
                <a:gd name="connsiteY24" fmla="*/ 102393 h 252412"/>
                <a:gd name="connsiteX25" fmla="*/ 1121569 w 1716882"/>
                <a:gd name="connsiteY25" fmla="*/ 90487 h 252412"/>
                <a:gd name="connsiteX26" fmla="*/ 1169194 w 1716882"/>
                <a:gd name="connsiteY26" fmla="*/ 76200 h 252412"/>
                <a:gd name="connsiteX27" fmla="*/ 1204913 w 1716882"/>
                <a:gd name="connsiteY27" fmla="*/ 64293 h 252412"/>
                <a:gd name="connsiteX28" fmla="*/ 1302544 w 1716882"/>
                <a:gd name="connsiteY28" fmla="*/ 57149 h 252412"/>
                <a:gd name="connsiteX29" fmla="*/ 1378744 w 1716882"/>
                <a:gd name="connsiteY29" fmla="*/ 54768 h 252412"/>
                <a:gd name="connsiteX30" fmla="*/ 1443038 w 1716882"/>
                <a:gd name="connsiteY30" fmla="*/ 52387 h 252412"/>
                <a:gd name="connsiteX31" fmla="*/ 1459707 w 1716882"/>
                <a:gd name="connsiteY31" fmla="*/ 54768 h 252412"/>
                <a:gd name="connsiteX32" fmla="*/ 1514475 w 1716882"/>
                <a:gd name="connsiteY32" fmla="*/ 52387 h 252412"/>
                <a:gd name="connsiteX33" fmla="*/ 1535907 w 1716882"/>
                <a:gd name="connsiteY33" fmla="*/ 45243 h 252412"/>
                <a:gd name="connsiteX34" fmla="*/ 1552575 w 1716882"/>
                <a:gd name="connsiteY34" fmla="*/ 38100 h 252412"/>
                <a:gd name="connsiteX35" fmla="*/ 1571625 w 1716882"/>
                <a:gd name="connsiteY35" fmla="*/ 30956 h 252412"/>
                <a:gd name="connsiteX36" fmla="*/ 1624013 w 1716882"/>
                <a:gd name="connsiteY36" fmla="*/ 14287 h 252412"/>
                <a:gd name="connsiteX37" fmla="*/ 1702594 w 1716882"/>
                <a:gd name="connsiteY37" fmla="*/ 11906 h 252412"/>
                <a:gd name="connsiteX38" fmla="*/ 1709738 w 1716882"/>
                <a:gd name="connsiteY38" fmla="*/ 7143 h 252412"/>
                <a:gd name="connsiteX39" fmla="*/ 1716882 w 1716882"/>
                <a:gd name="connsiteY39" fmla="*/ 0 h 252412"/>
                <a:gd name="connsiteX0" fmla="*/ 0 w 1716882"/>
                <a:gd name="connsiteY0" fmla="*/ 252412 h 252412"/>
                <a:gd name="connsiteX1" fmla="*/ 30957 w 1716882"/>
                <a:gd name="connsiteY1" fmla="*/ 247650 h 252412"/>
                <a:gd name="connsiteX2" fmla="*/ 50007 w 1716882"/>
                <a:gd name="connsiteY2" fmla="*/ 242887 h 252412"/>
                <a:gd name="connsiteX3" fmla="*/ 57150 w 1716882"/>
                <a:gd name="connsiteY3" fmla="*/ 240506 h 252412"/>
                <a:gd name="connsiteX4" fmla="*/ 85725 w 1716882"/>
                <a:gd name="connsiteY4" fmla="*/ 238125 h 252412"/>
                <a:gd name="connsiteX5" fmla="*/ 92869 w 1716882"/>
                <a:gd name="connsiteY5" fmla="*/ 235743 h 252412"/>
                <a:gd name="connsiteX6" fmla="*/ 116682 w 1716882"/>
                <a:gd name="connsiteY6" fmla="*/ 230981 h 252412"/>
                <a:gd name="connsiteX7" fmla="*/ 126207 w 1716882"/>
                <a:gd name="connsiteY7" fmla="*/ 226218 h 252412"/>
                <a:gd name="connsiteX8" fmla="*/ 135732 w 1716882"/>
                <a:gd name="connsiteY8" fmla="*/ 223837 h 252412"/>
                <a:gd name="connsiteX9" fmla="*/ 197644 w 1716882"/>
                <a:gd name="connsiteY9" fmla="*/ 216693 h 252412"/>
                <a:gd name="connsiteX10" fmla="*/ 221457 w 1716882"/>
                <a:gd name="connsiteY10" fmla="*/ 219075 h 252412"/>
                <a:gd name="connsiteX11" fmla="*/ 309564 w 1716882"/>
                <a:gd name="connsiteY11" fmla="*/ 209550 h 252412"/>
                <a:gd name="connsiteX12" fmla="*/ 402432 w 1716882"/>
                <a:gd name="connsiteY12" fmla="*/ 200025 h 252412"/>
                <a:gd name="connsiteX13" fmla="*/ 492919 w 1716882"/>
                <a:gd name="connsiteY13" fmla="*/ 188119 h 252412"/>
                <a:gd name="connsiteX14" fmla="*/ 552450 w 1716882"/>
                <a:gd name="connsiteY14" fmla="*/ 178593 h 252412"/>
                <a:gd name="connsiteX15" fmla="*/ 592932 w 1716882"/>
                <a:gd name="connsiteY15" fmla="*/ 166687 h 252412"/>
                <a:gd name="connsiteX16" fmla="*/ 633413 w 1716882"/>
                <a:gd name="connsiteY16" fmla="*/ 157162 h 252412"/>
                <a:gd name="connsiteX17" fmla="*/ 661988 w 1716882"/>
                <a:gd name="connsiteY17" fmla="*/ 154781 h 252412"/>
                <a:gd name="connsiteX18" fmla="*/ 697707 w 1716882"/>
                <a:gd name="connsiteY18" fmla="*/ 147637 h 252412"/>
                <a:gd name="connsiteX19" fmla="*/ 800100 w 1716882"/>
                <a:gd name="connsiteY19" fmla="*/ 130969 h 252412"/>
                <a:gd name="connsiteX20" fmla="*/ 871538 w 1716882"/>
                <a:gd name="connsiteY20" fmla="*/ 128587 h 252412"/>
                <a:gd name="connsiteX21" fmla="*/ 916782 w 1716882"/>
                <a:gd name="connsiteY21" fmla="*/ 130968 h 252412"/>
                <a:gd name="connsiteX22" fmla="*/ 995363 w 1716882"/>
                <a:gd name="connsiteY22" fmla="*/ 114300 h 252412"/>
                <a:gd name="connsiteX23" fmla="*/ 1050132 w 1716882"/>
                <a:gd name="connsiteY23" fmla="*/ 107156 h 252412"/>
                <a:gd name="connsiteX24" fmla="*/ 1071563 w 1716882"/>
                <a:gd name="connsiteY24" fmla="*/ 102393 h 252412"/>
                <a:gd name="connsiteX25" fmla="*/ 1121569 w 1716882"/>
                <a:gd name="connsiteY25" fmla="*/ 90487 h 252412"/>
                <a:gd name="connsiteX26" fmla="*/ 1169194 w 1716882"/>
                <a:gd name="connsiteY26" fmla="*/ 76200 h 252412"/>
                <a:gd name="connsiteX27" fmla="*/ 1226344 w 1716882"/>
                <a:gd name="connsiteY27" fmla="*/ 66674 h 252412"/>
                <a:gd name="connsiteX28" fmla="*/ 1302544 w 1716882"/>
                <a:gd name="connsiteY28" fmla="*/ 57149 h 252412"/>
                <a:gd name="connsiteX29" fmla="*/ 1378744 w 1716882"/>
                <a:gd name="connsiteY29" fmla="*/ 54768 h 252412"/>
                <a:gd name="connsiteX30" fmla="*/ 1443038 w 1716882"/>
                <a:gd name="connsiteY30" fmla="*/ 52387 h 252412"/>
                <a:gd name="connsiteX31" fmla="*/ 1459707 w 1716882"/>
                <a:gd name="connsiteY31" fmla="*/ 54768 h 252412"/>
                <a:gd name="connsiteX32" fmla="*/ 1514475 w 1716882"/>
                <a:gd name="connsiteY32" fmla="*/ 52387 h 252412"/>
                <a:gd name="connsiteX33" fmla="*/ 1535907 w 1716882"/>
                <a:gd name="connsiteY33" fmla="*/ 45243 h 252412"/>
                <a:gd name="connsiteX34" fmla="*/ 1552575 w 1716882"/>
                <a:gd name="connsiteY34" fmla="*/ 38100 h 252412"/>
                <a:gd name="connsiteX35" fmla="*/ 1571625 w 1716882"/>
                <a:gd name="connsiteY35" fmla="*/ 30956 h 252412"/>
                <a:gd name="connsiteX36" fmla="*/ 1624013 w 1716882"/>
                <a:gd name="connsiteY36" fmla="*/ 14287 h 252412"/>
                <a:gd name="connsiteX37" fmla="*/ 1702594 w 1716882"/>
                <a:gd name="connsiteY37" fmla="*/ 11906 h 252412"/>
                <a:gd name="connsiteX38" fmla="*/ 1709738 w 1716882"/>
                <a:gd name="connsiteY38" fmla="*/ 7143 h 252412"/>
                <a:gd name="connsiteX39" fmla="*/ 1716882 w 1716882"/>
                <a:gd name="connsiteY39" fmla="*/ 0 h 252412"/>
                <a:gd name="connsiteX0" fmla="*/ 0 w 1716882"/>
                <a:gd name="connsiteY0" fmla="*/ 252412 h 252412"/>
                <a:gd name="connsiteX1" fmla="*/ 30957 w 1716882"/>
                <a:gd name="connsiteY1" fmla="*/ 247650 h 252412"/>
                <a:gd name="connsiteX2" fmla="*/ 50007 w 1716882"/>
                <a:gd name="connsiteY2" fmla="*/ 242887 h 252412"/>
                <a:gd name="connsiteX3" fmla="*/ 57150 w 1716882"/>
                <a:gd name="connsiteY3" fmla="*/ 240506 h 252412"/>
                <a:gd name="connsiteX4" fmla="*/ 85725 w 1716882"/>
                <a:gd name="connsiteY4" fmla="*/ 238125 h 252412"/>
                <a:gd name="connsiteX5" fmla="*/ 92869 w 1716882"/>
                <a:gd name="connsiteY5" fmla="*/ 235743 h 252412"/>
                <a:gd name="connsiteX6" fmla="*/ 116682 w 1716882"/>
                <a:gd name="connsiteY6" fmla="*/ 230981 h 252412"/>
                <a:gd name="connsiteX7" fmla="*/ 126207 w 1716882"/>
                <a:gd name="connsiteY7" fmla="*/ 226218 h 252412"/>
                <a:gd name="connsiteX8" fmla="*/ 135732 w 1716882"/>
                <a:gd name="connsiteY8" fmla="*/ 223837 h 252412"/>
                <a:gd name="connsiteX9" fmla="*/ 197644 w 1716882"/>
                <a:gd name="connsiteY9" fmla="*/ 216693 h 252412"/>
                <a:gd name="connsiteX10" fmla="*/ 221457 w 1716882"/>
                <a:gd name="connsiteY10" fmla="*/ 219075 h 252412"/>
                <a:gd name="connsiteX11" fmla="*/ 309564 w 1716882"/>
                <a:gd name="connsiteY11" fmla="*/ 209550 h 252412"/>
                <a:gd name="connsiteX12" fmla="*/ 402432 w 1716882"/>
                <a:gd name="connsiteY12" fmla="*/ 200025 h 252412"/>
                <a:gd name="connsiteX13" fmla="*/ 492919 w 1716882"/>
                <a:gd name="connsiteY13" fmla="*/ 188119 h 252412"/>
                <a:gd name="connsiteX14" fmla="*/ 552450 w 1716882"/>
                <a:gd name="connsiteY14" fmla="*/ 178593 h 252412"/>
                <a:gd name="connsiteX15" fmla="*/ 592932 w 1716882"/>
                <a:gd name="connsiteY15" fmla="*/ 166687 h 252412"/>
                <a:gd name="connsiteX16" fmla="*/ 633413 w 1716882"/>
                <a:gd name="connsiteY16" fmla="*/ 157162 h 252412"/>
                <a:gd name="connsiteX17" fmla="*/ 661988 w 1716882"/>
                <a:gd name="connsiteY17" fmla="*/ 154781 h 252412"/>
                <a:gd name="connsiteX18" fmla="*/ 697707 w 1716882"/>
                <a:gd name="connsiteY18" fmla="*/ 147637 h 252412"/>
                <a:gd name="connsiteX19" fmla="*/ 800100 w 1716882"/>
                <a:gd name="connsiteY19" fmla="*/ 130969 h 252412"/>
                <a:gd name="connsiteX20" fmla="*/ 871538 w 1716882"/>
                <a:gd name="connsiteY20" fmla="*/ 128587 h 252412"/>
                <a:gd name="connsiteX21" fmla="*/ 933451 w 1716882"/>
                <a:gd name="connsiteY21" fmla="*/ 123824 h 252412"/>
                <a:gd name="connsiteX22" fmla="*/ 995363 w 1716882"/>
                <a:gd name="connsiteY22" fmla="*/ 114300 h 252412"/>
                <a:gd name="connsiteX23" fmla="*/ 1050132 w 1716882"/>
                <a:gd name="connsiteY23" fmla="*/ 107156 h 252412"/>
                <a:gd name="connsiteX24" fmla="*/ 1071563 w 1716882"/>
                <a:gd name="connsiteY24" fmla="*/ 102393 h 252412"/>
                <a:gd name="connsiteX25" fmla="*/ 1121569 w 1716882"/>
                <a:gd name="connsiteY25" fmla="*/ 90487 h 252412"/>
                <a:gd name="connsiteX26" fmla="*/ 1169194 w 1716882"/>
                <a:gd name="connsiteY26" fmla="*/ 76200 h 252412"/>
                <a:gd name="connsiteX27" fmla="*/ 1226344 w 1716882"/>
                <a:gd name="connsiteY27" fmla="*/ 66674 h 252412"/>
                <a:gd name="connsiteX28" fmla="*/ 1302544 w 1716882"/>
                <a:gd name="connsiteY28" fmla="*/ 57149 h 252412"/>
                <a:gd name="connsiteX29" fmla="*/ 1378744 w 1716882"/>
                <a:gd name="connsiteY29" fmla="*/ 54768 h 252412"/>
                <a:gd name="connsiteX30" fmla="*/ 1443038 w 1716882"/>
                <a:gd name="connsiteY30" fmla="*/ 52387 h 252412"/>
                <a:gd name="connsiteX31" fmla="*/ 1459707 w 1716882"/>
                <a:gd name="connsiteY31" fmla="*/ 54768 h 252412"/>
                <a:gd name="connsiteX32" fmla="*/ 1514475 w 1716882"/>
                <a:gd name="connsiteY32" fmla="*/ 52387 h 252412"/>
                <a:gd name="connsiteX33" fmla="*/ 1535907 w 1716882"/>
                <a:gd name="connsiteY33" fmla="*/ 45243 h 252412"/>
                <a:gd name="connsiteX34" fmla="*/ 1552575 w 1716882"/>
                <a:gd name="connsiteY34" fmla="*/ 38100 h 252412"/>
                <a:gd name="connsiteX35" fmla="*/ 1571625 w 1716882"/>
                <a:gd name="connsiteY35" fmla="*/ 30956 h 252412"/>
                <a:gd name="connsiteX36" fmla="*/ 1624013 w 1716882"/>
                <a:gd name="connsiteY36" fmla="*/ 14287 h 252412"/>
                <a:gd name="connsiteX37" fmla="*/ 1702594 w 1716882"/>
                <a:gd name="connsiteY37" fmla="*/ 11906 h 252412"/>
                <a:gd name="connsiteX38" fmla="*/ 1709738 w 1716882"/>
                <a:gd name="connsiteY38" fmla="*/ 7143 h 252412"/>
                <a:gd name="connsiteX39" fmla="*/ 1716882 w 1716882"/>
                <a:gd name="connsiteY39" fmla="*/ 0 h 252412"/>
                <a:gd name="connsiteX0" fmla="*/ 0 w 1716882"/>
                <a:gd name="connsiteY0" fmla="*/ 252412 h 252412"/>
                <a:gd name="connsiteX1" fmla="*/ 30957 w 1716882"/>
                <a:gd name="connsiteY1" fmla="*/ 247650 h 252412"/>
                <a:gd name="connsiteX2" fmla="*/ 50007 w 1716882"/>
                <a:gd name="connsiteY2" fmla="*/ 242887 h 252412"/>
                <a:gd name="connsiteX3" fmla="*/ 57150 w 1716882"/>
                <a:gd name="connsiteY3" fmla="*/ 240506 h 252412"/>
                <a:gd name="connsiteX4" fmla="*/ 85725 w 1716882"/>
                <a:gd name="connsiteY4" fmla="*/ 238125 h 252412"/>
                <a:gd name="connsiteX5" fmla="*/ 92869 w 1716882"/>
                <a:gd name="connsiteY5" fmla="*/ 235743 h 252412"/>
                <a:gd name="connsiteX6" fmla="*/ 116682 w 1716882"/>
                <a:gd name="connsiteY6" fmla="*/ 230981 h 252412"/>
                <a:gd name="connsiteX7" fmla="*/ 126207 w 1716882"/>
                <a:gd name="connsiteY7" fmla="*/ 226218 h 252412"/>
                <a:gd name="connsiteX8" fmla="*/ 135732 w 1716882"/>
                <a:gd name="connsiteY8" fmla="*/ 223837 h 252412"/>
                <a:gd name="connsiteX9" fmla="*/ 197644 w 1716882"/>
                <a:gd name="connsiteY9" fmla="*/ 216693 h 252412"/>
                <a:gd name="connsiteX10" fmla="*/ 221457 w 1716882"/>
                <a:gd name="connsiteY10" fmla="*/ 219075 h 252412"/>
                <a:gd name="connsiteX11" fmla="*/ 309564 w 1716882"/>
                <a:gd name="connsiteY11" fmla="*/ 209550 h 252412"/>
                <a:gd name="connsiteX12" fmla="*/ 402432 w 1716882"/>
                <a:gd name="connsiteY12" fmla="*/ 200025 h 252412"/>
                <a:gd name="connsiteX13" fmla="*/ 492919 w 1716882"/>
                <a:gd name="connsiteY13" fmla="*/ 188119 h 252412"/>
                <a:gd name="connsiteX14" fmla="*/ 552450 w 1716882"/>
                <a:gd name="connsiteY14" fmla="*/ 178593 h 252412"/>
                <a:gd name="connsiteX15" fmla="*/ 592932 w 1716882"/>
                <a:gd name="connsiteY15" fmla="*/ 166687 h 252412"/>
                <a:gd name="connsiteX16" fmla="*/ 633413 w 1716882"/>
                <a:gd name="connsiteY16" fmla="*/ 157162 h 252412"/>
                <a:gd name="connsiteX17" fmla="*/ 661988 w 1716882"/>
                <a:gd name="connsiteY17" fmla="*/ 154781 h 252412"/>
                <a:gd name="connsiteX18" fmla="*/ 697707 w 1716882"/>
                <a:gd name="connsiteY18" fmla="*/ 147637 h 252412"/>
                <a:gd name="connsiteX19" fmla="*/ 800100 w 1716882"/>
                <a:gd name="connsiteY19" fmla="*/ 130969 h 252412"/>
                <a:gd name="connsiteX20" fmla="*/ 871538 w 1716882"/>
                <a:gd name="connsiteY20" fmla="*/ 128587 h 252412"/>
                <a:gd name="connsiteX21" fmla="*/ 933451 w 1716882"/>
                <a:gd name="connsiteY21" fmla="*/ 123824 h 252412"/>
                <a:gd name="connsiteX22" fmla="*/ 995363 w 1716882"/>
                <a:gd name="connsiteY22" fmla="*/ 114300 h 252412"/>
                <a:gd name="connsiteX23" fmla="*/ 1050132 w 1716882"/>
                <a:gd name="connsiteY23" fmla="*/ 107156 h 252412"/>
                <a:gd name="connsiteX24" fmla="*/ 1071563 w 1716882"/>
                <a:gd name="connsiteY24" fmla="*/ 102393 h 252412"/>
                <a:gd name="connsiteX25" fmla="*/ 1121569 w 1716882"/>
                <a:gd name="connsiteY25" fmla="*/ 90487 h 252412"/>
                <a:gd name="connsiteX26" fmla="*/ 1169194 w 1716882"/>
                <a:gd name="connsiteY26" fmla="*/ 76200 h 252412"/>
                <a:gd name="connsiteX27" fmla="*/ 1226344 w 1716882"/>
                <a:gd name="connsiteY27" fmla="*/ 66674 h 252412"/>
                <a:gd name="connsiteX28" fmla="*/ 1302544 w 1716882"/>
                <a:gd name="connsiteY28" fmla="*/ 57149 h 252412"/>
                <a:gd name="connsiteX29" fmla="*/ 1378744 w 1716882"/>
                <a:gd name="connsiteY29" fmla="*/ 54768 h 252412"/>
                <a:gd name="connsiteX30" fmla="*/ 1443038 w 1716882"/>
                <a:gd name="connsiteY30" fmla="*/ 52387 h 252412"/>
                <a:gd name="connsiteX31" fmla="*/ 1459707 w 1716882"/>
                <a:gd name="connsiteY31" fmla="*/ 54768 h 252412"/>
                <a:gd name="connsiteX32" fmla="*/ 1514475 w 1716882"/>
                <a:gd name="connsiteY32" fmla="*/ 52387 h 252412"/>
                <a:gd name="connsiteX33" fmla="*/ 1552575 w 1716882"/>
                <a:gd name="connsiteY33" fmla="*/ 38100 h 252412"/>
                <a:gd name="connsiteX34" fmla="*/ 1571625 w 1716882"/>
                <a:gd name="connsiteY34" fmla="*/ 30956 h 252412"/>
                <a:gd name="connsiteX35" fmla="*/ 1624013 w 1716882"/>
                <a:gd name="connsiteY35" fmla="*/ 14287 h 252412"/>
                <a:gd name="connsiteX36" fmla="*/ 1702594 w 1716882"/>
                <a:gd name="connsiteY36" fmla="*/ 11906 h 252412"/>
                <a:gd name="connsiteX37" fmla="*/ 1709738 w 1716882"/>
                <a:gd name="connsiteY37" fmla="*/ 7143 h 252412"/>
                <a:gd name="connsiteX38" fmla="*/ 1716882 w 1716882"/>
                <a:gd name="connsiteY38" fmla="*/ 0 h 252412"/>
                <a:gd name="connsiteX0" fmla="*/ 0 w 1716882"/>
                <a:gd name="connsiteY0" fmla="*/ 252412 h 252412"/>
                <a:gd name="connsiteX1" fmla="*/ 30957 w 1716882"/>
                <a:gd name="connsiteY1" fmla="*/ 247650 h 252412"/>
                <a:gd name="connsiteX2" fmla="*/ 50007 w 1716882"/>
                <a:gd name="connsiteY2" fmla="*/ 242887 h 252412"/>
                <a:gd name="connsiteX3" fmla="*/ 57150 w 1716882"/>
                <a:gd name="connsiteY3" fmla="*/ 240506 h 252412"/>
                <a:gd name="connsiteX4" fmla="*/ 85725 w 1716882"/>
                <a:gd name="connsiteY4" fmla="*/ 238125 h 252412"/>
                <a:gd name="connsiteX5" fmla="*/ 92869 w 1716882"/>
                <a:gd name="connsiteY5" fmla="*/ 235743 h 252412"/>
                <a:gd name="connsiteX6" fmla="*/ 116682 w 1716882"/>
                <a:gd name="connsiteY6" fmla="*/ 230981 h 252412"/>
                <a:gd name="connsiteX7" fmla="*/ 126207 w 1716882"/>
                <a:gd name="connsiteY7" fmla="*/ 226218 h 252412"/>
                <a:gd name="connsiteX8" fmla="*/ 135732 w 1716882"/>
                <a:gd name="connsiteY8" fmla="*/ 223837 h 252412"/>
                <a:gd name="connsiteX9" fmla="*/ 197644 w 1716882"/>
                <a:gd name="connsiteY9" fmla="*/ 216693 h 252412"/>
                <a:gd name="connsiteX10" fmla="*/ 221457 w 1716882"/>
                <a:gd name="connsiteY10" fmla="*/ 219075 h 252412"/>
                <a:gd name="connsiteX11" fmla="*/ 309564 w 1716882"/>
                <a:gd name="connsiteY11" fmla="*/ 209550 h 252412"/>
                <a:gd name="connsiteX12" fmla="*/ 402432 w 1716882"/>
                <a:gd name="connsiteY12" fmla="*/ 200025 h 252412"/>
                <a:gd name="connsiteX13" fmla="*/ 492919 w 1716882"/>
                <a:gd name="connsiteY13" fmla="*/ 188119 h 252412"/>
                <a:gd name="connsiteX14" fmla="*/ 552450 w 1716882"/>
                <a:gd name="connsiteY14" fmla="*/ 178593 h 252412"/>
                <a:gd name="connsiteX15" fmla="*/ 592932 w 1716882"/>
                <a:gd name="connsiteY15" fmla="*/ 166687 h 252412"/>
                <a:gd name="connsiteX16" fmla="*/ 633413 w 1716882"/>
                <a:gd name="connsiteY16" fmla="*/ 157162 h 252412"/>
                <a:gd name="connsiteX17" fmla="*/ 661988 w 1716882"/>
                <a:gd name="connsiteY17" fmla="*/ 154781 h 252412"/>
                <a:gd name="connsiteX18" fmla="*/ 697707 w 1716882"/>
                <a:gd name="connsiteY18" fmla="*/ 147637 h 252412"/>
                <a:gd name="connsiteX19" fmla="*/ 800100 w 1716882"/>
                <a:gd name="connsiteY19" fmla="*/ 130969 h 252412"/>
                <a:gd name="connsiteX20" fmla="*/ 871538 w 1716882"/>
                <a:gd name="connsiteY20" fmla="*/ 128587 h 252412"/>
                <a:gd name="connsiteX21" fmla="*/ 933451 w 1716882"/>
                <a:gd name="connsiteY21" fmla="*/ 123824 h 252412"/>
                <a:gd name="connsiteX22" fmla="*/ 995363 w 1716882"/>
                <a:gd name="connsiteY22" fmla="*/ 114300 h 252412"/>
                <a:gd name="connsiteX23" fmla="*/ 1050132 w 1716882"/>
                <a:gd name="connsiteY23" fmla="*/ 107156 h 252412"/>
                <a:gd name="connsiteX24" fmla="*/ 1071563 w 1716882"/>
                <a:gd name="connsiteY24" fmla="*/ 102393 h 252412"/>
                <a:gd name="connsiteX25" fmla="*/ 1121569 w 1716882"/>
                <a:gd name="connsiteY25" fmla="*/ 90487 h 252412"/>
                <a:gd name="connsiteX26" fmla="*/ 1169194 w 1716882"/>
                <a:gd name="connsiteY26" fmla="*/ 76200 h 252412"/>
                <a:gd name="connsiteX27" fmla="*/ 1226344 w 1716882"/>
                <a:gd name="connsiteY27" fmla="*/ 66674 h 252412"/>
                <a:gd name="connsiteX28" fmla="*/ 1302544 w 1716882"/>
                <a:gd name="connsiteY28" fmla="*/ 57149 h 252412"/>
                <a:gd name="connsiteX29" fmla="*/ 1378744 w 1716882"/>
                <a:gd name="connsiteY29" fmla="*/ 54768 h 252412"/>
                <a:gd name="connsiteX30" fmla="*/ 1443038 w 1716882"/>
                <a:gd name="connsiteY30" fmla="*/ 52387 h 252412"/>
                <a:gd name="connsiteX31" fmla="*/ 1459707 w 1716882"/>
                <a:gd name="connsiteY31" fmla="*/ 54768 h 252412"/>
                <a:gd name="connsiteX32" fmla="*/ 1516856 w 1716882"/>
                <a:gd name="connsiteY32" fmla="*/ 45244 h 252412"/>
                <a:gd name="connsiteX33" fmla="*/ 1552575 w 1716882"/>
                <a:gd name="connsiteY33" fmla="*/ 38100 h 252412"/>
                <a:gd name="connsiteX34" fmla="*/ 1571625 w 1716882"/>
                <a:gd name="connsiteY34" fmla="*/ 30956 h 252412"/>
                <a:gd name="connsiteX35" fmla="*/ 1624013 w 1716882"/>
                <a:gd name="connsiteY35" fmla="*/ 14287 h 252412"/>
                <a:gd name="connsiteX36" fmla="*/ 1702594 w 1716882"/>
                <a:gd name="connsiteY36" fmla="*/ 11906 h 252412"/>
                <a:gd name="connsiteX37" fmla="*/ 1709738 w 1716882"/>
                <a:gd name="connsiteY37" fmla="*/ 7143 h 252412"/>
                <a:gd name="connsiteX38" fmla="*/ 1716882 w 1716882"/>
                <a:gd name="connsiteY38" fmla="*/ 0 h 252412"/>
                <a:gd name="connsiteX0" fmla="*/ 0 w 1716882"/>
                <a:gd name="connsiteY0" fmla="*/ 252412 h 252412"/>
                <a:gd name="connsiteX1" fmla="*/ 30957 w 1716882"/>
                <a:gd name="connsiteY1" fmla="*/ 247650 h 252412"/>
                <a:gd name="connsiteX2" fmla="*/ 50007 w 1716882"/>
                <a:gd name="connsiteY2" fmla="*/ 242887 h 252412"/>
                <a:gd name="connsiteX3" fmla="*/ 57150 w 1716882"/>
                <a:gd name="connsiteY3" fmla="*/ 240506 h 252412"/>
                <a:gd name="connsiteX4" fmla="*/ 85725 w 1716882"/>
                <a:gd name="connsiteY4" fmla="*/ 238125 h 252412"/>
                <a:gd name="connsiteX5" fmla="*/ 92869 w 1716882"/>
                <a:gd name="connsiteY5" fmla="*/ 235743 h 252412"/>
                <a:gd name="connsiteX6" fmla="*/ 116682 w 1716882"/>
                <a:gd name="connsiteY6" fmla="*/ 230981 h 252412"/>
                <a:gd name="connsiteX7" fmla="*/ 126207 w 1716882"/>
                <a:gd name="connsiteY7" fmla="*/ 226218 h 252412"/>
                <a:gd name="connsiteX8" fmla="*/ 135732 w 1716882"/>
                <a:gd name="connsiteY8" fmla="*/ 223837 h 252412"/>
                <a:gd name="connsiteX9" fmla="*/ 197644 w 1716882"/>
                <a:gd name="connsiteY9" fmla="*/ 216693 h 252412"/>
                <a:gd name="connsiteX10" fmla="*/ 221457 w 1716882"/>
                <a:gd name="connsiteY10" fmla="*/ 219075 h 252412"/>
                <a:gd name="connsiteX11" fmla="*/ 309564 w 1716882"/>
                <a:gd name="connsiteY11" fmla="*/ 209550 h 252412"/>
                <a:gd name="connsiteX12" fmla="*/ 402432 w 1716882"/>
                <a:gd name="connsiteY12" fmla="*/ 200025 h 252412"/>
                <a:gd name="connsiteX13" fmla="*/ 492919 w 1716882"/>
                <a:gd name="connsiteY13" fmla="*/ 188119 h 252412"/>
                <a:gd name="connsiteX14" fmla="*/ 552450 w 1716882"/>
                <a:gd name="connsiteY14" fmla="*/ 178593 h 252412"/>
                <a:gd name="connsiteX15" fmla="*/ 592932 w 1716882"/>
                <a:gd name="connsiteY15" fmla="*/ 166687 h 252412"/>
                <a:gd name="connsiteX16" fmla="*/ 633413 w 1716882"/>
                <a:gd name="connsiteY16" fmla="*/ 157162 h 252412"/>
                <a:gd name="connsiteX17" fmla="*/ 661988 w 1716882"/>
                <a:gd name="connsiteY17" fmla="*/ 154781 h 252412"/>
                <a:gd name="connsiteX18" fmla="*/ 697707 w 1716882"/>
                <a:gd name="connsiteY18" fmla="*/ 147637 h 252412"/>
                <a:gd name="connsiteX19" fmla="*/ 800100 w 1716882"/>
                <a:gd name="connsiteY19" fmla="*/ 130969 h 252412"/>
                <a:gd name="connsiteX20" fmla="*/ 871538 w 1716882"/>
                <a:gd name="connsiteY20" fmla="*/ 128587 h 252412"/>
                <a:gd name="connsiteX21" fmla="*/ 933451 w 1716882"/>
                <a:gd name="connsiteY21" fmla="*/ 123824 h 252412"/>
                <a:gd name="connsiteX22" fmla="*/ 995363 w 1716882"/>
                <a:gd name="connsiteY22" fmla="*/ 114300 h 252412"/>
                <a:gd name="connsiteX23" fmla="*/ 1050132 w 1716882"/>
                <a:gd name="connsiteY23" fmla="*/ 107156 h 252412"/>
                <a:gd name="connsiteX24" fmla="*/ 1071563 w 1716882"/>
                <a:gd name="connsiteY24" fmla="*/ 102393 h 252412"/>
                <a:gd name="connsiteX25" fmla="*/ 1121569 w 1716882"/>
                <a:gd name="connsiteY25" fmla="*/ 90487 h 252412"/>
                <a:gd name="connsiteX26" fmla="*/ 1169194 w 1716882"/>
                <a:gd name="connsiteY26" fmla="*/ 76200 h 252412"/>
                <a:gd name="connsiteX27" fmla="*/ 1226344 w 1716882"/>
                <a:gd name="connsiteY27" fmla="*/ 66674 h 252412"/>
                <a:gd name="connsiteX28" fmla="*/ 1302544 w 1716882"/>
                <a:gd name="connsiteY28" fmla="*/ 57149 h 252412"/>
                <a:gd name="connsiteX29" fmla="*/ 1378744 w 1716882"/>
                <a:gd name="connsiteY29" fmla="*/ 54768 h 252412"/>
                <a:gd name="connsiteX30" fmla="*/ 1443038 w 1716882"/>
                <a:gd name="connsiteY30" fmla="*/ 52387 h 252412"/>
                <a:gd name="connsiteX31" fmla="*/ 1459707 w 1716882"/>
                <a:gd name="connsiteY31" fmla="*/ 54768 h 252412"/>
                <a:gd name="connsiteX32" fmla="*/ 1516856 w 1716882"/>
                <a:gd name="connsiteY32" fmla="*/ 45244 h 252412"/>
                <a:gd name="connsiteX33" fmla="*/ 1552575 w 1716882"/>
                <a:gd name="connsiteY33" fmla="*/ 38100 h 252412"/>
                <a:gd name="connsiteX34" fmla="*/ 1571625 w 1716882"/>
                <a:gd name="connsiteY34" fmla="*/ 30956 h 252412"/>
                <a:gd name="connsiteX35" fmla="*/ 1631157 w 1716882"/>
                <a:gd name="connsiteY35" fmla="*/ 19050 h 252412"/>
                <a:gd name="connsiteX36" fmla="*/ 1702594 w 1716882"/>
                <a:gd name="connsiteY36" fmla="*/ 11906 h 252412"/>
                <a:gd name="connsiteX37" fmla="*/ 1709738 w 1716882"/>
                <a:gd name="connsiteY37" fmla="*/ 7143 h 252412"/>
                <a:gd name="connsiteX38" fmla="*/ 1716882 w 1716882"/>
                <a:gd name="connsiteY38" fmla="*/ 0 h 252412"/>
                <a:gd name="connsiteX0" fmla="*/ 0 w 1709738"/>
                <a:gd name="connsiteY0" fmla="*/ 245269 h 245269"/>
                <a:gd name="connsiteX1" fmla="*/ 30957 w 1709738"/>
                <a:gd name="connsiteY1" fmla="*/ 240507 h 245269"/>
                <a:gd name="connsiteX2" fmla="*/ 50007 w 1709738"/>
                <a:gd name="connsiteY2" fmla="*/ 235744 h 245269"/>
                <a:gd name="connsiteX3" fmla="*/ 57150 w 1709738"/>
                <a:gd name="connsiteY3" fmla="*/ 233363 h 245269"/>
                <a:gd name="connsiteX4" fmla="*/ 85725 w 1709738"/>
                <a:gd name="connsiteY4" fmla="*/ 230982 h 245269"/>
                <a:gd name="connsiteX5" fmla="*/ 92869 w 1709738"/>
                <a:gd name="connsiteY5" fmla="*/ 228600 h 245269"/>
                <a:gd name="connsiteX6" fmla="*/ 116682 w 1709738"/>
                <a:gd name="connsiteY6" fmla="*/ 223838 h 245269"/>
                <a:gd name="connsiteX7" fmla="*/ 126207 w 1709738"/>
                <a:gd name="connsiteY7" fmla="*/ 219075 h 245269"/>
                <a:gd name="connsiteX8" fmla="*/ 135732 w 1709738"/>
                <a:gd name="connsiteY8" fmla="*/ 216694 h 245269"/>
                <a:gd name="connsiteX9" fmla="*/ 197644 w 1709738"/>
                <a:gd name="connsiteY9" fmla="*/ 209550 h 245269"/>
                <a:gd name="connsiteX10" fmla="*/ 221457 w 1709738"/>
                <a:gd name="connsiteY10" fmla="*/ 211932 h 245269"/>
                <a:gd name="connsiteX11" fmla="*/ 309564 w 1709738"/>
                <a:gd name="connsiteY11" fmla="*/ 202407 h 245269"/>
                <a:gd name="connsiteX12" fmla="*/ 402432 w 1709738"/>
                <a:gd name="connsiteY12" fmla="*/ 192882 h 245269"/>
                <a:gd name="connsiteX13" fmla="*/ 492919 w 1709738"/>
                <a:gd name="connsiteY13" fmla="*/ 180976 h 245269"/>
                <a:gd name="connsiteX14" fmla="*/ 552450 w 1709738"/>
                <a:gd name="connsiteY14" fmla="*/ 171450 h 245269"/>
                <a:gd name="connsiteX15" fmla="*/ 592932 w 1709738"/>
                <a:gd name="connsiteY15" fmla="*/ 159544 h 245269"/>
                <a:gd name="connsiteX16" fmla="*/ 633413 w 1709738"/>
                <a:gd name="connsiteY16" fmla="*/ 150019 h 245269"/>
                <a:gd name="connsiteX17" fmla="*/ 661988 w 1709738"/>
                <a:gd name="connsiteY17" fmla="*/ 147638 h 245269"/>
                <a:gd name="connsiteX18" fmla="*/ 697707 w 1709738"/>
                <a:gd name="connsiteY18" fmla="*/ 140494 h 245269"/>
                <a:gd name="connsiteX19" fmla="*/ 800100 w 1709738"/>
                <a:gd name="connsiteY19" fmla="*/ 123826 h 245269"/>
                <a:gd name="connsiteX20" fmla="*/ 871538 w 1709738"/>
                <a:gd name="connsiteY20" fmla="*/ 121444 h 245269"/>
                <a:gd name="connsiteX21" fmla="*/ 933451 w 1709738"/>
                <a:gd name="connsiteY21" fmla="*/ 116681 h 245269"/>
                <a:gd name="connsiteX22" fmla="*/ 995363 w 1709738"/>
                <a:gd name="connsiteY22" fmla="*/ 107157 h 245269"/>
                <a:gd name="connsiteX23" fmla="*/ 1050132 w 1709738"/>
                <a:gd name="connsiteY23" fmla="*/ 100013 h 245269"/>
                <a:gd name="connsiteX24" fmla="*/ 1071563 w 1709738"/>
                <a:gd name="connsiteY24" fmla="*/ 95250 h 245269"/>
                <a:gd name="connsiteX25" fmla="*/ 1121569 w 1709738"/>
                <a:gd name="connsiteY25" fmla="*/ 83344 h 245269"/>
                <a:gd name="connsiteX26" fmla="*/ 1169194 w 1709738"/>
                <a:gd name="connsiteY26" fmla="*/ 69057 h 245269"/>
                <a:gd name="connsiteX27" fmla="*/ 1226344 w 1709738"/>
                <a:gd name="connsiteY27" fmla="*/ 59531 h 245269"/>
                <a:gd name="connsiteX28" fmla="*/ 1302544 w 1709738"/>
                <a:gd name="connsiteY28" fmla="*/ 50006 h 245269"/>
                <a:gd name="connsiteX29" fmla="*/ 1378744 w 1709738"/>
                <a:gd name="connsiteY29" fmla="*/ 47625 h 245269"/>
                <a:gd name="connsiteX30" fmla="*/ 1443038 w 1709738"/>
                <a:gd name="connsiteY30" fmla="*/ 45244 h 245269"/>
                <a:gd name="connsiteX31" fmla="*/ 1459707 w 1709738"/>
                <a:gd name="connsiteY31" fmla="*/ 47625 h 245269"/>
                <a:gd name="connsiteX32" fmla="*/ 1516856 w 1709738"/>
                <a:gd name="connsiteY32" fmla="*/ 38101 h 245269"/>
                <a:gd name="connsiteX33" fmla="*/ 1552575 w 1709738"/>
                <a:gd name="connsiteY33" fmla="*/ 30957 h 245269"/>
                <a:gd name="connsiteX34" fmla="*/ 1571625 w 1709738"/>
                <a:gd name="connsiteY34" fmla="*/ 23813 h 245269"/>
                <a:gd name="connsiteX35" fmla="*/ 1631157 w 1709738"/>
                <a:gd name="connsiteY35" fmla="*/ 11907 h 245269"/>
                <a:gd name="connsiteX36" fmla="*/ 1702594 w 1709738"/>
                <a:gd name="connsiteY36" fmla="*/ 4763 h 245269"/>
                <a:gd name="connsiteX37" fmla="*/ 1709738 w 1709738"/>
                <a:gd name="connsiteY37" fmla="*/ 0 h 245269"/>
                <a:gd name="connsiteX0" fmla="*/ 0 w 1733551"/>
                <a:gd name="connsiteY0" fmla="*/ 247650 h 247650"/>
                <a:gd name="connsiteX1" fmla="*/ 30957 w 1733551"/>
                <a:gd name="connsiteY1" fmla="*/ 242888 h 247650"/>
                <a:gd name="connsiteX2" fmla="*/ 50007 w 1733551"/>
                <a:gd name="connsiteY2" fmla="*/ 238125 h 247650"/>
                <a:gd name="connsiteX3" fmla="*/ 57150 w 1733551"/>
                <a:gd name="connsiteY3" fmla="*/ 235744 h 247650"/>
                <a:gd name="connsiteX4" fmla="*/ 85725 w 1733551"/>
                <a:gd name="connsiteY4" fmla="*/ 233363 h 247650"/>
                <a:gd name="connsiteX5" fmla="*/ 92869 w 1733551"/>
                <a:gd name="connsiteY5" fmla="*/ 230981 h 247650"/>
                <a:gd name="connsiteX6" fmla="*/ 116682 w 1733551"/>
                <a:gd name="connsiteY6" fmla="*/ 226219 h 247650"/>
                <a:gd name="connsiteX7" fmla="*/ 126207 w 1733551"/>
                <a:gd name="connsiteY7" fmla="*/ 221456 h 247650"/>
                <a:gd name="connsiteX8" fmla="*/ 135732 w 1733551"/>
                <a:gd name="connsiteY8" fmla="*/ 219075 h 247650"/>
                <a:gd name="connsiteX9" fmla="*/ 197644 w 1733551"/>
                <a:gd name="connsiteY9" fmla="*/ 211931 h 247650"/>
                <a:gd name="connsiteX10" fmla="*/ 221457 w 1733551"/>
                <a:gd name="connsiteY10" fmla="*/ 214313 h 247650"/>
                <a:gd name="connsiteX11" fmla="*/ 309564 w 1733551"/>
                <a:gd name="connsiteY11" fmla="*/ 204788 h 247650"/>
                <a:gd name="connsiteX12" fmla="*/ 402432 w 1733551"/>
                <a:gd name="connsiteY12" fmla="*/ 195263 h 247650"/>
                <a:gd name="connsiteX13" fmla="*/ 492919 w 1733551"/>
                <a:gd name="connsiteY13" fmla="*/ 183357 h 247650"/>
                <a:gd name="connsiteX14" fmla="*/ 552450 w 1733551"/>
                <a:gd name="connsiteY14" fmla="*/ 173831 h 247650"/>
                <a:gd name="connsiteX15" fmla="*/ 592932 w 1733551"/>
                <a:gd name="connsiteY15" fmla="*/ 161925 h 247650"/>
                <a:gd name="connsiteX16" fmla="*/ 633413 w 1733551"/>
                <a:gd name="connsiteY16" fmla="*/ 152400 h 247650"/>
                <a:gd name="connsiteX17" fmla="*/ 661988 w 1733551"/>
                <a:gd name="connsiteY17" fmla="*/ 150019 h 247650"/>
                <a:gd name="connsiteX18" fmla="*/ 697707 w 1733551"/>
                <a:gd name="connsiteY18" fmla="*/ 142875 h 247650"/>
                <a:gd name="connsiteX19" fmla="*/ 800100 w 1733551"/>
                <a:gd name="connsiteY19" fmla="*/ 126207 h 247650"/>
                <a:gd name="connsiteX20" fmla="*/ 871538 w 1733551"/>
                <a:gd name="connsiteY20" fmla="*/ 123825 h 247650"/>
                <a:gd name="connsiteX21" fmla="*/ 933451 w 1733551"/>
                <a:gd name="connsiteY21" fmla="*/ 119062 h 247650"/>
                <a:gd name="connsiteX22" fmla="*/ 995363 w 1733551"/>
                <a:gd name="connsiteY22" fmla="*/ 109538 h 247650"/>
                <a:gd name="connsiteX23" fmla="*/ 1050132 w 1733551"/>
                <a:gd name="connsiteY23" fmla="*/ 102394 h 247650"/>
                <a:gd name="connsiteX24" fmla="*/ 1071563 w 1733551"/>
                <a:gd name="connsiteY24" fmla="*/ 97631 h 247650"/>
                <a:gd name="connsiteX25" fmla="*/ 1121569 w 1733551"/>
                <a:gd name="connsiteY25" fmla="*/ 85725 h 247650"/>
                <a:gd name="connsiteX26" fmla="*/ 1169194 w 1733551"/>
                <a:gd name="connsiteY26" fmla="*/ 71438 h 247650"/>
                <a:gd name="connsiteX27" fmla="*/ 1226344 w 1733551"/>
                <a:gd name="connsiteY27" fmla="*/ 61912 h 247650"/>
                <a:gd name="connsiteX28" fmla="*/ 1302544 w 1733551"/>
                <a:gd name="connsiteY28" fmla="*/ 52387 h 247650"/>
                <a:gd name="connsiteX29" fmla="*/ 1378744 w 1733551"/>
                <a:gd name="connsiteY29" fmla="*/ 50006 h 247650"/>
                <a:gd name="connsiteX30" fmla="*/ 1443038 w 1733551"/>
                <a:gd name="connsiteY30" fmla="*/ 47625 h 247650"/>
                <a:gd name="connsiteX31" fmla="*/ 1459707 w 1733551"/>
                <a:gd name="connsiteY31" fmla="*/ 50006 h 247650"/>
                <a:gd name="connsiteX32" fmla="*/ 1516856 w 1733551"/>
                <a:gd name="connsiteY32" fmla="*/ 40482 h 247650"/>
                <a:gd name="connsiteX33" fmla="*/ 1552575 w 1733551"/>
                <a:gd name="connsiteY33" fmla="*/ 33338 h 247650"/>
                <a:gd name="connsiteX34" fmla="*/ 1571625 w 1733551"/>
                <a:gd name="connsiteY34" fmla="*/ 26194 h 247650"/>
                <a:gd name="connsiteX35" fmla="*/ 1631157 w 1733551"/>
                <a:gd name="connsiteY35" fmla="*/ 14288 h 247650"/>
                <a:gd name="connsiteX36" fmla="*/ 1702594 w 1733551"/>
                <a:gd name="connsiteY36" fmla="*/ 7144 h 247650"/>
                <a:gd name="connsiteX37" fmla="*/ 1733551 w 1733551"/>
                <a:gd name="connsiteY37" fmla="*/ 0 h 247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1733551" h="247650">
                  <a:moveTo>
                    <a:pt x="0" y="247650"/>
                  </a:moveTo>
                  <a:cubicBezTo>
                    <a:pt x="10319" y="246063"/>
                    <a:pt x="20701" y="244841"/>
                    <a:pt x="30957" y="242888"/>
                  </a:cubicBezTo>
                  <a:cubicBezTo>
                    <a:pt x="37387" y="241663"/>
                    <a:pt x="43692" y="239847"/>
                    <a:pt x="50007" y="238125"/>
                  </a:cubicBezTo>
                  <a:cubicBezTo>
                    <a:pt x="52428" y="237465"/>
                    <a:pt x="54662" y="236076"/>
                    <a:pt x="57150" y="235744"/>
                  </a:cubicBezTo>
                  <a:cubicBezTo>
                    <a:pt x="66624" y="234481"/>
                    <a:pt x="76200" y="234157"/>
                    <a:pt x="85725" y="233363"/>
                  </a:cubicBezTo>
                  <a:cubicBezTo>
                    <a:pt x="88106" y="232569"/>
                    <a:pt x="90423" y="231545"/>
                    <a:pt x="92869" y="230981"/>
                  </a:cubicBezTo>
                  <a:cubicBezTo>
                    <a:pt x="100757" y="229161"/>
                    <a:pt x="116682" y="226219"/>
                    <a:pt x="116682" y="226219"/>
                  </a:cubicBezTo>
                  <a:cubicBezTo>
                    <a:pt x="119857" y="224631"/>
                    <a:pt x="122883" y="222702"/>
                    <a:pt x="126207" y="221456"/>
                  </a:cubicBezTo>
                  <a:cubicBezTo>
                    <a:pt x="129271" y="220307"/>
                    <a:pt x="132509" y="219644"/>
                    <a:pt x="135732" y="219075"/>
                  </a:cubicBezTo>
                  <a:cubicBezTo>
                    <a:pt x="167554" y="213460"/>
                    <a:pt x="165560" y="214400"/>
                    <a:pt x="197644" y="211931"/>
                  </a:cubicBezTo>
                  <a:cubicBezTo>
                    <a:pt x="205582" y="212725"/>
                    <a:pt x="202804" y="215503"/>
                    <a:pt x="221457" y="214313"/>
                  </a:cubicBezTo>
                  <a:cubicBezTo>
                    <a:pt x="240110" y="213123"/>
                    <a:pt x="275155" y="211044"/>
                    <a:pt x="309564" y="204788"/>
                  </a:cubicBezTo>
                  <a:cubicBezTo>
                    <a:pt x="355655" y="196282"/>
                    <a:pt x="371873" y="198835"/>
                    <a:pt x="402432" y="195263"/>
                  </a:cubicBezTo>
                  <a:cubicBezTo>
                    <a:pt x="432991" y="191691"/>
                    <a:pt x="420897" y="189358"/>
                    <a:pt x="492919" y="183357"/>
                  </a:cubicBezTo>
                  <a:cubicBezTo>
                    <a:pt x="517065" y="171283"/>
                    <a:pt x="535781" y="177403"/>
                    <a:pt x="552450" y="173831"/>
                  </a:cubicBezTo>
                  <a:cubicBezTo>
                    <a:pt x="569119" y="170259"/>
                    <a:pt x="579438" y="165497"/>
                    <a:pt x="592932" y="161925"/>
                  </a:cubicBezTo>
                  <a:cubicBezTo>
                    <a:pt x="606426" y="158353"/>
                    <a:pt x="621188" y="154147"/>
                    <a:pt x="633413" y="152400"/>
                  </a:cubicBezTo>
                  <a:cubicBezTo>
                    <a:pt x="642875" y="151048"/>
                    <a:pt x="651272" y="151606"/>
                    <a:pt x="661988" y="150019"/>
                  </a:cubicBezTo>
                  <a:cubicBezTo>
                    <a:pt x="672704" y="148432"/>
                    <a:pt x="674688" y="146844"/>
                    <a:pt x="697707" y="142875"/>
                  </a:cubicBezTo>
                  <a:cubicBezTo>
                    <a:pt x="720726" y="138906"/>
                    <a:pt x="771128" y="129382"/>
                    <a:pt x="800100" y="126207"/>
                  </a:cubicBezTo>
                  <a:lnTo>
                    <a:pt x="871538" y="123825"/>
                  </a:lnTo>
                  <a:cubicBezTo>
                    <a:pt x="886632" y="124337"/>
                    <a:pt x="912814" y="121443"/>
                    <a:pt x="933451" y="119062"/>
                  </a:cubicBezTo>
                  <a:cubicBezTo>
                    <a:pt x="954089" y="116681"/>
                    <a:pt x="975916" y="112316"/>
                    <a:pt x="995363" y="109538"/>
                  </a:cubicBezTo>
                  <a:cubicBezTo>
                    <a:pt x="1014810" y="106760"/>
                    <a:pt x="1037432" y="104378"/>
                    <a:pt x="1050132" y="102394"/>
                  </a:cubicBezTo>
                  <a:cubicBezTo>
                    <a:pt x="1062832" y="100410"/>
                    <a:pt x="1059657" y="100409"/>
                    <a:pt x="1071563" y="97631"/>
                  </a:cubicBezTo>
                  <a:cubicBezTo>
                    <a:pt x="1083469" y="94853"/>
                    <a:pt x="1105297" y="90090"/>
                    <a:pt x="1121569" y="85725"/>
                  </a:cubicBezTo>
                  <a:cubicBezTo>
                    <a:pt x="1137841" y="81360"/>
                    <a:pt x="1155303" y="75804"/>
                    <a:pt x="1169194" y="71438"/>
                  </a:cubicBezTo>
                  <a:cubicBezTo>
                    <a:pt x="1183085" y="67072"/>
                    <a:pt x="1204119" y="65087"/>
                    <a:pt x="1226344" y="61912"/>
                  </a:cubicBezTo>
                  <a:cubicBezTo>
                    <a:pt x="1248569" y="58737"/>
                    <a:pt x="1277144" y="54371"/>
                    <a:pt x="1302544" y="52387"/>
                  </a:cubicBezTo>
                  <a:cubicBezTo>
                    <a:pt x="1327944" y="50403"/>
                    <a:pt x="1332689" y="45620"/>
                    <a:pt x="1378744" y="50006"/>
                  </a:cubicBezTo>
                  <a:cubicBezTo>
                    <a:pt x="1400175" y="49212"/>
                    <a:pt x="1421592" y="47625"/>
                    <a:pt x="1443038" y="47625"/>
                  </a:cubicBezTo>
                  <a:cubicBezTo>
                    <a:pt x="1448651" y="47625"/>
                    <a:pt x="1447404" y="51196"/>
                    <a:pt x="1459707" y="50006"/>
                  </a:cubicBezTo>
                  <a:cubicBezTo>
                    <a:pt x="1472010" y="48816"/>
                    <a:pt x="1498600" y="41276"/>
                    <a:pt x="1516856" y="40482"/>
                  </a:cubicBezTo>
                  <a:cubicBezTo>
                    <a:pt x="1532334" y="37704"/>
                    <a:pt x="1543050" y="36910"/>
                    <a:pt x="1552575" y="33338"/>
                  </a:cubicBezTo>
                  <a:cubicBezTo>
                    <a:pt x="1581430" y="18909"/>
                    <a:pt x="1558528" y="29369"/>
                    <a:pt x="1571625" y="26194"/>
                  </a:cubicBezTo>
                  <a:cubicBezTo>
                    <a:pt x="1584722" y="23019"/>
                    <a:pt x="1602752" y="16758"/>
                    <a:pt x="1631157" y="14288"/>
                  </a:cubicBezTo>
                  <a:cubicBezTo>
                    <a:pt x="1657264" y="12018"/>
                    <a:pt x="1676400" y="7938"/>
                    <a:pt x="1702594" y="7144"/>
                  </a:cubicBezTo>
                  <a:cubicBezTo>
                    <a:pt x="1704975" y="5556"/>
                    <a:pt x="1731352" y="1832"/>
                    <a:pt x="1733551" y="0"/>
                  </a:cubicBezTo>
                </a:path>
              </a:pathLst>
            </a:custGeom>
            <a:noFill/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57"/>
            </a:p>
          </p:txBody>
        </p:sp>
        <p:sp>
          <p:nvSpPr>
            <p:cNvPr id="635" name="Freeform: Shape 634">
              <a:extLst>
                <a:ext uri="{FF2B5EF4-FFF2-40B4-BE49-F238E27FC236}">
                  <a16:creationId xmlns:a16="http://schemas.microsoft.com/office/drawing/2014/main" id="{CD95190A-95D3-D4FC-541D-4A62AEE16450}"/>
                </a:ext>
              </a:extLst>
            </p:cNvPr>
            <p:cNvSpPr/>
            <p:nvPr/>
          </p:nvSpPr>
          <p:spPr>
            <a:xfrm flipH="1">
              <a:off x="18558590" y="6447479"/>
              <a:ext cx="786947" cy="141326"/>
            </a:xfrm>
            <a:custGeom>
              <a:avLst/>
              <a:gdLst>
                <a:gd name="connsiteX0" fmla="*/ 28575 w 235744"/>
                <a:gd name="connsiteY0" fmla="*/ 0 h 140494"/>
                <a:gd name="connsiteX1" fmla="*/ 0 w 235744"/>
                <a:gd name="connsiteY1" fmla="*/ 35719 h 140494"/>
                <a:gd name="connsiteX2" fmla="*/ 33338 w 235744"/>
                <a:gd name="connsiteY2" fmla="*/ 88106 h 140494"/>
                <a:gd name="connsiteX3" fmla="*/ 111919 w 235744"/>
                <a:gd name="connsiteY3" fmla="*/ 140494 h 140494"/>
                <a:gd name="connsiteX4" fmla="*/ 178594 w 235744"/>
                <a:gd name="connsiteY4" fmla="*/ 135731 h 140494"/>
                <a:gd name="connsiteX5" fmla="*/ 235744 w 235744"/>
                <a:gd name="connsiteY5" fmla="*/ 114300 h 140494"/>
                <a:gd name="connsiteX6" fmla="*/ 228600 w 235744"/>
                <a:gd name="connsiteY6" fmla="*/ 83344 h 140494"/>
                <a:gd name="connsiteX7" fmla="*/ 178594 w 235744"/>
                <a:gd name="connsiteY7" fmla="*/ 52387 h 140494"/>
                <a:gd name="connsiteX8" fmla="*/ 92869 w 235744"/>
                <a:gd name="connsiteY8" fmla="*/ 26194 h 140494"/>
                <a:gd name="connsiteX9" fmla="*/ 28575 w 235744"/>
                <a:gd name="connsiteY9" fmla="*/ 0 h 1404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35744" h="140494">
                  <a:moveTo>
                    <a:pt x="28575" y="0"/>
                  </a:moveTo>
                  <a:lnTo>
                    <a:pt x="0" y="35719"/>
                  </a:lnTo>
                  <a:lnTo>
                    <a:pt x="33338" y="88106"/>
                  </a:lnTo>
                  <a:lnTo>
                    <a:pt x="111919" y="140494"/>
                  </a:lnTo>
                  <a:lnTo>
                    <a:pt x="178594" y="135731"/>
                  </a:lnTo>
                  <a:lnTo>
                    <a:pt x="235744" y="114300"/>
                  </a:lnTo>
                  <a:lnTo>
                    <a:pt x="228600" y="83344"/>
                  </a:lnTo>
                  <a:lnTo>
                    <a:pt x="178594" y="52387"/>
                  </a:lnTo>
                  <a:lnTo>
                    <a:pt x="92869" y="26194"/>
                  </a:lnTo>
                  <a:lnTo>
                    <a:pt x="28575" y="0"/>
                  </a:lnTo>
                  <a:close/>
                </a:path>
              </a:pathLst>
            </a:custGeom>
            <a:solidFill>
              <a:srgbClr val="00B0F0"/>
            </a:solidFill>
            <a:ln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57" dirty="0"/>
            </a:p>
          </p:txBody>
        </p:sp>
        <p:sp>
          <p:nvSpPr>
            <p:cNvPr id="643" name="TextBox 642">
              <a:extLst>
                <a:ext uri="{FF2B5EF4-FFF2-40B4-BE49-F238E27FC236}">
                  <a16:creationId xmlns:a16="http://schemas.microsoft.com/office/drawing/2014/main" id="{16B59DF9-292C-83C4-030B-6316677EEC50}"/>
                </a:ext>
              </a:extLst>
            </p:cNvPr>
            <p:cNvSpPr txBox="1"/>
            <p:nvPr/>
          </p:nvSpPr>
          <p:spPr>
            <a:xfrm flipH="1">
              <a:off x="17094421" y="5033661"/>
              <a:ext cx="1893291" cy="721854"/>
            </a:xfrm>
            <a:prstGeom prst="rect">
              <a:avLst/>
            </a:prstGeom>
            <a:solidFill>
              <a:schemeClr val="bg1">
                <a:alpha val="88000"/>
              </a:schemeClr>
            </a:solidFill>
            <a:effectLst>
              <a:softEdge rad="31750"/>
            </a:effectLst>
          </p:spPr>
          <p:txBody>
            <a:bodyPr wrap="square" rtlCol="0">
              <a:spAutoFit/>
            </a:bodyPr>
            <a:lstStyle/>
            <a:p>
              <a:pPr algn="r">
                <a:lnSpc>
                  <a:spcPts val="714"/>
                </a:lnSpc>
              </a:pPr>
              <a:r>
                <a:rPr lang="en-US" sz="857" dirty="0">
                  <a:latin typeface="Univers 57 Condensed" pitchFamily="50" charset="0"/>
                </a:rPr>
                <a:t>Evaporative cooling</a:t>
              </a:r>
            </a:p>
          </p:txBody>
        </p:sp>
        <p:cxnSp>
          <p:nvCxnSpPr>
            <p:cNvPr id="644" name="Straight Arrow Connector 643">
              <a:extLst>
                <a:ext uri="{FF2B5EF4-FFF2-40B4-BE49-F238E27FC236}">
                  <a16:creationId xmlns:a16="http://schemas.microsoft.com/office/drawing/2014/main" id="{FB0347D9-13E7-5141-C3D3-52B3DC62902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9156839" y="5740949"/>
              <a:ext cx="5395" cy="759375"/>
            </a:xfrm>
            <a:prstGeom prst="straightConnector1">
              <a:avLst/>
            </a:prstGeom>
            <a:ln w="25400">
              <a:solidFill>
                <a:srgbClr val="DEA900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45" name="TextBox 644">
              <a:extLst>
                <a:ext uri="{FF2B5EF4-FFF2-40B4-BE49-F238E27FC236}">
                  <a16:creationId xmlns:a16="http://schemas.microsoft.com/office/drawing/2014/main" id="{09EF412C-9DF7-E297-2AFA-F1584FBBCE6F}"/>
                </a:ext>
              </a:extLst>
            </p:cNvPr>
            <p:cNvSpPr txBox="1"/>
            <p:nvPr/>
          </p:nvSpPr>
          <p:spPr>
            <a:xfrm flipH="1">
              <a:off x="18781810" y="5109730"/>
              <a:ext cx="2105865" cy="721854"/>
            </a:xfrm>
            <a:prstGeom prst="rect">
              <a:avLst/>
            </a:prstGeom>
            <a:solidFill>
              <a:schemeClr val="bg1">
                <a:alpha val="40000"/>
              </a:schemeClr>
            </a:solidFill>
            <a:effectLst>
              <a:softEdge rad="31750"/>
            </a:effectLst>
          </p:spPr>
          <p:txBody>
            <a:bodyPr wrap="square" rtlCol="0">
              <a:spAutoFit/>
            </a:bodyPr>
            <a:lstStyle/>
            <a:p>
              <a:pPr>
                <a:lnSpc>
                  <a:spcPts val="714"/>
                </a:lnSpc>
              </a:pPr>
              <a:r>
                <a:rPr lang="en-US" sz="857" dirty="0">
                  <a:latin typeface="Univers 57 Condensed" pitchFamily="50" charset="0"/>
                </a:rPr>
                <a:t>Heat from precipitation</a:t>
              </a:r>
            </a:p>
          </p:txBody>
        </p:sp>
        <p:cxnSp>
          <p:nvCxnSpPr>
            <p:cNvPr id="646" name="Straight Arrow Connector 645">
              <a:extLst>
                <a:ext uri="{FF2B5EF4-FFF2-40B4-BE49-F238E27FC236}">
                  <a16:creationId xmlns:a16="http://schemas.microsoft.com/office/drawing/2014/main" id="{6D3925A0-1CF1-AA81-B259-C36C5FE5117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766661" y="5624978"/>
              <a:ext cx="0" cy="926397"/>
            </a:xfrm>
            <a:prstGeom prst="straightConnector1">
              <a:avLst/>
            </a:prstGeom>
            <a:ln w="25400"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53" name="Oval 652">
            <a:extLst>
              <a:ext uri="{FF2B5EF4-FFF2-40B4-BE49-F238E27FC236}">
                <a16:creationId xmlns:a16="http://schemas.microsoft.com/office/drawing/2014/main" id="{857E2477-65C3-B023-B244-D61210CC3D4A}"/>
              </a:ext>
            </a:extLst>
          </p:cNvPr>
          <p:cNvSpPr/>
          <p:nvPr/>
        </p:nvSpPr>
        <p:spPr>
          <a:xfrm>
            <a:off x="3441197" y="4822484"/>
            <a:ext cx="563242" cy="560598"/>
          </a:xfrm>
          <a:prstGeom prst="ellipse">
            <a:avLst/>
          </a:prstGeom>
          <a:noFill/>
          <a:ln w="222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57"/>
          </a:p>
        </p:txBody>
      </p:sp>
      <p:cxnSp>
        <p:nvCxnSpPr>
          <p:cNvPr id="654" name="Straight Connector 653">
            <a:extLst>
              <a:ext uri="{FF2B5EF4-FFF2-40B4-BE49-F238E27FC236}">
                <a16:creationId xmlns:a16="http://schemas.microsoft.com/office/drawing/2014/main" id="{579E77CA-D8EA-21E3-4105-3C34B9C93F68}"/>
              </a:ext>
            </a:extLst>
          </p:cNvPr>
          <p:cNvCxnSpPr>
            <a:cxnSpLocks/>
          </p:cNvCxnSpPr>
          <p:nvPr/>
        </p:nvCxnSpPr>
        <p:spPr>
          <a:xfrm flipV="1">
            <a:off x="2557899" y="5373045"/>
            <a:ext cx="1245394" cy="470648"/>
          </a:xfrm>
          <a:prstGeom prst="line">
            <a:avLst/>
          </a:prstGeom>
          <a:noFill/>
          <a:ln w="222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655" name="Straight Connector 654">
            <a:extLst>
              <a:ext uri="{FF2B5EF4-FFF2-40B4-BE49-F238E27FC236}">
                <a16:creationId xmlns:a16="http://schemas.microsoft.com/office/drawing/2014/main" id="{67045FA8-21C9-D63D-5DCD-AFB80BF3A59B}"/>
              </a:ext>
            </a:extLst>
          </p:cNvPr>
          <p:cNvCxnSpPr>
            <a:cxnSpLocks/>
          </p:cNvCxnSpPr>
          <p:nvPr/>
        </p:nvCxnSpPr>
        <p:spPr>
          <a:xfrm>
            <a:off x="2903946" y="4060289"/>
            <a:ext cx="971918" cy="807780"/>
          </a:xfrm>
          <a:prstGeom prst="line">
            <a:avLst/>
          </a:prstGeom>
          <a:noFill/>
          <a:ln w="222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661" name="Straight Arrow Connector 660">
            <a:extLst>
              <a:ext uri="{FF2B5EF4-FFF2-40B4-BE49-F238E27FC236}">
                <a16:creationId xmlns:a16="http://schemas.microsoft.com/office/drawing/2014/main" id="{67E373D8-24AE-B32A-D011-CF1B2AE16535}"/>
              </a:ext>
            </a:extLst>
          </p:cNvPr>
          <p:cNvCxnSpPr>
            <a:cxnSpLocks/>
          </p:cNvCxnSpPr>
          <p:nvPr/>
        </p:nvCxnSpPr>
        <p:spPr>
          <a:xfrm flipH="1">
            <a:off x="1903310" y="5179414"/>
            <a:ext cx="161172" cy="11617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2" name="Straight Arrow Connector 661">
            <a:extLst>
              <a:ext uri="{FF2B5EF4-FFF2-40B4-BE49-F238E27FC236}">
                <a16:creationId xmlns:a16="http://schemas.microsoft.com/office/drawing/2014/main" id="{43D2E304-809F-0B6C-344B-49440AB46396}"/>
              </a:ext>
            </a:extLst>
          </p:cNvPr>
          <p:cNvCxnSpPr>
            <a:cxnSpLocks/>
          </p:cNvCxnSpPr>
          <p:nvPr/>
        </p:nvCxnSpPr>
        <p:spPr>
          <a:xfrm flipH="1">
            <a:off x="1432670" y="5143924"/>
            <a:ext cx="77968" cy="62552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5" name="Straight Connector 664">
            <a:extLst>
              <a:ext uri="{FF2B5EF4-FFF2-40B4-BE49-F238E27FC236}">
                <a16:creationId xmlns:a16="http://schemas.microsoft.com/office/drawing/2014/main" id="{5B5B3935-8AFB-28F7-BD7A-D45B5E294662}"/>
              </a:ext>
            </a:extLst>
          </p:cNvPr>
          <p:cNvCxnSpPr/>
          <p:nvPr/>
        </p:nvCxnSpPr>
        <p:spPr>
          <a:xfrm>
            <a:off x="1270617" y="4989926"/>
            <a:ext cx="1945246" cy="24732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6" name="Straight Connector 665">
            <a:extLst>
              <a:ext uri="{FF2B5EF4-FFF2-40B4-BE49-F238E27FC236}">
                <a16:creationId xmlns:a16="http://schemas.microsoft.com/office/drawing/2014/main" id="{AF339382-3A72-8D20-2F16-A2458D326FB9}"/>
              </a:ext>
            </a:extLst>
          </p:cNvPr>
          <p:cNvCxnSpPr>
            <a:cxnSpLocks/>
          </p:cNvCxnSpPr>
          <p:nvPr/>
        </p:nvCxnSpPr>
        <p:spPr>
          <a:xfrm flipH="1" flipV="1">
            <a:off x="2075481" y="5133710"/>
            <a:ext cx="1200656" cy="15219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7" name="Isosceles Triangle 666">
            <a:extLst>
              <a:ext uri="{FF2B5EF4-FFF2-40B4-BE49-F238E27FC236}">
                <a16:creationId xmlns:a16="http://schemas.microsoft.com/office/drawing/2014/main" id="{E2D3B829-31CF-ED51-D7B8-921FFE879B7E}"/>
              </a:ext>
            </a:extLst>
          </p:cNvPr>
          <p:cNvSpPr/>
          <p:nvPr/>
        </p:nvSpPr>
        <p:spPr>
          <a:xfrm rot="578766" flipH="1" flipV="1">
            <a:off x="2604287" y="5144315"/>
            <a:ext cx="63339" cy="53512"/>
          </a:xfrm>
          <a:prstGeom prst="triangle">
            <a:avLst>
              <a:gd name="adj" fmla="val 38678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57"/>
          </a:p>
        </p:txBody>
      </p:sp>
      <p:sp>
        <p:nvSpPr>
          <p:cNvPr id="652" name="Oval 651">
            <a:extLst>
              <a:ext uri="{FF2B5EF4-FFF2-40B4-BE49-F238E27FC236}">
                <a16:creationId xmlns:a16="http://schemas.microsoft.com/office/drawing/2014/main" id="{101E1083-25A4-24C6-117D-3C28E845BC13}"/>
              </a:ext>
            </a:extLst>
          </p:cNvPr>
          <p:cNvSpPr/>
          <p:nvPr/>
        </p:nvSpPr>
        <p:spPr>
          <a:xfrm>
            <a:off x="1264688" y="3844389"/>
            <a:ext cx="2026767" cy="2036389"/>
          </a:xfrm>
          <a:prstGeom prst="ellipse">
            <a:avLst/>
          </a:prstGeom>
          <a:noFill/>
          <a:ln w="222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57"/>
          </a:p>
        </p:txBody>
      </p:sp>
      <p:cxnSp>
        <p:nvCxnSpPr>
          <p:cNvPr id="671" name="Straight Connector 670">
            <a:extLst>
              <a:ext uri="{FF2B5EF4-FFF2-40B4-BE49-F238E27FC236}">
                <a16:creationId xmlns:a16="http://schemas.microsoft.com/office/drawing/2014/main" id="{35B8AB85-984C-CC4B-66C3-84C439A131B8}"/>
              </a:ext>
            </a:extLst>
          </p:cNvPr>
          <p:cNvCxnSpPr>
            <a:cxnSpLocks/>
          </p:cNvCxnSpPr>
          <p:nvPr/>
        </p:nvCxnSpPr>
        <p:spPr>
          <a:xfrm flipH="1" flipV="1">
            <a:off x="1296554" y="5103926"/>
            <a:ext cx="157944" cy="2421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4" name="TextBox 673">
            <a:extLst>
              <a:ext uri="{FF2B5EF4-FFF2-40B4-BE49-F238E27FC236}">
                <a16:creationId xmlns:a16="http://schemas.microsoft.com/office/drawing/2014/main" id="{1D8D1F43-F65D-F167-516C-27D73B6921A0}"/>
              </a:ext>
            </a:extLst>
          </p:cNvPr>
          <p:cNvSpPr txBox="1"/>
          <p:nvPr/>
        </p:nvSpPr>
        <p:spPr>
          <a:xfrm flipH="1">
            <a:off x="85413" y="5093317"/>
            <a:ext cx="1209646" cy="488019"/>
          </a:xfrm>
          <a:prstGeom prst="rect">
            <a:avLst/>
          </a:prstGeom>
          <a:solidFill>
            <a:schemeClr val="bg1">
              <a:alpha val="40000"/>
            </a:schemeClr>
          </a:solidFill>
          <a:effectLst>
            <a:softEdge rad="31750"/>
          </a:effectLst>
        </p:spPr>
        <p:txBody>
          <a:bodyPr wrap="square" rtlCol="0">
            <a:spAutoFit/>
          </a:bodyPr>
          <a:lstStyle/>
          <a:p>
            <a:pPr algn="r"/>
            <a:r>
              <a:rPr lang="en-US" sz="857" dirty="0">
                <a:latin typeface="Univers 57 Condensed" pitchFamily="50" charset="0"/>
              </a:rPr>
              <a:t>Groundwater/surface-water conductive heat exchange</a:t>
            </a:r>
          </a:p>
        </p:txBody>
      </p:sp>
      <p:cxnSp>
        <p:nvCxnSpPr>
          <p:cNvPr id="675" name="Straight Connector 674">
            <a:extLst>
              <a:ext uri="{FF2B5EF4-FFF2-40B4-BE49-F238E27FC236}">
                <a16:creationId xmlns:a16="http://schemas.microsoft.com/office/drawing/2014/main" id="{12117CF4-7E1B-C343-2E87-BBA38713EA1C}"/>
              </a:ext>
            </a:extLst>
          </p:cNvPr>
          <p:cNvCxnSpPr>
            <a:cxnSpLocks/>
          </p:cNvCxnSpPr>
          <p:nvPr/>
        </p:nvCxnSpPr>
        <p:spPr>
          <a:xfrm>
            <a:off x="1475849" y="4229244"/>
            <a:ext cx="1728171" cy="19749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7" name="Freeform: Shape 676">
            <a:extLst>
              <a:ext uri="{FF2B5EF4-FFF2-40B4-BE49-F238E27FC236}">
                <a16:creationId xmlns:a16="http://schemas.microsoft.com/office/drawing/2014/main" id="{0C2376D3-04D8-41E7-56C2-C1762EAC6253}"/>
              </a:ext>
            </a:extLst>
          </p:cNvPr>
          <p:cNvSpPr/>
          <p:nvPr/>
        </p:nvSpPr>
        <p:spPr>
          <a:xfrm rot="356134">
            <a:off x="1567847" y="4757930"/>
            <a:ext cx="246676" cy="66560"/>
          </a:xfrm>
          <a:custGeom>
            <a:avLst/>
            <a:gdLst>
              <a:gd name="connsiteX0" fmla="*/ 0 w 264584"/>
              <a:gd name="connsiteY0" fmla="*/ 10275 h 46258"/>
              <a:gd name="connsiteX1" fmla="*/ 136525 w 264584"/>
              <a:gd name="connsiteY1" fmla="*/ 750 h 46258"/>
              <a:gd name="connsiteX2" fmla="*/ 190500 w 264584"/>
              <a:gd name="connsiteY2" fmla="*/ 1808 h 46258"/>
              <a:gd name="connsiteX3" fmla="*/ 232834 w 264584"/>
              <a:gd name="connsiteY3" fmla="*/ 11333 h 46258"/>
              <a:gd name="connsiteX4" fmla="*/ 264584 w 264584"/>
              <a:gd name="connsiteY4" fmla="*/ 46258 h 462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64584" h="46258">
                <a:moveTo>
                  <a:pt x="0" y="10275"/>
                </a:moveTo>
                <a:lnTo>
                  <a:pt x="136525" y="750"/>
                </a:lnTo>
                <a:cubicBezTo>
                  <a:pt x="168275" y="-661"/>
                  <a:pt x="174449" y="44"/>
                  <a:pt x="190500" y="1808"/>
                </a:cubicBezTo>
                <a:cubicBezTo>
                  <a:pt x="206551" y="3572"/>
                  <a:pt x="220487" y="3925"/>
                  <a:pt x="232834" y="11333"/>
                </a:cubicBezTo>
                <a:cubicBezTo>
                  <a:pt x="245181" y="18741"/>
                  <a:pt x="254882" y="32499"/>
                  <a:pt x="264584" y="46258"/>
                </a:cubicBezTo>
              </a:path>
            </a:pathLst>
          </a:custGeom>
          <a:noFill/>
          <a:ln w="38100">
            <a:solidFill>
              <a:srgbClr val="00B050"/>
            </a:solidFill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57"/>
          </a:p>
        </p:txBody>
      </p:sp>
      <p:sp>
        <p:nvSpPr>
          <p:cNvPr id="678" name="TextBox 677">
            <a:extLst>
              <a:ext uri="{FF2B5EF4-FFF2-40B4-BE49-F238E27FC236}">
                <a16:creationId xmlns:a16="http://schemas.microsoft.com/office/drawing/2014/main" id="{D60D4963-2C93-AEFC-2A25-BD9284253E26}"/>
              </a:ext>
            </a:extLst>
          </p:cNvPr>
          <p:cNvSpPr txBox="1"/>
          <p:nvPr/>
        </p:nvSpPr>
        <p:spPr>
          <a:xfrm flipH="1">
            <a:off x="1304938" y="4481880"/>
            <a:ext cx="514385" cy="488019"/>
          </a:xfrm>
          <a:prstGeom prst="rect">
            <a:avLst/>
          </a:prstGeom>
          <a:solidFill>
            <a:srgbClr val="CAD7EE">
              <a:alpha val="0"/>
            </a:srgbClr>
          </a:solidFill>
          <a:effectLst/>
        </p:spPr>
        <p:txBody>
          <a:bodyPr wrap="square" rtlCol="0">
            <a:spAutoFit/>
          </a:bodyPr>
          <a:lstStyle/>
          <a:p>
            <a:r>
              <a:rPr lang="en-US" sz="857" dirty="0">
                <a:latin typeface="Univers 57 Condensed" pitchFamily="50" charset="0"/>
              </a:rPr>
              <a:t>Runoff heat flow</a:t>
            </a:r>
          </a:p>
        </p:txBody>
      </p:sp>
      <p:pic>
        <p:nvPicPr>
          <p:cNvPr id="679" name="Picture 678" descr="A group of trees&#10;&#10;Description automatically generated with low confidence">
            <a:extLst>
              <a:ext uri="{FF2B5EF4-FFF2-40B4-BE49-F238E27FC236}">
                <a16:creationId xmlns:a16="http://schemas.microsoft.com/office/drawing/2014/main" id="{E9BE295E-CDBC-B15C-C22B-CAE63513CED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998" r="29090"/>
          <a:stretch/>
        </p:blipFill>
        <p:spPr>
          <a:xfrm>
            <a:off x="1586170" y="3986646"/>
            <a:ext cx="339480" cy="618741"/>
          </a:xfrm>
          <a:prstGeom prst="rect">
            <a:avLst/>
          </a:prstGeom>
        </p:spPr>
      </p:pic>
      <p:pic>
        <p:nvPicPr>
          <p:cNvPr id="680" name="Picture 679" descr="A group of trees&#10;&#10;Description automatically generated with low confidence">
            <a:extLst>
              <a:ext uri="{FF2B5EF4-FFF2-40B4-BE49-F238E27FC236}">
                <a16:creationId xmlns:a16="http://schemas.microsoft.com/office/drawing/2014/main" id="{F05E7132-6C68-1C81-D449-3163837BF2D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998" r="29090"/>
          <a:stretch/>
        </p:blipFill>
        <p:spPr>
          <a:xfrm>
            <a:off x="2876703" y="4537385"/>
            <a:ext cx="339480" cy="618741"/>
          </a:xfrm>
          <a:prstGeom prst="rect">
            <a:avLst/>
          </a:prstGeom>
        </p:spPr>
      </p:pic>
      <p:sp>
        <p:nvSpPr>
          <p:cNvPr id="681" name="TextBox 680">
            <a:extLst>
              <a:ext uri="{FF2B5EF4-FFF2-40B4-BE49-F238E27FC236}">
                <a16:creationId xmlns:a16="http://schemas.microsoft.com/office/drawing/2014/main" id="{45754EEA-C0CB-1A46-8AC1-BC851104D47C}"/>
              </a:ext>
            </a:extLst>
          </p:cNvPr>
          <p:cNvSpPr txBox="1"/>
          <p:nvPr/>
        </p:nvSpPr>
        <p:spPr>
          <a:xfrm>
            <a:off x="1184301" y="5690866"/>
            <a:ext cx="5698859" cy="8542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43" b="1" u="sng" dirty="0"/>
              <a:t>SFR/SFE</a:t>
            </a:r>
          </a:p>
          <a:p>
            <a:pPr indent="87087">
              <a:buFont typeface="Arial" panose="020B0604020202020204" pitchFamily="34" charset="0"/>
              <a:buChar char="•"/>
            </a:pPr>
            <a:r>
              <a:rPr lang="en-US" sz="952" b="1" dirty="0"/>
              <a:t>Channel routing of heat flow</a:t>
            </a:r>
          </a:p>
          <a:p>
            <a:pPr indent="87087">
              <a:buFont typeface="Arial" panose="020B0604020202020204" pitchFamily="34" charset="0"/>
              <a:buChar char="•"/>
            </a:pPr>
            <a:r>
              <a:rPr lang="en-US" sz="952" b="1" dirty="0"/>
              <a:t>Evaporative cooling</a:t>
            </a:r>
          </a:p>
          <a:p>
            <a:pPr indent="87087">
              <a:buFont typeface="Arial" panose="020B0604020202020204" pitchFamily="34" charset="0"/>
              <a:buChar char="•"/>
            </a:pPr>
            <a:r>
              <a:rPr lang="en-US" sz="952" b="1" dirty="0"/>
              <a:t>Takes into account temperature of precipitation</a:t>
            </a:r>
          </a:p>
          <a:p>
            <a:pPr indent="87087">
              <a:buFont typeface="Arial" panose="020B0604020202020204" pitchFamily="34" charset="0"/>
              <a:buChar char="•"/>
            </a:pPr>
            <a:r>
              <a:rPr lang="en-US" sz="952" b="1" dirty="0"/>
              <a:t>Groundwater/surface-water interaction, including convective and conductive heat exchange</a:t>
            </a:r>
          </a:p>
        </p:txBody>
      </p:sp>
      <p:pic>
        <p:nvPicPr>
          <p:cNvPr id="682" name="Picture 681" descr="A group of trees&#10;&#10;Description automatically generated with low confidence">
            <a:extLst>
              <a:ext uri="{FF2B5EF4-FFF2-40B4-BE49-F238E27FC236}">
                <a16:creationId xmlns:a16="http://schemas.microsoft.com/office/drawing/2014/main" id="{C35C30D6-25B0-9D7B-A4FA-4A51D50E56D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998" r="29090"/>
          <a:stretch/>
        </p:blipFill>
        <p:spPr>
          <a:xfrm>
            <a:off x="3574155" y="4909978"/>
            <a:ext cx="80964" cy="147566"/>
          </a:xfrm>
          <a:prstGeom prst="rect">
            <a:avLst/>
          </a:prstGeom>
        </p:spPr>
      </p:pic>
      <p:pic>
        <p:nvPicPr>
          <p:cNvPr id="683" name="Picture 682" descr="A group of trees&#10;&#10;Description automatically generated with low confidence">
            <a:extLst>
              <a:ext uri="{FF2B5EF4-FFF2-40B4-BE49-F238E27FC236}">
                <a16:creationId xmlns:a16="http://schemas.microsoft.com/office/drawing/2014/main" id="{86D804A4-BC03-27DE-6635-C2327183DBE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998" r="29090"/>
          <a:stretch/>
        </p:blipFill>
        <p:spPr>
          <a:xfrm>
            <a:off x="3709828" y="4962310"/>
            <a:ext cx="63581" cy="115884"/>
          </a:xfrm>
          <a:prstGeom prst="rect">
            <a:avLst/>
          </a:prstGeom>
        </p:spPr>
      </p:pic>
      <p:pic>
        <p:nvPicPr>
          <p:cNvPr id="684" name="Picture 683" descr="A group of trees&#10;&#10;Description automatically generated with low confidence">
            <a:extLst>
              <a:ext uri="{FF2B5EF4-FFF2-40B4-BE49-F238E27FC236}">
                <a16:creationId xmlns:a16="http://schemas.microsoft.com/office/drawing/2014/main" id="{C322CA6C-525E-DE1E-EAF7-BAF09FAFD05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998" r="29090"/>
          <a:stretch/>
        </p:blipFill>
        <p:spPr>
          <a:xfrm>
            <a:off x="4170585" y="4922433"/>
            <a:ext cx="63581" cy="115884"/>
          </a:xfrm>
          <a:prstGeom prst="rect">
            <a:avLst/>
          </a:prstGeom>
        </p:spPr>
      </p:pic>
      <p:pic>
        <p:nvPicPr>
          <p:cNvPr id="685" name="Picture 684" descr="A group of trees&#10;&#10;Description automatically generated with low confidence">
            <a:extLst>
              <a:ext uri="{FF2B5EF4-FFF2-40B4-BE49-F238E27FC236}">
                <a16:creationId xmlns:a16="http://schemas.microsoft.com/office/drawing/2014/main" id="{199968EE-EF99-D42D-C4AE-E880C5CB20F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998" r="29090"/>
          <a:stretch/>
        </p:blipFill>
        <p:spPr>
          <a:xfrm>
            <a:off x="4857401" y="4857054"/>
            <a:ext cx="63581" cy="115884"/>
          </a:xfrm>
          <a:prstGeom prst="rect">
            <a:avLst/>
          </a:prstGeom>
        </p:spPr>
      </p:pic>
      <p:pic>
        <p:nvPicPr>
          <p:cNvPr id="686" name="Picture 685" descr="A group of trees&#10;&#10;Description automatically generated with low confidence">
            <a:extLst>
              <a:ext uri="{FF2B5EF4-FFF2-40B4-BE49-F238E27FC236}">
                <a16:creationId xmlns:a16="http://schemas.microsoft.com/office/drawing/2014/main" id="{834D80B6-8A4E-5FB3-8120-7F9D2329702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38" r="63816"/>
          <a:stretch/>
        </p:blipFill>
        <p:spPr>
          <a:xfrm flipH="1">
            <a:off x="4924309" y="4750504"/>
            <a:ext cx="114556" cy="207999"/>
          </a:xfrm>
          <a:prstGeom prst="rect">
            <a:avLst/>
          </a:prstGeom>
        </p:spPr>
      </p:pic>
      <p:cxnSp>
        <p:nvCxnSpPr>
          <p:cNvPr id="688" name="Straight Connector 687">
            <a:extLst>
              <a:ext uri="{FF2B5EF4-FFF2-40B4-BE49-F238E27FC236}">
                <a16:creationId xmlns:a16="http://schemas.microsoft.com/office/drawing/2014/main" id="{3970C2CC-FAF0-CED1-BFAB-57E20FDCA4BF}"/>
              </a:ext>
            </a:extLst>
          </p:cNvPr>
          <p:cNvCxnSpPr>
            <a:cxnSpLocks/>
          </p:cNvCxnSpPr>
          <p:nvPr/>
        </p:nvCxnSpPr>
        <p:spPr>
          <a:xfrm flipV="1">
            <a:off x="1960428" y="5584225"/>
            <a:ext cx="130206" cy="14219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2" name="Isosceles Triangle 691">
            <a:extLst>
              <a:ext uri="{FF2B5EF4-FFF2-40B4-BE49-F238E27FC236}">
                <a16:creationId xmlns:a16="http://schemas.microsoft.com/office/drawing/2014/main" id="{C7765A31-99EB-04B9-BC41-E1CE8093F5C9}"/>
              </a:ext>
            </a:extLst>
          </p:cNvPr>
          <p:cNvSpPr/>
          <p:nvPr/>
        </p:nvSpPr>
        <p:spPr>
          <a:xfrm flipV="1">
            <a:off x="5431335" y="2999980"/>
            <a:ext cx="74703" cy="56703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57"/>
          </a:p>
        </p:txBody>
      </p:sp>
      <p:sp>
        <p:nvSpPr>
          <p:cNvPr id="693" name="Isosceles Triangle 692">
            <a:extLst>
              <a:ext uri="{FF2B5EF4-FFF2-40B4-BE49-F238E27FC236}">
                <a16:creationId xmlns:a16="http://schemas.microsoft.com/office/drawing/2014/main" id="{E14055EC-7785-4B73-3064-36E96F8B349F}"/>
              </a:ext>
            </a:extLst>
          </p:cNvPr>
          <p:cNvSpPr/>
          <p:nvPr/>
        </p:nvSpPr>
        <p:spPr>
          <a:xfrm flipV="1">
            <a:off x="6137757" y="2944280"/>
            <a:ext cx="74703" cy="56703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57"/>
          </a:p>
        </p:txBody>
      </p:sp>
      <p:sp>
        <p:nvSpPr>
          <p:cNvPr id="697" name="TextBox 696">
            <a:extLst>
              <a:ext uri="{FF2B5EF4-FFF2-40B4-BE49-F238E27FC236}">
                <a16:creationId xmlns:a16="http://schemas.microsoft.com/office/drawing/2014/main" id="{EDE3F4E1-2A66-7ED6-15A7-BD6F682865BE}"/>
              </a:ext>
            </a:extLst>
          </p:cNvPr>
          <p:cNvSpPr txBox="1"/>
          <p:nvPr/>
        </p:nvSpPr>
        <p:spPr>
          <a:xfrm flipH="1">
            <a:off x="1941489" y="5168121"/>
            <a:ext cx="1066002" cy="401072"/>
          </a:xfrm>
          <a:prstGeom prst="rect">
            <a:avLst/>
          </a:prstGeom>
          <a:solidFill>
            <a:schemeClr val="bg1">
              <a:alpha val="40000"/>
            </a:schemeClr>
          </a:solidFill>
          <a:effectLst>
            <a:softEdge rad="31750"/>
          </a:effectLst>
        </p:spPr>
        <p:txBody>
          <a:bodyPr wrap="square" rtlCol="0">
            <a:spAutoFit/>
          </a:bodyPr>
          <a:lstStyle/>
          <a:p>
            <a:pPr>
              <a:lnSpc>
                <a:spcPts val="762"/>
              </a:lnSpc>
            </a:pPr>
            <a:r>
              <a:rPr lang="en-US" sz="857" dirty="0">
                <a:latin typeface="Univers 57 Condensed" pitchFamily="50" charset="0"/>
              </a:rPr>
              <a:t>Shallow groundwater heat flow to streams</a:t>
            </a:r>
          </a:p>
        </p:txBody>
      </p:sp>
      <p:sp>
        <p:nvSpPr>
          <p:cNvPr id="698" name="Freeform: Shape 697">
            <a:extLst>
              <a:ext uri="{FF2B5EF4-FFF2-40B4-BE49-F238E27FC236}">
                <a16:creationId xmlns:a16="http://schemas.microsoft.com/office/drawing/2014/main" id="{719B5F61-A9DA-0B69-B488-877BF4491091}"/>
              </a:ext>
            </a:extLst>
          </p:cNvPr>
          <p:cNvSpPr/>
          <p:nvPr/>
        </p:nvSpPr>
        <p:spPr>
          <a:xfrm>
            <a:off x="1703714" y="5252092"/>
            <a:ext cx="386657" cy="581577"/>
          </a:xfrm>
          <a:custGeom>
            <a:avLst/>
            <a:gdLst>
              <a:gd name="connsiteX0" fmla="*/ 1392865 w 1392865"/>
              <a:gd name="connsiteY0" fmla="*/ 1073150 h 1073150"/>
              <a:gd name="connsiteX1" fmla="*/ 713415 w 1392865"/>
              <a:gd name="connsiteY1" fmla="*/ 946150 h 1073150"/>
              <a:gd name="connsiteX2" fmla="*/ 192715 w 1392865"/>
              <a:gd name="connsiteY2" fmla="*/ 641350 h 1073150"/>
              <a:gd name="connsiteX3" fmla="*/ 21265 w 1392865"/>
              <a:gd name="connsiteY3" fmla="*/ 311150 h 1073150"/>
              <a:gd name="connsiteX4" fmla="*/ 8565 w 1392865"/>
              <a:gd name="connsiteY4" fmla="*/ 0 h 1073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92865" h="1073150">
                <a:moveTo>
                  <a:pt x="1392865" y="1073150"/>
                </a:moveTo>
                <a:cubicBezTo>
                  <a:pt x="1153152" y="1045633"/>
                  <a:pt x="913440" y="1018117"/>
                  <a:pt x="713415" y="946150"/>
                </a:cubicBezTo>
                <a:cubicBezTo>
                  <a:pt x="513390" y="874183"/>
                  <a:pt x="308073" y="747183"/>
                  <a:pt x="192715" y="641350"/>
                </a:cubicBezTo>
                <a:cubicBezTo>
                  <a:pt x="77357" y="535517"/>
                  <a:pt x="51957" y="418042"/>
                  <a:pt x="21265" y="311150"/>
                </a:cubicBezTo>
                <a:cubicBezTo>
                  <a:pt x="-9427" y="204258"/>
                  <a:pt x="-431" y="102129"/>
                  <a:pt x="8565" y="0"/>
                </a:cubicBezTo>
              </a:path>
            </a:pathLst>
          </a:cu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857"/>
          </a:p>
        </p:txBody>
      </p:sp>
      <p:sp>
        <p:nvSpPr>
          <p:cNvPr id="699" name="TextBox 698">
            <a:extLst>
              <a:ext uri="{FF2B5EF4-FFF2-40B4-BE49-F238E27FC236}">
                <a16:creationId xmlns:a16="http://schemas.microsoft.com/office/drawing/2014/main" id="{FD5071A0-4603-A862-4A7C-C5DAF56B6A99}"/>
              </a:ext>
            </a:extLst>
          </p:cNvPr>
          <p:cNvSpPr txBox="1"/>
          <p:nvPr/>
        </p:nvSpPr>
        <p:spPr>
          <a:xfrm flipH="1">
            <a:off x="2018263" y="5496624"/>
            <a:ext cx="1066002" cy="401072"/>
          </a:xfrm>
          <a:prstGeom prst="rect">
            <a:avLst/>
          </a:prstGeom>
          <a:solidFill>
            <a:schemeClr val="bg1">
              <a:alpha val="40000"/>
            </a:schemeClr>
          </a:solidFill>
          <a:effectLst>
            <a:softEdge rad="31750"/>
          </a:effectLst>
        </p:spPr>
        <p:txBody>
          <a:bodyPr wrap="square" rtlCol="0">
            <a:spAutoFit/>
          </a:bodyPr>
          <a:lstStyle/>
          <a:p>
            <a:pPr>
              <a:lnSpc>
                <a:spcPts val="762"/>
              </a:lnSpc>
            </a:pPr>
            <a:r>
              <a:rPr lang="en-US" sz="857" dirty="0">
                <a:latin typeface="Univers 57 Condensed" pitchFamily="50" charset="0"/>
              </a:rPr>
              <a:t>Deep groundwater heat flow to streams</a:t>
            </a:r>
          </a:p>
        </p:txBody>
      </p:sp>
      <p:cxnSp>
        <p:nvCxnSpPr>
          <p:cNvPr id="706" name="Straight Connector 705">
            <a:extLst>
              <a:ext uri="{FF2B5EF4-FFF2-40B4-BE49-F238E27FC236}">
                <a16:creationId xmlns:a16="http://schemas.microsoft.com/office/drawing/2014/main" id="{10452A9E-9710-2CCC-3FB7-B1D37964FC4B}"/>
              </a:ext>
            </a:extLst>
          </p:cNvPr>
          <p:cNvCxnSpPr/>
          <p:nvPr/>
        </p:nvCxnSpPr>
        <p:spPr>
          <a:xfrm flipV="1">
            <a:off x="1241835" y="5209808"/>
            <a:ext cx="166300" cy="339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8" name="Straight Arrow Connector 707">
            <a:extLst>
              <a:ext uri="{FF2B5EF4-FFF2-40B4-BE49-F238E27FC236}">
                <a16:creationId xmlns:a16="http://schemas.microsoft.com/office/drawing/2014/main" id="{B2CE3C01-3877-AAB7-37B1-E7D416FAD57C}"/>
              </a:ext>
            </a:extLst>
          </p:cNvPr>
          <p:cNvCxnSpPr>
            <a:cxnSpLocks/>
          </p:cNvCxnSpPr>
          <p:nvPr/>
        </p:nvCxnSpPr>
        <p:spPr>
          <a:xfrm flipV="1">
            <a:off x="1472141" y="5153053"/>
            <a:ext cx="77968" cy="62552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14" name="Picture 713" descr="A group of trees&#10;&#10;Description automatically generated with low confidence">
            <a:extLst>
              <a:ext uri="{FF2B5EF4-FFF2-40B4-BE49-F238E27FC236}">
                <a16:creationId xmlns:a16="http://schemas.microsoft.com/office/drawing/2014/main" id="{D9A18C06-AE6B-1606-462C-ADC981C686E3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38" r="63816"/>
          <a:stretch/>
        </p:blipFill>
        <p:spPr>
          <a:xfrm flipH="1">
            <a:off x="6066045" y="4211519"/>
            <a:ext cx="72531" cy="131694"/>
          </a:xfrm>
          <a:prstGeom prst="rect">
            <a:avLst/>
          </a:prstGeom>
        </p:spPr>
      </p:pic>
      <p:pic>
        <p:nvPicPr>
          <p:cNvPr id="715" name="Picture 714" descr="A group of trees&#10;&#10;Description automatically generated with low confidence">
            <a:extLst>
              <a:ext uri="{FF2B5EF4-FFF2-40B4-BE49-F238E27FC236}">
                <a16:creationId xmlns:a16="http://schemas.microsoft.com/office/drawing/2014/main" id="{33D6721A-1007-04B7-FF57-B632082CA4B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998" r="29090"/>
          <a:stretch/>
        </p:blipFill>
        <p:spPr>
          <a:xfrm>
            <a:off x="7128667" y="4734435"/>
            <a:ext cx="80964" cy="147566"/>
          </a:xfrm>
          <a:prstGeom prst="rect">
            <a:avLst/>
          </a:prstGeom>
        </p:spPr>
      </p:pic>
      <p:pic>
        <p:nvPicPr>
          <p:cNvPr id="716" name="Picture 715" descr="A group of trees&#10;&#10;Description automatically generated with low confidence">
            <a:extLst>
              <a:ext uri="{FF2B5EF4-FFF2-40B4-BE49-F238E27FC236}">
                <a16:creationId xmlns:a16="http://schemas.microsoft.com/office/drawing/2014/main" id="{22A58961-E63F-890E-AA87-372F51E239B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998" r="29090"/>
          <a:stretch/>
        </p:blipFill>
        <p:spPr>
          <a:xfrm>
            <a:off x="7294616" y="4698396"/>
            <a:ext cx="80964" cy="147566"/>
          </a:xfrm>
          <a:prstGeom prst="rect">
            <a:avLst/>
          </a:prstGeom>
        </p:spPr>
      </p:pic>
      <p:pic>
        <p:nvPicPr>
          <p:cNvPr id="717" name="Picture 716" descr="A group of trees&#10;&#10;Description automatically generated with low confidence">
            <a:extLst>
              <a:ext uri="{FF2B5EF4-FFF2-40B4-BE49-F238E27FC236}">
                <a16:creationId xmlns:a16="http://schemas.microsoft.com/office/drawing/2014/main" id="{CEBE1EA9-39B2-7F1E-AD32-16781D514B8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38" r="63816"/>
          <a:stretch/>
        </p:blipFill>
        <p:spPr>
          <a:xfrm flipH="1">
            <a:off x="7213871" y="4755664"/>
            <a:ext cx="72531" cy="131694"/>
          </a:xfrm>
          <a:prstGeom prst="rect">
            <a:avLst/>
          </a:prstGeom>
        </p:spPr>
      </p:pic>
      <p:pic>
        <p:nvPicPr>
          <p:cNvPr id="718" name="Picture 717" descr="A group of trees&#10;&#10;Description automatically generated with low confidence">
            <a:extLst>
              <a:ext uri="{FF2B5EF4-FFF2-40B4-BE49-F238E27FC236}">
                <a16:creationId xmlns:a16="http://schemas.microsoft.com/office/drawing/2014/main" id="{B05E1134-0FEC-E6EE-0EF5-F48A43A7DB1C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998" r="29090"/>
          <a:stretch/>
        </p:blipFill>
        <p:spPr>
          <a:xfrm>
            <a:off x="7087917" y="4811018"/>
            <a:ext cx="80964" cy="147566"/>
          </a:xfrm>
          <a:prstGeom prst="rect">
            <a:avLst/>
          </a:prstGeom>
        </p:spPr>
      </p:pic>
      <p:pic>
        <p:nvPicPr>
          <p:cNvPr id="719" name="Picture 718" descr="A group of trees&#10;&#10;Description automatically generated with low confidence">
            <a:extLst>
              <a:ext uri="{FF2B5EF4-FFF2-40B4-BE49-F238E27FC236}">
                <a16:creationId xmlns:a16="http://schemas.microsoft.com/office/drawing/2014/main" id="{B5FFFE49-719F-36BA-82F6-ECD8E1BB16D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998" r="29090"/>
          <a:stretch/>
        </p:blipFill>
        <p:spPr>
          <a:xfrm>
            <a:off x="7353751" y="4788247"/>
            <a:ext cx="80964" cy="147566"/>
          </a:xfrm>
          <a:prstGeom prst="rect">
            <a:avLst/>
          </a:prstGeom>
        </p:spPr>
      </p:pic>
      <p:pic>
        <p:nvPicPr>
          <p:cNvPr id="720" name="Picture 719" descr="A group of trees&#10;&#10;Description automatically generated with low confidence">
            <a:extLst>
              <a:ext uri="{FF2B5EF4-FFF2-40B4-BE49-F238E27FC236}">
                <a16:creationId xmlns:a16="http://schemas.microsoft.com/office/drawing/2014/main" id="{5CFC638F-3BCE-B2D8-A71C-B1A00F53DCF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38" r="63816"/>
          <a:stretch/>
        </p:blipFill>
        <p:spPr>
          <a:xfrm flipH="1">
            <a:off x="7173121" y="4832248"/>
            <a:ext cx="72531" cy="131694"/>
          </a:xfrm>
          <a:prstGeom prst="rect">
            <a:avLst/>
          </a:prstGeom>
        </p:spPr>
      </p:pic>
      <p:cxnSp>
        <p:nvCxnSpPr>
          <p:cNvPr id="721" name="Straight Arrow Connector 720">
            <a:extLst>
              <a:ext uri="{FF2B5EF4-FFF2-40B4-BE49-F238E27FC236}">
                <a16:creationId xmlns:a16="http://schemas.microsoft.com/office/drawing/2014/main" id="{C4ED6725-767C-79DB-3268-C5A0ECC65A15}"/>
              </a:ext>
            </a:extLst>
          </p:cNvPr>
          <p:cNvCxnSpPr>
            <a:cxnSpLocks/>
          </p:cNvCxnSpPr>
          <p:nvPr/>
        </p:nvCxnSpPr>
        <p:spPr>
          <a:xfrm>
            <a:off x="5577594" y="2738318"/>
            <a:ext cx="0" cy="173635"/>
          </a:xfrm>
          <a:prstGeom prst="straightConnector1">
            <a:avLst/>
          </a:prstGeom>
          <a:ln w="19050">
            <a:solidFill>
              <a:srgbClr val="4E83C4"/>
            </a:solidFill>
            <a:prstDash val="solid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5" name="TextBox 724">
            <a:extLst>
              <a:ext uri="{FF2B5EF4-FFF2-40B4-BE49-F238E27FC236}">
                <a16:creationId xmlns:a16="http://schemas.microsoft.com/office/drawing/2014/main" id="{E0437BBA-A91A-D03E-7644-084692C1C5CF}"/>
              </a:ext>
            </a:extLst>
          </p:cNvPr>
          <p:cNvSpPr txBox="1"/>
          <p:nvPr/>
        </p:nvSpPr>
        <p:spPr>
          <a:xfrm flipH="1">
            <a:off x="9522934" y="5378773"/>
            <a:ext cx="824080" cy="553998"/>
          </a:xfrm>
          <a:prstGeom prst="rect">
            <a:avLst/>
          </a:prstGeom>
          <a:solidFill>
            <a:schemeClr val="bg1">
              <a:alpha val="40000"/>
            </a:schemeClr>
          </a:solidFill>
          <a:effectLst>
            <a:softEdge rad="31750"/>
          </a:effectLst>
        </p:spPr>
        <p:txBody>
          <a:bodyPr wrap="square" rtlCol="0">
            <a:spAutoFit/>
          </a:bodyPr>
          <a:lstStyle/>
          <a:p>
            <a:pPr>
              <a:lnSpc>
                <a:spcPts val="857"/>
              </a:lnSpc>
            </a:pPr>
            <a:r>
              <a:rPr lang="en-US" sz="857" dirty="0">
                <a:latin typeface="Univers 57 Condensed" pitchFamily="50" charset="0"/>
              </a:rPr>
              <a:t>Shallow </a:t>
            </a:r>
          </a:p>
          <a:p>
            <a:pPr>
              <a:lnSpc>
                <a:spcPts val="857"/>
              </a:lnSpc>
            </a:pPr>
            <a:r>
              <a:rPr lang="en-US" sz="857" dirty="0">
                <a:latin typeface="Univers 57 Condensed" pitchFamily="50" charset="0"/>
              </a:rPr>
              <a:t>groundwater heat flow to lakes</a:t>
            </a:r>
          </a:p>
        </p:txBody>
      </p:sp>
      <p:sp>
        <p:nvSpPr>
          <p:cNvPr id="726" name="TextBox 725">
            <a:extLst>
              <a:ext uri="{FF2B5EF4-FFF2-40B4-BE49-F238E27FC236}">
                <a16:creationId xmlns:a16="http://schemas.microsoft.com/office/drawing/2014/main" id="{0F08F72B-1796-F4E7-27FB-D53C3293EE5D}"/>
              </a:ext>
            </a:extLst>
          </p:cNvPr>
          <p:cNvSpPr txBox="1"/>
          <p:nvPr/>
        </p:nvSpPr>
        <p:spPr>
          <a:xfrm flipH="1">
            <a:off x="11024645" y="5025483"/>
            <a:ext cx="1066002" cy="298480"/>
          </a:xfrm>
          <a:prstGeom prst="rect">
            <a:avLst/>
          </a:prstGeom>
          <a:solidFill>
            <a:schemeClr val="bg1">
              <a:alpha val="40000"/>
            </a:schemeClr>
          </a:solidFill>
          <a:effectLst>
            <a:softEdge rad="31750"/>
          </a:effectLst>
        </p:spPr>
        <p:txBody>
          <a:bodyPr wrap="square" rtlCol="0">
            <a:spAutoFit/>
          </a:bodyPr>
          <a:lstStyle/>
          <a:p>
            <a:pPr>
              <a:lnSpc>
                <a:spcPts val="762"/>
              </a:lnSpc>
            </a:pPr>
            <a:r>
              <a:rPr lang="en-US" sz="857" dirty="0">
                <a:latin typeface="Univers 57 Condensed" pitchFamily="50" charset="0"/>
              </a:rPr>
              <a:t>Deep groundwater heat flow to lakes</a:t>
            </a:r>
          </a:p>
        </p:txBody>
      </p:sp>
      <p:cxnSp>
        <p:nvCxnSpPr>
          <p:cNvPr id="728" name="Straight Arrow Connector 727">
            <a:extLst>
              <a:ext uri="{FF2B5EF4-FFF2-40B4-BE49-F238E27FC236}">
                <a16:creationId xmlns:a16="http://schemas.microsoft.com/office/drawing/2014/main" id="{FE3C54B1-75D1-DBDF-6D59-4834F08E5A97}"/>
              </a:ext>
            </a:extLst>
          </p:cNvPr>
          <p:cNvCxnSpPr>
            <a:cxnSpLocks/>
          </p:cNvCxnSpPr>
          <p:nvPr/>
        </p:nvCxnSpPr>
        <p:spPr>
          <a:xfrm flipH="1">
            <a:off x="10422698" y="4742944"/>
            <a:ext cx="115291" cy="46951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6" name="TextBox 735">
            <a:extLst>
              <a:ext uri="{FF2B5EF4-FFF2-40B4-BE49-F238E27FC236}">
                <a16:creationId xmlns:a16="http://schemas.microsoft.com/office/drawing/2014/main" id="{5FDCD518-0B3E-5D5B-8B3B-ED39C4148213}"/>
              </a:ext>
            </a:extLst>
          </p:cNvPr>
          <p:cNvSpPr txBox="1"/>
          <p:nvPr/>
        </p:nvSpPr>
        <p:spPr>
          <a:xfrm>
            <a:off x="1686915" y="4701115"/>
            <a:ext cx="760158" cy="326500"/>
          </a:xfrm>
          <a:prstGeom prst="rect">
            <a:avLst/>
          </a:prstGeom>
          <a:noFill/>
          <a:effectLst>
            <a:softEdge rad="63500"/>
          </a:effectLst>
        </p:spPr>
        <p:txBody>
          <a:bodyPr wrap="square" rtlCol="0">
            <a:spAutoFit/>
          </a:bodyPr>
          <a:lstStyle/>
          <a:p>
            <a:pPr algn="r">
              <a:lnSpc>
                <a:spcPts val="619"/>
              </a:lnSpc>
            </a:pPr>
            <a:r>
              <a:rPr lang="en-US" sz="667" b="1" dirty="0"/>
              <a:t>Simulated</a:t>
            </a:r>
          </a:p>
          <a:p>
            <a:pPr algn="ctr">
              <a:lnSpc>
                <a:spcPts val="619"/>
              </a:lnSpc>
            </a:pPr>
            <a:r>
              <a:rPr lang="en-US" sz="667" b="1" dirty="0"/>
              <a:t>stream</a:t>
            </a:r>
          </a:p>
          <a:p>
            <a:pPr>
              <a:lnSpc>
                <a:spcPts val="619"/>
              </a:lnSpc>
            </a:pPr>
            <a:r>
              <a:rPr lang="en-US" sz="667" b="1" dirty="0"/>
              <a:t>temperature  </a:t>
            </a:r>
          </a:p>
        </p:txBody>
      </p:sp>
      <p:sp>
        <p:nvSpPr>
          <p:cNvPr id="737" name="Freeform: Shape 736">
            <a:extLst>
              <a:ext uri="{FF2B5EF4-FFF2-40B4-BE49-F238E27FC236}">
                <a16:creationId xmlns:a16="http://schemas.microsoft.com/office/drawing/2014/main" id="{3AE00798-4F72-C84B-33F4-850FD0B393AC}"/>
              </a:ext>
            </a:extLst>
          </p:cNvPr>
          <p:cNvSpPr/>
          <p:nvPr/>
        </p:nvSpPr>
        <p:spPr>
          <a:xfrm rot="20652734">
            <a:off x="9871745" y="4273340"/>
            <a:ext cx="280930" cy="62104"/>
          </a:xfrm>
          <a:custGeom>
            <a:avLst/>
            <a:gdLst>
              <a:gd name="connsiteX0" fmla="*/ 0 w 264584"/>
              <a:gd name="connsiteY0" fmla="*/ 10275 h 46258"/>
              <a:gd name="connsiteX1" fmla="*/ 136525 w 264584"/>
              <a:gd name="connsiteY1" fmla="*/ 750 h 46258"/>
              <a:gd name="connsiteX2" fmla="*/ 190500 w 264584"/>
              <a:gd name="connsiteY2" fmla="*/ 1808 h 46258"/>
              <a:gd name="connsiteX3" fmla="*/ 232834 w 264584"/>
              <a:gd name="connsiteY3" fmla="*/ 11333 h 46258"/>
              <a:gd name="connsiteX4" fmla="*/ 264584 w 264584"/>
              <a:gd name="connsiteY4" fmla="*/ 46258 h 46258"/>
              <a:gd name="connsiteX0" fmla="*/ 0 w 356890"/>
              <a:gd name="connsiteY0" fmla="*/ 10275 h 66444"/>
              <a:gd name="connsiteX1" fmla="*/ 136525 w 356890"/>
              <a:gd name="connsiteY1" fmla="*/ 750 h 66444"/>
              <a:gd name="connsiteX2" fmla="*/ 190500 w 356890"/>
              <a:gd name="connsiteY2" fmla="*/ 1808 h 66444"/>
              <a:gd name="connsiteX3" fmla="*/ 232834 w 356890"/>
              <a:gd name="connsiteY3" fmla="*/ 11333 h 66444"/>
              <a:gd name="connsiteX4" fmla="*/ 356890 w 356890"/>
              <a:gd name="connsiteY4" fmla="*/ 66444 h 66444"/>
              <a:gd name="connsiteX0" fmla="*/ 0 w 301326"/>
              <a:gd name="connsiteY0" fmla="*/ 10275 h 43161"/>
              <a:gd name="connsiteX1" fmla="*/ 136525 w 301326"/>
              <a:gd name="connsiteY1" fmla="*/ 750 h 43161"/>
              <a:gd name="connsiteX2" fmla="*/ 190500 w 301326"/>
              <a:gd name="connsiteY2" fmla="*/ 1808 h 43161"/>
              <a:gd name="connsiteX3" fmla="*/ 232834 w 301326"/>
              <a:gd name="connsiteY3" fmla="*/ 11333 h 43161"/>
              <a:gd name="connsiteX4" fmla="*/ 301326 w 301326"/>
              <a:gd name="connsiteY4" fmla="*/ 43161 h 431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1326" h="43161">
                <a:moveTo>
                  <a:pt x="0" y="10275"/>
                </a:moveTo>
                <a:lnTo>
                  <a:pt x="136525" y="750"/>
                </a:lnTo>
                <a:cubicBezTo>
                  <a:pt x="168275" y="-661"/>
                  <a:pt x="174449" y="44"/>
                  <a:pt x="190500" y="1808"/>
                </a:cubicBezTo>
                <a:cubicBezTo>
                  <a:pt x="206551" y="3572"/>
                  <a:pt x="220487" y="3925"/>
                  <a:pt x="232834" y="11333"/>
                </a:cubicBezTo>
                <a:cubicBezTo>
                  <a:pt x="245181" y="18741"/>
                  <a:pt x="291624" y="29402"/>
                  <a:pt x="301326" y="43161"/>
                </a:cubicBezTo>
              </a:path>
            </a:pathLst>
          </a:custGeom>
          <a:noFill/>
          <a:ln w="38100">
            <a:solidFill>
              <a:srgbClr val="005426"/>
            </a:solidFill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57"/>
          </a:p>
        </p:txBody>
      </p:sp>
      <p:sp>
        <p:nvSpPr>
          <p:cNvPr id="743" name="TextBox 742">
            <a:extLst>
              <a:ext uri="{FF2B5EF4-FFF2-40B4-BE49-F238E27FC236}">
                <a16:creationId xmlns:a16="http://schemas.microsoft.com/office/drawing/2014/main" id="{F16EEBC5-6A1C-3876-F21A-A22AC7A96085}"/>
              </a:ext>
            </a:extLst>
          </p:cNvPr>
          <p:cNvSpPr txBox="1"/>
          <p:nvPr/>
        </p:nvSpPr>
        <p:spPr>
          <a:xfrm flipH="1">
            <a:off x="9451898" y="3876796"/>
            <a:ext cx="514385" cy="365806"/>
          </a:xfrm>
          <a:prstGeom prst="rect">
            <a:avLst/>
          </a:prstGeom>
          <a:solidFill>
            <a:srgbClr val="CAD7EE">
              <a:alpha val="0"/>
            </a:srgbClr>
          </a:solidFill>
          <a:effectLst/>
        </p:spPr>
        <p:txBody>
          <a:bodyPr wrap="square" rtlCol="0">
            <a:spAutoFit/>
          </a:bodyPr>
          <a:lstStyle/>
          <a:p>
            <a:pPr>
              <a:lnSpc>
                <a:spcPts val="714"/>
              </a:lnSpc>
            </a:pPr>
            <a:r>
              <a:rPr lang="en-US" sz="857" dirty="0">
                <a:latin typeface="Univers 57 Condensed" pitchFamily="50" charset="0"/>
              </a:rPr>
              <a:t>Runoff heat flow</a:t>
            </a:r>
          </a:p>
        </p:txBody>
      </p:sp>
      <p:cxnSp>
        <p:nvCxnSpPr>
          <p:cNvPr id="744" name="Straight Connector 743">
            <a:extLst>
              <a:ext uri="{FF2B5EF4-FFF2-40B4-BE49-F238E27FC236}">
                <a16:creationId xmlns:a16="http://schemas.microsoft.com/office/drawing/2014/main" id="{4B407DCF-6148-199A-22C7-FDB3396E0ED7}"/>
              </a:ext>
            </a:extLst>
          </p:cNvPr>
          <p:cNvCxnSpPr>
            <a:cxnSpLocks/>
          </p:cNvCxnSpPr>
          <p:nvPr/>
        </p:nvCxnSpPr>
        <p:spPr>
          <a:xfrm flipH="1" flipV="1">
            <a:off x="9774517" y="4081460"/>
            <a:ext cx="201718" cy="15483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60" name="Group 759">
            <a:extLst>
              <a:ext uri="{FF2B5EF4-FFF2-40B4-BE49-F238E27FC236}">
                <a16:creationId xmlns:a16="http://schemas.microsoft.com/office/drawing/2014/main" id="{D998E226-673A-F54D-0D12-E101C040AD42}"/>
              </a:ext>
            </a:extLst>
          </p:cNvPr>
          <p:cNvGrpSpPr/>
          <p:nvPr/>
        </p:nvGrpSpPr>
        <p:grpSpPr>
          <a:xfrm>
            <a:off x="6731228" y="1057632"/>
            <a:ext cx="4205785" cy="2328283"/>
            <a:chOff x="30680358" y="21129316"/>
            <a:chExt cx="8832149" cy="4889394"/>
          </a:xfrm>
        </p:grpSpPr>
        <p:grpSp>
          <p:nvGrpSpPr>
            <p:cNvPr id="604" name="Group 603">
              <a:extLst>
                <a:ext uri="{FF2B5EF4-FFF2-40B4-BE49-F238E27FC236}">
                  <a16:creationId xmlns:a16="http://schemas.microsoft.com/office/drawing/2014/main" id="{EA84B838-7681-0AEE-70A2-59595C196072}"/>
                </a:ext>
              </a:extLst>
            </p:cNvPr>
            <p:cNvGrpSpPr/>
            <p:nvPr/>
          </p:nvGrpSpPr>
          <p:grpSpPr>
            <a:xfrm>
              <a:off x="30680358" y="21706615"/>
              <a:ext cx="8832149" cy="4312095"/>
              <a:chOff x="5967204" y="14034"/>
              <a:chExt cx="6580834" cy="3041040"/>
            </a:xfrm>
          </p:grpSpPr>
          <p:pic>
            <p:nvPicPr>
              <p:cNvPr id="605" name="Picture 604">
                <a:extLst>
                  <a:ext uri="{FF2B5EF4-FFF2-40B4-BE49-F238E27FC236}">
                    <a16:creationId xmlns:a16="http://schemas.microsoft.com/office/drawing/2014/main" id="{CEFBCC9E-C8E4-DACD-A64E-E222B0D1FF5E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5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r="14140"/>
              <a:stretch/>
            </p:blipFill>
            <p:spPr>
              <a:xfrm>
                <a:off x="5967204" y="14034"/>
                <a:ext cx="5242930" cy="3041040"/>
              </a:xfrm>
              <a:prstGeom prst="rect">
                <a:avLst/>
              </a:prstGeom>
            </p:spPr>
          </p:pic>
          <p:grpSp>
            <p:nvGrpSpPr>
              <p:cNvPr id="606" name="Group 605">
                <a:extLst>
                  <a:ext uri="{FF2B5EF4-FFF2-40B4-BE49-F238E27FC236}">
                    <a16:creationId xmlns:a16="http://schemas.microsoft.com/office/drawing/2014/main" id="{B4B1FBDD-7F97-9481-05DD-49D4EB73E04F}"/>
                  </a:ext>
                </a:extLst>
              </p:cNvPr>
              <p:cNvGrpSpPr/>
              <p:nvPr/>
            </p:nvGrpSpPr>
            <p:grpSpPr>
              <a:xfrm>
                <a:off x="10661299" y="106109"/>
                <a:ext cx="1886739" cy="2127718"/>
                <a:chOff x="10661299" y="106109"/>
                <a:chExt cx="1886739" cy="2127718"/>
              </a:xfrm>
            </p:grpSpPr>
            <p:pic>
              <p:nvPicPr>
                <p:cNvPr id="607" name="Picture 606">
                  <a:extLst>
                    <a:ext uri="{FF2B5EF4-FFF2-40B4-BE49-F238E27FC236}">
                      <a16:creationId xmlns:a16="http://schemas.microsoft.com/office/drawing/2014/main" id="{D6DF504F-288D-3F27-71E0-837FE98BF91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5">
                  <a:clrChange>
                    <a:clrFrom>
                      <a:srgbClr val="FFFFFF"/>
                    </a:clrFrom>
                    <a:clrTo>
                      <a:srgbClr val="FFFFFF">
                        <a:alpha val="0"/>
                      </a:srgbClr>
                    </a:clrTo>
                  </a:clrChang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8431" t="22312" r="3820" b="24139"/>
                <a:stretch/>
              </p:blipFill>
              <p:spPr>
                <a:xfrm flipV="1">
                  <a:off x="11333432" y="476468"/>
                  <a:ext cx="473166" cy="1628425"/>
                </a:xfrm>
                <a:prstGeom prst="rect">
                  <a:avLst/>
                </a:prstGeom>
              </p:spPr>
            </p:pic>
            <p:sp>
              <p:nvSpPr>
                <p:cNvPr id="608" name="TextBox 607">
                  <a:extLst>
                    <a:ext uri="{FF2B5EF4-FFF2-40B4-BE49-F238E27FC236}">
                      <a16:creationId xmlns:a16="http://schemas.microsoft.com/office/drawing/2014/main" id="{AEACC926-69A2-0B96-66F2-1687151A198F}"/>
                    </a:ext>
                  </a:extLst>
                </p:cNvPr>
                <p:cNvSpPr txBox="1"/>
                <p:nvPr/>
              </p:nvSpPr>
              <p:spPr>
                <a:xfrm>
                  <a:off x="11806824" y="1945048"/>
                  <a:ext cx="741214" cy="28877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667" i="1" dirty="0">
                      <a:latin typeface="Univers 57 Condensed" pitchFamily="50" charset="0"/>
                    </a:rPr>
                    <a:t>Cool</a:t>
                  </a:r>
                </a:p>
              </p:txBody>
            </p:sp>
            <p:sp>
              <p:nvSpPr>
                <p:cNvPr id="609" name="TextBox 608">
                  <a:extLst>
                    <a:ext uri="{FF2B5EF4-FFF2-40B4-BE49-F238E27FC236}">
                      <a16:creationId xmlns:a16="http://schemas.microsoft.com/office/drawing/2014/main" id="{03EAA66A-3BE7-5495-53EA-75B3174DD059}"/>
                    </a:ext>
                  </a:extLst>
                </p:cNvPr>
                <p:cNvSpPr txBox="1"/>
                <p:nvPr/>
              </p:nvSpPr>
              <p:spPr>
                <a:xfrm>
                  <a:off x="11770435" y="424259"/>
                  <a:ext cx="741214" cy="28877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667" i="1" dirty="0">
                      <a:latin typeface="Univers 57 Condensed" pitchFamily="50" charset="0"/>
                    </a:rPr>
                    <a:t>Warm</a:t>
                  </a:r>
                </a:p>
              </p:txBody>
            </p:sp>
            <p:sp>
              <p:nvSpPr>
                <p:cNvPr id="610" name="TextBox 609">
                  <a:extLst>
                    <a:ext uri="{FF2B5EF4-FFF2-40B4-BE49-F238E27FC236}">
                      <a16:creationId xmlns:a16="http://schemas.microsoft.com/office/drawing/2014/main" id="{7CE4AB79-3A6B-F87A-E686-DA09E97E66AB}"/>
                    </a:ext>
                  </a:extLst>
                </p:cNvPr>
                <p:cNvSpPr txBox="1"/>
                <p:nvPr/>
              </p:nvSpPr>
              <p:spPr>
                <a:xfrm>
                  <a:off x="10661299" y="106109"/>
                  <a:ext cx="1850352" cy="40263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>
                    <a:lnSpc>
                      <a:spcPts val="714"/>
                    </a:lnSpc>
                  </a:pPr>
                  <a:r>
                    <a:rPr lang="en-US" sz="667" kern="800" dirty="0">
                      <a:latin typeface="Univers 57 Condensed" pitchFamily="50" charset="0"/>
                    </a:rPr>
                    <a:t>Relative Cell</a:t>
                  </a:r>
                </a:p>
                <a:p>
                  <a:pPr algn="ctr">
                    <a:lnSpc>
                      <a:spcPts val="714"/>
                    </a:lnSpc>
                  </a:pPr>
                  <a:r>
                    <a:rPr lang="en-US" sz="667" kern="800" dirty="0">
                      <a:latin typeface="Univers 57 Condensed" pitchFamily="50" charset="0"/>
                    </a:rPr>
                    <a:t>Temperature</a:t>
                  </a:r>
                </a:p>
              </p:txBody>
            </p:sp>
          </p:grpSp>
        </p:grpSp>
        <p:sp>
          <p:nvSpPr>
            <p:cNvPr id="759" name="TextBox 758">
              <a:extLst>
                <a:ext uri="{FF2B5EF4-FFF2-40B4-BE49-F238E27FC236}">
                  <a16:creationId xmlns:a16="http://schemas.microsoft.com/office/drawing/2014/main" id="{4FAB0783-3CAC-00DE-6847-12590692BDC6}"/>
                </a:ext>
              </a:extLst>
            </p:cNvPr>
            <p:cNvSpPr txBox="1"/>
            <p:nvPr/>
          </p:nvSpPr>
          <p:spPr>
            <a:xfrm>
              <a:off x="31016696" y="21129316"/>
              <a:ext cx="3988894" cy="56325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43" b="1" u="sng" dirty="0"/>
                <a:t>UZF/UZE</a:t>
              </a:r>
              <a:r>
                <a:rPr lang="en-US" sz="952" b="1" u="sng" dirty="0"/>
                <a:t> </a:t>
              </a:r>
              <a:r>
                <a:rPr lang="en-US" sz="1143" b="1" u="sng" dirty="0"/>
                <a:t>Routing </a:t>
              </a:r>
              <a:endParaRPr lang="en-US" sz="1333" b="1" u="sng" dirty="0"/>
            </a:p>
          </p:txBody>
        </p:sp>
      </p:grpSp>
      <p:sp>
        <p:nvSpPr>
          <p:cNvPr id="724" name="TextBox 723">
            <a:extLst>
              <a:ext uri="{FF2B5EF4-FFF2-40B4-BE49-F238E27FC236}">
                <a16:creationId xmlns:a16="http://schemas.microsoft.com/office/drawing/2014/main" id="{ACA89331-8A66-ED18-52EA-C0BBAED55874}"/>
              </a:ext>
            </a:extLst>
          </p:cNvPr>
          <p:cNvSpPr txBox="1"/>
          <p:nvPr/>
        </p:nvSpPr>
        <p:spPr>
          <a:xfrm flipH="1">
            <a:off x="10278045" y="5380038"/>
            <a:ext cx="924999" cy="457946"/>
          </a:xfrm>
          <a:prstGeom prst="rect">
            <a:avLst/>
          </a:prstGeom>
          <a:solidFill>
            <a:schemeClr val="bg1">
              <a:alpha val="40000"/>
            </a:schemeClr>
          </a:solidFill>
          <a:effectLst>
            <a:softEdge rad="31750"/>
          </a:effectLst>
        </p:spPr>
        <p:txBody>
          <a:bodyPr wrap="square" rtlCol="0">
            <a:spAutoFit/>
          </a:bodyPr>
          <a:lstStyle/>
          <a:p>
            <a:pPr>
              <a:lnSpc>
                <a:spcPts val="714"/>
              </a:lnSpc>
            </a:pPr>
            <a:r>
              <a:rPr lang="en-US" sz="857" dirty="0">
                <a:latin typeface="Univers 57 Condensed" pitchFamily="50" charset="0"/>
              </a:rPr>
              <a:t>Groundwater/</a:t>
            </a:r>
          </a:p>
          <a:p>
            <a:pPr>
              <a:lnSpc>
                <a:spcPts val="714"/>
              </a:lnSpc>
            </a:pPr>
            <a:r>
              <a:rPr lang="en-US" sz="857" dirty="0">
                <a:latin typeface="Univers 57 Condensed" pitchFamily="50" charset="0"/>
              </a:rPr>
              <a:t>surface-water conductive heat </a:t>
            </a:r>
          </a:p>
          <a:p>
            <a:pPr>
              <a:lnSpc>
                <a:spcPts val="714"/>
              </a:lnSpc>
            </a:pPr>
            <a:r>
              <a:rPr lang="en-US" sz="857" dirty="0">
                <a:latin typeface="Univers 57 Condensed" pitchFamily="50" charset="0"/>
              </a:rPr>
              <a:t>exchange</a:t>
            </a: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AE8CCC1E-4315-1618-117B-F822421B0809}"/>
              </a:ext>
            </a:extLst>
          </p:cNvPr>
          <p:cNvSpPr/>
          <p:nvPr/>
        </p:nvSpPr>
        <p:spPr>
          <a:xfrm rot="5824246">
            <a:off x="10115510" y="4664049"/>
            <a:ext cx="722370" cy="1019028"/>
          </a:xfrm>
          <a:custGeom>
            <a:avLst/>
            <a:gdLst>
              <a:gd name="connsiteX0" fmla="*/ 0 w 1581150"/>
              <a:gd name="connsiteY0" fmla="*/ 139700 h 1892300"/>
              <a:gd name="connsiteX1" fmla="*/ 184150 w 1581150"/>
              <a:gd name="connsiteY1" fmla="*/ 203200 h 1892300"/>
              <a:gd name="connsiteX2" fmla="*/ 317500 w 1581150"/>
              <a:gd name="connsiteY2" fmla="*/ 254000 h 1892300"/>
              <a:gd name="connsiteX3" fmla="*/ 501650 w 1581150"/>
              <a:gd name="connsiteY3" fmla="*/ 381000 h 1892300"/>
              <a:gd name="connsiteX4" fmla="*/ 666750 w 1581150"/>
              <a:gd name="connsiteY4" fmla="*/ 539750 h 1892300"/>
              <a:gd name="connsiteX5" fmla="*/ 742950 w 1581150"/>
              <a:gd name="connsiteY5" fmla="*/ 666750 h 1892300"/>
              <a:gd name="connsiteX6" fmla="*/ 812800 w 1581150"/>
              <a:gd name="connsiteY6" fmla="*/ 806450 h 1892300"/>
              <a:gd name="connsiteX7" fmla="*/ 844550 w 1581150"/>
              <a:gd name="connsiteY7" fmla="*/ 958850 h 1892300"/>
              <a:gd name="connsiteX8" fmla="*/ 857250 w 1581150"/>
              <a:gd name="connsiteY8" fmla="*/ 1149350 h 1892300"/>
              <a:gd name="connsiteX9" fmla="*/ 838200 w 1581150"/>
              <a:gd name="connsiteY9" fmla="*/ 1320800 h 1892300"/>
              <a:gd name="connsiteX10" fmla="*/ 812800 w 1581150"/>
              <a:gd name="connsiteY10" fmla="*/ 1428750 h 1892300"/>
              <a:gd name="connsiteX11" fmla="*/ 755650 w 1581150"/>
              <a:gd name="connsiteY11" fmla="*/ 1530350 h 1892300"/>
              <a:gd name="connsiteX12" fmla="*/ 971550 w 1581150"/>
              <a:gd name="connsiteY12" fmla="*/ 1892300 h 1892300"/>
              <a:gd name="connsiteX13" fmla="*/ 1568450 w 1581150"/>
              <a:gd name="connsiteY13" fmla="*/ 1612900 h 1892300"/>
              <a:gd name="connsiteX14" fmla="*/ 1581150 w 1581150"/>
              <a:gd name="connsiteY14" fmla="*/ 1524000 h 1892300"/>
              <a:gd name="connsiteX15" fmla="*/ 1568450 w 1581150"/>
              <a:gd name="connsiteY15" fmla="*/ 476250 h 1892300"/>
              <a:gd name="connsiteX16" fmla="*/ 1498600 w 1581150"/>
              <a:gd name="connsiteY16" fmla="*/ 330200 h 1892300"/>
              <a:gd name="connsiteX17" fmla="*/ 698500 w 1581150"/>
              <a:gd name="connsiteY17" fmla="*/ 0 h 1892300"/>
              <a:gd name="connsiteX18" fmla="*/ 254000 w 1581150"/>
              <a:gd name="connsiteY18" fmla="*/ 63500 h 1892300"/>
              <a:gd name="connsiteX0" fmla="*/ 0 w 1581150"/>
              <a:gd name="connsiteY0" fmla="*/ 139700 h 1892300"/>
              <a:gd name="connsiteX1" fmla="*/ 184150 w 1581150"/>
              <a:gd name="connsiteY1" fmla="*/ 203200 h 1892300"/>
              <a:gd name="connsiteX2" fmla="*/ 317500 w 1581150"/>
              <a:gd name="connsiteY2" fmla="*/ 254000 h 1892300"/>
              <a:gd name="connsiteX3" fmla="*/ 501650 w 1581150"/>
              <a:gd name="connsiteY3" fmla="*/ 381000 h 1892300"/>
              <a:gd name="connsiteX4" fmla="*/ 666750 w 1581150"/>
              <a:gd name="connsiteY4" fmla="*/ 539750 h 1892300"/>
              <a:gd name="connsiteX5" fmla="*/ 742950 w 1581150"/>
              <a:gd name="connsiteY5" fmla="*/ 666750 h 1892300"/>
              <a:gd name="connsiteX6" fmla="*/ 812800 w 1581150"/>
              <a:gd name="connsiteY6" fmla="*/ 806450 h 1892300"/>
              <a:gd name="connsiteX7" fmla="*/ 844550 w 1581150"/>
              <a:gd name="connsiteY7" fmla="*/ 958850 h 1892300"/>
              <a:gd name="connsiteX8" fmla="*/ 857250 w 1581150"/>
              <a:gd name="connsiteY8" fmla="*/ 1149350 h 1892300"/>
              <a:gd name="connsiteX9" fmla="*/ 838200 w 1581150"/>
              <a:gd name="connsiteY9" fmla="*/ 1320800 h 1892300"/>
              <a:gd name="connsiteX10" fmla="*/ 812800 w 1581150"/>
              <a:gd name="connsiteY10" fmla="*/ 1428750 h 1892300"/>
              <a:gd name="connsiteX11" fmla="*/ 755650 w 1581150"/>
              <a:gd name="connsiteY11" fmla="*/ 1530350 h 1892300"/>
              <a:gd name="connsiteX12" fmla="*/ 971550 w 1581150"/>
              <a:gd name="connsiteY12" fmla="*/ 1892300 h 1892300"/>
              <a:gd name="connsiteX13" fmla="*/ 1568450 w 1581150"/>
              <a:gd name="connsiteY13" fmla="*/ 1612900 h 1892300"/>
              <a:gd name="connsiteX14" fmla="*/ 1581150 w 1581150"/>
              <a:gd name="connsiteY14" fmla="*/ 1524000 h 1892300"/>
              <a:gd name="connsiteX15" fmla="*/ 1568450 w 1581150"/>
              <a:gd name="connsiteY15" fmla="*/ 476250 h 1892300"/>
              <a:gd name="connsiteX16" fmla="*/ 1498600 w 1581150"/>
              <a:gd name="connsiteY16" fmla="*/ 330200 h 1892300"/>
              <a:gd name="connsiteX17" fmla="*/ 698500 w 1581150"/>
              <a:gd name="connsiteY17" fmla="*/ 0 h 1892300"/>
              <a:gd name="connsiteX18" fmla="*/ 12700 w 1581150"/>
              <a:gd name="connsiteY18" fmla="*/ 133350 h 1892300"/>
              <a:gd name="connsiteX0" fmla="*/ 0 w 1581150"/>
              <a:gd name="connsiteY0" fmla="*/ 139700 h 1892300"/>
              <a:gd name="connsiteX1" fmla="*/ 184150 w 1581150"/>
              <a:gd name="connsiteY1" fmla="*/ 203200 h 1892300"/>
              <a:gd name="connsiteX2" fmla="*/ 317500 w 1581150"/>
              <a:gd name="connsiteY2" fmla="*/ 254000 h 1892300"/>
              <a:gd name="connsiteX3" fmla="*/ 501650 w 1581150"/>
              <a:gd name="connsiteY3" fmla="*/ 381000 h 1892300"/>
              <a:gd name="connsiteX4" fmla="*/ 666750 w 1581150"/>
              <a:gd name="connsiteY4" fmla="*/ 539750 h 1892300"/>
              <a:gd name="connsiteX5" fmla="*/ 742950 w 1581150"/>
              <a:gd name="connsiteY5" fmla="*/ 666750 h 1892300"/>
              <a:gd name="connsiteX6" fmla="*/ 812800 w 1581150"/>
              <a:gd name="connsiteY6" fmla="*/ 806450 h 1892300"/>
              <a:gd name="connsiteX7" fmla="*/ 844550 w 1581150"/>
              <a:gd name="connsiteY7" fmla="*/ 958850 h 1892300"/>
              <a:gd name="connsiteX8" fmla="*/ 857250 w 1581150"/>
              <a:gd name="connsiteY8" fmla="*/ 1149350 h 1892300"/>
              <a:gd name="connsiteX9" fmla="*/ 838200 w 1581150"/>
              <a:gd name="connsiteY9" fmla="*/ 1320800 h 1892300"/>
              <a:gd name="connsiteX10" fmla="*/ 812800 w 1581150"/>
              <a:gd name="connsiteY10" fmla="*/ 1428750 h 1892300"/>
              <a:gd name="connsiteX11" fmla="*/ 755650 w 1581150"/>
              <a:gd name="connsiteY11" fmla="*/ 1530350 h 1892300"/>
              <a:gd name="connsiteX12" fmla="*/ 971550 w 1581150"/>
              <a:gd name="connsiteY12" fmla="*/ 1892300 h 1892300"/>
              <a:gd name="connsiteX13" fmla="*/ 1568450 w 1581150"/>
              <a:gd name="connsiteY13" fmla="*/ 1612900 h 1892300"/>
              <a:gd name="connsiteX14" fmla="*/ 1581150 w 1581150"/>
              <a:gd name="connsiteY14" fmla="*/ 1524000 h 1892300"/>
              <a:gd name="connsiteX15" fmla="*/ 1568450 w 1581150"/>
              <a:gd name="connsiteY15" fmla="*/ 476250 h 1892300"/>
              <a:gd name="connsiteX16" fmla="*/ 1498600 w 1581150"/>
              <a:gd name="connsiteY16" fmla="*/ 330200 h 1892300"/>
              <a:gd name="connsiteX17" fmla="*/ 698500 w 1581150"/>
              <a:gd name="connsiteY17" fmla="*/ 0 h 1892300"/>
              <a:gd name="connsiteX18" fmla="*/ 12700 w 1581150"/>
              <a:gd name="connsiteY18" fmla="*/ 133350 h 1892300"/>
              <a:gd name="connsiteX19" fmla="*/ 0 w 1581150"/>
              <a:gd name="connsiteY19" fmla="*/ 139700 h 1892300"/>
              <a:gd name="connsiteX0" fmla="*/ 0 w 1581150"/>
              <a:gd name="connsiteY0" fmla="*/ 139700 h 1612900"/>
              <a:gd name="connsiteX1" fmla="*/ 184150 w 1581150"/>
              <a:gd name="connsiteY1" fmla="*/ 203200 h 1612900"/>
              <a:gd name="connsiteX2" fmla="*/ 317500 w 1581150"/>
              <a:gd name="connsiteY2" fmla="*/ 254000 h 1612900"/>
              <a:gd name="connsiteX3" fmla="*/ 501650 w 1581150"/>
              <a:gd name="connsiteY3" fmla="*/ 381000 h 1612900"/>
              <a:gd name="connsiteX4" fmla="*/ 666750 w 1581150"/>
              <a:gd name="connsiteY4" fmla="*/ 539750 h 1612900"/>
              <a:gd name="connsiteX5" fmla="*/ 742950 w 1581150"/>
              <a:gd name="connsiteY5" fmla="*/ 666750 h 1612900"/>
              <a:gd name="connsiteX6" fmla="*/ 812800 w 1581150"/>
              <a:gd name="connsiteY6" fmla="*/ 806450 h 1612900"/>
              <a:gd name="connsiteX7" fmla="*/ 844550 w 1581150"/>
              <a:gd name="connsiteY7" fmla="*/ 958850 h 1612900"/>
              <a:gd name="connsiteX8" fmla="*/ 857250 w 1581150"/>
              <a:gd name="connsiteY8" fmla="*/ 1149350 h 1612900"/>
              <a:gd name="connsiteX9" fmla="*/ 838200 w 1581150"/>
              <a:gd name="connsiteY9" fmla="*/ 1320800 h 1612900"/>
              <a:gd name="connsiteX10" fmla="*/ 812800 w 1581150"/>
              <a:gd name="connsiteY10" fmla="*/ 1428750 h 1612900"/>
              <a:gd name="connsiteX11" fmla="*/ 755650 w 1581150"/>
              <a:gd name="connsiteY11" fmla="*/ 1530350 h 1612900"/>
              <a:gd name="connsiteX12" fmla="*/ 1060450 w 1581150"/>
              <a:gd name="connsiteY12" fmla="*/ 1530350 h 1612900"/>
              <a:gd name="connsiteX13" fmla="*/ 1568450 w 1581150"/>
              <a:gd name="connsiteY13" fmla="*/ 1612900 h 1612900"/>
              <a:gd name="connsiteX14" fmla="*/ 1581150 w 1581150"/>
              <a:gd name="connsiteY14" fmla="*/ 1524000 h 1612900"/>
              <a:gd name="connsiteX15" fmla="*/ 1568450 w 1581150"/>
              <a:gd name="connsiteY15" fmla="*/ 476250 h 1612900"/>
              <a:gd name="connsiteX16" fmla="*/ 1498600 w 1581150"/>
              <a:gd name="connsiteY16" fmla="*/ 330200 h 1612900"/>
              <a:gd name="connsiteX17" fmla="*/ 698500 w 1581150"/>
              <a:gd name="connsiteY17" fmla="*/ 0 h 1612900"/>
              <a:gd name="connsiteX18" fmla="*/ 12700 w 1581150"/>
              <a:gd name="connsiteY18" fmla="*/ 133350 h 1612900"/>
              <a:gd name="connsiteX19" fmla="*/ 0 w 1581150"/>
              <a:gd name="connsiteY19" fmla="*/ 139700 h 1612900"/>
              <a:gd name="connsiteX0" fmla="*/ 0 w 1581150"/>
              <a:gd name="connsiteY0" fmla="*/ 139700 h 1530350"/>
              <a:gd name="connsiteX1" fmla="*/ 184150 w 1581150"/>
              <a:gd name="connsiteY1" fmla="*/ 203200 h 1530350"/>
              <a:gd name="connsiteX2" fmla="*/ 317500 w 1581150"/>
              <a:gd name="connsiteY2" fmla="*/ 254000 h 1530350"/>
              <a:gd name="connsiteX3" fmla="*/ 501650 w 1581150"/>
              <a:gd name="connsiteY3" fmla="*/ 381000 h 1530350"/>
              <a:gd name="connsiteX4" fmla="*/ 666750 w 1581150"/>
              <a:gd name="connsiteY4" fmla="*/ 539750 h 1530350"/>
              <a:gd name="connsiteX5" fmla="*/ 742950 w 1581150"/>
              <a:gd name="connsiteY5" fmla="*/ 666750 h 1530350"/>
              <a:gd name="connsiteX6" fmla="*/ 812800 w 1581150"/>
              <a:gd name="connsiteY6" fmla="*/ 806450 h 1530350"/>
              <a:gd name="connsiteX7" fmla="*/ 844550 w 1581150"/>
              <a:gd name="connsiteY7" fmla="*/ 958850 h 1530350"/>
              <a:gd name="connsiteX8" fmla="*/ 857250 w 1581150"/>
              <a:gd name="connsiteY8" fmla="*/ 1149350 h 1530350"/>
              <a:gd name="connsiteX9" fmla="*/ 838200 w 1581150"/>
              <a:gd name="connsiteY9" fmla="*/ 1320800 h 1530350"/>
              <a:gd name="connsiteX10" fmla="*/ 812800 w 1581150"/>
              <a:gd name="connsiteY10" fmla="*/ 1428750 h 1530350"/>
              <a:gd name="connsiteX11" fmla="*/ 755650 w 1581150"/>
              <a:gd name="connsiteY11" fmla="*/ 1530350 h 1530350"/>
              <a:gd name="connsiteX12" fmla="*/ 1060450 w 1581150"/>
              <a:gd name="connsiteY12" fmla="*/ 1530350 h 1530350"/>
              <a:gd name="connsiteX13" fmla="*/ 1130300 w 1581150"/>
              <a:gd name="connsiteY13" fmla="*/ 1397000 h 1530350"/>
              <a:gd name="connsiteX14" fmla="*/ 1581150 w 1581150"/>
              <a:gd name="connsiteY14" fmla="*/ 1524000 h 1530350"/>
              <a:gd name="connsiteX15" fmla="*/ 1568450 w 1581150"/>
              <a:gd name="connsiteY15" fmla="*/ 476250 h 1530350"/>
              <a:gd name="connsiteX16" fmla="*/ 1498600 w 1581150"/>
              <a:gd name="connsiteY16" fmla="*/ 330200 h 1530350"/>
              <a:gd name="connsiteX17" fmla="*/ 698500 w 1581150"/>
              <a:gd name="connsiteY17" fmla="*/ 0 h 1530350"/>
              <a:gd name="connsiteX18" fmla="*/ 12700 w 1581150"/>
              <a:gd name="connsiteY18" fmla="*/ 133350 h 1530350"/>
              <a:gd name="connsiteX19" fmla="*/ 0 w 1581150"/>
              <a:gd name="connsiteY19" fmla="*/ 139700 h 1530350"/>
              <a:gd name="connsiteX0" fmla="*/ 0 w 1568450"/>
              <a:gd name="connsiteY0" fmla="*/ 139700 h 1530350"/>
              <a:gd name="connsiteX1" fmla="*/ 184150 w 1568450"/>
              <a:gd name="connsiteY1" fmla="*/ 203200 h 1530350"/>
              <a:gd name="connsiteX2" fmla="*/ 317500 w 1568450"/>
              <a:gd name="connsiteY2" fmla="*/ 254000 h 1530350"/>
              <a:gd name="connsiteX3" fmla="*/ 501650 w 1568450"/>
              <a:gd name="connsiteY3" fmla="*/ 381000 h 1530350"/>
              <a:gd name="connsiteX4" fmla="*/ 666750 w 1568450"/>
              <a:gd name="connsiteY4" fmla="*/ 539750 h 1530350"/>
              <a:gd name="connsiteX5" fmla="*/ 742950 w 1568450"/>
              <a:gd name="connsiteY5" fmla="*/ 666750 h 1530350"/>
              <a:gd name="connsiteX6" fmla="*/ 812800 w 1568450"/>
              <a:gd name="connsiteY6" fmla="*/ 806450 h 1530350"/>
              <a:gd name="connsiteX7" fmla="*/ 844550 w 1568450"/>
              <a:gd name="connsiteY7" fmla="*/ 958850 h 1530350"/>
              <a:gd name="connsiteX8" fmla="*/ 857250 w 1568450"/>
              <a:gd name="connsiteY8" fmla="*/ 1149350 h 1530350"/>
              <a:gd name="connsiteX9" fmla="*/ 838200 w 1568450"/>
              <a:gd name="connsiteY9" fmla="*/ 1320800 h 1530350"/>
              <a:gd name="connsiteX10" fmla="*/ 812800 w 1568450"/>
              <a:gd name="connsiteY10" fmla="*/ 1428750 h 1530350"/>
              <a:gd name="connsiteX11" fmla="*/ 755650 w 1568450"/>
              <a:gd name="connsiteY11" fmla="*/ 1530350 h 1530350"/>
              <a:gd name="connsiteX12" fmla="*/ 1060450 w 1568450"/>
              <a:gd name="connsiteY12" fmla="*/ 1530350 h 1530350"/>
              <a:gd name="connsiteX13" fmla="*/ 1130300 w 1568450"/>
              <a:gd name="connsiteY13" fmla="*/ 1397000 h 1530350"/>
              <a:gd name="connsiteX14" fmla="*/ 1054100 w 1568450"/>
              <a:gd name="connsiteY14" fmla="*/ 1028700 h 1530350"/>
              <a:gd name="connsiteX15" fmla="*/ 1568450 w 1568450"/>
              <a:gd name="connsiteY15" fmla="*/ 476250 h 1530350"/>
              <a:gd name="connsiteX16" fmla="*/ 1498600 w 1568450"/>
              <a:gd name="connsiteY16" fmla="*/ 330200 h 1530350"/>
              <a:gd name="connsiteX17" fmla="*/ 698500 w 1568450"/>
              <a:gd name="connsiteY17" fmla="*/ 0 h 1530350"/>
              <a:gd name="connsiteX18" fmla="*/ 12700 w 1568450"/>
              <a:gd name="connsiteY18" fmla="*/ 133350 h 1530350"/>
              <a:gd name="connsiteX19" fmla="*/ 0 w 1568450"/>
              <a:gd name="connsiteY19" fmla="*/ 139700 h 1530350"/>
              <a:gd name="connsiteX0" fmla="*/ 0 w 1499356"/>
              <a:gd name="connsiteY0" fmla="*/ 139700 h 1530350"/>
              <a:gd name="connsiteX1" fmla="*/ 184150 w 1499356"/>
              <a:gd name="connsiteY1" fmla="*/ 203200 h 1530350"/>
              <a:gd name="connsiteX2" fmla="*/ 317500 w 1499356"/>
              <a:gd name="connsiteY2" fmla="*/ 254000 h 1530350"/>
              <a:gd name="connsiteX3" fmla="*/ 501650 w 1499356"/>
              <a:gd name="connsiteY3" fmla="*/ 381000 h 1530350"/>
              <a:gd name="connsiteX4" fmla="*/ 666750 w 1499356"/>
              <a:gd name="connsiteY4" fmla="*/ 539750 h 1530350"/>
              <a:gd name="connsiteX5" fmla="*/ 742950 w 1499356"/>
              <a:gd name="connsiteY5" fmla="*/ 666750 h 1530350"/>
              <a:gd name="connsiteX6" fmla="*/ 812800 w 1499356"/>
              <a:gd name="connsiteY6" fmla="*/ 806450 h 1530350"/>
              <a:gd name="connsiteX7" fmla="*/ 844550 w 1499356"/>
              <a:gd name="connsiteY7" fmla="*/ 958850 h 1530350"/>
              <a:gd name="connsiteX8" fmla="*/ 857250 w 1499356"/>
              <a:gd name="connsiteY8" fmla="*/ 1149350 h 1530350"/>
              <a:gd name="connsiteX9" fmla="*/ 838200 w 1499356"/>
              <a:gd name="connsiteY9" fmla="*/ 1320800 h 1530350"/>
              <a:gd name="connsiteX10" fmla="*/ 812800 w 1499356"/>
              <a:gd name="connsiteY10" fmla="*/ 1428750 h 1530350"/>
              <a:gd name="connsiteX11" fmla="*/ 755650 w 1499356"/>
              <a:gd name="connsiteY11" fmla="*/ 1530350 h 1530350"/>
              <a:gd name="connsiteX12" fmla="*/ 1060450 w 1499356"/>
              <a:gd name="connsiteY12" fmla="*/ 1530350 h 1530350"/>
              <a:gd name="connsiteX13" fmla="*/ 1130300 w 1499356"/>
              <a:gd name="connsiteY13" fmla="*/ 1397000 h 1530350"/>
              <a:gd name="connsiteX14" fmla="*/ 1054100 w 1499356"/>
              <a:gd name="connsiteY14" fmla="*/ 1028700 h 1530350"/>
              <a:gd name="connsiteX15" fmla="*/ 812800 w 1499356"/>
              <a:gd name="connsiteY15" fmla="*/ 419100 h 1530350"/>
              <a:gd name="connsiteX16" fmla="*/ 1498600 w 1499356"/>
              <a:gd name="connsiteY16" fmla="*/ 330200 h 1530350"/>
              <a:gd name="connsiteX17" fmla="*/ 698500 w 1499356"/>
              <a:gd name="connsiteY17" fmla="*/ 0 h 1530350"/>
              <a:gd name="connsiteX18" fmla="*/ 12700 w 1499356"/>
              <a:gd name="connsiteY18" fmla="*/ 133350 h 1530350"/>
              <a:gd name="connsiteX19" fmla="*/ 0 w 1499356"/>
              <a:gd name="connsiteY19" fmla="*/ 139700 h 1530350"/>
              <a:gd name="connsiteX0" fmla="*/ 0 w 1130300"/>
              <a:gd name="connsiteY0" fmla="*/ 139700 h 1530350"/>
              <a:gd name="connsiteX1" fmla="*/ 184150 w 1130300"/>
              <a:gd name="connsiteY1" fmla="*/ 203200 h 1530350"/>
              <a:gd name="connsiteX2" fmla="*/ 317500 w 1130300"/>
              <a:gd name="connsiteY2" fmla="*/ 254000 h 1530350"/>
              <a:gd name="connsiteX3" fmla="*/ 501650 w 1130300"/>
              <a:gd name="connsiteY3" fmla="*/ 381000 h 1530350"/>
              <a:gd name="connsiteX4" fmla="*/ 666750 w 1130300"/>
              <a:gd name="connsiteY4" fmla="*/ 539750 h 1530350"/>
              <a:gd name="connsiteX5" fmla="*/ 742950 w 1130300"/>
              <a:gd name="connsiteY5" fmla="*/ 666750 h 1530350"/>
              <a:gd name="connsiteX6" fmla="*/ 812800 w 1130300"/>
              <a:gd name="connsiteY6" fmla="*/ 806450 h 1530350"/>
              <a:gd name="connsiteX7" fmla="*/ 844550 w 1130300"/>
              <a:gd name="connsiteY7" fmla="*/ 958850 h 1530350"/>
              <a:gd name="connsiteX8" fmla="*/ 857250 w 1130300"/>
              <a:gd name="connsiteY8" fmla="*/ 1149350 h 1530350"/>
              <a:gd name="connsiteX9" fmla="*/ 838200 w 1130300"/>
              <a:gd name="connsiteY9" fmla="*/ 1320800 h 1530350"/>
              <a:gd name="connsiteX10" fmla="*/ 812800 w 1130300"/>
              <a:gd name="connsiteY10" fmla="*/ 1428750 h 1530350"/>
              <a:gd name="connsiteX11" fmla="*/ 755650 w 1130300"/>
              <a:gd name="connsiteY11" fmla="*/ 1530350 h 1530350"/>
              <a:gd name="connsiteX12" fmla="*/ 1060450 w 1130300"/>
              <a:gd name="connsiteY12" fmla="*/ 1530350 h 1530350"/>
              <a:gd name="connsiteX13" fmla="*/ 1130300 w 1130300"/>
              <a:gd name="connsiteY13" fmla="*/ 1397000 h 1530350"/>
              <a:gd name="connsiteX14" fmla="*/ 1054100 w 1130300"/>
              <a:gd name="connsiteY14" fmla="*/ 1028700 h 1530350"/>
              <a:gd name="connsiteX15" fmla="*/ 812800 w 1130300"/>
              <a:gd name="connsiteY15" fmla="*/ 419100 h 1530350"/>
              <a:gd name="connsiteX16" fmla="*/ 615950 w 1130300"/>
              <a:gd name="connsiteY16" fmla="*/ 165100 h 1530350"/>
              <a:gd name="connsiteX17" fmla="*/ 698500 w 1130300"/>
              <a:gd name="connsiteY17" fmla="*/ 0 h 1530350"/>
              <a:gd name="connsiteX18" fmla="*/ 12700 w 1130300"/>
              <a:gd name="connsiteY18" fmla="*/ 133350 h 1530350"/>
              <a:gd name="connsiteX19" fmla="*/ 0 w 1130300"/>
              <a:gd name="connsiteY19" fmla="*/ 139700 h 1530350"/>
              <a:gd name="connsiteX0" fmla="*/ 0 w 1130300"/>
              <a:gd name="connsiteY0" fmla="*/ 38100 h 1428750"/>
              <a:gd name="connsiteX1" fmla="*/ 184150 w 1130300"/>
              <a:gd name="connsiteY1" fmla="*/ 101600 h 1428750"/>
              <a:gd name="connsiteX2" fmla="*/ 317500 w 1130300"/>
              <a:gd name="connsiteY2" fmla="*/ 152400 h 1428750"/>
              <a:gd name="connsiteX3" fmla="*/ 501650 w 1130300"/>
              <a:gd name="connsiteY3" fmla="*/ 279400 h 1428750"/>
              <a:gd name="connsiteX4" fmla="*/ 666750 w 1130300"/>
              <a:gd name="connsiteY4" fmla="*/ 438150 h 1428750"/>
              <a:gd name="connsiteX5" fmla="*/ 742950 w 1130300"/>
              <a:gd name="connsiteY5" fmla="*/ 565150 h 1428750"/>
              <a:gd name="connsiteX6" fmla="*/ 812800 w 1130300"/>
              <a:gd name="connsiteY6" fmla="*/ 704850 h 1428750"/>
              <a:gd name="connsiteX7" fmla="*/ 844550 w 1130300"/>
              <a:gd name="connsiteY7" fmla="*/ 857250 h 1428750"/>
              <a:gd name="connsiteX8" fmla="*/ 857250 w 1130300"/>
              <a:gd name="connsiteY8" fmla="*/ 1047750 h 1428750"/>
              <a:gd name="connsiteX9" fmla="*/ 838200 w 1130300"/>
              <a:gd name="connsiteY9" fmla="*/ 1219200 h 1428750"/>
              <a:gd name="connsiteX10" fmla="*/ 812800 w 1130300"/>
              <a:gd name="connsiteY10" fmla="*/ 1327150 h 1428750"/>
              <a:gd name="connsiteX11" fmla="*/ 755650 w 1130300"/>
              <a:gd name="connsiteY11" fmla="*/ 1428750 h 1428750"/>
              <a:gd name="connsiteX12" fmla="*/ 1060450 w 1130300"/>
              <a:gd name="connsiteY12" fmla="*/ 1428750 h 1428750"/>
              <a:gd name="connsiteX13" fmla="*/ 1130300 w 1130300"/>
              <a:gd name="connsiteY13" fmla="*/ 1295400 h 1428750"/>
              <a:gd name="connsiteX14" fmla="*/ 1054100 w 1130300"/>
              <a:gd name="connsiteY14" fmla="*/ 927100 h 1428750"/>
              <a:gd name="connsiteX15" fmla="*/ 812800 w 1130300"/>
              <a:gd name="connsiteY15" fmla="*/ 317500 h 1428750"/>
              <a:gd name="connsiteX16" fmla="*/ 615950 w 1130300"/>
              <a:gd name="connsiteY16" fmla="*/ 63500 h 1428750"/>
              <a:gd name="connsiteX17" fmla="*/ 368300 w 1130300"/>
              <a:gd name="connsiteY17" fmla="*/ 0 h 1428750"/>
              <a:gd name="connsiteX18" fmla="*/ 12700 w 1130300"/>
              <a:gd name="connsiteY18" fmla="*/ 31750 h 1428750"/>
              <a:gd name="connsiteX19" fmla="*/ 0 w 1130300"/>
              <a:gd name="connsiteY19" fmla="*/ 38100 h 1428750"/>
              <a:gd name="connsiteX0" fmla="*/ 0 w 1130300"/>
              <a:gd name="connsiteY0" fmla="*/ 38100 h 1428750"/>
              <a:gd name="connsiteX1" fmla="*/ 184150 w 1130300"/>
              <a:gd name="connsiteY1" fmla="*/ 101600 h 1428750"/>
              <a:gd name="connsiteX2" fmla="*/ 317500 w 1130300"/>
              <a:gd name="connsiteY2" fmla="*/ 152400 h 1428750"/>
              <a:gd name="connsiteX3" fmla="*/ 501854 w 1130300"/>
              <a:gd name="connsiteY3" fmla="*/ 310062 h 1428750"/>
              <a:gd name="connsiteX4" fmla="*/ 666750 w 1130300"/>
              <a:gd name="connsiteY4" fmla="*/ 438150 h 1428750"/>
              <a:gd name="connsiteX5" fmla="*/ 742950 w 1130300"/>
              <a:gd name="connsiteY5" fmla="*/ 565150 h 1428750"/>
              <a:gd name="connsiteX6" fmla="*/ 812800 w 1130300"/>
              <a:gd name="connsiteY6" fmla="*/ 704850 h 1428750"/>
              <a:gd name="connsiteX7" fmla="*/ 844550 w 1130300"/>
              <a:gd name="connsiteY7" fmla="*/ 857250 h 1428750"/>
              <a:gd name="connsiteX8" fmla="*/ 857250 w 1130300"/>
              <a:gd name="connsiteY8" fmla="*/ 1047750 h 1428750"/>
              <a:gd name="connsiteX9" fmla="*/ 838200 w 1130300"/>
              <a:gd name="connsiteY9" fmla="*/ 1219200 h 1428750"/>
              <a:gd name="connsiteX10" fmla="*/ 812800 w 1130300"/>
              <a:gd name="connsiteY10" fmla="*/ 1327150 h 1428750"/>
              <a:gd name="connsiteX11" fmla="*/ 755650 w 1130300"/>
              <a:gd name="connsiteY11" fmla="*/ 1428750 h 1428750"/>
              <a:gd name="connsiteX12" fmla="*/ 1060450 w 1130300"/>
              <a:gd name="connsiteY12" fmla="*/ 1428750 h 1428750"/>
              <a:gd name="connsiteX13" fmla="*/ 1130300 w 1130300"/>
              <a:gd name="connsiteY13" fmla="*/ 1295400 h 1428750"/>
              <a:gd name="connsiteX14" fmla="*/ 1054100 w 1130300"/>
              <a:gd name="connsiteY14" fmla="*/ 927100 h 1428750"/>
              <a:gd name="connsiteX15" fmla="*/ 812800 w 1130300"/>
              <a:gd name="connsiteY15" fmla="*/ 317500 h 1428750"/>
              <a:gd name="connsiteX16" fmla="*/ 615950 w 1130300"/>
              <a:gd name="connsiteY16" fmla="*/ 63500 h 1428750"/>
              <a:gd name="connsiteX17" fmla="*/ 368300 w 1130300"/>
              <a:gd name="connsiteY17" fmla="*/ 0 h 1428750"/>
              <a:gd name="connsiteX18" fmla="*/ 12700 w 1130300"/>
              <a:gd name="connsiteY18" fmla="*/ 31750 h 1428750"/>
              <a:gd name="connsiteX19" fmla="*/ 0 w 1130300"/>
              <a:gd name="connsiteY19" fmla="*/ 38100 h 1428750"/>
              <a:gd name="connsiteX0" fmla="*/ 0 w 1130300"/>
              <a:gd name="connsiteY0" fmla="*/ 38100 h 1428750"/>
              <a:gd name="connsiteX1" fmla="*/ 184150 w 1130300"/>
              <a:gd name="connsiteY1" fmla="*/ 101600 h 1428750"/>
              <a:gd name="connsiteX2" fmla="*/ 317500 w 1130300"/>
              <a:gd name="connsiteY2" fmla="*/ 152400 h 1428750"/>
              <a:gd name="connsiteX3" fmla="*/ 501854 w 1130300"/>
              <a:gd name="connsiteY3" fmla="*/ 310062 h 1428750"/>
              <a:gd name="connsiteX4" fmla="*/ 621674 w 1130300"/>
              <a:gd name="connsiteY4" fmla="*/ 443441 h 1428750"/>
              <a:gd name="connsiteX5" fmla="*/ 742950 w 1130300"/>
              <a:gd name="connsiteY5" fmla="*/ 565150 h 1428750"/>
              <a:gd name="connsiteX6" fmla="*/ 812800 w 1130300"/>
              <a:gd name="connsiteY6" fmla="*/ 704850 h 1428750"/>
              <a:gd name="connsiteX7" fmla="*/ 844550 w 1130300"/>
              <a:gd name="connsiteY7" fmla="*/ 857250 h 1428750"/>
              <a:gd name="connsiteX8" fmla="*/ 857250 w 1130300"/>
              <a:gd name="connsiteY8" fmla="*/ 1047750 h 1428750"/>
              <a:gd name="connsiteX9" fmla="*/ 838200 w 1130300"/>
              <a:gd name="connsiteY9" fmla="*/ 1219200 h 1428750"/>
              <a:gd name="connsiteX10" fmla="*/ 812800 w 1130300"/>
              <a:gd name="connsiteY10" fmla="*/ 1327150 h 1428750"/>
              <a:gd name="connsiteX11" fmla="*/ 755650 w 1130300"/>
              <a:gd name="connsiteY11" fmla="*/ 1428750 h 1428750"/>
              <a:gd name="connsiteX12" fmla="*/ 1060450 w 1130300"/>
              <a:gd name="connsiteY12" fmla="*/ 1428750 h 1428750"/>
              <a:gd name="connsiteX13" fmla="*/ 1130300 w 1130300"/>
              <a:gd name="connsiteY13" fmla="*/ 1295400 h 1428750"/>
              <a:gd name="connsiteX14" fmla="*/ 1054100 w 1130300"/>
              <a:gd name="connsiteY14" fmla="*/ 927100 h 1428750"/>
              <a:gd name="connsiteX15" fmla="*/ 812800 w 1130300"/>
              <a:gd name="connsiteY15" fmla="*/ 317500 h 1428750"/>
              <a:gd name="connsiteX16" fmla="*/ 615950 w 1130300"/>
              <a:gd name="connsiteY16" fmla="*/ 63500 h 1428750"/>
              <a:gd name="connsiteX17" fmla="*/ 368300 w 1130300"/>
              <a:gd name="connsiteY17" fmla="*/ 0 h 1428750"/>
              <a:gd name="connsiteX18" fmla="*/ 12700 w 1130300"/>
              <a:gd name="connsiteY18" fmla="*/ 31750 h 1428750"/>
              <a:gd name="connsiteX19" fmla="*/ 0 w 1130300"/>
              <a:gd name="connsiteY19" fmla="*/ 38100 h 1428750"/>
              <a:gd name="connsiteX0" fmla="*/ 0 w 1130300"/>
              <a:gd name="connsiteY0" fmla="*/ 38100 h 1428750"/>
              <a:gd name="connsiteX1" fmla="*/ 184150 w 1130300"/>
              <a:gd name="connsiteY1" fmla="*/ 101600 h 1428750"/>
              <a:gd name="connsiteX2" fmla="*/ 317500 w 1130300"/>
              <a:gd name="connsiteY2" fmla="*/ 152400 h 1428750"/>
              <a:gd name="connsiteX3" fmla="*/ 501854 w 1130300"/>
              <a:gd name="connsiteY3" fmla="*/ 310062 h 1428750"/>
              <a:gd name="connsiteX4" fmla="*/ 621674 w 1130300"/>
              <a:gd name="connsiteY4" fmla="*/ 443441 h 1428750"/>
              <a:gd name="connsiteX5" fmla="*/ 706785 w 1130300"/>
              <a:gd name="connsiteY5" fmla="*/ 580226 h 1428750"/>
              <a:gd name="connsiteX6" fmla="*/ 812800 w 1130300"/>
              <a:gd name="connsiteY6" fmla="*/ 704850 h 1428750"/>
              <a:gd name="connsiteX7" fmla="*/ 844550 w 1130300"/>
              <a:gd name="connsiteY7" fmla="*/ 857250 h 1428750"/>
              <a:gd name="connsiteX8" fmla="*/ 857250 w 1130300"/>
              <a:gd name="connsiteY8" fmla="*/ 1047750 h 1428750"/>
              <a:gd name="connsiteX9" fmla="*/ 838200 w 1130300"/>
              <a:gd name="connsiteY9" fmla="*/ 1219200 h 1428750"/>
              <a:gd name="connsiteX10" fmla="*/ 812800 w 1130300"/>
              <a:gd name="connsiteY10" fmla="*/ 1327150 h 1428750"/>
              <a:gd name="connsiteX11" fmla="*/ 755650 w 1130300"/>
              <a:gd name="connsiteY11" fmla="*/ 1428750 h 1428750"/>
              <a:gd name="connsiteX12" fmla="*/ 1060450 w 1130300"/>
              <a:gd name="connsiteY12" fmla="*/ 1428750 h 1428750"/>
              <a:gd name="connsiteX13" fmla="*/ 1130300 w 1130300"/>
              <a:gd name="connsiteY13" fmla="*/ 1295400 h 1428750"/>
              <a:gd name="connsiteX14" fmla="*/ 1054100 w 1130300"/>
              <a:gd name="connsiteY14" fmla="*/ 927100 h 1428750"/>
              <a:gd name="connsiteX15" fmla="*/ 812800 w 1130300"/>
              <a:gd name="connsiteY15" fmla="*/ 317500 h 1428750"/>
              <a:gd name="connsiteX16" fmla="*/ 615950 w 1130300"/>
              <a:gd name="connsiteY16" fmla="*/ 63500 h 1428750"/>
              <a:gd name="connsiteX17" fmla="*/ 368300 w 1130300"/>
              <a:gd name="connsiteY17" fmla="*/ 0 h 1428750"/>
              <a:gd name="connsiteX18" fmla="*/ 12700 w 1130300"/>
              <a:gd name="connsiteY18" fmla="*/ 31750 h 1428750"/>
              <a:gd name="connsiteX19" fmla="*/ 0 w 1130300"/>
              <a:gd name="connsiteY19" fmla="*/ 38100 h 1428750"/>
              <a:gd name="connsiteX0" fmla="*/ 0 w 1130300"/>
              <a:gd name="connsiteY0" fmla="*/ 38100 h 1428750"/>
              <a:gd name="connsiteX1" fmla="*/ 184150 w 1130300"/>
              <a:gd name="connsiteY1" fmla="*/ 101600 h 1428750"/>
              <a:gd name="connsiteX2" fmla="*/ 317500 w 1130300"/>
              <a:gd name="connsiteY2" fmla="*/ 152400 h 1428750"/>
              <a:gd name="connsiteX3" fmla="*/ 501854 w 1130300"/>
              <a:gd name="connsiteY3" fmla="*/ 310062 h 1428750"/>
              <a:gd name="connsiteX4" fmla="*/ 621674 w 1130300"/>
              <a:gd name="connsiteY4" fmla="*/ 443441 h 1428750"/>
              <a:gd name="connsiteX5" fmla="*/ 706785 w 1130300"/>
              <a:gd name="connsiteY5" fmla="*/ 580226 h 1428750"/>
              <a:gd name="connsiteX6" fmla="*/ 763488 w 1130300"/>
              <a:gd name="connsiteY6" fmla="*/ 721470 h 1428750"/>
              <a:gd name="connsiteX7" fmla="*/ 844550 w 1130300"/>
              <a:gd name="connsiteY7" fmla="*/ 857250 h 1428750"/>
              <a:gd name="connsiteX8" fmla="*/ 857250 w 1130300"/>
              <a:gd name="connsiteY8" fmla="*/ 1047750 h 1428750"/>
              <a:gd name="connsiteX9" fmla="*/ 838200 w 1130300"/>
              <a:gd name="connsiteY9" fmla="*/ 1219200 h 1428750"/>
              <a:gd name="connsiteX10" fmla="*/ 812800 w 1130300"/>
              <a:gd name="connsiteY10" fmla="*/ 1327150 h 1428750"/>
              <a:gd name="connsiteX11" fmla="*/ 755650 w 1130300"/>
              <a:gd name="connsiteY11" fmla="*/ 1428750 h 1428750"/>
              <a:gd name="connsiteX12" fmla="*/ 1060450 w 1130300"/>
              <a:gd name="connsiteY12" fmla="*/ 1428750 h 1428750"/>
              <a:gd name="connsiteX13" fmla="*/ 1130300 w 1130300"/>
              <a:gd name="connsiteY13" fmla="*/ 1295400 h 1428750"/>
              <a:gd name="connsiteX14" fmla="*/ 1054100 w 1130300"/>
              <a:gd name="connsiteY14" fmla="*/ 927100 h 1428750"/>
              <a:gd name="connsiteX15" fmla="*/ 812800 w 1130300"/>
              <a:gd name="connsiteY15" fmla="*/ 317500 h 1428750"/>
              <a:gd name="connsiteX16" fmla="*/ 615950 w 1130300"/>
              <a:gd name="connsiteY16" fmla="*/ 63500 h 1428750"/>
              <a:gd name="connsiteX17" fmla="*/ 368300 w 1130300"/>
              <a:gd name="connsiteY17" fmla="*/ 0 h 1428750"/>
              <a:gd name="connsiteX18" fmla="*/ 12700 w 1130300"/>
              <a:gd name="connsiteY18" fmla="*/ 31750 h 1428750"/>
              <a:gd name="connsiteX19" fmla="*/ 0 w 1130300"/>
              <a:gd name="connsiteY19" fmla="*/ 38100 h 1428750"/>
              <a:gd name="connsiteX0" fmla="*/ 0 w 1130300"/>
              <a:gd name="connsiteY0" fmla="*/ 38100 h 1428750"/>
              <a:gd name="connsiteX1" fmla="*/ 184150 w 1130300"/>
              <a:gd name="connsiteY1" fmla="*/ 101600 h 1428750"/>
              <a:gd name="connsiteX2" fmla="*/ 317500 w 1130300"/>
              <a:gd name="connsiteY2" fmla="*/ 152400 h 1428750"/>
              <a:gd name="connsiteX3" fmla="*/ 501854 w 1130300"/>
              <a:gd name="connsiteY3" fmla="*/ 310062 h 1428750"/>
              <a:gd name="connsiteX4" fmla="*/ 621674 w 1130300"/>
              <a:gd name="connsiteY4" fmla="*/ 443441 h 1428750"/>
              <a:gd name="connsiteX5" fmla="*/ 706785 w 1130300"/>
              <a:gd name="connsiteY5" fmla="*/ 580226 h 1428750"/>
              <a:gd name="connsiteX6" fmla="*/ 763488 w 1130300"/>
              <a:gd name="connsiteY6" fmla="*/ 721470 h 1428750"/>
              <a:gd name="connsiteX7" fmla="*/ 786326 w 1130300"/>
              <a:gd name="connsiteY7" fmla="*/ 864086 h 1428750"/>
              <a:gd name="connsiteX8" fmla="*/ 857250 w 1130300"/>
              <a:gd name="connsiteY8" fmla="*/ 1047750 h 1428750"/>
              <a:gd name="connsiteX9" fmla="*/ 838200 w 1130300"/>
              <a:gd name="connsiteY9" fmla="*/ 1219200 h 1428750"/>
              <a:gd name="connsiteX10" fmla="*/ 812800 w 1130300"/>
              <a:gd name="connsiteY10" fmla="*/ 1327150 h 1428750"/>
              <a:gd name="connsiteX11" fmla="*/ 755650 w 1130300"/>
              <a:gd name="connsiteY11" fmla="*/ 1428750 h 1428750"/>
              <a:gd name="connsiteX12" fmla="*/ 1060450 w 1130300"/>
              <a:gd name="connsiteY12" fmla="*/ 1428750 h 1428750"/>
              <a:gd name="connsiteX13" fmla="*/ 1130300 w 1130300"/>
              <a:gd name="connsiteY13" fmla="*/ 1295400 h 1428750"/>
              <a:gd name="connsiteX14" fmla="*/ 1054100 w 1130300"/>
              <a:gd name="connsiteY14" fmla="*/ 927100 h 1428750"/>
              <a:gd name="connsiteX15" fmla="*/ 812800 w 1130300"/>
              <a:gd name="connsiteY15" fmla="*/ 317500 h 1428750"/>
              <a:gd name="connsiteX16" fmla="*/ 615950 w 1130300"/>
              <a:gd name="connsiteY16" fmla="*/ 63500 h 1428750"/>
              <a:gd name="connsiteX17" fmla="*/ 368300 w 1130300"/>
              <a:gd name="connsiteY17" fmla="*/ 0 h 1428750"/>
              <a:gd name="connsiteX18" fmla="*/ 12700 w 1130300"/>
              <a:gd name="connsiteY18" fmla="*/ 31750 h 1428750"/>
              <a:gd name="connsiteX19" fmla="*/ 0 w 1130300"/>
              <a:gd name="connsiteY19" fmla="*/ 38100 h 1428750"/>
              <a:gd name="connsiteX0" fmla="*/ 0 w 1130300"/>
              <a:gd name="connsiteY0" fmla="*/ 38100 h 1428750"/>
              <a:gd name="connsiteX1" fmla="*/ 184150 w 1130300"/>
              <a:gd name="connsiteY1" fmla="*/ 101600 h 1428750"/>
              <a:gd name="connsiteX2" fmla="*/ 317500 w 1130300"/>
              <a:gd name="connsiteY2" fmla="*/ 152400 h 1428750"/>
              <a:gd name="connsiteX3" fmla="*/ 501854 w 1130300"/>
              <a:gd name="connsiteY3" fmla="*/ 310062 h 1428750"/>
              <a:gd name="connsiteX4" fmla="*/ 621674 w 1130300"/>
              <a:gd name="connsiteY4" fmla="*/ 443441 h 1428750"/>
              <a:gd name="connsiteX5" fmla="*/ 706785 w 1130300"/>
              <a:gd name="connsiteY5" fmla="*/ 580226 h 1428750"/>
              <a:gd name="connsiteX6" fmla="*/ 763488 w 1130300"/>
              <a:gd name="connsiteY6" fmla="*/ 721470 h 1428750"/>
              <a:gd name="connsiteX7" fmla="*/ 786326 w 1130300"/>
              <a:gd name="connsiteY7" fmla="*/ 864086 h 1428750"/>
              <a:gd name="connsiteX8" fmla="*/ 785619 w 1130300"/>
              <a:gd name="connsiteY8" fmla="*/ 1083235 h 1428750"/>
              <a:gd name="connsiteX9" fmla="*/ 838200 w 1130300"/>
              <a:gd name="connsiteY9" fmla="*/ 1219200 h 1428750"/>
              <a:gd name="connsiteX10" fmla="*/ 812800 w 1130300"/>
              <a:gd name="connsiteY10" fmla="*/ 1327150 h 1428750"/>
              <a:gd name="connsiteX11" fmla="*/ 755650 w 1130300"/>
              <a:gd name="connsiteY11" fmla="*/ 1428750 h 1428750"/>
              <a:gd name="connsiteX12" fmla="*/ 1060450 w 1130300"/>
              <a:gd name="connsiteY12" fmla="*/ 1428750 h 1428750"/>
              <a:gd name="connsiteX13" fmla="*/ 1130300 w 1130300"/>
              <a:gd name="connsiteY13" fmla="*/ 1295400 h 1428750"/>
              <a:gd name="connsiteX14" fmla="*/ 1054100 w 1130300"/>
              <a:gd name="connsiteY14" fmla="*/ 927100 h 1428750"/>
              <a:gd name="connsiteX15" fmla="*/ 812800 w 1130300"/>
              <a:gd name="connsiteY15" fmla="*/ 317500 h 1428750"/>
              <a:gd name="connsiteX16" fmla="*/ 615950 w 1130300"/>
              <a:gd name="connsiteY16" fmla="*/ 63500 h 1428750"/>
              <a:gd name="connsiteX17" fmla="*/ 368300 w 1130300"/>
              <a:gd name="connsiteY17" fmla="*/ 0 h 1428750"/>
              <a:gd name="connsiteX18" fmla="*/ 12700 w 1130300"/>
              <a:gd name="connsiteY18" fmla="*/ 31750 h 1428750"/>
              <a:gd name="connsiteX19" fmla="*/ 0 w 1130300"/>
              <a:gd name="connsiteY19" fmla="*/ 38100 h 1428750"/>
              <a:gd name="connsiteX0" fmla="*/ 0 w 1130300"/>
              <a:gd name="connsiteY0" fmla="*/ 38100 h 1428750"/>
              <a:gd name="connsiteX1" fmla="*/ 184150 w 1130300"/>
              <a:gd name="connsiteY1" fmla="*/ 101600 h 1428750"/>
              <a:gd name="connsiteX2" fmla="*/ 317500 w 1130300"/>
              <a:gd name="connsiteY2" fmla="*/ 152400 h 1428750"/>
              <a:gd name="connsiteX3" fmla="*/ 501854 w 1130300"/>
              <a:gd name="connsiteY3" fmla="*/ 310062 h 1428750"/>
              <a:gd name="connsiteX4" fmla="*/ 621674 w 1130300"/>
              <a:gd name="connsiteY4" fmla="*/ 443441 h 1428750"/>
              <a:gd name="connsiteX5" fmla="*/ 706785 w 1130300"/>
              <a:gd name="connsiteY5" fmla="*/ 580226 h 1428750"/>
              <a:gd name="connsiteX6" fmla="*/ 763488 w 1130300"/>
              <a:gd name="connsiteY6" fmla="*/ 721470 h 1428750"/>
              <a:gd name="connsiteX7" fmla="*/ 786326 w 1130300"/>
              <a:gd name="connsiteY7" fmla="*/ 864086 h 1428750"/>
              <a:gd name="connsiteX8" fmla="*/ 785619 w 1130300"/>
              <a:gd name="connsiteY8" fmla="*/ 1083235 h 1428750"/>
              <a:gd name="connsiteX9" fmla="*/ 741468 w 1130300"/>
              <a:gd name="connsiteY9" fmla="*/ 1237777 h 1428750"/>
              <a:gd name="connsiteX10" fmla="*/ 812800 w 1130300"/>
              <a:gd name="connsiteY10" fmla="*/ 1327150 h 1428750"/>
              <a:gd name="connsiteX11" fmla="*/ 755650 w 1130300"/>
              <a:gd name="connsiteY11" fmla="*/ 1428750 h 1428750"/>
              <a:gd name="connsiteX12" fmla="*/ 1060450 w 1130300"/>
              <a:gd name="connsiteY12" fmla="*/ 1428750 h 1428750"/>
              <a:gd name="connsiteX13" fmla="*/ 1130300 w 1130300"/>
              <a:gd name="connsiteY13" fmla="*/ 1295400 h 1428750"/>
              <a:gd name="connsiteX14" fmla="*/ 1054100 w 1130300"/>
              <a:gd name="connsiteY14" fmla="*/ 927100 h 1428750"/>
              <a:gd name="connsiteX15" fmla="*/ 812800 w 1130300"/>
              <a:gd name="connsiteY15" fmla="*/ 317500 h 1428750"/>
              <a:gd name="connsiteX16" fmla="*/ 615950 w 1130300"/>
              <a:gd name="connsiteY16" fmla="*/ 63500 h 1428750"/>
              <a:gd name="connsiteX17" fmla="*/ 368300 w 1130300"/>
              <a:gd name="connsiteY17" fmla="*/ 0 h 1428750"/>
              <a:gd name="connsiteX18" fmla="*/ 12700 w 1130300"/>
              <a:gd name="connsiteY18" fmla="*/ 31750 h 1428750"/>
              <a:gd name="connsiteX19" fmla="*/ 0 w 1130300"/>
              <a:gd name="connsiteY19" fmla="*/ 38100 h 1428750"/>
              <a:gd name="connsiteX0" fmla="*/ 0 w 1130300"/>
              <a:gd name="connsiteY0" fmla="*/ 38100 h 1443003"/>
              <a:gd name="connsiteX1" fmla="*/ 184150 w 1130300"/>
              <a:gd name="connsiteY1" fmla="*/ 101600 h 1443003"/>
              <a:gd name="connsiteX2" fmla="*/ 317500 w 1130300"/>
              <a:gd name="connsiteY2" fmla="*/ 152400 h 1443003"/>
              <a:gd name="connsiteX3" fmla="*/ 501854 w 1130300"/>
              <a:gd name="connsiteY3" fmla="*/ 310062 h 1443003"/>
              <a:gd name="connsiteX4" fmla="*/ 621674 w 1130300"/>
              <a:gd name="connsiteY4" fmla="*/ 443441 h 1443003"/>
              <a:gd name="connsiteX5" fmla="*/ 706785 w 1130300"/>
              <a:gd name="connsiteY5" fmla="*/ 580226 h 1443003"/>
              <a:gd name="connsiteX6" fmla="*/ 763488 w 1130300"/>
              <a:gd name="connsiteY6" fmla="*/ 721470 h 1443003"/>
              <a:gd name="connsiteX7" fmla="*/ 786326 w 1130300"/>
              <a:gd name="connsiteY7" fmla="*/ 864086 h 1443003"/>
              <a:gd name="connsiteX8" fmla="*/ 785619 w 1130300"/>
              <a:gd name="connsiteY8" fmla="*/ 1083235 h 1443003"/>
              <a:gd name="connsiteX9" fmla="*/ 741468 w 1130300"/>
              <a:gd name="connsiteY9" fmla="*/ 1237777 h 1443003"/>
              <a:gd name="connsiteX10" fmla="*/ 671604 w 1130300"/>
              <a:gd name="connsiteY10" fmla="*/ 1443003 h 1443003"/>
              <a:gd name="connsiteX11" fmla="*/ 755650 w 1130300"/>
              <a:gd name="connsiteY11" fmla="*/ 1428750 h 1443003"/>
              <a:gd name="connsiteX12" fmla="*/ 1060450 w 1130300"/>
              <a:gd name="connsiteY12" fmla="*/ 1428750 h 1443003"/>
              <a:gd name="connsiteX13" fmla="*/ 1130300 w 1130300"/>
              <a:gd name="connsiteY13" fmla="*/ 1295400 h 1443003"/>
              <a:gd name="connsiteX14" fmla="*/ 1054100 w 1130300"/>
              <a:gd name="connsiteY14" fmla="*/ 927100 h 1443003"/>
              <a:gd name="connsiteX15" fmla="*/ 812800 w 1130300"/>
              <a:gd name="connsiteY15" fmla="*/ 317500 h 1443003"/>
              <a:gd name="connsiteX16" fmla="*/ 615950 w 1130300"/>
              <a:gd name="connsiteY16" fmla="*/ 63500 h 1443003"/>
              <a:gd name="connsiteX17" fmla="*/ 368300 w 1130300"/>
              <a:gd name="connsiteY17" fmla="*/ 0 h 1443003"/>
              <a:gd name="connsiteX18" fmla="*/ 12700 w 1130300"/>
              <a:gd name="connsiteY18" fmla="*/ 31750 h 1443003"/>
              <a:gd name="connsiteX19" fmla="*/ 0 w 1130300"/>
              <a:gd name="connsiteY19" fmla="*/ 38100 h 1443003"/>
              <a:gd name="connsiteX0" fmla="*/ 0 w 1130300"/>
              <a:gd name="connsiteY0" fmla="*/ 38100 h 1509173"/>
              <a:gd name="connsiteX1" fmla="*/ 184150 w 1130300"/>
              <a:gd name="connsiteY1" fmla="*/ 101600 h 1509173"/>
              <a:gd name="connsiteX2" fmla="*/ 317500 w 1130300"/>
              <a:gd name="connsiteY2" fmla="*/ 152400 h 1509173"/>
              <a:gd name="connsiteX3" fmla="*/ 501854 w 1130300"/>
              <a:gd name="connsiteY3" fmla="*/ 310062 h 1509173"/>
              <a:gd name="connsiteX4" fmla="*/ 621674 w 1130300"/>
              <a:gd name="connsiteY4" fmla="*/ 443441 h 1509173"/>
              <a:gd name="connsiteX5" fmla="*/ 706785 w 1130300"/>
              <a:gd name="connsiteY5" fmla="*/ 580226 h 1509173"/>
              <a:gd name="connsiteX6" fmla="*/ 763488 w 1130300"/>
              <a:gd name="connsiteY6" fmla="*/ 721470 h 1509173"/>
              <a:gd name="connsiteX7" fmla="*/ 786326 w 1130300"/>
              <a:gd name="connsiteY7" fmla="*/ 864086 h 1509173"/>
              <a:gd name="connsiteX8" fmla="*/ 785619 w 1130300"/>
              <a:gd name="connsiteY8" fmla="*/ 1083235 h 1509173"/>
              <a:gd name="connsiteX9" fmla="*/ 741468 w 1130300"/>
              <a:gd name="connsiteY9" fmla="*/ 1237777 h 1509173"/>
              <a:gd name="connsiteX10" fmla="*/ 671604 w 1130300"/>
              <a:gd name="connsiteY10" fmla="*/ 1443003 h 1509173"/>
              <a:gd name="connsiteX11" fmla="*/ 747118 w 1130300"/>
              <a:gd name="connsiteY11" fmla="*/ 1509173 h 1509173"/>
              <a:gd name="connsiteX12" fmla="*/ 1060450 w 1130300"/>
              <a:gd name="connsiteY12" fmla="*/ 1428750 h 1509173"/>
              <a:gd name="connsiteX13" fmla="*/ 1130300 w 1130300"/>
              <a:gd name="connsiteY13" fmla="*/ 1295400 h 1509173"/>
              <a:gd name="connsiteX14" fmla="*/ 1054100 w 1130300"/>
              <a:gd name="connsiteY14" fmla="*/ 927100 h 1509173"/>
              <a:gd name="connsiteX15" fmla="*/ 812800 w 1130300"/>
              <a:gd name="connsiteY15" fmla="*/ 317500 h 1509173"/>
              <a:gd name="connsiteX16" fmla="*/ 615950 w 1130300"/>
              <a:gd name="connsiteY16" fmla="*/ 63500 h 1509173"/>
              <a:gd name="connsiteX17" fmla="*/ 368300 w 1130300"/>
              <a:gd name="connsiteY17" fmla="*/ 0 h 1509173"/>
              <a:gd name="connsiteX18" fmla="*/ 12700 w 1130300"/>
              <a:gd name="connsiteY18" fmla="*/ 31750 h 1509173"/>
              <a:gd name="connsiteX19" fmla="*/ 0 w 1130300"/>
              <a:gd name="connsiteY19" fmla="*/ 38100 h 1509173"/>
              <a:gd name="connsiteX0" fmla="*/ 0 w 1130300"/>
              <a:gd name="connsiteY0" fmla="*/ 38100 h 1509173"/>
              <a:gd name="connsiteX1" fmla="*/ 184150 w 1130300"/>
              <a:gd name="connsiteY1" fmla="*/ 101600 h 1509173"/>
              <a:gd name="connsiteX2" fmla="*/ 317500 w 1130300"/>
              <a:gd name="connsiteY2" fmla="*/ 152400 h 1509173"/>
              <a:gd name="connsiteX3" fmla="*/ 501854 w 1130300"/>
              <a:gd name="connsiteY3" fmla="*/ 310062 h 1509173"/>
              <a:gd name="connsiteX4" fmla="*/ 621674 w 1130300"/>
              <a:gd name="connsiteY4" fmla="*/ 443441 h 1509173"/>
              <a:gd name="connsiteX5" fmla="*/ 706785 w 1130300"/>
              <a:gd name="connsiteY5" fmla="*/ 580226 h 1509173"/>
              <a:gd name="connsiteX6" fmla="*/ 755510 w 1130300"/>
              <a:gd name="connsiteY6" fmla="*/ 718797 h 1509173"/>
              <a:gd name="connsiteX7" fmla="*/ 786326 w 1130300"/>
              <a:gd name="connsiteY7" fmla="*/ 864086 h 1509173"/>
              <a:gd name="connsiteX8" fmla="*/ 785619 w 1130300"/>
              <a:gd name="connsiteY8" fmla="*/ 1083235 h 1509173"/>
              <a:gd name="connsiteX9" fmla="*/ 741468 w 1130300"/>
              <a:gd name="connsiteY9" fmla="*/ 1237777 h 1509173"/>
              <a:gd name="connsiteX10" fmla="*/ 671604 w 1130300"/>
              <a:gd name="connsiteY10" fmla="*/ 1443003 h 1509173"/>
              <a:gd name="connsiteX11" fmla="*/ 747118 w 1130300"/>
              <a:gd name="connsiteY11" fmla="*/ 1509173 h 1509173"/>
              <a:gd name="connsiteX12" fmla="*/ 1060450 w 1130300"/>
              <a:gd name="connsiteY12" fmla="*/ 1428750 h 1509173"/>
              <a:gd name="connsiteX13" fmla="*/ 1130300 w 1130300"/>
              <a:gd name="connsiteY13" fmla="*/ 1295400 h 1509173"/>
              <a:gd name="connsiteX14" fmla="*/ 1054100 w 1130300"/>
              <a:gd name="connsiteY14" fmla="*/ 927100 h 1509173"/>
              <a:gd name="connsiteX15" fmla="*/ 812800 w 1130300"/>
              <a:gd name="connsiteY15" fmla="*/ 317500 h 1509173"/>
              <a:gd name="connsiteX16" fmla="*/ 615950 w 1130300"/>
              <a:gd name="connsiteY16" fmla="*/ 63500 h 1509173"/>
              <a:gd name="connsiteX17" fmla="*/ 368300 w 1130300"/>
              <a:gd name="connsiteY17" fmla="*/ 0 h 1509173"/>
              <a:gd name="connsiteX18" fmla="*/ 12700 w 1130300"/>
              <a:gd name="connsiteY18" fmla="*/ 31750 h 1509173"/>
              <a:gd name="connsiteX19" fmla="*/ 0 w 1130300"/>
              <a:gd name="connsiteY19" fmla="*/ 38100 h 1509173"/>
              <a:gd name="connsiteX0" fmla="*/ 0 w 1130300"/>
              <a:gd name="connsiteY0" fmla="*/ 38100 h 1509173"/>
              <a:gd name="connsiteX1" fmla="*/ 184150 w 1130300"/>
              <a:gd name="connsiteY1" fmla="*/ 101600 h 1509173"/>
              <a:gd name="connsiteX2" fmla="*/ 305750 w 1130300"/>
              <a:gd name="connsiteY2" fmla="*/ 164610 h 1509173"/>
              <a:gd name="connsiteX3" fmla="*/ 501854 w 1130300"/>
              <a:gd name="connsiteY3" fmla="*/ 310062 h 1509173"/>
              <a:gd name="connsiteX4" fmla="*/ 621674 w 1130300"/>
              <a:gd name="connsiteY4" fmla="*/ 443441 h 1509173"/>
              <a:gd name="connsiteX5" fmla="*/ 706785 w 1130300"/>
              <a:gd name="connsiteY5" fmla="*/ 580226 h 1509173"/>
              <a:gd name="connsiteX6" fmla="*/ 755510 w 1130300"/>
              <a:gd name="connsiteY6" fmla="*/ 718797 h 1509173"/>
              <a:gd name="connsiteX7" fmla="*/ 786326 w 1130300"/>
              <a:gd name="connsiteY7" fmla="*/ 864086 h 1509173"/>
              <a:gd name="connsiteX8" fmla="*/ 785619 w 1130300"/>
              <a:gd name="connsiteY8" fmla="*/ 1083235 h 1509173"/>
              <a:gd name="connsiteX9" fmla="*/ 741468 w 1130300"/>
              <a:gd name="connsiteY9" fmla="*/ 1237777 h 1509173"/>
              <a:gd name="connsiteX10" fmla="*/ 671604 w 1130300"/>
              <a:gd name="connsiteY10" fmla="*/ 1443003 h 1509173"/>
              <a:gd name="connsiteX11" fmla="*/ 747118 w 1130300"/>
              <a:gd name="connsiteY11" fmla="*/ 1509173 h 1509173"/>
              <a:gd name="connsiteX12" fmla="*/ 1060450 w 1130300"/>
              <a:gd name="connsiteY12" fmla="*/ 1428750 h 1509173"/>
              <a:gd name="connsiteX13" fmla="*/ 1130300 w 1130300"/>
              <a:gd name="connsiteY13" fmla="*/ 1295400 h 1509173"/>
              <a:gd name="connsiteX14" fmla="*/ 1054100 w 1130300"/>
              <a:gd name="connsiteY14" fmla="*/ 927100 h 1509173"/>
              <a:gd name="connsiteX15" fmla="*/ 812800 w 1130300"/>
              <a:gd name="connsiteY15" fmla="*/ 317500 h 1509173"/>
              <a:gd name="connsiteX16" fmla="*/ 615950 w 1130300"/>
              <a:gd name="connsiteY16" fmla="*/ 63500 h 1509173"/>
              <a:gd name="connsiteX17" fmla="*/ 368300 w 1130300"/>
              <a:gd name="connsiteY17" fmla="*/ 0 h 1509173"/>
              <a:gd name="connsiteX18" fmla="*/ 12700 w 1130300"/>
              <a:gd name="connsiteY18" fmla="*/ 31750 h 1509173"/>
              <a:gd name="connsiteX19" fmla="*/ 0 w 1130300"/>
              <a:gd name="connsiteY19" fmla="*/ 38100 h 1509173"/>
              <a:gd name="connsiteX0" fmla="*/ 0 w 1130300"/>
              <a:gd name="connsiteY0" fmla="*/ 38100 h 1509173"/>
              <a:gd name="connsiteX1" fmla="*/ 184150 w 1130300"/>
              <a:gd name="connsiteY1" fmla="*/ 101600 h 1509173"/>
              <a:gd name="connsiteX2" fmla="*/ 304585 w 1130300"/>
              <a:gd name="connsiteY2" fmla="*/ 155722 h 1509173"/>
              <a:gd name="connsiteX3" fmla="*/ 501854 w 1130300"/>
              <a:gd name="connsiteY3" fmla="*/ 310062 h 1509173"/>
              <a:gd name="connsiteX4" fmla="*/ 621674 w 1130300"/>
              <a:gd name="connsiteY4" fmla="*/ 443441 h 1509173"/>
              <a:gd name="connsiteX5" fmla="*/ 706785 w 1130300"/>
              <a:gd name="connsiteY5" fmla="*/ 580226 h 1509173"/>
              <a:gd name="connsiteX6" fmla="*/ 755510 w 1130300"/>
              <a:gd name="connsiteY6" fmla="*/ 718797 h 1509173"/>
              <a:gd name="connsiteX7" fmla="*/ 786326 w 1130300"/>
              <a:gd name="connsiteY7" fmla="*/ 864086 h 1509173"/>
              <a:gd name="connsiteX8" fmla="*/ 785619 w 1130300"/>
              <a:gd name="connsiteY8" fmla="*/ 1083235 h 1509173"/>
              <a:gd name="connsiteX9" fmla="*/ 741468 w 1130300"/>
              <a:gd name="connsiteY9" fmla="*/ 1237777 h 1509173"/>
              <a:gd name="connsiteX10" fmla="*/ 671604 w 1130300"/>
              <a:gd name="connsiteY10" fmla="*/ 1443003 h 1509173"/>
              <a:gd name="connsiteX11" fmla="*/ 747118 w 1130300"/>
              <a:gd name="connsiteY11" fmla="*/ 1509173 h 1509173"/>
              <a:gd name="connsiteX12" fmla="*/ 1060450 w 1130300"/>
              <a:gd name="connsiteY12" fmla="*/ 1428750 h 1509173"/>
              <a:gd name="connsiteX13" fmla="*/ 1130300 w 1130300"/>
              <a:gd name="connsiteY13" fmla="*/ 1295400 h 1509173"/>
              <a:gd name="connsiteX14" fmla="*/ 1054100 w 1130300"/>
              <a:gd name="connsiteY14" fmla="*/ 927100 h 1509173"/>
              <a:gd name="connsiteX15" fmla="*/ 812800 w 1130300"/>
              <a:gd name="connsiteY15" fmla="*/ 317500 h 1509173"/>
              <a:gd name="connsiteX16" fmla="*/ 615950 w 1130300"/>
              <a:gd name="connsiteY16" fmla="*/ 63500 h 1509173"/>
              <a:gd name="connsiteX17" fmla="*/ 368300 w 1130300"/>
              <a:gd name="connsiteY17" fmla="*/ 0 h 1509173"/>
              <a:gd name="connsiteX18" fmla="*/ 12700 w 1130300"/>
              <a:gd name="connsiteY18" fmla="*/ 31750 h 1509173"/>
              <a:gd name="connsiteX19" fmla="*/ 0 w 1130300"/>
              <a:gd name="connsiteY19" fmla="*/ 38100 h 1509173"/>
              <a:gd name="connsiteX0" fmla="*/ 0 w 1130300"/>
              <a:gd name="connsiteY0" fmla="*/ 38100 h 1509173"/>
              <a:gd name="connsiteX1" fmla="*/ 184150 w 1130300"/>
              <a:gd name="connsiteY1" fmla="*/ 101600 h 1509173"/>
              <a:gd name="connsiteX2" fmla="*/ 304585 w 1130300"/>
              <a:gd name="connsiteY2" fmla="*/ 155722 h 1509173"/>
              <a:gd name="connsiteX3" fmla="*/ 501854 w 1130300"/>
              <a:gd name="connsiteY3" fmla="*/ 310062 h 1509173"/>
              <a:gd name="connsiteX4" fmla="*/ 621674 w 1130300"/>
              <a:gd name="connsiteY4" fmla="*/ 443441 h 1509173"/>
              <a:gd name="connsiteX5" fmla="*/ 706785 w 1130300"/>
              <a:gd name="connsiteY5" fmla="*/ 580226 h 1509173"/>
              <a:gd name="connsiteX6" fmla="*/ 755510 w 1130300"/>
              <a:gd name="connsiteY6" fmla="*/ 718797 h 1509173"/>
              <a:gd name="connsiteX7" fmla="*/ 786326 w 1130300"/>
              <a:gd name="connsiteY7" fmla="*/ 864086 h 1509173"/>
              <a:gd name="connsiteX8" fmla="*/ 785619 w 1130300"/>
              <a:gd name="connsiteY8" fmla="*/ 1083235 h 1509173"/>
              <a:gd name="connsiteX9" fmla="*/ 741468 w 1130300"/>
              <a:gd name="connsiteY9" fmla="*/ 1237777 h 1509173"/>
              <a:gd name="connsiteX10" fmla="*/ 671604 w 1130300"/>
              <a:gd name="connsiteY10" fmla="*/ 1443003 h 1509173"/>
              <a:gd name="connsiteX11" fmla="*/ 747118 w 1130300"/>
              <a:gd name="connsiteY11" fmla="*/ 1509173 h 1509173"/>
              <a:gd name="connsiteX12" fmla="*/ 1060450 w 1130300"/>
              <a:gd name="connsiteY12" fmla="*/ 1428750 h 1509173"/>
              <a:gd name="connsiteX13" fmla="*/ 1130300 w 1130300"/>
              <a:gd name="connsiteY13" fmla="*/ 1295400 h 1509173"/>
              <a:gd name="connsiteX14" fmla="*/ 927238 w 1130300"/>
              <a:gd name="connsiteY14" fmla="*/ 1028635 h 1509173"/>
              <a:gd name="connsiteX15" fmla="*/ 812800 w 1130300"/>
              <a:gd name="connsiteY15" fmla="*/ 317500 h 1509173"/>
              <a:gd name="connsiteX16" fmla="*/ 615950 w 1130300"/>
              <a:gd name="connsiteY16" fmla="*/ 63500 h 1509173"/>
              <a:gd name="connsiteX17" fmla="*/ 368300 w 1130300"/>
              <a:gd name="connsiteY17" fmla="*/ 0 h 1509173"/>
              <a:gd name="connsiteX18" fmla="*/ 12700 w 1130300"/>
              <a:gd name="connsiteY18" fmla="*/ 31750 h 1509173"/>
              <a:gd name="connsiteX19" fmla="*/ 0 w 1130300"/>
              <a:gd name="connsiteY19" fmla="*/ 38100 h 15091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130300" h="1509173">
                <a:moveTo>
                  <a:pt x="0" y="38100"/>
                </a:moveTo>
                <a:lnTo>
                  <a:pt x="184150" y="101600"/>
                </a:lnTo>
                <a:lnTo>
                  <a:pt x="304585" y="155722"/>
                </a:lnTo>
                <a:lnTo>
                  <a:pt x="501854" y="310062"/>
                </a:lnTo>
                <a:lnTo>
                  <a:pt x="621674" y="443441"/>
                </a:lnTo>
                <a:lnTo>
                  <a:pt x="706785" y="580226"/>
                </a:lnTo>
                <a:lnTo>
                  <a:pt x="755510" y="718797"/>
                </a:lnTo>
                <a:lnTo>
                  <a:pt x="786326" y="864086"/>
                </a:lnTo>
                <a:cubicBezTo>
                  <a:pt x="786090" y="937136"/>
                  <a:pt x="785855" y="1010185"/>
                  <a:pt x="785619" y="1083235"/>
                </a:cubicBezTo>
                <a:lnTo>
                  <a:pt x="741468" y="1237777"/>
                </a:lnTo>
                <a:lnTo>
                  <a:pt x="671604" y="1443003"/>
                </a:lnTo>
                <a:lnTo>
                  <a:pt x="747118" y="1509173"/>
                </a:lnTo>
                <a:lnTo>
                  <a:pt x="1060450" y="1428750"/>
                </a:lnTo>
                <a:lnTo>
                  <a:pt x="1130300" y="1295400"/>
                </a:lnTo>
                <a:lnTo>
                  <a:pt x="927238" y="1028635"/>
                </a:lnTo>
                <a:lnTo>
                  <a:pt x="812800" y="317500"/>
                </a:lnTo>
                <a:cubicBezTo>
                  <a:pt x="747265" y="179877"/>
                  <a:pt x="644317" y="120235"/>
                  <a:pt x="615950" y="63500"/>
                </a:cubicBezTo>
                <a:lnTo>
                  <a:pt x="368300" y="0"/>
                </a:lnTo>
                <a:cubicBezTo>
                  <a:pt x="220133" y="21167"/>
                  <a:pt x="160867" y="10583"/>
                  <a:pt x="12700" y="31750"/>
                </a:cubicBezTo>
                <a:lnTo>
                  <a:pt x="0" y="381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57"/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D7787459-15B7-7B5A-912C-DA69CC6C2971}"/>
              </a:ext>
            </a:extLst>
          </p:cNvPr>
          <p:cNvCxnSpPr/>
          <p:nvPr/>
        </p:nvCxnSpPr>
        <p:spPr>
          <a:xfrm>
            <a:off x="10816413" y="4929242"/>
            <a:ext cx="193497" cy="14277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96321F18-CB6D-BF76-9B8F-6E31BB9F14C1}"/>
              </a:ext>
            </a:extLst>
          </p:cNvPr>
          <p:cNvCxnSpPr>
            <a:cxnSpLocks/>
          </p:cNvCxnSpPr>
          <p:nvPr/>
        </p:nvCxnSpPr>
        <p:spPr>
          <a:xfrm flipH="1">
            <a:off x="10423160" y="4814474"/>
            <a:ext cx="42460" cy="53926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9" name="Freeform: Shape 598">
            <a:extLst>
              <a:ext uri="{FF2B5EF4-FFF2-40B4-BE49-F238E27FC236}">
                <a16:creationId xmlns:a16="http://schemas.microsoft.com/office/drawing/2014/main" id="{50B553A7-89BE-812E-751E-43C85E5E12DB}"/>
              </a:ext>
            </a:extLst>
          </p:cNvPr>
          <p:cNvSpPr/>
          <p:nvPr/>
        </p:nvSpPr>
        <p:spPr>
          <a:xfrm>
            <a:off x="9521702" y="4337053"/>
            <a:ext cx="499836" cy="1073150"/>
          </a:xfrm>
          <a:custGeom>
            <a:avLst/>
            <a:gdLst>
              <a:gd name="connsiteX0" fmla="*/ 1049655 w 1049655"/>
              <a:gd name="connsiteY0" fmla="*/ 1798320 h 2253615"/>
              <a:gd name="connsiteX1" fmla="*/ 912495 w 1049655"/>
              <a:gd name="connsiteY1" fmla="*/ 1680210 h 2253615"/>
              <a:gd name="connsiteX2" fmla="*/ 811530 w 1049655"/>
              <a:gd name="connsiteY2" fmla="*/ 1588770 h 2253615"/>
              <a:gd name="connsiteX3" fmla="*/ 706755 w 1049655"/>
              <a:gd name="connsiteY3" fmla="*/ 1463040 h 2253615"/>
              <a:gd name="connsiteX4" fmla="*/ 598170 w 1049655"/>
              <a:gd name="connsiteY4" fmla="*/ 1285875 h 2253615"/>
              <a:gd name="connsiteX5" fmla="*/ 512445 w 1049655"/>
              <a:gd name="connsiteY5" fmla="*/ 1095375 h 2253615"/>
              <a:gd name="connsiteX6" fmla="*/ 464820 w 1049655"/>
              <a:gd name="connsiteY6" fmla="*/ 918210 h 2253615"/>
              <a:gd name="connsiteX7" fmla="*/ 440055 w 1049655"/>
              <a:gd name="connsiteY7" fmla="*/ 701040 h 2253615"/>
              <a:gd name="connsiteX8" fmla="*/ 434340 w 1049655"/>
              <a:gd name="connsiteY8" fmla="*/ 546735 h 2253615"/>
              <a:gd name="connsiteX9" fmla="*/ 447675 w 1049655"/>
              <a:gd name="connsiteY9" fmla="*/ 443865 h 2253615"/>
              <a:gd name="connsiteX10" fmla="*/ 487680 w 1049655"/>
              <a:gd name="connsiteY10" fmla="*/ 249555 h 2253615"/>
              <a:gd name="connsiteX11" fmla="*/ 531495 w 1049655"/>
              <a:gd name="connsiteY11" fmla="*/ 120015 h 2253615"/>
              <a:gd name="connsiteX12" fmla="*/ 577215 w 1049655"/>
              <a:gd name="connsiteY12" fmla="*/ 0 h 2253615"/>
              <a:gd name="connsiteX13" fmla="*/ 405765 w 1049655"/>
              <a:gd name="connsiteY13" fmla="*/ 15240 h 2253615"/>
              <a:gd name="connsiteX14" fmla="*/ 72390 w 1049655"/>
              <a:gd name="connsiteY14" fmla="*/ 177165 h 2253615"/>
              <a:gd name="connsiteX15" fmla="*/ 0 w 1049655"/>
              <a:gd name="connsiteY15" fmla="*/ 245745 h 2253615"/>
              <a:gd name="connsiteX16" fmla="*/ 388620 w 1049655"/>
              <a:gd name="connsiteY16" fmla="*/ 255270 h 2253615"/>
              <a:gd name="connsiteX17" fmla="*/ 438150 w 1049655"/>
              <a:gd name="connsiteY17" fmla="*/ 255270 h 2253615"/>
              <a:gd name="connsiteX18" fmla="*/ 369570 w 1049655"/>
              <a:gd name="connsiteY18" fmla="*/ 615315 h 2253615"/>
              <a:gd name="connsiteX19" fmla="*/ 441960 w 1049655"/>
              <a:gd name="connsiteY19" fmla="*/ 1070610 h 2253615"/>
              <a:gd name="connsiteX20" fmla="*/ 453390 w 1049655"/>
              <a:gd name="connsiteY20" fmla="*/ 1301115 h 2253615"/>
              <a:gd name="connsiteX21" fmla="*/ 453390 w 1049655"/>
              <a:gd name="connsiteY21" fmla="*/ 1815465 h 2253615"/>
              <a:gd name="connsiteX22" fmla="*/ 441960 w 1049655"/>
              <a:gd name="connsiteY22" fmla="*/ 1830705 h 2253615"/>
              <a:gd name="connsiteX23" fmla="*/ 455295 w 1049655"/>
              <a:gd name="connsiteY23" fmla="*/ 2156460 h 2253615"/>
              <a:gd name="connsiteX24" fmla="*/ 502920 w 1049655"/>
              <a:gd name="connsiteY24" fmla="*/ 2253615 h 2253615"/>
              <a:gd name="connsiteX25" fmla="*/ 874395 w 1049655"/>
              <a:gd name="connsiteY25" fmla="*/ 2118360 h 2253615"/>
              <a:gd name="connsiteX26" fmla="*/ 1021080 w 1049655"/>
              <a:gd name="connsiteY26" fmla="*/ 2004060 h 2253615"/>
              <a:gd name="connsiteX27" fmla="*/ 1049655 w 1049655"/>
              <a:gd name="connsiteY27" fmla="*/ 1798320 h 22536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1049655" h="2253615">
                <a:moveTo>
                  <a:pt x="1049655" y="1798320"/>
                </a:moveTo>
                <a:lnTo>
                  <a:pt x="912495" y="1680210"/>
                </a:lnTo>
                <a:lnTo>
                  <a:pt x="811530" y="1588770"/>
                </a:lnTo>
                <a:lnTo>
                  <a:pt x="706755" y="1463040"/>
                </a:lnTo>
                <a:lnTo>
                  <a:pt x="598170" y="1285875"/>
                </a:lnTo>
                <a:lnTo>
                  <a:pt x="512445" y="1095375"/>
                </a:lnTo>
                <a:lnTo>
                  <a:pt x="464820" y="918210"/>
                </a:lnTo>
                <a:lnTo>
                  <a:pt x="440055" y="701040"/>
                </a:lnTo>
                <a:lnTo>
                  <a:pt x="434340" y="546735"/>
                </a:lnTo>
                <a:lnTo>
                  <a:pt x="447675" y="443865"/>
                </a:lnTo>
                <a:lnTo>
                  <a:pt x="487680" y="249555"/>
                </a:lnTo>
                <a:lnTo>
                  <a:pt x="531495" y="120015"/>
                </a:lnTo>
                <a:lnTo>
                  <a:pt x="577215" y="0"/>
                </a:lnTo>
                <a:lnTo>
                  <a:pt x="405765" y="15240"/>
                </a:lnTo>
                <a:lnTo>
                  <a:pt x="72390" y="177165"/>
                </a:lnTo>
                <a:lnTo>
                  <a:pt x="0" y="245745"/>
                </a:lnTo>
                <a:lnTo>
                  <a:pt x="388620" y="255270"/>
                </a:lnTo>
                <a:lnTo>
                  <a:pt x="438150" y="255270"/>
                </a:lnTo>
                <a:lnTo>
                  <a:pt x="369570" y="615315"/>
                </a:lnTo>
                <a:lnTo>
                  <a:pt x="441960" y="1070610"/>
                </a:lnTo>
                <a:lnTo>
                  <a:pt x="453390" y="1301115"/>
                </a:lnTo>
                <a:lnTo>
                  <a:pt x="453390" y="1815465"/>
                </a:lnTo>
                <a:cubicBezTo>
                  <a:pt x="445202" y="1831841"/>
                  <a:pt x="451450" y="1830705"/>
                  <a:pt x="441960" y="1830705"/>
                </a:cubicBezTo>
                <a:lnTo>
                  <a:pt x="455295" y="2156460"/>
                </a:lnTo>
                <a:lnTo>
                  <a:pt x="502920" y="2253615"/>
                </a:lnTo>
                <a:lnTo>
                  <a:pt x="874395" y="2118360"/>
                </a:lnTo>
                <a:lnTo>
                  <a:pt x="1021080" y="2004060"/>
                </a:lnTo>
                <a:lnTo>
                  <a:pt x="1049655" y="1798320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57"/>
          </a:p>
        </p:txBody>
      </p:sp>
      <p:cxnSp>
        <p:nvCxnSpPr>
          <p:cNvPr id="611" name="Straight Connector 610">
            <a:extLst>
              <a:ext uri="{FF2B5EF4-FFF2-40B4-BE49-F238E27FC236}">
                <a16:creationId xmlns:a16="http://schemas.microsoft.com/office/drawing/2014/main" id="{1315AB25-94DE-A35F-2FCF-0A5667FA093B}"/>
              </a:ext>
            </a:extLst>
          </p:cNvPr>
          <p:cNvCxnSpPr>
            <a:cxnSpLocks/>
            <a:endCxn id="725" idx="0"/>
          </p:cNvCxnSpPr>
          <p:nvPr/>
        </p:nvCxnSpPr>
        <p:spPr>
          <a:xfrm flipH="1">
            <a:off x="9934974" y="4632671"/>
            <a:ext cx="131211" cy="74610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0" name="Straight Connector 619">
            <a:extLst>
              <a:ext uri="{FF2B5EF4-FFF2-40B4-BE49-F238E27FC236}">
                <a16:creationId xmlns:a16="http://schemas.microsoft.com/office/drawing/2014/main" id="{6619B712-E6FA-6F9F-1CF4-6CB604BBD05A}"/>
              </a:ext>
            </a:extLst>
          </p:cNvPr>
          <p:cNvCxnSpPr>
            <a:cxnSpLocks/>
            <a:stCxn id="596" idx="4"/>
            <a:endCxn id="580" idx="4"/>
          </p:cNvCxnSpPr>
          <p:nvPr/>
        </p:nvCxnSpPr>
        <p:spPr>
          <a:xfrm flipH="1">
            <a:off x="8255819" y="5292152"/>
            <a:ext cx="2132041" cy="114884"/>
          </a:xfrm>
          <a:prstGeom prst="line">
            <a:avLst/>
          </a:prstGeom>
          <a:noFill/>
          <a:ln w="222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624" name="Straight Connector 623">
            <a:extLst>
              <a:ext uri="{FF2B5EF4-FFF2-40B4-BE49-F238E27FC236}">
                <a16:creationId xmlns:a16="http://schemas.microsoft.com/office/drawing/2014/main" id="{A69C4561-CCCC-5AF9-95EB-609F03019E7A}"/>
              </a:ext>
            </a:extLst>
          </p:cNvPr>
          <p:cNvCxnSpPr>
            <a:cxnSpLocks/>
          </p:cNvCxnSpPr>
          <p:nvPr/>
        </p:nvCxnSpPr>
        <p:spPr>
          <a:xfrm flipV="1">
            <a:off x="9617175" y="4291718"/>
            <a:ext cx="0" cy="79960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F26DA391-60B5-C87B-FB36-00A9873E965B}"/>
              </a:ext>
            </a:extLst>
          </p:cNvPr>
          <p:cNvCxnSpPr>
            <a:cxnSpLocks/>
          </p:cNvCxnSpPr>
          <p:nvPr/>
        </p:nvCxnSpPr>
        <p:spPr>
          <a:xfrm>
            <a:off x="5583927" y="3028331"/>
            <a:ext cx="0" cy="173635"/>
          </a:xfrm>
          <a:prstGeom prst="straightConnector1">
            <a:avLst/>
          </a:prstGeom>
          <a:ln w="19050">
            <a:solidFill>
              <a:srgbClr val="4E83C4"/>
            </a:solidFill>
            <a:prstDash val="solid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2853490E-FA2A-79A0-F252-7CEA07397981}"/>
              </a:ext>
            </a:extLst>
          </p:cNvPr>
          <p:cNvCxnSpPr>
            <a:cxnSpLocks/>
          </p:cNvCxnSpPr>
          <p:nvPr/>
        </p:nvCxnSpPr>
        <p:spPr>
          <a:xfrm>
            <a:off x="5115366" y="2941513"/>
            <a:ext cx="0" cy="173635"/>
          </a:xfrm>
          <a:prstGeom prst="straightConnector1">
            <a:avLst/>
          </a:prstGeom>
          <a:ln w="19050">
            <a:solidFill>
              <a:srgbClr val="4E83C4"/>
            </a:solidFill>
            <a:prstDash val="solid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68100261-63B4-A901-C205-1A8317046CD9}"/>
              </a:ext>
            </a:extLst>
          </p:cNvPr>
          <p:cNvCxnSpPr>
            <a:cxnSpLocks/>
          </p:cNvCxnSpPr>
          <p:nvPr/>
        </p:nvCxnSpPr>
        <p:spPr>
          <a:xfrm>
            <a:off x="6062489" y="2629953"/>
            <a:ext cx="0" cy="173635"/>
          </a:xfrm>
          <a:prstGeom prst="straightConnector1">
            <a:avLst/>
          </a:prstGeom>
          <a:ln w="19050">
            <a:solidFill>
              <a:srgbClr val="4E83C4"/>
            </a:solidFill>
            <a:prstDash val="solid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2" name="TextBox 721">
            <a:extLst>
              <a:ext uri="{FF2B5EF4-FFF2-40B4-BE49-F238E27FC236}">
                <a16:creationId xmlns:a16="http://schemas.microsoft.com/office/drawing/2014/main" id="{FC80C7A0-F885-C0EB-B9EC-9E27E9F686BC}"/>
              </a:ext>
            </a:extLst>
          </p:cNvPr>
          <p:cNvSpPr txBox="1"/>
          <p:nvPr/>
        </p:nvSpPr>
        <p:spPr>
          <a:xfrm>
            <a:off x="5541314" y="2775536"/>
            <a:ext cx="685690" cy="2760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714"/>
              </a:lnSpc>
            </a:pPr>
            <a:r>
              <a:rPr lang="en-US" sz="857" dirty="0">
                <a:latin typeface="Univers 57 Condensed" pitchFamily="50" charset="0"/>
              </a:rPr>
              <a:t>Infiltrating heat flow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FC454F28-DA71-1254-A5CA-9D6326EE58BB}"/>
              </a:ext>
            </a:extLst>
          </p:cNvPr>
          <p:cNvCxnSpPr>
            <a:cxnSpLocks/>
          </p:cNvCxnSpPr>
          <p:nvPr/>
        </p:nvCxnSpPr>
        <p:spPr>
          <a:xfrm>
            <a:off x="6055756" y="2941512"/>
            <a:ext cx="0" cy="173635"/>
          </a:xfrm>
          <a:prstGeom prst="straightConnector1">
            <a:avLst/>
          </a:prstGeom>
          <a:ln w="19050">
            <a:solidFill>
              <a:srgbClr val="4E83C4"/>
            </a:solidFill>
            <a:prstDash val="solid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itle 1">
            <a:extLst>
              <a:ext uri="{FF2B5EF4-FFF2-40B4-BE49-F238E27FC236}">
                <a16:creationId xmlns:a16="http://schemas.microsoft.com/office/drawing/2014/main" id="{E12619AB-5D48-49D3-EE6E-C70D11455BA3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800483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Advanced Package Transport </a:t>
            </a:r>
          </a:p>
        </p:txBody>
      </p:sp>
    </p:spTree>
    <p:extLst>
      <p:ext uri="{BB962C8B-B14F-4D97-AF65-F5344CB8AC3E}">
        <p14:creationId xmlns:p14="http://schemas.microsoft.com/office/powerpoint/2010/main" val="16726080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6dd02d64-b7f3-43f7-a145-cfd68d338edf}" enabled="1" method="Standard" siteId="{0693b5ba-4b18-4d7b-9341-f32f400a5494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796</TotalTime>
  <Words>1166</Words>
  <Application>Microsoft Office PowerPoint</Application>
  <PresentationFormat>Widescreen</PresentationFormat>
  <Paragraphs>260</Paragraphs>
  <Slides>34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43" baseType="lpstr">
      <vt:lpstr>Aptos</vt:lpstr>
      <vt:lpstr>Aptos Display</vt:lpstr>
      <vt:lpstr>Arial</vt:lpstr>
      <vt:lpstr>Calibri</vt:lpstr>
      <vt:lpstr>Cambria Math</vt:lpstr>
      <vt:lpstr>Consolas</vt:lpstr>
      <vt:lpstr>Symbol</vt:lpstr>
      <vt:lpstr>Univers 57 Condensed</vt:lpstr>
      <vt:lpstr>Office Theme</vt:lpstr>
      <vt:lpstr>Basic Packages</vt:lpstr>
      <vt:lpstr>Advanced Stress Packages</vt:lpstr>
      <vt:lpstr>River (RIV) Package</vt:lpstr>
      <vt:lpstr>RIV Package Notes</vt:lpstr>
      <vt:lpstr>RIV Package Conductance: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MVR Package Providers and Receivers</vt:lpstr>
      <vt:lpstr>MVR Package Providers and Receivers</vt:lpstr>
      <vt:lpstr>MVR Package Providers and Receivers</vt:lpstr>
      <vt:lpstr>Example Use Cases of MVR</vt:lpstr>
      <vt:lpstr>MVR examples</vt:lpstr>
      <vt:lpstr>More MVR Examples</vt:lpstr>
      <vt:lpstr>MVR Package Providers and Receivers</vt:lpstr>
      <vt:lpstr>Worked Advanced Package Transport Examples</vt:lpstr>
      <vt:lpstr>Worked Advanced Package Transport Examples</vt:lpstr>
      <vt:lpstr>Worked Advanced Package Transport Examples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Morway, Eric</dc:creator>
  <cp:lastModifiedBy>Morway, Eric</cp:lastModifiedBy>
  <cp:revision>13</cp:revision>
  <dcterms:created xsi:type="dcterms:W3CDTF">2026-09-14T22:54:59Z</dcterms:created>
  <dcterms:modified xsi:type="dcterms:W3CDTF">2026-09-15T12:11:25Z</dcterms:modified>
</cp:coreProperties>
</file>